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Scena di vita rurale </a:t>
            </a:r>
            <a:r>
              <a:rPr sz="1200" i="1">
                <a:latin typeface="IBM Plex Sans"/>
              </a:rPr>
              <a:t>nel XIX secolo, attribuita </a:t>
            </a:r>
            <a:r>
              <a:rPr sz="1200" i="1">
                <a:latin typeface="IBM Plex Sans"/>
              </a:rPr>
              <a:t>a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Ritratto del Duca di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Memorie del duca di Sully, ministro di Enrico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controllore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generale delle finanze </a:t>
            </a:r>
            <a:r>
              <a:rPr sz="1200" i="1" lang="en-US">
                <a:latin typeface="IBM Plex Sans"/>
              </a:rPr>
              <a:t>sotto Luigi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laboratorio di piumaio del XVIII secolo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Il Porto di Bordeaux nel XVIII secolo di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dello Stato: </a:t>
            </a:r>
            <a:r>
              <a:rPr sz="1400" i="1" lang="fr-FR">
                <a:latin typeface="IBM Plex Sans"/>
              </a:rPr>
              <a:t>tasse o morte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Zio Paperone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di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Cittadella di Lilla di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"Progetto di decima reale"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Censimento della popolazione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"L'Antico regime e la Rivoluzione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 tre ordini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"La Francia in rovina sotto Luigi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Mappa di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"Il sentiero verso l'alto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"Una prospettiva austriaca sulla storia del pensiero economico"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"Saggio sulla natura del commercio"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Conto corrente di legge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L'abate di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di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L'abate di Saint-Pierre di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L'abate di Saint-Pierre, "Progetto per il </a:t>
            </a:r>
            <a:r>
              <a:rPr sz="1200" i="1">
                <a:latin typeface="IBM Plex Sans"/>
              </a:rPr>
              <a:t>ripristino della pace in Europa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Luigi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Sala degli Specchi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Accademia di Francia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pamphlet francese del XVIII secolo che propone riforme del commercio e della finanza, riflettendo i primi dibattiti sul commercio e sulla politica economica.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Marchese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Fabbricazione di spilli, "Encyclopédie" </a:t>
            </a:r>
            <a:r>
              <a:rPr sz="1200" i="1">
                <a:latin typeface="IBM Plex Sans"/>
              </a:rPr>
              <a:t>di Diderot e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di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Marchese d'Argenson, "Diario </a:t>
            </a:r>
            <a:r>
              <a:rPr sz="1200" i="1">
                <a:latin typeface="IBM Plex Sans"/>
              </a:rPr>
              <a:t>e memorie"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Un trattato sul commercio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Testo datato </a:t>
            </a:r>
            <a:r>
              <a:rPr sz="1200" i="1">
                <a:latin typeface="IBM Plex Sans"/>
              </a:rPr>
              <a:t>26 giugno </a:t>
            </a:r>
            <a:r>
              <a:rPr sz="1200" i="1">
                <a:latin typeface="IBM Plex Sans"/>
              </a:rPr>
              <a:t>1715, scritto </a:t>
            </a:r>
            <a:r>
              <a:rPr sz="1200" i="1">
                <a:latin typeface="IBM Plex Sans"/>
              </a:rPr>
              <a:t>da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commerciante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Rapporto ufficiale </a:t>
            </a:r>
            <a:r>
              <a:rPr sz="1200" i="1">
                <a:latin typeface="IBM Plex Sans"/>
              </a:rPr>
              <a:t>sulla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</a:t>
            </a:r>
            <a:r>
              <a:rPr sz="1200" i="1">
                <a:latin typeface="IBM Plex Sans"/>
              </a:rPr>
              <a:t>di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 cerchia di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di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commerce"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Saggio sulla politica generale del grano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"Saggio sulla natura del commercio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Studio sull'editoria economica in Francia,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L'abate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Dibattito agli Stati Generali, Francia,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di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"Saggio sulla natura del commercio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Dottrine economiche e sociali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del Marchese di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"Teoria </a:t>
            </a:r>
            <a:r>
              <a:rPr sz="1200" i="1">
                <a:latin typeface="IBM Plex Sans"/>
              </a:rPr>
              <a:t>dell'imposizione fiscale"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Carta economica di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"Teoria della tassazione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"Fisiocrazia", raccolta di articoli di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rivista ufficiale dei fisiocratici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"Dettaglio </a:t>
            </a:r>
            <a:r>
              <a:rPr sz="1200" i="1">
                <a:latin typeface="IBM Plex Sans"/>
              </a:rPr>
              <a:t>della Francia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"Saggio sulla </a:t>
            </a:r>
            <a:r>
              <a:rPr sz="1200" i="1">
                <a:latin typeface="IBM Plex Sans"/>
              </a:rPr>
              <a:t>natura del commercio"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 carta economica di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"Teoria </a:t>
            </a:r>
            <a:r>
              <a:rPr sz="1200" i="1">
                <a:latin typeface="IBM Plex Sans"/>
              </a:rPr>
              <a:t>dell'imposizione </a:t>
            </a:r>
            <a:r>
              <a:rPr sz="1200" i="1">
                <a:latin typeface="IBM Plex Sans"/>
              </a:rPr>
              <a:t>fiscale"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Marchese di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rivista ufficiale dei Fisiocratici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Economisti illuministi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Fisiocrazia, raccolta di articoli </a:t>
            </a:r>
            <a:r>
              <a:rPr sz="1200" i="1">
                <a:latin typeface="IBM Plex Sans"/>
              </a:rPr>
              <a:t>di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"Contadini"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"L'Antico regime e la Rivoluzione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Luigi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Il porto di Bordeaux nel XVIII secolo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Carlo Federico, "Granduca di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Caterina II </a:t>
            </a:r>
            <a:r>
              <a:rPr sz="1200" i="1">
                <a:latin typeface="IBM Plex Sans"/>
              </a:rPr>
              <a:t>di Russia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"L'ordine naturale ed essenziale </a:t>
            </a:r>
            <a:r>
              <a:rPr sz="1200" i="1">
                <a:latin typeface="IBM Plex Sans"/>
              </a:rPr>
              <a:t>delle società politiche"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Ritratto di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Editto Reale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Convocazione degli Stati Generali a Versailles nel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"La ricchezza delle nazioni"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"Storia delle dottrine economiche"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Impresa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Marchese di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Rivista di agricoltura, </a:t>
            </a:r>
            <a:r>
              <a:rPr sz="1200" i="1">
                <a:latin typeface="IBM Plex Sans"/>
              </a:rPr>
              <a:t>commercio e finanza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Giornale dei Fisiocratici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Fisiocrazia, raccolta di testi di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Schumpeter," Storia dell'analisi economica"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Cattura del Palazzo </a:t>
            </a:r>
            <a:r>
              <a:rPr sz="1200" i="1">
                <a:latin typeface="IBM Plex Sans"/>
              </a:rPr>
              <a:t>delle Tuileries </a:t>
            </a:r>
            <a:r>
              <a:rPr sz="1200" i="1">
                <a:latin typeface="IBM Plex Sans"/>
              </a:rPr>
              <a:t>nel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Dialogo sul commercio del grano, di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Effemeridi del cittadino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"Lo spirito delle leggi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"Elogio </a:t>
            </a:r>
            <a:r>
              <a:rPr sz="1200" i="1">
                <a:latin typeface="IBM Plex Sans"/>
              </a:rPr>
              <a:t>di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"Riflessioni sulla formazione e la distribuzione della ricchezza"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"Lettere sulla libertà di commercio dei cereali"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e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"Una strana vicinanza"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"Le </a:t>
            </a:r>
            <a:r>
              <a:rPr sz="1200" i="1">
                <a:latin typeface="IBM Plex Sans"/>
              </a:rPr>
              <a:t>spigolatrici",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 milizia attinge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Libro delle lamentele del bailamme di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Luigi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Commercio e Governo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"Lettere sul </a:t>
            </a:r>
            <a:r>
              <a:rPr sz="1200" i="1">
                <a:latin typeface="IBM Plex Sans"/>
              </a:rPr>
              <a:t>commercio dei grani"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Convocazione degli Stati Generali a Versailles, 5 maggio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"Elenco delle lamentele"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"Discorso all'Assemblea </a:t>
            </a:r>
            <a:r>
              <a:rPr sz="1200" i="1">
                <a:latin typeface="IBM Plex Sans"/>
              </a:rPr>
              <a:t>Nazionale",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"Effetto </a:t>
            </a:r>
            <a:r>
              <a:rPr sz="1200" i="1">
                <a:latin typeface="IBM Plex Sans"/>
              </a:rPr>
              <a:t>degli Assignats sul </a:t>
            </a:r>
            <a:r>
              <a:rPr sz="1200" i="1">
                <a:latin typeface="IBM Plex Sans"/>
              </a:rPr>
              <a:t>prezzo del pane"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Assegnazione di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"Saggio sulla natura del commercio in generale"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"Trattato </a:t>
            </a:r>
            <a:r>
              <a:rPr sz="1200" i="1">
                <a:latin typeface="IBM Plex Sans"/>
              </a:rPr>
              <a:t>sul commercio"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