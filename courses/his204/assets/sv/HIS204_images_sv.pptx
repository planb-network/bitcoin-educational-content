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Motiv från lantlivet </a:t>
            </a:r>
            <a:r>
              <a:rPr sz="1200" i="1">
                <a:latin typeface="IBM Plex Sans"/>
              </a:rPr>
              <a:t>på 1800-talet, tillskriven </a:t>
            </a:r>
            <a:r>
              <a:rPr sz="1200" i="1">
                <a:latin typeface="IBM Plex Sans"/>
              </a:rPr>
              <a:t>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Porträtt av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Memoarer av Duc de Sully, minister hos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generalcontroller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för finanserna under </a:t>
            </a:r>
            <a:r>
              <a:rPr sz="1200" i="1" lang="en-US">
                <a:latin typeface="IBM Plex Sans"/>
              </a:rPr>
              <a:t>Ludvig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fjädermakarverkstad från 1700-talet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Portvinet i Bordeaux på 1700-talet av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Statens Robin Hood - </a:t>
            </a:r>
            <a:r>
              <a:rPr sz="1400" i="1" lang="fr-FR">
                <a:latin typeface="IBM Plex Sans"/>
              </a:rPr>
              <a:t>skatter eller död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Farbror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Porträtt av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Lille Citadell av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"Kungligt tiondeprojekt"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Folkräkning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"Den gamla regimen och revolutionen"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tre beställningarna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"Ruinerat Frankrike under Ludvig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Karta över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"Uppåtgående väg"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"Ett österrikiskt perspektiv på det ekonomiska tänkandets historia"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"Essä om handelns natur"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Laws bankräkning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Abboten av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Porträtt av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Abboten av Saint-Pierre av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Abboten av Saint-Pierre, "Projekt för </a:t>
            </a:r>
            <a:r>
              <a:rPr sz="1200" i="1">
                <a:latin typeface="IBM Plex Sans"/>
              </a:rPr>
              <a:t>att återställa freden i Europa"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Spegelsalen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Franska Akademien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fransk pamflett från 1700-talet med förslag på reformer inom handel och finans, som speglar tidiga debatter om handel och ekonomisk politik.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Stifttillverkning, "Encyclopédie" av </a:t>
            </a:r>
            <a:r>
              <a:rPr sz="1200" i="1">
                <a:latin typeface="IBM Plex Sans"/>
              </a:rPr>
              <a:t>Diderot och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Porträtt av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"Dagbok </a:t>
            </a:r>
            <a:r>
              <a:rPr sz="1200" i="1">
                <a:latin typeface="IBM Plex Sans"/>
              </a:rPr>
              <a:t>och memoarer"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 avhandling om handel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Text daterad </a:t>
            </a:r>
            <a:r>
              <a:rPr sz="1200" i="1">
                <a:latin typeface="IBM Plex Sans"/>
              </a:rPr>
              <a:t>26 juni </a:t>
            </a:r>
            <a:r>
              <a:rPr sz="1200" i="1">
                <a:latin typeface="IBM Plex Sans"/>
              </a:rPr>
              <a:t>1715, skriven </a:t>
            </a:r>
            <a:r>
              <a:rPr sz="1200" i="1">
                <a:latin typeface="IBM Plex Sans"/>
              </a:rPr>
              <a:t>av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köpman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Officiell rapport </a:t>
            </a:r>
            <a:r>
              <a:rPr sz="1200" i="1">
                <a:latin typeface="IBM Plex Sans"/>
              </a:rPr>
              <a:t>om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Porträtt </a:t>
            </a:r>
            <a:r>
              <a:rPr sz="1200" i="1">
                <a:latin typeface="IBM Plex Sans"/>
              </a:rPr>
              <a:t>av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Vincent de Gournays cirkel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Porträtt av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Essä om den allmänna spannmålspolitiken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"Essä om handelns natur"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Studie om ekonomisk publicering i Frankrike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Debatt vid generalständerna, Frankrike,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Porträtt av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"Essä om handelns natur"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Ekonomiska och sociala doktriner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av Marquis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"Teori </a:t>
            </a:r>
            <a:r>
              <a:rPr sz="1200" i="1">
                <a:latin typeface="IBM Plex Sans"/>
              </a:rPr>
              <a:t>om beskattning"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Ekonomiskt diagram av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"Teori om beskattning"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"Physiocracy", artikelsamling av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fysiokraternas officiella tidning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"Detalj </a:t>
            </a:r>
            <a:r>
              <a:rPr sz="1200" i="1">
                <a:latin typeface="IBM Plex Sans"/>
              </a:rPr>
              <a:t>av Frankrike"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"Essä om </a:t>
            </a:r>
            <a:r>
              <a:rPr sz="1200" i="1">
                <a:latin typeface="IBM Plex Sans"/>
              </a:rPr>
              <a:t>handelns natur"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Quesnays ekonomiska diagram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"Beskattningsteori"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Markisinnan av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fysiokraternas officiella tidskrift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Upplysningstidens ekonomer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Fysiokrati, artikelsamling av </a:t>
            </a:r>
            <a:r>
              <a:rPr sz="1200" i="1">
                <a:latin typeface="IBM Plex Sans"/>
              </a:rPr>
              <a:t>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"Bönder"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"Den gamla regimen och revolutionen"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Hamnen i Bordeaux på 1700-talet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Karl Fredrik, "storhertig av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Katarina II </a:t>
            </a:r>
            <a:r>
              <a:rPr sz="1200" i="1">
                <a:latin typeface="IBM Plex Sans"/>
              </a:rPr>
              <a:t>av Ryssland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"Den naturliga och nödvändiga </a:t>
            </a:r>
            <a:r>
              <a:rPr sz="1200" i="1">
                <a:latin typeface="IBM Plex Sans"/>
              </a:rPr>
              <a:t>ordningen i politiska samhällen"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Porträtt av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Kungligt påbud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Sammankallande av generalständerna i Versailles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"Nationernas välstånd"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"Historik över ekonomiska doktriner"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Företag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Tidskrift för jordbruk, </a:t>
            </a:r>
            <a:r>
              <a:rPr sz="1200" i="1">
                <a:latin typeface="IBM Plex Sans"/>
              </a:rPr>
              <a:t>handel och finans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Fysiokrati, samling av texter av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"Den ekonomiska analysens historia"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Tuileriespalatset </a:t>
            </a:r>
            <a:r>
              <a:rPr sz="1200" i="1">
                <a:latin typeface="IBM Plex Sans"/>
              </a:rPr>
              <a:t>erövras </a:t>
            </a:r>
            <a:r>
              <a:rPr sz="1200" i="1">
                <a:latin typeface="IBM Plex Sans"/>
              </a:rPr>
              <a:t>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 om vetehandeln, av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Medborgarnas efemerider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"Lagarnas anda"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"Beröm </a:t>
            </a:r>
            <a:r>
              <a:rPr sz="1200" i="1">
                <a:latin typeface="IBM Plex Sans"/>
              </a:rPr>
              <a:t>till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"Reflektioner kring bildandet och fördelningen av rikedom"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"Brev om friheten i spannmålshandeln"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och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"En märklig närhet"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"The </a:t>
            </a:r>
            <a:r>
              <a:rPr sz="1200" i="1">
                <a:latin typeface="IBM Plex Sans"/>
              </a:rPr>
              <a:t>Gleaners",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Milisen drar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Klagomålsbok för Nemours baillage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Handel och myndigheter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"Brev </a:t>
            </a:r>
            <a:r>
              <a:rPr sz="1200" i="1">
                <a:latin typeface="IBM Plex Sans"/>
              </a:rPr>
              <a:t>om spannmålshandeln"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Sammankallande av generalständerna i Versailles den 5 maj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"Förteckning över klagomål"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"Tal till </a:t>
            </a:r>
            <a:r>
              <a:rPr sz="1200" i="1">
                <a:latin typeface="IBM Plex Sans"/>
              </a:rPr>
              <a:t>nationalförsamlingen",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"Effekten </a:t>
            </a:r>
            <a:r>
              <a:rPr sz="1200" i="1">
                <a:latin typeface="IBM Plex Sans"/>
              </a:rPr>
              <a:t>av Assignats på </a:t>
            </a:r>
            <a:r>
              <a:rPr sz="1200" i="1">
                <a:latin typeface="IBM Plex Sans"/>
              </a:rPr>
              <a:t>priset på bröd"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Tilldelning av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"Essä om handelns natur i allmänhet"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"En </a:t>
            </a:r>
            <a:r>
              <a:rPr sz="1200" i="1">
                <a:latin typeface="IBM Plex Sans"/>
              </a:rPr>
              <a:t>avhandling om 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