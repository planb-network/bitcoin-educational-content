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Motiv fra livet på </a:t>
            </a:r>
            <a:r>
              <a:rPr sz="1200" i="1">
                <a:latin typeface="IBM Plex Sans"/>
              </a:rPr>
              <a:t>landsbygda på 1800-tallet, </a:t>
            </a:r>
            <a:r>
              <a:rPr sz="1200" i="1">
                <a:latin typeface="IBM Plex Sans"/>
              </a:rPr>
              <a:t>tilskrevet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Portrett av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Memoarer av hertugen av Sully, minister for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generalinspektør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for finansene under </a:t>
            </a:r>
            <a:r>
              <a:rPr sz="1200" i="1" lang="en-US">
                <a:latin typeface="IBM Plex Sans"/>
              </a:rPr>
              <a:t>Ludvig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fjærmakerverksted fra 1700-tallet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Bordeaux' havn på 1700-tallet av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Statens Robin Hood - </a:t>
            </a:r>
            <a:r>
              <a:rPr sz="1400" i="1" lang="fr-FR">
                <a:latin typeface="IBM Plex Sans"/>
              </a:rPr>
              <a:t>skatt eller død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Onkel Scrooge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Portrett av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Lille Citadell av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"Det kongelige tiendeprosjektet"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Folketelling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"Det gamle regimet og revolusjonen"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 tre ordrene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"Det ødelagte Frankrike under Ludvig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Kart over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"Oppadstigende sti"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"Et østerriksk perspektiv på den økonomiske tenkningens historie"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om handelens natur"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John Law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Law's bankregning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Abbeden av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Portrett av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Abbeden av Saint-Pierre av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Abbeden av Saint-Pierre, "Prosjekt for </a:t>
            </a:r>
            <a:r>
              <a:rPr sz="1200" i="1">
                <a:latin typeface="IBM Plex Sans"/>
              </a:rPr>
              <a:t>å gjenopprette fred i Europa"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Speilsalen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Det franske akademi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fransk pamflett fra 1700-tallet med forslag til reformer innen handel og finans, som gjenspeiler tidlige debatter om handel og økonomisk politikk.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Marquis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Nålproduksjon, "Encyclopédie" av </a:t>
            </a:r>
            <a:r>
              <a:rPr sz="1200" i="1">
                <a:latin typeface="IBM Plex Sans"/>
              </a:rPr>
              <a:t>Diderot og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Portrett av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Marquis d'Argenson, "Dagbok </a:t>
            </a:r>
            <a:r>
              <a:rPr sz="1200" i="1">
                <a:latin typeface="IBM Plex Sans"/>
              </a:rPr>
              <a:t>og memoarer"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 avhandling om handel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Tekst datert </a:t>
            </a:r>
            <a:r>
              <a:rPr sz="1200" i="1">
                <a:latin typeface="IBM Plex Sans"/>
              </a:rPr>
              <a:t>26. juni </a:t>
            </a:r>
            <a:r>
              <a:rPr sz="1200" i="1">
                <a:latin typeface="IBM Plex Sans"/>
              </a:rPr>
              <a:t>1715, skrevet </a:t>
            </a:r>
            <a:r>
              <a:rPr sz="1200" i="1">
                <a:latin typeface="IBM Plex Sans"/>
              </a:rPr>
              <a:t>av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kjøpmann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Offisiell rapport </a:t>
            </a:r>
            <a:r>
              <a:rPr sz="1200" i="1">
                <a:latin typeface="IBM Plex Sans"/>
              </a:rPr>
              <a:t>om Compagnie </a:t>
            </a:r>
            <a:r>
              <a:rPr sz="1200" i="1">
                <a:latin typeface="IBM Plex Sans"/>
              </a:rPr>
              <a:t>des Indes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Portrett </a:t>
            </a:r>
            <a:r>
              <a:rPr sz="1200" i="1">
                <a:latin typeface="IBM Plex Sans"/>
              </a:rPr>
              <a:t>av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Vincent de Gournays krets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Portrett av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"La Noblesse commerçante"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Essay om den generelle kornpolitikken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om handelens natur"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Studie om økonomisk publisering i Frankrike,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Debatt ved generalstatene, Frankrike,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Portrett av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</a:t>
            </a:r>
            <a:r>
              <a:rPr sz="1200" i="1">
                <a:latin typeface="IBM Plex Sans"/>
              </a:rPr>
              <a:t>des hommes"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"Essay om handelens natur"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Økonomiske og sosiale doktriner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av Marquis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"Teori </a:t>
            </a:r>
            <a:r>
              <a:rPr sz="1200" i="1">
                <a:latin typeface="IBM Plex Sans"/>
              </a:rPr>
              <a:t>om beskatning"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Økonomisk diagram av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Leksikon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"Teori om beskatning"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"Physiocracy", artikkelsamling av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fysiokratenes offisielle tidsskrift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"Detalj </a:t>
            </a:r>
            <a:r>
              <a:rPr sz="1200" i="1">
                <a:latin typeface="IBM Plex Sans"/>
              </a:rPr>
              <a:t>av Frankrike"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"Essay om </a:t>
            </a:r>
            <a:r>
              <a:rPr sz="1200" i="1">
                <a:latin typeface="IBM Plex Sans"/>
              </a:rPr>
              <a:t>handelens natur"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Quesnays økonomiske diagram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"Teori </a:t>
            </a:r>
            <a:r>
              <a:rPr sz="1200" i="1">
                <a:latin typeface="IBM Plex Sans"/>
              </a:rPr>
              <a:t>om </a:t>
            </a:r>
            <a:r>
              <a:rPr sz="1200" i="1">
                <a:latin typeface="IBM Plex Sans"/>
              </a:rPr>
              <a:t>beskatning"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Marquess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fysiokratenes offisielle tidsskrift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Opplysningstidens økonomer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Fysiokratiet, artikkelsamling av </a:t>
            </a:r>
            <a:r>
              <a:rPr sz="1200" i="1">
                <a:latin typeface="IBM Plex Sans"/>
              </a:rPr>
              <a:t>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"Bønder"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"Det gamle regimet og revolusjonen"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Havnen i Bordeaux på 1700-tallet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Karl Fredrik, "storhertug av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Katarina II </a:t>
            </a:r>
            <a:r>
              <a:rPr sz="1200" i="1">
                <a:latin typeface="IBM Plex Sans"/>
              </a:rPr>
              <a:t>av Russland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"Den naturlige og essensielle </a:t>
            </a:r>
            <a:r>
              <a:rPr sz="1200" i="1">
                <a:latin typeface="IBM Plex Sans"/>
              </a:rPr>
              <a:t>orden i politiske samfunn"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Portrett av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Kongelig edikt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Sammenkalling av generalstatene i Versailles i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"Wealth of Nations"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"De økonomiske doktriners historie"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Entreprise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Marki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Tidsskrift for jordbruk, </a:t>
            </a:r>
            <a:r>
              <a:rPr sz="1200" i="1">
                <a:latin typeface="IBM Plex Sans"/>
              </a:rPr>
              <a:t>handel og finans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Journal des Physiocrates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Fysiokratiet, samling av tekster av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"Den økonomiske analysens historie"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Erobringen av </a:t>
            </a:r>
            <a:r>
              <a:rPr sz="1200" i="1">
                <a:latin typeface="IBM Plex Sans"/>
              </a:rPr>
              <a:t>Tuileries-palasset i </a:t>
            </a:r>
            <a:r>
              <a:rPr sz="1200" i="1">
                <a:latin typeface="IBM Plex Sans"/>
              </a:rPr>
              <a:t>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Leksikon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Dialog om hvetehandelen, av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Borgernes efemerider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</a:t>
            </a:r>
            <a:r>
              <a:rPr sz="1200" i="1">
                <a:latin typeface="IBM Plex Sans"/>
              </a:rPr>
              <a:t>quarante écus"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"Lovenes ånd"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Leksikon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"Lovprisning </a:t>
            </a:r>
            <a:r>
              <a:rPr sz="1200" i="1">
                <a:latin typeface="IBM Plex Sans"/>
              </a:rPr>
              <a:t>av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"Betraktninger over rikdommens dannelse og fordeling"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"Brev om kornhandelens frihet"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og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"En merkelig nærhet"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"Mémoire sur </a:t>
            </a:r>
            <a:r>
              <a:rPr sz="1200" i="1">
                <a:latin typeface="IBM Plex Sans"/>
              </a:rPr>
              <a:t>les prêts d'argent"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"The </a:t>
            </a:r>
            <a:r>
              <a:rPr sz="1200" i="1">
                <a:latin typeface="IBM Plex Sans"/>
              </a:rPr>
              <a:t>Gleaners",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Militsen trekker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Klageboken til Nemours' baillage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Ludvig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handel og myndigheter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"Brev </a:t>
            </a:r>
            <a:r>
              <a:rPr sz="1200" i="1">
                <a:latin typeface="IBM Plex Sans"/>
              </a:rPr>
              <a:t>om kornhandelen"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Innkalling av generalstatene i Versailles, 5. mai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"Liste over klager"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"Tale til </a:t>
            </a:r>
            <a:r>
              <a:rPr sz="1200" i="1">
                <a:latin typeface="IBM Plex Sans"/>
              </a:rPr>
              <a:t>nasjonalforsamlingen",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"Effekten </a:t>
            </a:r>
            <a:r>
              <a:rPr sz="1200" i="1">
                <a:latin typeface="IBM Plex Sans"/>
              </a:rPr>
              <a:t>av assignater på </a:t>
            </a:r>
            <a:r>
              <a:rPr sz="1200" i="1">
                <a:latin typeface="IBM Plex Sans"/>
              </a:rPr>
              <a:t>prisen på brød"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Tildeling av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"Essay om handelens natur i sin alminnelighet"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"En </a:t>
            </a:r>
            <a:r>
              <a:rPr sz="1200" i="1">
                <a:latin typeface="IBM Plex Sans"/>
              </a:rPr>
              <a:t>avhandling om 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