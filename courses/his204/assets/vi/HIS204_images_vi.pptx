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9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notesMaster" Target="notesMasters/notesMaster1.xml"/><Relationship Id="rId100" Type="http://schemas.openxmlformats.org/officeDocument/2006/relationships/presProps" Target="presProps.xml"/><Relationship Id="rId101" Type="http://schemas.openxmlformats.org/officeDocument/2006/relationships/tableStyles" Target="tableStyles.xml"/><Relationship Id="rId10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5811038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97222375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292378870"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644706934"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4432814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5476975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2406682" name="Slide Image Placeholder 1"/>
          <p:cNvSpPr>
            <a:spLocks noChangeAspect="1" noGrp="1" noRot="1"/>
          </p:cNvSpPr>
          <p:nvPr>
            <p:ph type="sldImg"/>
          </p:nvPr>
        </p:nvSpPr>
        <p:spPr bwMode="auto">
          <a:xfrm>
            <a:off x="685800" y="1143000"/>
            <a:ext cx="5486400" cy="3086100"/>
          </a:xfrm>
        </p:spPr>
      </p:sp>
      <p:sp>
        <p:nvSpPr>
          <p:cNvPr id="1354634690" name="Notes Placeholder 2"/>
          <p:cNvSpPr>
            <a:spLocks noGrp="1"/>
          </p:cNvSpPr>
          <p:nvPr>
            <p:ph type="body" idx="1"/>
          </p:nvPr>
        </p:nvSpPr>
        <p:spPr bwMode="auto"/>
        <p:txBody>
          <a:bodyPr/>
          <a:lstStyle/>
          <a:p>
            <a:pPr>
              <a:defRPr/>
            </a:pPr>
            <a:endParaRPr lang="en-US">
              <a:latin typeface="Arial"/>
              <a:cs typeface="Arial"/>
            </a:endParaRPr>
          </a:p>
        </p:txBody>
      </p:sp>
      <p:sp>
        <p:nvSpPr>
          <p:cNvPr id="1646270250"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1880198" name="Slide Image Placeholder 1"/>
          <p:cNvSpPr>
            <a:spLocks noChangeAspect="1" noGrp="1" noRot="1"/>
          </p:cNvSpPr>
          <p:nvPr>
            <p:ph type="sldImg"/>
          </p:nvPr>
        </p:nvSpPr>
        <p:spPr bwMode="auto"/>
      </p:sp>
      <p:sp>
        <p:nvSpPr>
          <p:cNvPr id="206498940" name="Notes Placeholder 2"/>
          <p:cNvSpPr>
            <a:spLocks noGrp="1"/>
          </p:cNvSpPr>
          <p:nvPr>
            <p:ph type="body" idx="1"/>
          </p:nvPr>
        </p:nvSpPr>
        <p:spPr bwMode="auto"/>
        <p:txBody>
          <a:bodyPr/>
          <a:lstStyle/>
          <a:p>
            <a:pPr>
              <a:defRPr/>
            </a:pPr>
            <a:endParaRPr/>
          </a:p>
        </p:txBody>
      </p:sp>
      <p:sp>
        <p:nvSpPr>
          <p:cNvPr id="1344706010" name="Slide Number Placeholder 3"/>
          <p:cNvSpPr>
            <a:spLocks noGrp="1"/>
          </p:cNvSpPr>
          <p:nvPr>
            <p:ph type="sldNum" sz="quarter" idx="10"/>
          </p:nvPr>
        </p:nvSpPr>
        <p:spPr bwMode="auto"/>
        <p:txBody>
          <a:bodyPr/>
          <a:lstStyle/>
          <a:p>
            <a:pPr>
              <a:defRPr/>
            </a:pPr>
            <a:fld id="{BF77554D-54F7-FF06-986A-5AE9FB7140AF}"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702519" name="Slide Image Placeholder 1"/>
          <p:cNvSpPr>
            <a:spLocks noChangeAspect="1" noGrp="1" noRot="1"/>
          </p:cNvSpPr>
          <p:nvPr>
            <p:ph type="sldImg"/>
          </p:nvPr>
        </p:nvSpPr>
        <p:spPr bwMode="auto"/>
      </p:sp>
      <p:sp>
        <p:nvSpPr>
          <p:cNvPr id="1657375387" name="Notes Placeholder 2"/>
          <p:cNvSpPr>
            <a:spLocks noGrp="1"/>
          </p:cNvSpPr>
          <p:nvPr>
            <p:ph type="body" idx="1"/>
          </p:nvPr>
        </p:nvSpPr>
        <p:spPr bwMode="auto"/>
        <p:txBody>
          <a:bodyPr/>
          <a:lstStyle/>
          <a:p>
            <a:pPr>
              <a:defRPr/>
            </a:pPr>
            <a:endParaRPr/>
          </a:p>
        </p:txBody>
      </p:sp>
      <p:sp>
        <p:nvSpPr>
          <p:cNvPr id="1131873777" name="Slide Number Placeholder 3"/>
          <p:cNvSpPr>
            <a:spLocks noGrp="1"/>
          </p:cNvSpPr>
          <p:nvPr>
            <p:ph type="sldNum" sz="quarter" idx="10"/>
          </p:nvPr>
        </p:nvSpPr>
        <p:spPr bwMode="auto"/>
        <p:txBody>
          <a:bodyPr/>
          <a:lstStyle/>
          <a:p>
            <a:pPr>
              <a:defRPr/>
            </a:pPr>
            <a:fld id="{3EAE9AF9-3039-CDED-E4DB-99C8C3AF9531}"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5968774" name="Slide Image Placeholder 1"/>
          <p:cNvSpPr>
            <a:spLocks noChangeAspect="1" noGrp="1" noRot="1"/>
          </p:cNvSpPr>
          <p:nvPr>
            <p:ph type="sldImg"/>
          </p:nvPr>
        </p:nvSpPr>
        <p:spPr bwMode="auto"/>
      </p:sp>
      <p:sp>
        <p:nvSpPr>
          <p:cNvPr id="1339275455" name="Notes Placeholder 2"/>
          <p:cNvSpPr>
            <a:spLocks noGrp="1"/>
          </p:cNvSpPr>
          <p:nvPr>
            <p:ph type="body" idx="1"/>
          </p:nvPr>
        </p:nvSpPr>
        <p:spPr bwMode="auto"/>
        <p:txBody>
          <a:bodyPr/>
          <a:lstStyle/>
          <a:p>
            <a:pPr>
              <a:defRPr/>
            </a:pPr>
            <a:endParaRPr/>
          </a:p>
        </p:txBody>
      </p:sp>
      <p:sp>
        <p:nvSpPr>
          <p:cNvPr id="496531974" name="Slide Number Placeholder 3"/>
          <p:cNvSpPr>
            <a:spLocks noGrp="1"/>
          </p:cNvSpPr>
          <p:nvPr>
            <p:ph type="sldNum" sz="quarter" idx="10"/>
          </p:nvPr>
        </p:nvSpPr>
        <p:spPr bwMode="auto"/>
        <p:txBody>
          <a:bodyPr/>
          <a:lstStyle/>
          <a:p>
            <a:pPr>
              <a:defRPr/>
            </a:pPr>
            <a:fld id="{1E08992D-A1E7-DE6B-90C1-66B372F51E69}"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01980836" name="Slide Image Placeholder 1"/>
          <p:cNvSpPr>
            <a:spLocks noChangeAspect="1" noGrp="1" noRot="1"/>
          </p:cNvSpPr>
          <p:nvPr>
            <p:ph type="sldImg"/>
          </p:nvPr>
        </p:nvSpPr>
        <p:spPr bwMode="auto"/>
      </p:sp>
      <p:sp>
        <p:nvSpPr>
          <p:cNvPr id="525879500" name="Notes Placeholder 2"/>
          <p:cNvSpPr>
            <a:spLocks noGrp="1"/>
          </p:cNvSpPr>
          <p:nvPr>
            <p:ph type="body" idx="1"/>
          </p:nvPr>
        </p:nvSpPr>
        <p:spPr bwMode="auto"/>
        <p:txBody>
          <a:bodyPr/>
          <a:lstStyle/>
          <a:p>
            <a:pPr>
              <a:defRPr/>
            </a:pPr>
            <a:endParaRPr/>
          </a:p>
        </p:txBody>
      </p:sp>
      <p:sp>
        <p:nvSpPr>
          <p:cNvPr id="1242756017" name="Slide Number Placeholder 3"/>
          <p:cNvSpPr>
            <a:spLocks noGrp="1"/>
          </p:cNvSpPr>
          <p:nvPr>
            <p:ph type="sldNum" sz="quarter" idx="10"/>
          </p:nvPr>
        </p:nvSpPr>
        <p:spPr bwMode="auto"/>
        <p:txBody>
          <a:bodyPr/>
          <a:lstStyle/>
          <a:p>
            <a:pPr>
              <a:defRPr/>
            </a:pPr>
            <a:fld id="{4D0D6D09-4274-5697-C528-D056E2A5614A}"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0261674" name="Slide Image Placeholder 1"/>
          <p:cNvSpPr>
            <a:spLocks noChangeAspect="1" noGrp="1" noRot="1"/>
          </p:cNvSpPr>
          <p:nvPr>
            <p:ph type="sldImg"/>
          </p:nvPr>
        </p:nvSpPr>
        <p:spPr bwMode="auto"/>
      </p:sp>
      <p:sp>
        <p:nvSpPr>
          <p:cNvPr id="1370158112" name="Notes Placeholder 2"/>
          <p:cNvSpPr>
            <a:spLocks noGrp="1"/>
          </p:cNvSpPr>
          <p:nvPr>
            <p:ph type="body" idx="1"/>
          </p:nvPr>
        </p:nvSpPr>
        <p:spPr bwMode="auto"/>
        <p:txBody>
          <a:bodyPr/>
          <a:lstStyle/>
          <a:p>
            <a:pPr>
              <a:defRPr/>
            </a:pPr>
            <a:endParaRPr/>
          </a:p>
        </p:txBody>
      </p:sp>
      <p:sp>
        <p:nvSpPr>
          <p:cNvPr id="263234240" name="Slide Number Placeholder 3"/>
          <p:cNvSpPr>
            <a:spLocks noGrp="1"/>
          </p:cNvSpPr>
          <p:nvPr>
            <p:ph type="sldNum" sz="quarter" idx="10"/>
          </p:nvPr>
        </p:nvSpPr>
        <p:spPr bwMode="auto"/>
        <p:txBody>
          <a:bodyPr/>
          <a:lstStyle/>
          <a:p>
            <a:pPr>
              <a:defRPr/>
            </a:pPr>
            <a:fld id="{C054B608-D557-01F0-A8B0-B9E7B6A3CC06}"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94443936" name="Slide Image Placeholder 1"/>
          <p:cNvSpPr>
            <a:spLocks noChangeAspect="1" noGrp="1" noRot="1"/>
          </p:cNvSpPr>
          <p:nvPr>
            <p:ph type="sldImg"/>
          </p:nvPr>
        </p:nvSpPr>
        <p:spPr bwMode="auto"/>
      </p:sp>
      <p:sp>
        <p:nvSpPr>
          <p:cNvPr id="906713370" name="Notes Placeholder 2"/>
          <p:cNvSpPr>
            <a:spLocks noGrp="1"/>
          </p:cNvSpPr>
          <p:nvPr>
            <p:ph type="body" idx="1"/>
          </p:nvPr>
        </p:nvSpPr>
        <p:spPr bwMode="auto"/>
        <p:txBody>
          <a:bodyPr/>
          <a:lstStyle/>
          <a:p>
            <a:pPr>
              <a:defRPr/>
            </a:pPr>
            <a:endParaRPr/>
          </a:p>
        </p:txBody>
      </p:sp>
      <p:sp>
        <p:nvSpPr>
          <p:cNvPr id="457738297" name="Slide Number Placeholder 3"/>
          <p:cNvSpPr>
            <a:spLocks noGrp="1"/>
          </p:cNvSpPr>
          <p:nvPr>
            <p:ph type="sldNum" sz="quarter" idx="10"/>
          </p:nvPr>
        </p:nvSpPr>
        <p:spPr bwMode="auto"/>
        <p:txBody>
          <a:bodyPr/>
          <a:lstStyle/>
          <a:p>
            <a:pPr>
              <a:defRPr/>
            </a:pPr>
            <a:fld id="{93470F31-004D-53D4-8382-4C5AF86EC870}"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8478556" name="Slide Image Placeholder 1"/>
          <p:cNvSpPr>
            <a:spLocks noChangeAspect="1" noGrp="1" noRot="1"/>
          </p:cNvSpPr>
          <p:nvPr>
            <p:ph type="sldImg"/>
          </p:nvPr>
        </p:nvSpPr>
        <p:spPr bwMode="auto"/>
      </p:sp>
      <p:sp>
        <p:nvSpPr>
          <p:cNvPr id="1737621770" name="Notes Placeholder 2"/>
          <p:cNvSpPr>
            <a:spLocks noGrp="1"/>
          </p:cNvSpPr>
          <p:nvPr>
            <p:ph type="body" idx="1"/>
          </p:nvPr>
        </p:nvSpPr>
        <p:spPr bwMode="auto"/>
        <p:txBody>
          <a:bodyPr/>
          <a:lstStyle/>
          <a:p>
            <a:pPr>
              <a:defRPr/>
            </a:pPr>
            <a:endParaRPr/>
          </a:p>
        </p:txBody>
      </p:sp>
      <p:sp>
        <p:nvSpPr>
          <p:cNvPr id="1095827781" name="Slide Number Placeholder 3"/>
          <p:cNvSpPr>
            <a:spLocks noGrp="1"/>
          </p:cNvSpPr>
          <p:nvPr>
            <p:ph type="sldNum" sz="quarter" idx="10"/>
          </p:nvPr>
        </p:nvSpPr>
        <p:spPr bwMode="auto"/>
        <p:txBody>
          <a:bodyPr/>
          <a:lstStyle/>
          <a:p>
            <a:pPr>
              <a:defRPr/>
            </a:pPr>
            <a:fld id="{A09FE4A7-DEC4-10C2-7F4A-65C3B59076DC}"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2182072" name="Slide Image Placeholder 1"/>
          <p:cNvSpPr>
            <a:spLocks noChangeAspect="1" noGrp="1" noRot="1"/>
          </p:cNvSpPr>
          <p:nvPr>
            <p:ph type="sldImg"/>
          </p:nvPr>
        </p:nvSpPr>
        <p:spPr bwMode="auto"/>
      </p:sp>
      <p:sp>
        <p:nvSpPr>
          <p:cNvPr id="1856074865" name="Notes Placeholder 2"/>
          <p:cNvSpPr>
            <a:spLocks noGrp="1"/>
          </p:cNvSpPr>
          <p:nvPr>
            <p:ph type="body" idx="1"/>
          </p:nvPr>
        </p:nvSpPr>
        <p:spPr bwMode="auto"/>
        <p:txBody>
          <a:bodyPr/>
          <a:lstStyle/>
          <a:p>
            <a:pPr>
              <a:defRPr/>
            </a:pPr>
            <a:endParaRPr/>
          </a:p>
        </p:txBody>
      </p:sp>
      <p:sp>
        <p:nvSpPr>
          <p:cNvPr id="1924786911" name="Slide Number Placeholder 3"/>
          <p:cNvSpPr>
            <a:spLocks noGrp="1"/>
          </p:cNvSpPr>
          <p:nvPr>
            <p:ph type="sldNum" sz="quarter" idx="10"/>
          </p:nvPr>
        </p:nvSpPr>
        <p:spPr bwMode="auto"/>
        <p:txBody>
          <a:bodyPr/>
          <a:lstStyle/>
          <a:p>
            <a:pPr>
              <a:defRPr/>
            </a:pPr>
            <a:fld id="{B9556ECE-0035-E808-A449-ECE9D7E1ABDE}"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9485657" name="Slide Image Placeholder 1"/>
          <p:cNvSpPr>
            <a:spLocks noChangeAspect="1" noGrp="1" noRot="1"/>
          </p:cNvSpPr>
          <p:nvPr>
            <p:ph type="sldImg"/>
          </p:nvPr>
        </p:nvSpPr>
        <p:spPr bwMode="auto"/>
      </p:sp>
      <p:sp>
        <p:nvSpPr>
          <p:cNvPr id="1470817812" name="Notes Placeholder 2"/>
          <p:cNvSpPr>
            <a:spLocks noGrp="1"/>
          </p:cNvSpPr>
          <p:nvPr>
            <p:ph type="body" idx="1"/>
          </p:nvPr>
        </p:nvSpPr>
        <p:spPr bwMode="auto"/>
        <p:txBody>
          <a:bodyPr/>
          <a:lstStyle/>
          <a:p>
            <a:pPr>
              <a:defRPr/>
            </a:pPr>
            <a:endParaRPr/>
          </a:p>
        </p:txBody>
      </p:sp>
      <p:sp>
        <p:nvSpPr>
          <p:cNvPr id="2099999551" name="Slide Number Placeholder 3"/>
          <p:cNvSpPr>
            <a:spLocks noGrp="1"/>
          </p:cNvSpPr>
          <p:nvPr>
            <p:ph type="sldNum" sz="quarter" idx="10"/>
          </p:nvPr>
        </p:nvSpPr>
        <p:spPr bwMode="auto"/>
        <p:txBody>
          <a:bodyPr/>
          <a:lstStyle/>
          <a:p>
            <a:pPr>
              <a:defRPr/>
            </a:pPr>
            <a:fld id="{035039CD-39CB-DB67-1D5A-E2B051B42828}"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315529" name="Slide Image Placeholder 1"/>
          <p:cNvSpPr>
            <a:spLocks noChangeAspect="1" noGrp="1" noRot="1"/>
          </p:cNvSpPr>
          <p:nvPr>
            <p:ph type="sldImg"/>
          </p:nvPr>
        </p:nvSpPr>
        <p:spPr bwMode="auto"/>
      </p:sp>
      <p:sp>
        <p:nvSpPr>
          <p:cNvPr id="208124802" name="Notes Placeholder 2"/>
          <p:cNvSpPr>
            <a:spLocks noGrp="1"/>
          </p:cNvSpPr>
          <p:nvPr>
            <p:ph type="body" idx="1"/>
          </p:nvPr>
        </p:nvSpPr>
        <p:spPr bwMode="auto"/>
        <p:txBody>
          <a:bodyPr/>
          <a:lstStyle/>
          <a:p>
            <a:pPr>
              <a:defRPr/>
            </a:pPr>
            <a:endParaRPr/>
          </a:p>
        </p:txBody>
      </p:sp>
      <p:sp>
        <p:nvSpPr>
          <p:cNvPr id="1137926837" name="Slide Number Placeholder 3"/>
          <p:cNvSpPr>
            <a:spLocks noGrp="1"/>
          </p:cNvSpPr>
          <p:nvPr>
            <p:ph type="sldNum" sz="quarter" idx="10"/>
          </p:nvPr>
        </p:nvSpPr>
        <p:spPr bwMode="auto"/>
        <p:txBody>
          <a:bodyPr/>
          <a:lstStyle/>
          <a:p>
            <a:pPr>
              <a:defRPr/>
            </a:pPr>
            <a:fld id="{10952DCA-933D-8F77-2936-A66C3A844A5B}"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9982331" name="Slide Image Placeholder 1"/>
          <p:cNvSpPr>
            <a:spLocks noChangeAspect="1" noGrp="1" noRot="1"/>
          </p:cNvSpPr>
          <p:nvPr>
            <p:ph type="sldImg"/>
          </p:nvPr>
        </p:nvSpPr>
        <p:spPr bwMode="auto"/>
      </p:sp>
      <p:sp>
        <p:nvSpPr>
          <p:cNvPr id="157188452" name="Notes Placeholder 2"/>
          <p:cNvSpPr>
            <a:spLocks noGrp="1"/>
          </p:cNvSpPr>
          <p:nvPr>
            <p:ph type="body" idx="1"/>
          </p:nvPr>
        </p:nvSpPr>
        <p:spPr bwMode="auto"/>
        <p:txBody>
          <a:bodyPr/>
          <a:lstStyle/>
          <a:p>
            <a:pPr>
              <a:defRPr/>
            </a:pPr>
            <a:endParaRPr/>
          </a:p>
        </p:txBody>
      </p:sp>
      <p:sp>
        <p:nvSpPr>
          <p:cNvPr id="1669890980" name="Slide Number Placeholder 3"/>
          <p:cNvSpPr>
            <a:spLocks noGrp="1"/>
          </p:cNvSpPr>
          <p:nvPr>
            <p:ph type="sldNum" sz="quarter" idx="10"/>
          </p:nvPr>
        </p:nvSpPr>
        <p:spPr bwMode="auto"/>
        <p:txBody>
          <a:bodyPr/>
          <a:lstStyle/>
          <a:p>
            <a:pPr>
              <a:defRPr/>
            </a:pPr>
            <a:fld id="{5D21594D-C84A-C547-1605-85B23191322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5707915" name="Slide Image Placeholder 1"/>
          <p:cNvSpPr>
            <a:spLocks noChangeAspect="1" noGrp="1" noRot="1"/>
          </p:cNvSpPr>
          <p:nvPr>
            <p:ph type="sldImg"/>
          </p:nvPr>
        </p:nvSpPr>
        <p:spPr bwMode="auto"/>
      </p:sp>
      <p:sp>
        <p:nvSpPr>
          <p:cNvPr id="143544484" name="Notes Placeholder 2"/>
          <p:cNvSpPr>
            <a:spLocks noGrp="1"/>
          </p:cNvSpPr>
          <p:nvPr>
            <p:ph type="body" idx="1"/>
          </p:nvPr>
        </p:nvSpPr>
        <p:spPr bwMode="auto"/>
        <p:txBody>
          <a:bodyPr/>
          <a:lstStyle/>
          <a:p>
            <a:pPr>
              <a:defRPr/>
            </a:pPr>
            <a:endParaRPr/>
          </a:p>
        </p:txBody>
      </p:sp>
      <p:sp>
        <p:nvSpPr>
          <p:cNvPr id="2146822613" name="Slide Number Placeholder 3"/>
          <p:cNvSpPr>
            <a:spLocks noGrp="1"/>
          </p:cNvSpPr>
          <p:nvPr>
            <p:ph type="sldNum" sz="quarter" idx="10"/>
          </p:nvPr>
        </p:nvSpPr>
        <p:spPr bwMode="auto"/>
        <p:txBody>
          <a:bodyPr/>
          <a:lstStyle/>
          <a:p>
            <a:pPr>
              <a:defRPr/>
            </a:pPr>
            <a:fld id="{B5803B21-71E7-C522-8A94-F3CA63055524}"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2859094" name="Slide Image Placeholder 1"/>
          <p:cNvSpPr>
            <a:spLocks noChangeAspect="1" noGrp="1" noRot="1"/>
          </p:cNvSpPr>
          <p:nvPr>
            <p:ph type="sldImg"/>
          </p:nvPr>
        </p:nvSpPr>
        <p:spPr bwMode="auto"/>
      </p:sp>
      <p:sp>
        <p:nvSpPr>
          <p:cNvPr id="665088590" name="Notes Placeholder 2"/>
          <p:cNvSpPr>
            <a:spLocks noGrp="1"/>
          </p:cNvSpPr>
          <p:nvPr>
            <p:ph type="body" idx="1"/>
          </p:nvPr>
        </p:nvSpPr>
        <p:spPr bwMode="auto"/>
        <p:txBody>
          <a:bodyPr/>
          <a:lstStyle/>
          <a:p>
            <a:pPr>
              <a:defRPr/>
            </a:pPr>
            <a:endParaRPr/>
          </a:p>
        </p:txBody>
      </p:sp>
      <p:sp>
        <p:nvSpPr>
          <p:cNvPr id="2124074175" name="Slide Number Placeholder 3"/>
          <p:cNvSpPr>
            <a:spLocks noGrp="1"/>
          </p:cNvSpPr>
          <p:nvPr>
            <p:ph type="sldNum" sz="quarter" idx="10"/>
          </p:nvPr>
        </p:nvSpPr>
        <p:spPr bwMode="auto"/>
        <p:txBody>
          <a:bodyPr/>
          <a:lstStyle/>
          <a:p>
            <a:pPr>
              <a:defRPr/>
            </a:pPr>
            <a:fld id="{FCE4DAFF-04F7-4230-4BEA-EF427F07C0DA}"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6113352" name="Slide Image Placeholder 1"/>
          <p:cNvSpPr>
            <a:spLocks noChangeAspect="1" noGrp="1" noRot="1"/>
          </p:cNvSpPr>
          <p:nvPr>
            <p:ph type="sldImg"/>
          </p:nvPr>
        </p:nvSpPr>
        <p:spPr bwMode="auto"/>
      </p:sp>
      <p:sp>
        <p:nvSpPr>
          <p:cNvPr id="1095331218" name="Notes Placeholder 2"/>
          <p:cNvSpPr>
            <a:spLocks noGrp="1"/>
          </p:cNvSpPr>
          <p:nvPr>
            <p:ph type="body" idx="1"/>
          </p:nvPr>
        </p:nvSpPr>
        <p:spPr bwMode="auto"/>
        <p:txBody>
          <a:bodyPr/>
          <a:lstStyle/>
          <a:p>
            <a:pPr>
              <a:defRPr/>
            </a:pPr>
            <a:endParaRPr/>
          </a:p>
        </p:txBody>
      </p:sp>
      <p:sp>
        <p:nvSpPr>
          <p:cNvPr id="1279000921" name="Slide Number Placeholder 3"/>
          <p:cNvSpPr>
            <a:spLocks noGrp="1"/>
          </p:cNvSpPr>
          <p:nvPr>
            <p:ph type="sldNum" sz="quarter" idx="10"/>
          </p:nvPr>
        </p:nvSpPr>
        <p:spPr bwMode="auto"/>
        <p:txBody>
          <a:bodyPr/>
          <a:lstStyle/>
          <a:p>
            <a:pPr>
              <a:defRPr/>
            </a:pPr>
            <a:fld id="{4F782E25-7CDB-5CD6-E19F-435B3470BBE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789087" name="Slide Image Placeholder 1"/>
          <p:cNvSpPr>
            <a:spLocks noChangeAspect="1" noGrp="1" noRot="1"/>
          </p:cNvSpPr>
          <p:nvPr>
            <p:ph type="sldImg"/>
          </p:nvPr>
        </p:nvSpPr>
        <p:spPr bwMode="auto"/>
      </p:sp>
      <p:sp>
        <p:nvSpPr>
          <p:cNvPr id="887454957" name="Notes Placeholder 2"/>
          <p:cNvSpPr>
            <a:spLocks noGrp="1"/>
          </p:cNvSpPr>
          <p:nvPr>
            <p:ph type="body" idx="1"/>
          </p:nvPr>
        </p:nvSpPr>
        <p:spPr bwMode="auto"/>
        <p:txBody>
          <a:bodyPr/>
          <a:lstStyle/>
          <a:p>
            <a:pPr>
              <a:defRPr/>
            </a:pPr>
            <a:endParaRPr/>
          </a:p>
        </p:txBody>
      </p:sp>
      <p:sp>
        <p:nvSpPr>
          <p:cNvPr id="1260351288" name="Slide Number Placeholder 3"/>
          <p:cNvSpPr>
            <a:spLocks noGrp="1"/>
          </p:cNvSpPr>
          <p:nvPr>
            <p:ph type="sldNum" sz="quarter" idx="10"/>
          </p:nvPr>
        </p:nvSpPr>
        <p:spPr bwMode="auto"/>
        <p:txBody>
          <a:bodyPr/>
          <a:lstStyle/>
          <a:p>
            <a:pPr>
              <a:defRPr/>
            </a:pPr>
            <a:fld id="{78047713-D329-CC9F-620C-6911A03712CE}"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1846663" name="Slide Image Placeholder 1"/>
          <p:cNvSpPr>
            <a:spLocks noChangeAspect="1" noGrp="1" noRot="1"/>
          </p:cNvSpPr>
          <p:nvPr>
            <p:ph type="sldImg"/>
          </p:nvPr>
        </p:nvSpPr>
        <p:spPr bwMode="auto"/>
      </p:sp>
      <p:sp>
        <p:nvSpPr>
          <p:cNvPr id="2137096447" name="Notes Placeholder 2"/>
          <p:cNvSpPr>
            <a:spLocks noGrp="1"/>
          </p:cNvSpPr>
          <p:nvPr>
            <p:ph type="body" idx="1"/>
          </p:nvPr>
        </p:nvSpPr>
        <p:spPr bwMode="auto"/>
        <p:txBody>
          <a:bodyPr/>
          <a:lstStyle/>
          <a:p>
            <a:pPr>
              <a:defRPr/>
            </a:pPr>
            <a:endParaRPr/>
          </a:p>
        </p:txBody>
      </p:sp>
      <p:sp>
        <p:nvSpPr>
          <p:cNvPr id="667115403" name="Slide Number Placeholder 3"/>
          <p:cNvSpPr>
            <a:spLocks noGrp="1"/>
          </p:cNvSpPr>
          <p:nvPr>
            <p:ph type="sldNum" sz="quarter" idx="10"/>
          </p:nvPr>
        </p:nvSpPr>
        <p:spPr bwMode="auto"/>
        <p:txBody>
          <a:bodyPr/>
          <a:lstStyle/>
          <a:p>
            <a:pPr>
              <a:defRPr/>
            </a:pPr>
            <a:fld id="{FBB5D5CA-DCF7-3D49-2421-D4E18933B937}"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9471184" name="Slide Image Placeholder 1"/>
          <p:cNvSpPr>
            <a:spLocks noChangeAspect="1" noGrp="1" noRot="1"/>
          </p:cNvSpPr>
          <p:nvPr>
            <p:ph type="sldImg"/>
          </p:nvPr>
        </p:nvSpPr>
        <p:spPr bwMode="auto"/>
      </p:sp>
      <p:sp>
        <p:nvSpPr>
          <p:cNvPr id="1531817923" name="Notes Placeholder 2"/>
          <p:cNvSpPr>
            <a:spLocks noGrp="1"/>
          </p:cNvSpPr>
          <p:nvPr>
            <p:ph type="body" idx="1"/>
          </p:nvPr>
        </p:nvSpPr>
        <p:spPr bwMode="auto"/>
        <p:txBody>
          <a:bodyPr/>
          <a:lstStyle/>
          <a:p>
            <a:pPr>
              <a:defRPr/>
            </a:pPr>
            <a:endParaRPr/>
          </a:p>
        </p:txBody>
      </p:sp>
      <p:sp>
        <p:nvSpPr>
          <p:cNvPr id="1150034163" name="Slide Number Placeholder 3"/>
          <p:cNvSpPr>
            <a:spLocks noGrp="1"/>
          </p:cNvSpPr>
          <p:nvPr>
            <p:ph type="sldNum" sz="quarter" idx="10"/>
          </p:nvPr>
        </p:nvSpPr>
        <p:spPr bwMode="auto"/>
        <p:txBody>
          <a:bodyPr/>
          <a:lstStyle/>
          <a:p>
            <a:pPr>
              <a:defRPr/>
            </a:pPr>
            <a:fld id="{7AB24F63-817F-0D30-E142-FE7737E22E20}"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7645867" name="Slide Image Placeholder 1"/>
          <p:cNvSpPr>
            <a:spLocks noChangeAspect="1" noGrp="1" noRot="1"/>
          </p:cNvSpPr>
          <p:nvPr>
            <p:ph type="sldImg"/>
          </p:nvPr>
        </p:nvSpPr>
        <p:spPr bwMode="auto"/>
      </p:sp>
      <p:sp>
        <p:nvSpPr>
          <p:cNvPr id="1078674676" name="Notes Placeholder 2"/>
          <p:cNvSpPr>
            <a:spLocks noGrp="1"/>
          </p:cNvSpPr>
          <p:nvPr>
            <p:ph type="body" idx="1"/>
          </p:nvPr>
        </p:nvSpPr>
        <p:spPr bwMode="auto"/>
        <p:txBody>
          <a:bodyPr/>
          <a:lstStyle/>
          <a:p>
            <a:pPr>
              <a:defRPr/>
            </a:pPr>
            <a:endParaRPr/>
          </a:p>
        </p:txBody>
      </p:sp>
      <p:sp>
        <p:nvSpPr>
          <p:cNvPr id="1308254318" name="Slide Number Placeholder 3"/>
          <p:cNvSpPr>
            <a:spLocks noGrp="1"/>
          </p:cNvSpPr>
          <p:nvPr>
            <p:ph type="sldNum" sz="quarter" idx="10"/>
          </p:nvPr>
        </p:nvSpPr>
        <p:spPr bwMode="auto"/>
        <p:txBody>
          <a:bodyPr/>
          <a:lstStyle/>
          <a:p>
            <a:pPr>
              <a:defRPr/>
            </a:pPr>
            <a:fld id="{FAAC652D-E91A-58D6-5923-F0C1FC019073}"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8659818" name="Slide Image Placeholder 1"/>
          <p:cNvSpPr>
            <a:spLocks noChangeAspect="1" noGrp="1" noRot="1"/>
          </p:cNvSpPr>
          <p:nvPr>
            <p:ph type="sldImg"/>
          </p:nvPr>
        </p:nvSpPr>
        <p:spPr bwMode="auto"/>
      </p:sp>
      <p:sp>
        <p:nvSpPr>
          <p:cNvPr id="1999471285" name="Notes Placeholder 2"/>
          <p:cNvSpPr>
            <a:spLocks noGrp="1"/>
          </p:cNvSpPr>
          <p:nvPr>
            <p:ph type="body" idx="1"/>
          </p:nvPr>
        </p:nvSpPr>
        <p:spPr bwMode="auto"/>
        <p:txBody>
          <a:bodyPr/>
          <a:lstStyle/>
          <a:p>
            <a:pPr>
              <a:defRPr/>
            </a:pPr>
            <a:endParaRPr/>
          </a:p>
        </p:txBody>
      </p:sp>
      <p:sp>
        <p:nvSpPr>
          <p:cNvPr id="1563477719" name="Slide Number Placeholder 3"/>
          <p:cNvSpPr>
            <a:spLocks noGrp="1"/>
          </p:cNvSpPr>
          <p:nvPr>
            <p:ph type="sldNum" sz="quarter" idx="10"/>
          </p:nvPr>
        </p:nvSpPr>
        <p:spPr bwMode="auto"/>
        <p:txBody>
          <a:bodyPr/>
          <a:lstStyle/>
          <a:p>
            <a:pPr>
              <a:defRPr/>
            </a:pPr>
            <a:fld id="{A3CC6B97-41EC-395A-1064-9FCBE703F50E}"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3268086" name="Slide Image Placeholder 1"/>
          <p:cNvSpPr>
            <a:spLocks noChangeAspect="1" noGrp="1" noRot="1"/>
          </p:cNvSpPr>
          <p:nvPr>
            <p:ph type="sldImg"/>
          </p:nvPr>
        </p:nvSpPr>
        <p:spPr bwMode="auto"/>
      </p:sp>
      <p:sp>
        <p:nvSpPr>
          <p:cNvPr id="1527706672" name="Notes Placeholder 2"/>
          <p:cNvSpPr>
            <a:spLocks noGrp="1"/>
          </p:cNvSpPr>
          <p:nvPr>
            <p:ph type="body" idx="1"/>
          </p:nvPr>
        </p:nvSpPr>
        <p:spPr bwMode="auto"/>
        <p:txBody>
          <a:bodyPr/>
          <a:lstStyle/>
          <a:p>
            <a:pPr>
              <a:defRPr/>
            </a:pPr>
            <a:endParaRPr/>
          </a:p>
        </p:txBody>
      </p:sp>
      <p:sp>
        <p:nvSpPr>
          <p:cNvPr id="740263504" name="Slide Number Placeholder 3"/>
          <p:cNvSpPr>
            <a:spLocks noGrp="1"/>
          </p:cNvSpPr>
          <p:nvPr>
            <p:ph type="sldNum" sz="quarter" idx="10"/>
          </p:nvPr>
        </p:nvSpPr>
        <p:spPr bwMode="auto"/>
        <p:txBody>
          <a:bodyPr/>
          <a:lstStyle/>
          <a:p>
            <a:pPr>
              <a:defRPr/>
            </a:pPr>
            <a:fld id="{C8DB6E2E-CF63-5FED-2AC7-A0CE5050A74B}"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9983137" name="Slide Image Placeholder 1"/>
          <p:cNvSpPr>
            <a:spLocks noChangeAspect="1" noGrp="1" noRot="1"/>
          </p:cNvSpPr>
          <p:nvPr>
            <p:ph type="sldImg"/>
          </p:nvPr>
        </p:nvSpPr>
        <p:spPr bwMode="auto"/>
      </p:sp>
      <p:sp>
        <p:nvSpPr>
          <p:cNvPr id="1416771732" name="Notes Placeholder 2"/>
          <p:cNvSpPr>
            <a:spLocks noGrp="1"/>
          </p:cNvSpPr>
          <p:nvPr>
            <p:ph type="body" idx="1"/>
          </p:nvPr>
        </p:nvSpPr>
        <p:spPr bwMode="auto"/>
        <p:txBody>
          <a:bodyPr/>
          <a:lstStyle/>
          <a:p>
            <a:pPr>
              <a:defRPr/>
            </a:pPr>
            <a:endParaRPr/>
          </a:p>
        </p:txBody>
      </p:sp>
      <p:sp>
        <p:nvSpPr>
          <p:cNvPr id="120782715" name="Slide Number Placeholder 3"/>
          <p:cNvSpPr>
            <a:spLocks noGrp="1"/>
          </p:cNvSpPr>
          <p:nvPr>
            <p:ph type="sldNum" sz="quarter" idx="10"/>
          </p:nvPr>
        </p:nvSpPr>
        <p:spPr bwMode="auto"/>
        <p:txBody>
          <a:bodyPr/>
          <a:lstStyle/>
          <a:p>
            <a:pPr>
              <a:defRPr/>
            </a:pPr>
            <a:fld id="{1AD381DD-2281-8E8E-EFB4-16B032A0F406}"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0101683" name="Slide Image Placeholder 1"/>
          <p:cNvSpPr>
            <a:spLocks noChangeAspect="1" noGrp="1" noRot="1"/>
          </p:cNvSpPr>
          <p:nvPr>
            <p:ph type="sldImg"/>
          </p:nvPr>
        </p:nvSpPr>
        <p:spPr bwMode="auto"/>
      </p:sp>
      <p:sp>
        <p:nvSpPr>
          <p:cNvPr id="1371435575" name="Notes Placeholder 2"/>
          <p:cNvSpPr>
            <a:spLocks noGrp="1"/>
          </p:cNvSpPr>
          <p:nvPr>
            <p:ph type="body" idx="1"/>
          </p:nvPr>
        </p:nvSpPr>
        <p:spPr bwMode="auto"/>
        <p:txBody>
          <a:bodyPr/>
          <a:lstStyle/>
          <a:p>
            <a:pPr>
              <a:defRPr/>
            </a:pPr>
            <a:endParaRPr/>
          </a:p>
        </p:txBody>
      </p:sp>
      <p:sp>
        <p:nvSpPr>
          <p:cNvPr id="885481494" name="Slide Number Placeholder 3"/>
          <p:cNvSpPr>
            <a:spLocks noGrp="1"/>
          </p:cNvSpPr>
          <p:nvPr>
            <p:ph type="sldNum" sz="quarter" idx="10"/>
          </p:nvPr>
        </p:nvSpPr>
        <p:spPr bwMode="auto"/>
        <p:txBody>
          <a:bodyPr/>
          <a:lstStyle/>
          <a:p>
            <a:pPr>
              <a:defRPr/>
            </a:pPr>
            <a:fld id="{376D87FA-7213-3341-A261-31A97A2C72DC}"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0343284" name="Slide Image Placeholder 1"/>
          <p:cNvSpPr>
            <a:spLocks noChangeAspect="1" noGrp="1" noRot="1"/>
          </p:cNvSpPr>
          <p:nvPr>
            <p:ph type="sldImg"/>
          </p:nvPr>
        </p:nvSpPr>
        <p:spPr bwMode="auto"/>
      </p:sp>
      <p:sp>
        <p:nvSpPr>
          <p:cNvPr id="948686855" name="Notes Placeholder 2"/>
          <p:cNvSpPr>
            <a:spLocks noGrp="1"/>
          </p:cNvSpPr>
          <p:nvPr>
            <p:ph type="body" idx="1"/>
          </p:nvPr>
        </p:nvSpPr>
        <p:spPr bwMode="auto"/>
        <p:txBody>
          <a:bodyPr/>
          <a:lstStyle/>
          <a:p>
            <a:pPr>
              <a:defRPr/>
            </a:pPr>
            <a:endParaRPr/>
          </a:p>
        </p:txBody>
      </p:sp>
      <p:sp>
        <p:nvSpPr>
          <p:cNvPr id="565392859" name="Slide Number Placeholder 3"/>
          <p:cNvSpPr>
            <a:spLocks noGrp="1"/>
          </p:cNvSpPr>
          <p:nvPr>
            <p:ph type="sldNum" sz="quarter" idx="10"/>
          </p:nvPr>
        </p:nvSpPr>
        <p:spPr bwMode="auto"/>
        <p:txBody>
          <a:bodyPr/>
          <a:lstStyle/>
          <a:p>
            <a:pPr>
              <a:defRPr/>
            </a:pPr>
            <a:fld id="{B5A8E771-4C19-3D20-69C1-9338EA8C25D1}"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1292558" name="Slide Image Placeholder 1"/>
          <p:cNvSpPr>
            <a:spLocks noChangeAspect="1" noGrp="1" noRot="1"/>
          </p:cNvSpPr>
          <p:nvPr>
            <p:ph type="sldImg"/>
          </p:nvPr>
        </p:nvSpPr>
        <p:spPr bwMode="auto"/>
      </p:sp>
      <p:sp>
        <p:nvSpPr>
          <p:cNvPr id="351099838" name="Notes Placeholder 2"/>
          <p:cNvSpPr>
            <a:spLocks noGrp="1"/>
          </p:cNvSpPr>
          <p:nvPr>
            <p:ph type="body" idx="1"/>
          </p:nvPr>
        </p:nvSpPr>
        <p:spPr bwMode="auto"/>
        <p:txBody>
          <a:bodyPr/>
          <a:lstStyle/>
          <a:p>
            <a:pPr>
              <a:defRPr/>
            </a:pPr>
            <a:endParaRPr/>
          </a:p>
        </p:txBody>
      </p:sp>
      <p:sp>
        <p:nvSpPr>
          <p:cNvPr id="397826003" name="Slide Number Placeholder 3"/>
          <p:cNvSpPr>
            <a:spLocks noGrp="1"/>
          </p:cNvSpPr>
          <p:nvPr>
            <p:ph type="sldNum" sz="quarter" idx="10"/>
          </p:nvPr>
        </p:nvSpPr>
        <p:spPr bwMode="auto"/>
        <p:txBody>
          <a:bodyPr/>
          <a:lstStyle/>
          <a:p>
            <a:pPr>
              <a:defRPr/>
            </a:pPr>
            <a:fld id="{0B6BA9C1-D5A8-8E5C-2084-79D5D66CFAAD}"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0626319" name="Slide Image Placeholder 1"/>
          <p:cNvSpPr>
            <a:spLocks noChangeAspect="1" noGrp="1" noRot="1"/>
          </p:cNvSpPr>
          <p:nvPr>
            <p:ph type="sldImg"/>
          </p:nvPr>
        </p:nvSpPr>
        <p:spPr bwMode="auto"/>
      </p:sp>
      <p:sp>
        <p:nvSpPr>
          <p:cNvPr id="955458686" name="Notes Placeholder 2"/>
          <p:cNvSpPr>
            <a:spLocks noGrp="1"/>
          </p:cNvSpPr>
          <p:nvPr>
            <p:ph type="body" idx="1"/>
          </p:nvPr>
        </p:nvSpPr>
        <p:spPr bwMode="auto"/>
        <p:txBody>
          <a:bodyPr/>
          <a:lstStyle/>
          <a:p>
            <a:pPr>
              <a:defRPr/>
            </a:pPr>
            <a:endParaRPr/>
          </a:p>
        </p:txBody>
      </p:sp>
      <p:sp>
        <p:nvSpPr>
          <p:cNvPr id="743038788" name="Slide Number Placeholder 3"/>
          <p:cNvSpPr>
            <a:spLocks noGrp="1"/>
          </p:cNvSpPr>
          <p:nvPr>
            <p:ph type="sldNum" sz="quarter" idx="10"/>
          </p:nvPr>
        </p:nvSpPr>
        <p:spPr bwMode="auto"/>
        <p:txBody>
          <a:bodyPr/>
          <a:lstStyle/>
          <a:p>
            <a:pPr>
              <a:defRPr/>
            </a:pPr>
            <a:fld id="{50E4E1C1-80F4-D8D0-CF76-BCC0A4739ADC}"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911532" name="Slide Image Placeholder 1"/>
          <p:cNvSpPr>
            <a:spLocks noChangeAspect="1" noGrp="1" noRot="1"/>
          </p:cNvSpPr>
          <p:nvPr>
            <p:ph type="sldImg"/>
          </p:nvPr>
        </p:nvSpPr>
        <p:spPr bwMode="auto"/>
      </p:sp>
      <p:sp>
        <p:nvSpPr>
          <p:cNvPr id="1190968154" name="Notes Placeholder 2"/>
          <p:cNvSpPr>
            <a:spLocks noGrp="1"/>
          </p:cNvSpPr>
          <p:nvPr>
            <p:ph type="body" idx="1"/>
          </p:nvPr>
        </p:nvSpPr>
        <p:spPr bwMode="auto"/>
        <p:txBody>
          <a:bodyPr/>
          <a:lstStyle/>
          <a:p>
            <a:pPr>
              <a:defRPr/>
            </a:pPr>
            <a:endParaRPr/>
          </a:p>
        </p:txBody>
      </p:sp>
      <p:sp>
        <p:nvSpPr>
          <p:cNvPr id="1760001375" name="Slide Number Placeholder 3"/>
          <p:cNvSpPr>
            <a:spLocks noGrp="1"/>
          </p:cNvSpPr>
          <p:nvPr>
            <p:ph type="sldNum" sz="quarter" idx="10"/>
          </p:nvPr>
        </p:nvSpPr>
        <p:spPr bwMode="auto"/>
        <p:txBody>
          <a:bodyPr/>
          <a:lstStyle/>
          <a:p>
            <a:pPr>
              <a:defRPr/>
            </a:pPr>
            <a:fld id="{E6B0075F-8DB6-CC5F-165D-ED13D1EEE04E}"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6978202" name="Slide Image Placeholder 1"/>
          <p:cNvSpPr>
            <a:spLocks noChangeAspect="1" noGrp="1" noRot="1"/>
          </p:cNvSpPr>
          <p:nvPr>
            <p:ph type="sldImg"/>
          </p:nvPr>
        </p:nvSpPr>
        <p:spPr bwMode="auto"/>
      </p:sp>
      <p:sp>
        <p:nvSpPr>
          <p:cNvPr id="1549093726" name="Notes Placeholder 2"/>
          <p:cNvSpPr>
            <a:spLocks noGrp="1"/>
          </p:cNvSpPr>
          <p:nvPr>
            <p:ph type="body" idx="1"/>
          </p:nvPr>
        </p:nvSpPr>
        <p:spPr bwMode="auto"/>
        <p:txBody>
          <a:bodyPr/>
          <a:lstStyle/>
          <a:p>
            <a:pPr>
              <a:defRPr/>
            </a:pPr>
            <a:endParaRPr/>
          </a:p>
        </p:txBody>
      </p:sp>
      <p:sp>
        <p:nvSpPr>
          <p:cNvPr id="1519992430" name="Slide Number Placeholder 3"/>
          <p:cNvSpPr>
            <a:spLocks noGrp="1"/>
          </p:cNvSpPr>
          <p:nvPr>
            <p:ph type="sldNum" sz="quarter" idx="10"/>
          </p:nvPr>
        </p:nvSpPr>
        <p:spPr bwMode="auto"/>
        <p:txBody>
          <a:bodyPr/>
          <a:lstStyle/>
          <a:p>
            <a:pPr>
              <a:defRPr/>
            </a:pPr>
            <a:fld id="{11B06FCC-EE63-40E5-8EE7-25EFAD702D9B}"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9457951" name="Slide Image Placeholder 1"/>
          <p:cNvSpPr>
            <a:spLocks noChangeAspect="1" noGrp="1" noRot="1"/>
          </p:cNvSpPr>
          <p:nvPr>
            <p:ph type="sldImg"/>
          </p:nvPr>
        </p:nvSpPr>
        <p:spPr bwMode="auto"/>
      </p:sp>
      <p:sp>
        <p:nvSpPr>
          <p:cNvPr id="1739907600" name="Notes Placeholder 2"/>
          <p:cNvSpPr>
            <a:spLocks noGrp="1"/>
          </p:cNvSpPr>
          <p:nvPr>
            <p:ph type="body" idx="1"/>
          </p:nvPr>
        </p:nvSpPr>
        <p:spPr bwMode="auto"/>
        <p:txBody>
          <a:bodyPr/>
          <a:lstStyle/>
          <a:p>
            <a:pPr>
              <a:defRPr/>
            </a:pPr>
            <a:endParaRPr/>
          </a:p>
        </p:txBody>
      </p:sp>
      <p:sp>
        <p:nvSpPr>
          <p:cNvPr id="1521673951" name="Slide Number Placeholder 3"/>
          <p:cNvSpPr>
            <a:spLocks noGrp="1"/>
          </p:cNvSpPr>
          <p:nvPr>
            <p:ph type="sldNum" sz="quarter" idx="10"/>
          </p:nvPr>
        </p:nvSpPr>
        <p:spPr bwMode="auto"/>
        <p:txBody>
          <a:bodyPr/>
          <a:lstStyle/>
          <a:p>
            <a:pPr>
              <a:defRPr/>
            </a:pPr>
            <a:fld id="{A5648720-9216-0680-5CDC-93A9F6810256}"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68348888" name="Slide Image Placeholder 1"/>
          <p:cNvSpPr>
            <a:spLocks noChangeAspect="1" noGrp="1" noRot="1"/>
          </p:cNvSpPr>
          <p:nvPr>
            <p:ph type="sldImg"/>
          </p:nvPr>
        </p:nvSpPr>
        <p:spPr bwMode="auto"/>
      </p:sp>
      <p:sp>
        <p:nvSpPr>
          <p:cNvPr id="1926104206" name="Notes Placeholder 2"/>
          <p:cNvSpPr>
            <a:spLocks noGrp="1"/>
          </p:cNvSpPr>
          <p:nvPr>
            <p:ph type="body" idx="1"/>
          </p:nvPr>
        </p:nvSpPr>
        <p:spPr bwMode="auto"/>
        <p:txBody>
          <a:bodyPr/>
          <a:lstStyle/>
          <a:p>
            <a:pPr>
              <a:defRPr/>
            </a:pPr>
            <a:endParaRPr/>
          </a:p>
        </p:txBody>
      </p:sp>
      <p:sp>
        <p:nvSpPr>
          <p:cNvPr id="1587019890" name="Slide Number Placeholder 3"/>
          <p:cNvSpPr>
            <a:spLocks noGrp="1"/>
          </p:cNvSpPr>
          <p:nvPr>
            <p:ph type="sldNum" sz="quarter" idx="10"/>
          </p:nvPr>
        </p:nvSpPr>
        <p:spPr bwMode="auto"/>
        <p:txBody>
          <a:bodyPr/>
          <a:lstStyle/>
          <a:p>
            <a:pPr>
              <a:defRPr/>
            </a:pPr>
            <a:fld id="{AD25490E-1363-1FBC-42E0-702393BA63EF}"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9320673" name="Slide Image Placeholder 1"/>
          <p:cNvSpPr>
            <a:spLocks noChangeAspect="1" noGrp="1" noRot="1"/>
          </p:cNvSpPr>
          <p:nvPr>
            <p:ph type="sldImg"/>
          </p:nvPr>
        </p:nvSpPr>
        <p:spPr bwMode="auto"/>
      </p:sp>
      <p:sp>
        <p:nvSpPr>
          <p:cNvPr id="1458249904" name="Notes Placeholder 2"/>
          <p:cNvSpPr>
            <a:spLocks noGrp="1"/>
          </p:cNvSpPr>
          <p:nvPr>
            <p:ph type="body" idx="1"/>
          </p:nvPr>
        </p:nvSpPr>
        <p:spPr bwMode="auto"/>
        <p:txBody>
          <a:bodyPr/>
          <a:lstStyle/>
          <a:p>
            <a:pPr>
              <a:defRPr/>
            </a:pPr>
            <a:endParaRPr/>
          </a:p>
        </p:txBody>
      </p:sp>
      <p:sp>
        <p:nvSpPr>
          <p:cNvPr id="1660698283" name="Slide Number Placeholder 3"/>
          <p:cNvSpPr>
            <a:spLocks noGrp="1"/>
          </p:cNvSpPr>
          <p:nvPr>
            <p:ph type="sldNum" sz="quarter" idx="10"/>
          </p:nvPr>
        </p:nvSpPr>
        <p:spPr bwMode="auto"/>
        <p:txBody>
          <a:bodyPr/>
          <a:lstStyle/>
          <a:p>
            <a:pPr>
              <a:defRPr/>
            </a:pPr>
            <a:fld id="{17EC5E37-1B7B-FD8A-D19E-89E3560CFA63}"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3466342" name="Slide Image Placeholder 1"/>
          <p:cNvSpPr>
            <a:spLocks noChangeAspect="1" noGrp="1" noRot="1"/>
          </p:cNvSpPr>
          <p:nvPr>
            <p:ph type="sldImg"/>
          </p:nvPr>
        </p:nvSpPr>
        <p:spPr bwMode="auto"/>
      </p:sp>
      <p:sp>
        <p:nvSpPr>
          <p:cNvPr id="2021501244" name="Notes Placeholder 2"/>
          <p:cNvSpPr>
            <a:spLocks noGrp="1"/>
          </p:cNvSpPr>
          <p:nvPr>
            <p:ph type="body" idx="1"/>
          </p:nvPr>
        </p:nvSpPr>
        <p:spPr bwMode="auto"/>
        <p:txBody>
          <a:bodyPr/>
          <a:lstStyle/>
          <a:p>
            <a:pPr>
              <a:defRPr/>
            </a:pPr>
            <a:endParaRPr/>
          </a:p>
        </p:txBody>
      </p:sp>
      <p:sp>
        <p:nvSpPr>
          <p:cNvPr id="684184688" name="Slide Number Placeholder 3"/>
          <p:cNvSpPr>
            <a:spLocks noGrp="1"/>
          </p:cNvSpPr>
          <p:nvPr>
            <p:ph type="sldNum" sz="quarter" idx="10"/>
          </p:nvPr>
        </p:nvSpPr>
        <p:spPr bwMode="auto"/>
        <p:txBody>
          <a:bodyPr/>
          <a:lstStyle/>
          <a:p>
            <a:pPr>
              <a:defRPr/>
            </a:pPr>
            <a:fld id="{F884CDD8-4F78-D0C1-F445-8CDC555517E4}"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9309965" name="Slide Image Placeholder 1"/>
          <p:cNvSpPr>
            <a:spLocks noChangeAspect="1" noGrp="1" noRot="1"/>
          </p:cNvSpPr>
          <p:nvPr>
            <p:ph type="sldImg"/>
          </p:nvPr>
        </p:nvSpPr>
        <p:spPr bwMode="auto"/>
      </p:sp>
      <p:sp>
        <p:nvSpPr>
          <p:cNvPr id="1716888155" name="Notes Placeholder 2"/>
          <p:cNvSpPr>
            <a:spLocks noGrp="1"/>
          </p:cNvSpPr>
          <p:nvPr>
            <p:ph type="body" idx="1"/>
          </p:nvPr>
        </p:nvSpPr>
        <p:spPr bwMode="auto"/>
        <p:txBody>
          <a:bodyPr/>
          <a:lstStyle/>
          <a:p>
            <a:pPr>
              <a:defRPr/>
            </a:pPr>
            <a:endParaRPr/>
          </a:p>
        </p:txBody>
      </p:sp>
      <p:sp>
        <p:nvSpPr>
          <p:cNvPr id="907674008" name="Slide Number Placeholder 3"/>
          <p:cNvSpPr>
            <a:spLocks noGrp="1"/>
          </p:cNvSpPr>
          <p:nvPr>
            <p:ph type="sldNum" sz="quarter" idx="10"/>
          </p:nvPr>
        </p:nvSpPr>
        <p:spPr bwMode="auto"/>
        <p:txBody>
          <a:bodyPr/>
          <a:lstStyle/>
          <a:p>
            <a:pPr>
              <a:defRPr/>
            </a:pPr>
            <a:fld id="{8C5A5D82-54A1-E010-1DCB-58053402D95C}"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90717851" name="Slide Image Placeholder 1"/>
          <p:cNvSpPr>
            <a:spLocks noChangeAspect="1" noGrp="1" noRot="1"/>
          </p:cNvSpPr>
          <p:nvPr>
            <p:ph type="sldImg"/>
          </p:nvPr>
        </p:nvSpPr>
        <p:spPr bwMode="auto"/>
      </p:sp>
      <p:sp>
        <p:nvSpPr>
          <p:cNvPr id="1391144888" name="Notes Placeholder 2"/>
          <p:cNvSpPr>
            <a:spLocks noGrp="1"/>
          </p:cNvSpPr>
          <p:nvPr>
            <p:ph type="body" idx="1"/>
          </p:nvPr>
        </p:nvSpPr>
        <p:spPr bwMode="auto"/>
        <p:txBody>
          <a:bodyPr/>
          <a:lstStyle/>
          <a:p>
            <a:pPr>
              <a:defRPr/>
            </a:pPr>
            <a:endParaRPr/>
          </a:p>
        </p:txBody>
      </p:sp>
      <p:sp>
        <p:nvSpPr>
          <p:cNvPr id="497410183" name="Slide Number Placeholder 3"/>
          <p:cNvSpPr>
            <a:spLocks noGrp="1"/>
          </p:cNvSpPr>
          <p:nvPr>
            <p:ph type="sldNum" sz="quarter" idx="10"/>
          </p:nvPr>
        </p:nvSpPr>
        <p:spPr bwMode="auto"/>
        <p:txBody>
          <a:bodyPr/>
          <a:lstStyle/>
          <a:p>
            <a:pPr>
              <a:defRPr/>
            </a:pPr>
            <a:fld id="{C97FA534-F7CE-9754-80BF-A583283D4552}"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736059" name="Slide Image Placeholder 1"/>
          <p:cNvSpPr>
            <a:spLocks noChangeAspect="1" noGrp="1" noRot="1"/>
          </p:cNvSpPr>
          <p:nvPr>
            <p:ph type="sldImg"/>
          </p:nvPr>
        </p:nvSpPr>
        <p:spPr bwMode="auto"/>
      </p:sp>
      <p:sp>
        <p:nvSpPr>
          <p:cNvPr id="688114270" name="Notes Placeholder 2"/>
          <p:cNvSpPr>
            <a:spLocks noGrp="1"/>
          </p:cNvSpPr>
          <p:nvPr>
            <p:ph type="body" idx="1"/>
          </p:nvPr>
        </p:nvSpPr>
        <p:spPr bwMode="auto"/>
        <p:txBody>
          <a:bodyPr/>
          <a:lstStyle/>
          <a:p>
            <a:pPr>
              <a:defRPr/>
            </a:pPr>
            <a:endParaRPr/>
          </a:p>
        </p:txBody>
      </p:sp>
      <p:sp>
        <p:nvSpPr>
          <p:cNvPr id="1474739618" name="Slide Number Placeholder 3"/>
          <p:cNvSpPr>
            <a:spLocks noGrp="1"/>
          </p:cNvSpPr>
          <p:nvPr>
            <p:ph type="sldNum" sz="quarter" idx="10"/>
          </p:nvPr>
        </p:nvSpPr>
        <p:spPr bwMode="auto"/>
        <p:txBody>
          <a:bodyPr/>
          <a:lstStyle/>
          <a:p>
            <a:pPr>
              <a:defRPr/>
            </a:pPr>
            <a:fld id="{66C83C34-1783-C514-F7C9-033780CB21C0}"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3589048" name="Slide Image Placeholder 1"/>
          <p:cNvSpPr>
            <a:spLocks noChangeAspect="1" noGrp="1" noRot="1"/>
          </p:cNvSpPr>
          <p:nvPr>
            <p:ph type="sldImg"/>
          </p:nvPr>
        </p:nvSpPr>
        <p:spPr bwMode="auto"/>
      </p:sp>
      <p:sp>
        <p:nvSpPr>
          <p:cNvPr id="221255040" name="Notes Placeholder 2"/>
          <p:cNvSpPr>
            <a:spLocks noGrp="1"/>
          </p:cNvSpPr>
          <p:nvPr>
            <p:ph type="body" idx="1"/>
          </p:nvPr>
        </p:nvSpPr>
        <p:spPr bwMode="auto"/>
        <p:txBody>
          <a:bodyPr/>
          <a:lstStyle/>
          <a:p>
            <a:pPr>
              <a:defRPr/>
            </a:pPr>
            <a:endParaRPr/>
          </a:p>
        </p:txBody>
      </p:sp>
      <p:sp>
        <p:nvSpPr>
          <p:cNvPr id="1009440157" name="Slide Number Placeholder 3"/>
          <p:cNvSpPr>
            <a:spLocks noGrp="1"/>
          </p:cNvSpPr>
          <p:nvPr>
            <p:ph type="sldNum" sz="quarter" idx="10"/>
          </p:nvPr>
        </p:nvSpPr>
        <p:spPr bwMode="auto"/>
        <p:txBody>
          <a:bodyPr/>
          <a:lstStyle/>
          <a:p>
            <a:pPr>
              <a:defRPr/>
            </a:pPr>
            <a:fld id="{019AFB8D-6200-D523-407A-2237E034D790}"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8431124" name="Slide Image Placeholder 1"/>
          <p:cNvSpPr>
            <a:spLocks noChangeAspect="1" noGrp="1" noRot="1"/>
          </p:cNvSpPr>
          <p:nvPr>
            <p:ph type="sldImg"/>
          </p:nvPr>
        </p:nvSpPr>
        <p:spPr bwMode="auto"/>
      </p:sp>
      <p:sp>
        <p:nvSpPr>
          <p:cNvPr id="1585371842" name="Notes Placeholder 2"/>
          <p:cNvSpPr>
            <a:spLocks noGrp="1"/>
          </p:cNvSpPr>
          <p:nvPr>
            <p:ph type="body" idx="1"/>
          </p:nvPr>
        </p:nvSpPr>
        <p:spPr bwMode="auto"/>
        <p:txBody>
          <a:bodyPr/>
          <a:lstStyle/>
          <a:p>
            <a:pPr>
              <a:defRPr/>
            </a:pPr>
            <a:endParaRPr/>
          </a:p>
        </p:txBody>
      </p:sp>
      <p:sp>
        <p:nvSpPr>
          <p:cNvPr id="1610152902" name="Slide Number Placeholder 3"/>
          <p:cNvSpPr>
            <a:spLocks noGrp="1"/>
          </p:cNvSpPr>
          <p:nvPr>
            <p:ph type="sldNum" sz="quarter" idx="10"/>
          </p:nvPr>
        </p:nvSpPr>
        <p:spPr bwMode="auto"/>
        <p:txBody>
          <a:bodyPr/>
          <a:lstStyle/>
          <a:p>
            <a:pPr>
              <a:defRPr/>
            </a:pPr>
            <a:fld id="{763E1B43-876E-8501-05A3-BBD8233AB596}"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1157361" name="Slide Image Placeholder 1"/>
          <p:cNvSpPr>
            <a:spLocks noChangeAspect="1" noGrp="1" noRot="1"/>
          </p:cNvSpPr>
          <p:nvPr>
            <p:ph type="sldImg"/>
          </p:nvPr>
        </p:nvSpPr>
        <p:spPr bwMode="auto"/>
      </p:sp>
      <p:sp>
        <p:nvSpPr>
          <p:cNvPr id="1291217061" name="Notes Placeholder 2"/>
          <p:cNvSpPr>
            <a:spLocks noGrp="1"/>
          </p:cNvSpPr>
          <p:nvPr>
            <p:ph type="body" idx="1"/>
          </p:nvPr>
        </p:nvSpPr>
        <p:spPr bwMode="auto"/>
        <p:txBody>
          <a:bodyPr/>
          <a:lstStyle/>
          <a:p>
            <a:pPr>
              <a:defRPr/>
            </a:pPr>
            <a:endParaRPr/>
          </a:p>
        </p:txBody>
      </p:sp>
      <p:sp>
        <p:nvSpPr>
          <p:cNvPr id="1286109852" name="Slide Number Placeholder 3"/>
          <p:cNvSpPr>
            <a:spLocks noGrp="1"/>
          </p:cNvSpPr>
          <p:nvPr>
            <p:ph type="sldNum" sz="quarter" idx="10"/>
          </p:nvPr>
        </p:nvSpPr>
        <p:spPr bwMode="auto"/>
        <p:txBody>
          <a:bodyPr/>
          <a:lstStyle/>
          <a:p>
            <a:pPr>
              <a:defRPr/>
            </a:pPr>
            <a:fld id="{5C332D0A-9FBE-A5D0-204A-96C778835C9F}"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8623416" name="Slide Image Placeholder 1"/>
          <p:cNvSpPr>
            <a:spLocks noChangeAspect="1" noGrp="1" noRot="1"/>
          </p:cNvSpPr>
          <p:nvPr>
            <p:ph type="sldImg"/>
          </p:nvPr>
        </p:nvSpPr>
        <p:spPr bwMode="auto"/>
      </p:sp>
      <p:sp>
        <p:nvSpPr>
          <p:cNvPr id="946378449" name="Notes Placeholder 2"/>
          <p:cNvSpPr>
            <a:spLocks noGrp="1"/>
          </p:cNvSpPr>
          <p:nvPr>
            <p:ph type="body" idx="1"/>
          </p:nvPr>
        </p:nvSpPr>
        <p:spPr bwMode="auto"/>
        <p:txBody>
          <a:bodyPr/>
          <a:lstStyle/>
          <a:p>
            <a:pPr>
              <a:defRPr/>
            </a:pPr>
            <a:endParaRPr/>
          </a:p>
        </p:txBody>
      </p:sp>
      <p:sp>
        <p:nvSpPr>
          <p:cNvPr id="915006485" name="Slide Number Placeholder 3"/>
          <p:cNvSpPr>
            <a:spLocks noGrp="1"/>
          </p:cNvSpPr>
          <p:nvPr>
            <p:ph type="sldNum" sz="quarter" idx="10"/>
          </p:nvPr>
        </p:nvSpPr>
        <p:spPr bwMode="auto"/>
        <p:txBody>
          <a:bodyPr/>
          <a:lstStyle/>
          <a:p>
            <a:pPr>
              <a:defRPr/>
            </a:pPr>
            <a:fld id="{B4EBE33C-D227-C9CC-DEF9-6D9A8826BE7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5750543" name="Slide Image Placeholder 1"/>
          <p:cNvSpPr>
            <a:spLocks noChangeAspect="1" noGrp="1" noRot="1"/>
          </p:cNvSpPr>
          <p:nvPr>
            <p:ph type="sldImg"/>
          </p:nvPr>
        </p:nvSpPr>
        <p:spPr bwMode="auto"/>
      </p:sp>
      <p:sp>
        <p:nvSpPr>
          <p:cNvPr id="608836172" name="Notes Placeholder 2"/>
          <p:cNvSpPr>
            <a:spLocks noGrp="1"/>
          </p:cNvSpPr>
          <p:nvPr>
            <p:ph type="body" idx="1"/>
          </p:nvPr>
        </p:nvSpPr>
        <p:spPr bwMode="auto"/>
        <p:txBody>
          <a:bodyPr/>
          <a:lstStyle/>
          <a:p>
            <a:pPr>
              <a:defRPr/>
            </a:pPr>
            <a:endParaRPr/>
          </a:p>
        </p:txBody>
      </p:sp>
      <p:sp>
        <p:nvSpPr>
          <p:cNvPr id="1236936301" name="Slide Number Placeholder 3"/>
          <p:cNvSpPr>
            <a:spLocks noGrp="1"/>
          </p:cNvSpPr>
          <p:nvPr>
            <p:ph type="sldNum" sz="quarter" idx="10"/>
          </p:nvPr>
        </p:nvSpPr>
        <p:spPr bwMode="auto"/>
        <p:txBody>
          <a:bodyPr/>
          <a:lstStyle/>
          <a:p>
            <a:pPr>
              <a:defRPr/>
            </a:pPr>
            <a:fld id="{3721C186-B21E-B518-F05E-E6FA78570162}"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83466871" name="Slide Image Placeholder 1"/>
          <p:cNvSpPr>
            <a:spLocks noChangeAspect="1" noGrp="1" noRot="1"/>
          </p:cNvSpPr>
          <p:nvPr>
            <p:ph type="sldImg"/>
          </p:nvPr>
        </p:nvSpPr>
        <p:spPr bwMode="auto"/>
      </p:sp>
      <p:sp>
        <p:nvSpPr>
          <p:cNvPr id="1345117683" name="Notes Placeholder 2"/>
          <p:cNvSpPr>
            <a:spLocks noGrp="1"/>
          </p:cNvSpPr>
          <p:nvPr>
            <p:ph type="body" idx="1"/>
          </p:nvPr>
        </p:nvSpPr>
        <p:spPr bwMode="auto"/>
        <p:txBody>
          <a:bodyPr/>
          <a:lstStyle/>
          <a:p>
            <a:pPr>
              <a:defRPr/>
            </a:pPr>
            <a:endParaRPr/>
          </a:p>
        </p:txBody>
      </p:sp>
      <p:sp>
        <p:nvSpPr>
          <p:cNvPr id="198373009" name="Slide Number Placeholder 3"/>
          <p:cNvSpPr>
            <a:spLocks noGrp="1"/>
          </p:cNvSpPr>
          <p:nvPr>
            <p:ph type="sldNum" sz="quarter" idx="10"/>
          </p:nvPr>
        </p:nvSpPr>
        <p:spPr bwMode="auto"/>
        <p:txBody>
          <a:bodyPr/>
          <a:lstStyle/>
          <a:p>
            <a:pPr>
              <a:defRPr/>
            </a:pPr>
            <a:fld id="{D993D077-7A35-A1BD-0D22-3EDB2DF29BC1}"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3174347" name="Slide Image Placeholder 1"/>
          <p:cNvSpPr>
            <a:spLocks noChangeAspect="1" noGrp="1" noRot="1"/>
          </p:cNvSpPr>
          <p:nvPr>
            <p:ph type="sldImg"/>
          </p:nvPr>
        </p:nvSpPr>
        <p:spPr bwMode="auto"/>
      </p:sp>
      <p:sp>
        <p:nvSpPr>
          <p:cNvPr id="235004929" name="Notes Placeholder 2"/>
          <p:cNvSpPr>
            <a:spLocks noGrp="1"/>
          </p:cNvSpPr>
          <p:nvPr>
            <p:ph type="body" idx="1"/>
          </p:nvPr>
        </p:nvSpPr>
        <p:spPr bwMode="auto"/>
        <p:txBody>
          <a:bodyPr/>
          <a:lstStyle/>
          <a:p>
            <a:pPr>
              <a:defRPr/>
            </a:pPr>
            <a:endParaRPr/>
          </a:p>
        </p:txBody>
      </p:sp>
      <p:sp>
        <p:nvSpPr>
          <p:cNvPr id="801135721" name="Slide Number Placeholder 3"/>
          <p:cNvSpPr>
            <a:spLocks noGrp="1"/>
          </p:cNvSpPr>
          <p:nvPr>
            <p:ph type="sldNum" sz="quarter" idx="10"/>
          </p:nvPr>
        </p:nvSpPr>
        <p:spPr bwMode="auto"/>
        <p:txBody>
          <a:bodyPr/>
          <a:lstStyle/>
          <a:p>
            <a:pPr>
              <a:defRPr/>
            </a:pPr>
            <a:fld id="{1D52EF15-93B0-5A99-10E5-8AD2DADDD07D}"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7899967" name="Slide Image Placeholder 1"/>
          <p:cNvSpPr>
            <a:spLocks noChangeAspect="1" noGrp="1" noRot="1"/>
          </p:cNvSpPr>
          <p:nvPr>
            <p:ph type="sldImg"/>
          </p:nvPr>
        </p:nvSpPr>
        <p:spPr bwMode="auto"/>
      </p:sp>
      <p:sp>
        <p:nvSpPr>
          <p:cNvPr id="990582710" name="Notes Placeholder 2"/>
          <p:cNvSpPr>
            <a:spLocks noGrp="1"/>
          </p:cNvSpPr>
          <p:nvPr>
            <p:ph type="body" idx="1"/>
          </p:nvPr>
        </p:nvSpPr>
        <p:spPr bwMode="auto"/>
        <p:txBody>
          <a:bodyPr/>
          <a:lstStyle/>
          <a:p>
            <a:pPr>
              <a:defRPr/>
            </a:pPr>
            <a:endParaRPr/>
          </a:p>
        </p:txBody>
      </p:sp>
      <p:sp>
        <p:nvSpPr>
          <p:cNvPr id="310003460" name="Slide Number Placeholder 3"/>
          <p:cNvSpPr>
            <a:spLocks noGrp="1"/>
          </p:cNvSpPr>
          <p:nvPr>
            <p:ph type="sldNum" sz="quarter" idx="10"/>
          </p:nvPr>
        </p:nvSpPr>
        <p:spPr bwMode="auto"/>
        <p:txBody>
          <a:bodyPr/>
          <a:lstStyle/>
          <a:p>
            <a:pPr>
              <a:defRPr/>
            </a:pPr>
            <a:fld id="{CC9D548A-7E2E-02BB-948C-A747D913DBDB}"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3170831" name="Slide Image Placeholder 1"/>
          <p:cNvSpPr>
            <a:spLocks noChangeAspect="1" noGrp="1" noRot="1"/>
          </p:cNvSpPr>
          <p:nvPr>
            <p:ph type="sldImg"/>
          </p:nvPr>
        </p:nvSpPr>
        <p:spPr bwMode="auto"/>
      </p:sp>
      <p:sp>
        <p:nvSpPr>
          <p:cNvPr id="571009927" name="Notes Placeholder 2"/>
          <p:cNvSpPr>
            <a:spLocks noGrp="1"/>
          </p:cNvSpPr>
          <p:nvPr>
            <p:ph type="body" idx="1"/>
          </p:nvPr>
        </p:nvSpPr>
        <p:spPr bwMode="auto"/>
        <p:txBody>
          <a:bodyPr/>
          <a:lstStyle/>
          <a:p>
            <a:pPr>
              <a:defRPr/>
            </a:pPr>
            <a:endParaRPr/>
          </a:p>
        </p:txBody>
      </p:sp>
      <p:sp>
        <p:nvSpPr>
          <p:cNvPr id="1608618695" name="Slide Number Placeholder 3"/>
          <p:cNvSpPr>
            <a:spLocks noGrp="1"/>
          </p:cNvSpPr>
          <p:nvPr>
            <p:ph type="sldNum" sz="quarter" idx="10"/>
          </p:nvPr>
        </p:nvSpPr>
        <p:spPr bwMode="auto"/>
        <p:txBody>
          <a:bodyPr/>
          <a:lstStyle/>
          <a:p>
            <a:pPr>
              <a:defRPr/>
            </a:pPr>
            <a:fld id="{DE2716DB-A4AB-A4DD-82DD-077D939B25A9}"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482067" name="Slide Image Placeholder 1"/>
          <p:cNvSpPr>
            <a:spLocks noChangeAspect="1" noGrp="1" noRot="1"/>
          </p:cNvSpPr>
          <p:nvPr>
            <p:ph type="sldImg"/>
          </p:nvPr>
        </p:nvSpPr>
        <p:spPr bwMode="auto"/>
      </p:sp>
      <p:sp>
        <p:nvSpPr>
          <p:cNvPr id="888553597" name="Notes Placeholder 2"/>
          <p:cNvSpPr>
            <a:spLocks noGrp="1"/>
          </p:cNvSpPr>
          <p:nvPr>
            <p:ph type="body" idx="1"/>
          </p:nvPr>
        </p:nvSpPr>
        <p:spPr bwMode="auto"/>
        <p:txBody>
          <a:bodyPr/>
          <a:lstStyle/>
          <a:p>
            <a:pPr>
              <a:defRPr/>
            </a:pPr>
            <a:endParaRPr/>
          </a:p>
        </p:txBody>
      </p:sp>
      <p:sp>
        <p:nvSpPr>
          <p:cNvPr id="144911670" name="Slide Number Placeholder 3"/>
          <p:cNvSpPr>
            <a:spLocks noGrp="1"/>
          </p:cNvSpPr>
          <p:nvPr>
            <p:ph type="sldNum" sz="quarter" idx="10"/>
          </p:nvPr>
        </p:nvSpPr>
        <p:spPr bwMode="auto"/>
        <p:txBody>
          <a:bodyPr/>
          <a:lstStyle/>
          <a:p>
            <a:pPr>
              <a:defRPr/>
            </a:pPr>
            <a:fld id="{55C0A1D0-7C9F-717E-AD41-DDC4D2FF5623}"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2189269" name="Slide Image Placeholder 1"/>
          <p:cNvSpPr>
            <a:spLocks noChangeAspect="1" noGrp="1" noRot="1"/>
          </p:cNvSpPr>
          <p:nvPr>
            <p:ph type="sldImg"/>
          </p:nvPr>
        </p:nvSpPr>
        <p:spPr bwMode="auto"/>
      </p:sp>
      <p:sp>
        <p:nvSpPr>
          <p:cNvPr id="1626914162" name="Notes Placeholder 2"/>
          <p:cNvSpPr>
            <a:spLocks noGrp="1"/>
          </p:cNvSpPr>
          <p:nvPr>
            <p:ph type="body" idx="1"/>
          </p:nvPr>
        </p:nvSpPr>
        <p:spPr bwMode="auto"/>
        <p:txBody>
          <a:bodyPr/>
          <a:lstStyle/>
          <a:p>
            <a:pPr>
              <a:defRPr/>
            </a:pPr>
            <a:endParaRPr/>
          </a:p>
        </p:txBody>
      </p:sp>
      <p:sp>
        <p:nvSpPr>
          <p:cNvPr id="995233094" name="Slide Number Placeholder 3"/>
          <p:cNvSpPr>
            <a:spLocks noGrp="1"/>
          </p:cNvSpPr>
          <p:nvPr>
            <p:ph type="sldNum" sz="quarter" idx="10"/>
          </p:nvPr>
        </p:nvSpPr>
        <p:spPr bwMode="auto"/>
        <p:txBody>
          <a:bodyPr/>
          <a:lstStyle/>
          <a:p>
            <a:pPr>
              <a:defRPr/>
            </a:pPr>
            <a:fld id="{A159A78C-8CAB-66D7-5361-5F4AA65D480E}"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32650" name="Slide Image Placeholder 1"/>
          <p:cNvSpPr>
            <a:spLocks noChangeAspect="1" noGrp="1" noRot="1"/>
          </p:cNvSpPr>
          <p:nvPr>
            <p:ph type="sldImg"/>
          </p:nvPr>
        </p:nvSpPr>
        <p:spPr bwMode="auto"/>
      </p:sp>
      <p:sp>
        <p:nvSpPr>
          <p:cNvPr id="656507983" name="Notes Placeholder 2"/>
          <p:cNvSpPr>
            <a:spLocks noGrp="1"/>
          </p:cNvSpPr>
          <p:nvPr>
            <p:ph type="body" idx="1"/>
          </p:nvPr>
        </p:nvSpPr>
        <p:spPr bwMode="auto"/>
        <p:txBody>
          <a:bodyPr/>
          <a:lstStyle/>
          <a:p>
            <a:pPr>
              <a:defRPr/>
            </a:pPr>
            <a:endParaRPr/>
          </a:p>
        </p:txBody>
      </p:sp>
      <p:sp>
        <p:nvSpPr>
          <p:cNvPr id="140827622" name="Slide Number Placeholder 3"/>
          <p:cNvSpPr>
            <a:spLocks noGrp="1"/>
          </p:cNvSpPr>
          <p:nvPr>
            <p:ph type="sldNum" sz="quarter" idx="10"/>
          </p:nvPr>
        </p:nvSpPr>
        <p:spPr bwMode="auto"/>
        <p:txBody>
          <a:bodyPr/>
          <a:lstStyle/>
          <a:p>
            <a:pPr>
              <a:defRPr/>
            </a:pPr>
            <a:fld id="{04241777-0EAB-FF74-79A3-7B365D8F52E3}"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7118246" name="Slide Image Placeholder 1"/>
          <p:cNvSpPr>
            <a:spLocks noChangeAspect="1" noGrp="1" noRot="1"/>
          </p:cNvSpPr>
          <p:nvPr>
            <p:ph type="sldImg"/>
          </p:nvPr>
        </p:nvSpPr>
        <p:spPr bwMode="auto"/>
      </p:sp>
      <p:sp>
        <p:nvSpPr>
          <p:cNvPr id="146409763" name="Notes Placeholder 2"/>
          <p:cNvSpPr>
            <a:spLocks noGrp="1"/>
          </p:cNvSpPr>
          <p:nvPr>
            <p:ph type="body" idx="1"/>
          </p:nvPr>
        </p:nvSpPr>
        <p:spPr bwMode="auto"/>
        <p:txBody>
          <a:bodyPr/>
          <a:lstStyle/>
          <a:p>
            <a:pPr>
              <a:defRPr/>
            </a:pPr>
            <a:endParaRPr/>
          </a:p>
        </p:txBody>
      </p:sp>
      <p:sp>
        <p:nvSpPr>
          <p:cNvPr id="809956471" name="Slide Number Placeholder 3"/>
          <p:cNvSpPr>
            <a:spLocks noGrp="1"/>
          </p:cNvSpPr>
          <p:nvPr>
            <p:ph type="sldNum" sz="quarter" idx="10"/>
          </p:nvPr>
        </p:nvSpPr>
        <p:spPr bwMode="auto"/>
        <p:txBody>
          <a:bodyPr/>
          <a:lstStyle/>
          <a:p>
            <a:pPr>
              <a:defRPr/>
            </a:pPr>
            <a:fld id="{894EC14F-C21C-4660-D0FC-8BE5F1E9DA85}"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0402038" name="Slide Image Placeholder 1"/>
          <p:cNvSpPr>
            <a:spLocks noChangeAspect="1" noGrp="1" noRot="1"/>
          </p:cNvSpPr>
          <p:nvPr>
            <p:ph type="sldImg"/>
          </p:nvPr>
        </p:nvSpPr>
        <p:spPr bwMode="auto"/>
      </p:sp>
      <p:sp>
        <p:nvSpPr>
          <p:cNvPr id="587022229" name="Notes Placeholder 2"/>
          <p:cNvSpPr>
            <a:spLocks noGrp="1"/>
          </p:cNvSpPr>
          <p:nvPr>
            <p:ph type="body" idx="1"/>
          </p:nvPr>
        </p:nvSpPr>
        <p:spPr bwMode="auto"/>
        <p:txBody>
          <a:bodyPr/>
          <a:lstStyle/>
          <a:p>
            <a:pPr>
              <a:defRPr/>
            </a:pPr>
            <a:endParaRPr/>
          </a:p>
        </p:txBody>
      </p:sp>
      <p:sp>
        <p:nvSpPr>
          <p:cNvPr id="1134091604" name="Slide Number Placeholder 3"/>
          <p:cNvSpPr>
            <a:spLocks noGrp="1"/>
          </p:cNvSpPr>
          <p:nvPr>
            <p:ph type="sldNum" sz="quarter" idx="10"/>
          </p:nvPr>
        </p:nvSpPr>
        <p:spPr bwMode="auto"/>
        <p:txBody>
          <a:bodyPr/>
          <a:lstStyle/>
          <a:p>
            <a:pPr>
              <a:defRPr/>
            </a:pPr>
            <a:fld id="{B2188EEA-5E50-9E80-0608-E9477587048D}"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1000445" name="Slide Image Placeholder 1"/>
          <p:cNvSpPr>
            <a:spLocks noChangeAspect="1" noGrp="1" noRot="1"/>
          </p:cNvSpPr>
          <p:nvPr>
            <p:ph type="sldImg"/>
          </p:nvPr>
        </p:nvSpPr>
        <p:spPr bwMode="auto"/>
      </p:sp>
      <p:sp>
        <p:nvSpPr>
          <p:cNvPr id="766385135" name="Notes Placeholder 2"/>
          <p:cNvSpPr>
            <a:spLocks noGrp="1"/>
          </p:cNvSpPr>
          <p:nvPr>
            <p:ph type="body" idx="1"/>
          </p:nvPr>
        </p:nvSpPr>
        <p:spPr bwMode="auto"/>
        <p:txBody>
          <a:bodyPr/>
          <a:lstStyle/>
          <a:p>
            <a:pPr>
              <a:defRPr/>
            </a:pPr>
            <a:endParaRPr/>
          </a:p>
        </p:txBody>
      </p:sp>
      <p:sp>
        <p:nvSpPr>
          <p:cNvPr id="1882916582" name="Slide Number Placeholder 3"/>
          <p:cNvSpPr>
            <a:spLocks noGrp="1"/>
          </p:cNvSpPr>
          <p:nvPr>
            <p:ph type="sldNum" sz="quarter" idx="10"/>
          </p:nvPr>
        </p:nvSpPr>
        <p:spPr bwMode="auto"/>
        <p:txBody>
          <a:bodyPr/>
          <a:lstStyle/>
          <a:p>
            <a:pPr>
              <a:defRPr/>
            </a:pPr>
            <a:fld id="{6F2CCD28-7C20-E9DD-0AE9-AEAF4144B1E4}"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9967350" name="Slide Image Placeholder 1"/>
          <p:cNvSpPr>
            <a:spLocks noChangeAspect="1" noGrp="1" noRot="1"/>
          </p:cNvSpPr>
          <p:nvPr>
            <p:ph type="sldImg"/>
          </p:nvPr>
        </p:nvSpPr>
        <p:spPr bwMode="auto"/>
      </p:sp>
      <p:sp>
        <p:nvSpPr>
          <p:cNvPr id="2025362010" name="Notes Placeholder 2"/>
          <p:cNvSpPr>
            <a:spLocks noGrp="1"/>
          </p:cNvSpPr>
          <p:nvPr>
            <p:ph type="body" idx="1"/>
          </p:nvPr>
        </p:nvSpPr>
        <p:spPr bwMode="auto"/>
        <p:txBody>
          <a:bodyPr/>
          <a:lstStyle/>
          <a:p>
            <a:pPr>
              <a:defRPr/>
            </a:pPr>
            <a:endParaRPr/>
          </a:p>
        </p:txBody>
      </p:sp>
      <p:sp>
        <p:nvSpPr>
          <p:cNvPr id="1492800010" name="Slide Number Placeholder 3"/>
          <p:cNvSpPr>
            <a:spLocks noGrp="1"/>
          </p:cNvSpPr>
          <p:nvPr>
            <p:ph type="sldNum" sz="quarter" idx="10"/>
          </p:nvPr>
        </p:nvSpPr>
        <p:spPr bwMode="auto"/>
        <p:txBody>
          <a:bodyPr/>
          <a:lstStyle/>
          <a:p>
            <a:pPr>
              <a:defRPr/>
            </a:pPr>
            <a:fld id="{205B8E9B-596E-B710-3451-51C1B8FCEEC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8136498" name="Slide Image Placeholder 1"/>
          <p:cNvSpPr>
            <a:spLocks noChangeAspect="1" noGrp="1" noRot="1"/>
          </p:cNvSpPr>
          <p:nvPr>
            <p:ph type="sldImg"/>
          </p:nvPr>
        </p:nvSpPr>
        <p:spPr bwMode="auto"/>
      </p:sp>
      <p:sp>
        <p:nvSpPr>
          <p:cNvPr id="696061227" name="Notes Placeholder 2"/>
          <p:cNvSpPr>
            <a:spLocks noGrp="1"/>
          </p:cNvSpPr>
          <p:nvPr>
            <p:ph type="body" idx="1"/>
          </p:nvPr>
        </p:nvSpPr>
        <p:spPr bwMode="auto"/>
        <p:txBody>
          <a:bodyPr/>
          <a:lstStyle/>
          <a:p>
            <a:pPr>
              <a:defRPr/>
            </a:pPr>
            <a:endParaRPr/>
          </a:p>
        </p:txBody>
      </p:sp>
      <p:sp>
        <p:nvSpPr>
          <p:cNvPr id="763335676" name="Slide Number Placeholder 3"/>
          <p:cNvSpPr>
            <a:spLocks noGrp="1"/>
          </p:cNvSpPr>
          <p:nvPr>
            <p:ph type="sldNum" sz="quarter" idx="10"/>
          </p:nvPr>
        </p:nvSpPr>
        <p:spPr bwMode="auto"/>
        <p:txBody>
          <a:bodyPr/>
          <a:lstStyle/>
          <a:p>
            <a:pPr>
              <a:defRPr/>
            </a:pPr>
            <a:fld id="{931D3192-4248-9D56-1F06-9EF700C8448F}"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1097967" name="Slide Image Placeholder 1"/>
          <p:cNvSpPr>
            <a:spLocks noChangeAspect="1" noGrp="1" noRot="1"/>
          </p:cNvSpPr>
          <p:nvPr>
            <p:ph type="sldImg"/>
          </p:nvPr>
        </p:nvSpPr>
        <p:spPr bwMode="auto"/>
      </p:sp>
      <p:sp>
        <p:nvSpPr>
          <p:cNvPr id="121910441" name="Notes Placeholder 2"/>
          <p:cNvSpPr>
            <a:spLocks noGrp="1"/>
          </p:cNvSpPr>
          <p:nvPr>
            <p:ph type="body" idx="1"/>
          </p:nvPr>
        </p:nvSpPr>
        <p:spPr bwMode="auto"/>
        <p:txBody>
          <a:bodyPr/>
          <a:lstStyle/>
          <a:p>
            <a:pPr>
              <a:defRPr/>
            </a:pPr>
            <a:endParaRPr/>
          </a:p>
        </p:txBody>
      </p:sp>
      <p:sp>
        <p:nvSpPr>
          <p:cNvPr id="1086676557" name="Slide Number Placeholder 3"/>
          <p:cNvSpPr>
            <a:spLocks noGrp="1"/>
          </p:cNvSpPr>
          <p:nvPr>
            <p:ph type="sldNum" sz="quarter" idx="10"/>
          </p:nvPr>
        </p:nvSpPr>
        <p:spPr bwMode="auto"/>
        <p:txBody>
          <a:bodyPr/>
          <a:lstStyle/>
          <a:p>
            <a:pPr>
              <a:defRPr/>
            </a:pPr>
            <a:fld id="{A0B3ADEC-ABD1-56E3-0BD7-ACBBD5AF67E0}"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5037730" name="Slide Image Placeholder 1"/>
          <p:cNvSpPr>
            <a:spLocks noChangeAspect="1" noGrp="1" noRot="1"/>
          </p:cNvSpPr>
          <p:nvPr>
            <p:ph type="sldImg"/>
          </p:nvPr>
        </p:nvSpPr>
        <p:spPr bwMode="auto"/>
      </p:sp>
      <p:sp>
        <p:nvSpPr>
          <p:cNvPr id="725497326" name="Notes Placeholder 2"/>
          <p:cNvSpPr>
            <a:spLocks noGrp="1"/>
          </p:cNvSpPr>
          <p:nvPr>
            <p:ph type="body" idx="1"/>
          </p:nvPr>
        </p:nvSpPr>
        <p:spPr bwMode="auto"/>
        <p:txBody>
          <a:bodyPr/>
          <a:lstStyle/>
          <a:p>
            <a:pPr>
              <a:defRPr/>
            </a:pPr>
            <a:endParaRPr/>
          </a:p>
        </p:txBody>
      </p:sp>
      <p:sp>
        <p:nvSpPr>
          <p:cNvPr id="1425611014" name="Slide Number Placeholder 3"/>
          <p:cNvSpPr>
            <a:spLocks noGrp="1"/>
          </p:cNvSpPr>
          <p:nvPr>
            <p:ph type="sldNum" sz="quarter" idx="10"/>
          </p:nvPr>
        </p:nvSpPr>
        <p:spPr bwMode="auto"/>
        <p:txBody>
          <a:bodyPr/>
          <a:lstStyle/>
          <a:p>
            <a:pPr>
              <a:defRPr/>
            </a:pPr>
            <a:fld id="{0A3139C2-200E-271C-177A-A102371E8C92}"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33032829" name="Slide Image Placeholder 1"/>
          <p:cNvSpPr>
            <a:spLocks noChangeAspect="1" noGrp="1" noRot="1"/>
          </p:cNvSpPr>
          <p:nvPr>
            <p:ph type="sldImg"/>
          </p:nvPr>
        </p:nvSpPr>
        <p:spPr bwMode="auto"/>
      </p:sp>
      <p:sp>
        <p:nvSpPr>
          <p:cNvPr id="1168334668" name="Notes Placeholder 2"/>
          <p:cNvSpPr>
            <a:spLocks noGrp="1"/>
          </p:cNvSpPr>
          <p:nvPr>
            <p:ph type="body" idx="1"/>
          </p:nvPr>
        </p:nvSpPr>
        <p:spPr bwMode="auto"/>
        <p:txBody>
          <a:bodyPr/>
          <a:lstStyle/>
          <a:p>
            <a:pPr>
              <a:defRPr/>
            </a:pPr>
            <a:endParaRPr/>
          </a:p>
        </p:txBody>
      </p:sp>
      <p:sp>
        <p:nvSpPr>
          <p:cNvPr id="471229810" name="Slide Number Placeholder 3"/>
          <p:cNvSpPr>
            <a:spLocks noGrp="1"/>
          </p:cNvSpPr>
          <p:nvPr>
            <p:ph type="sldNum" sz="quarter" idx="10"/>
          </p:nvPr>
        </p:nvSpPr>
        <p:spPr bwMode="auto"/>
        <p:txBody>
          <a:bodyPr/>
          <a:lstStyle/>
          <a:p>
            <a:pPr>
              <a:defRPr/>
            </a:pPr>
            <a:fld id="{A8BDFC8D-0946-817C-9911-10B70A71E284}"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0611132" name="Slide Image Placeholder 1"/>
          <p:cNvSpPr>
            <a:spLocks noChangeAspect="1" noGrp="1" noRot="1"/>
          </p:cNvSpPr>
          <p:nvPr>
            <p:ph type="sldImg"/>
          </p:nvPr>
        </p:nvSpPr>
        <p:spPr bwMode="auto"/>
      </p:sp>
      <p:sp>
        <p:nvSpPr>
          <p:cNvPr id="1223986324" name="Notes Placeholder 2"/>
          <p:cNvSpPr>
            <a:spLocks noGrp="1"/>
          </p:cNvSpPr>
          <p:nvPr>
            <p:ph type="body" idx="1"/>
          </p:nvPr>
        </p:nvSpPr>
        <p:spPr bwMode="auto"/>
        <p:txBody>
          <a:bodyPr/>
          <a:lstStyle/>
          <a:p>
            <a:pPr>
              <a:defRPr/>
            </a:pPr>
            <a:endParaRPr/>
          </a:p>
        </p:txBody>
      </p:sp>
      <p:sp>
        <p:nvSpPr>
          <p:cNvPr id="431939630" name="Slide Number Placeholder 3"/>
          <p:cNvSpPr>
            <a:spLocks noGrp="1"/>
          </p:cNvSpPr>
          <p:nvPr>
            <p:ph type="sldNum" sz="quarter" idx="10"/>
          </p:nvPr>
        </p:nvSpPr>
        <p:spPr bwMode="auto"/>
        <p:txBody>
          <a:bodyPr/>
          <a:lstStyle/>
          <a:p>
            <a:pPr>
              <a:defRPr/>
            </a:pPr>
            <a:fld id="{C0E61E51-3776-1744-CFC0-F35C780D2278}"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3836885" name="Slide Image Placeholder 1"/>
          <p:cNvSpPr>
            <a:spLocks noChangeAspect="1" noGrp="1" noRot="1"/>
          </p:cNvSpPr>
          <p:nvPr>
            <p:ph type="sldImg"/>
          </p:nvPr>
        </p:nvSpPr>
        <p:spPr bwMode="auto"/>
      </p:sp>
      <p:sp>
        <p:nvSpPr>
          <p:cNvPr id="955836313" name="Notes Placeholder 2"/>
          <p:cNvSpPr>
            <a:spLocks noGrp="1"/>
          </p:cNvSpPr>
          <p:nvPr>
            <p:ph type="body" idx="1"/>
          </p:nvPr>
        </p:nvSpPr>
        <p:spPr bwMode="auto"/>
        <p:txBody>
          <a:bodyPr/>
          <a:lstStyle/>
          <a:p>
            <a:pPr>
              <a:defRPr/>
            </a:pPr>
            <a:endParaRPr/>
          </a:p>
        </p:txBody>
      </p:sp>
      <p:sp>
        <p:nvSpPr>
          <p:cNvPr id="328955445" name="Slide Number Placeholder 3"/>
          <p:cNvSpPr>
            <a:spLocks noGrp="1"/>
          </p:cNvSpPr>
          <p:nvPr>
            <p:ph type="sldNum" sz="quarter" idx="10"/>
          </p:nvPr>
        </p:nvSpPr>
        <p:spPr bwMode="auto"/>
        <p:txBody>
          <a:bodyPr/>
          <a:lstStyle/>
          <a:p>
            <a:pPr>
              <a:defRPr/>
            </a:pPr>
            <a:fld id="{92526887-417A-FC5D-3DB7-604680289C27}"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4893869" name="Slide Image Placeholder 1"/>
          <p:cNvSpPr>
            <a:spLocks noChangeAspect="1" noGrp="1" noRot="1"/>
          </p:cNvSpPr>
          <p:nvPr>
            <p:ph type="sldImg"/>
          </p:nvPr>
        </p:nvSpPr>
        <p:spPr bwMode="auto"/>
      </p:sp>
      <p:sp>
        <p:nvSpPr>
          <p:cNvPr id="1156972163" name="Notes Placeholder 2"/>
          <p:cNvSpPr>
            <a:spLocks noGrp="1"/>
          </p:cNvSpPr>
          <p:nvPr>
            <p:ph type="body" idx="1"/>
          </p:nvPr>
        </p:nvSpPr>
        <p:spPr bwMode="auto"/>
        <p:txBody>
          <a:bodyPr/>
          <a:lstStyle/>
          <a:p>
            <a:pPr>
              <a:defRPr/>
            </a:pPr>
            <a:endParaRPr/>
          </a:p>
        </p:txBody>
      </p:sp>
      <p:sp>
        <p:nvSpPr>
          <p:cNvPr id="371662099" name="Slide Number Placeholder 3"/>
          <p:cNvSpPr>
            <a:spLocks noGrp="1"/>
          </p:cNvSpPr>
          <p:nvPr>
            <p:ph type="sldNum" sz="quarter" idx="10"/>
          </p:nvPr>
        </p:nvSpPr>
        <p:spPr bwMode="auto"/>
        <p:txBody>
          <a:bodyPr/>
          <a:lstStyle/>
          <a:p>
            <a:pPr>
              <a:defRPr/>
            </a:pPr>
            <a:fld id="{1289C3ED-A1E5-F975-B4E3-B4BFE3D51DA9}"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3349628" name="Slide Image Placeholder 1"/>
          <p:cNvSpPr>
            <a:spLocks noChangeAspect="1" noGrp="1" noRot="1"/>
          </p:cNvSpPr>
          <p:nvPr>
            <p:ph type="sldImg"/>
          </p:nvPr>
        </p:nvSpPr>
        <p:spPr bwMode="auto"/>
      </p:sp>
      <p:sp>
        <p:nvSpPr>
          <p:cNvPr id="463168623" name="Notes Placeholder 2"/>
          <p:cNvSpPr>
            <a:spLocks noGrp="1"/>
          </p:cNvSpPr>
          <p:nvPr>
            <p:ph type="body" idx="1"/>
          </p:nvPr>
        </p:nvSpPr>
        <p:spPr bwMode="auto"/>
        <p:txBody>
          <a:bodyPr/>
          <a:lstStyle/>
          <a:p>
            <a:pPr>
              <a:defRPr/>
            </a:pPr>
            <a:endParaRPr/>
          </a:p>
        </p:txBody>
      </p:sp>
      <p:sp>
        <p:nvSpPr>
          <p:cNvPr id="1605050802" name="Slide Number Placeholder 3"/>
          <p:cNvSpPr>
            <a:spLocks noGrp="1"/>
          </p:cNvSpPr>
          <p:nvPr>
            <p:ph type="sldNum" sz="quarter" idx="10"/>
          </p:nvPr>
        </p:nvSpPr>
        <p:spPr bwMode="auto"/>
        <p:txBody>
          <a:bodyPr/>
          <a:lstStyle/>
          <a:p>
            <a:pPr>
              <a:defRPr/>
            </a:pPr>
            <a:fld id="{D34A9015-A362-0E32-627C-3EBC75E72926}"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7868091" name="Slide Image Placeholder 1"/>
          <p:cNvSpPr>
            <a:spLocks noChangeAspect="1" noGrp="1" noRot="1"/>
          </p:cNvSpPr>
          <p:nvPr>
            <p:ph type="sldImg"/>
          </p:nvPr>
        </p:nvSpPr>
        <p:spPr bwMode="auto"/>
      </p:sp>
      <p:sp>
        <p:nvSpPr>
          <p:cNvPr id="992516199" name="Notes Placeholder 2"/>
          <p:cNvSpPr>
            <a:spLocks noGrp="1"/>
          </p:cNvSpPr>
          <p:nvPr>
            <p:ph type="body" idx="1"/>
          </p:nvPr>
        </p:nvSpPr>
        <p:spPr bwMode="auto"/>
        <p:txBody>
          <a:bodyPr/>
          <a:lstStyle/>
          <a:p>
            <a:pPr>
              <a:defRPr/>
            </a:pPr>
            <a:endParaRPr/>
          </a:p>
        </p:txBody>
      </p:sp>
      <p:sp>
        <p:nvSpPr>
          <p:cNvPr id="1477438684" name="Slide Number Placeholder 3"/>
          <p:cNvSpPr>
            <a:spLocks noGrp="1"/>
          </p:cNvSpPr>
          <p:nvPr>
            <p:ph type="sldNum" sz="quarter" idx="10"/>
          </p:nvPr>
        </p:nvSpPr>
        <p:spPr bwMode="auto"/>
        <p:txBody>
          <a:bodyPr/>
          <a:lstStyle/>
          <a:p>
            <a:pPr>
              <a:defRPr/>
            </a:pPr>
            <a:fld id="{3BE2BB51-EADA-3BDC-DDA8-ED9A388EB4C1}"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6806652" name="Slide Image Placeholder 1"/>
          <p:cNvSpPr>
            <a:spLocks noChangeAspect="1" noGrp="1" noRot="1"/>
          </p:cNvSpPr>
          <p:nvPr>
            <p:ph type="sldImg"/>
          </p:nvPr>
        </p:nvSpPr>
        <p:spPr bwMode="auto"/>
      </p:sp>
      <p:sp>
        <p:nvSpPr>
          <p:cNvPr id="247233935" name="Notes Placeholder 2"/>
          <p:cNvSpPr>
            <a:spLocks noGrp="1"/>
          </p:cNvSpPr>
          <p:nvPr>
            <p:ph type="body" idx="1"/>
          </p:nvPr>
        </p:nvSpPr>
        <p:spPr bwMode="auto"/>
        <p:txBody>
          <a:bodyPr/>
          <a:lstStyle/>
          <a:p>
            <a:pPr>
              <a:defRPr/>
            </a:pPr>
            <a:endParaRPr/>
          </a:p>
        </p:txBody>
      </p:sp>
      <p:sp>
        <p:nvSpPr>
          <p:cNvPr id="591815254" name="Slide Number Placeholder 3"/>
          <p:cNvSpPr>
            <a:spLocks noGrp="1"/>
          </p:cNvSpPr>
          <p:nvPr>
            <p:ph type="sldNum" sz="quarter" idx="10"/>
          </p:nvPr>
        </p:nvSpPr>
        <p:spPr bwMode="auto"/>
        <p:txBody>
          <a:bodyPr/>
          <a:lstStyle/>
          <a:p>
            <a:pPr>
              <a:defRPr/>
            </a:pPr>
            <a:fld id="{8896B659-0D0D-137C-92EF-822A16A390AE}"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199532" name="Slide Image Placeholder 1"/>
          <p:cNvSpPr>
            <a:spLocks noChangeAspect="1" noGrp="1" noRot="1"/>
          </p:cNvSpPr>
          <p:nvPr>
            <p:ph type="sldImg"/>
          </p:nvPr>
        </p:nvSpPr>
        <p:spPr bwMode="auto"/>
      </p:sp>
      <p:sp>
        <p:nvSpPr>
          <p:cNvPr id="1027379467" name="Notes Placeholder 2"/>
          <p:cNvSpPr>
            <a:spLocks noGrp="1"/>
          </p:cNvSpPr>
          <p:nvPr>
            <p:ph type="body" idx="1"/>
          </p:nvPr>
        </p:nvSpPr>
        <p:spPr bwMode="auto"/>
        <p:txBody>
          <a:bodyPr/>
          <a:lstStyle/>
          <a:p>
            <a:pPr>
              <a:defRPr/>
            </a:pPr>
            <a:endParaRPr/>
          </a:p>
        </p:txBody>
      </p:sp>
      <p:sp>
        <p:nvSpPr>
          <p:cNvPr id="658190490" name="Slide Number Placeholder 3"/>
          <p:cNvSpPr>
            <a:spLocks noGrp="1"/>
          </p:cNvSpPr>
          <p:nvPr>
            <p:ph type="sldNum" sz="quarter" idx="10"/>
          </p:nvPr>
        </p:nvSpPr>
        <p:spPr bwMode="auto"/>
        <p:txBody>
          <a:bodyPr/>
          <a:lstStyle/>
          <a:p>
            <a:pPr>
              <a:defRPr/>
            </a:pPr>
            <a:fld id="{72890FE3-36F2-61FE-3FAF-1E75E93C0E35}"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4457646" name="Slide Image Placeholder 1"/>
          <p:cNvSpPr>
            <a:spLocks noChangeAspect="1" noGrp="1" noRot="1"/>
          </p:cNvSpPr>
          <p:nvPr>
            <p:ph type="sldImg"/>
          </p:nvPr>
        </p:nvSpPr>
        <p:spPr bwMode="auto"/>
      </p:sp>
      <p:sp>
        <p:nvSpPr>
          <p:cNvPr id="717489678" name="Notes Placeholder 2"/>
          <p:cNvSpPr>
            <a:spLocks noGrp="1"/>
          </p:cNvSpPr>
          <p:nvPr>
            <p:ph type="body" idx="1"/>
          </p:nvPr>
        </p:nvSpPr>
        <p:spPr bwMode="auto"/>
        <p:txBody>
          <a:bodyPr/>
          <a:lstStyle/>
          <a:p>
            <a:pPr>
              <a:defRPr/>
            </a:pPr>
            <a:endParaRPr/>
          </a:p>
        </p:txBody>
      </p:sp>
      <p:sp>
        <p:nvSpPr>
          <p:cNvPr id="1719633065" name="Slide Number Placeholder 3"/>
          <p:cNvSpPr>
            <a:spLocks noGrp="1"/>
          </p:cNvSpPr>
          <p:nvPr>
            <p:ph type="sldNum" sz="quarter" idx="10"/>
          </p:nvPr>
        </p:nvSpPr>
        <p:spPr bwMode="auto"/>
        <p:txBody>
          <a:bodyPr/>
          <a:lstStyle/>
          <a:p>
            <a:pPr>
              <a:defRPr/>
            </a:pPr>
            <a:fld id="{F28ECA71-7D42-9DCC-DA2D-3827FCE410FC}"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2841051" name="Slide Image Placeholder 1"/>
          <p:cNvSpPr>
            <a:spLocks noChangeAspect="1" noGrp="1" noRot="1"/>
          </p:cNvSpPr>
          <p:nvPr>
            <p:ph type="sldImg"/>
          </p:nvPr>
        </p:nvSpPr>
        <p:spPr bwMode="auto"/>
      </p:sp>
      <p:sp>
        <p:nvSpPr>
          <p:cNvPr id="494374231" name="Notes Placeholder 2"/>
          <p:cNvSpPr>
            <a:spLocks noGrp="1"/>
          </p:cNvSpPr>
          <p:nvPr>
            <p:ph type="body" idx="1"/>
          </p:nvPr>
        </p:nvSpPr>
        <p:spPr bwMode="auto"/>
        <p:txBody>
          <a:bodyPr/>
          <a:lstStyle/>
          <a:p>
            <a:pPr>
              <a:defRPr/>
            </a:pPr>
            <a:endParaRPr/>
          </a:p>
        </p:txBody>
      </p:sp>
      <p:sp>
        <p:nvSpPr>
          <p:cNvPr id="1142118527" name="Slide Number Placeholder 3"/>
          <p:cNvSpPr>
            <a:spLocks noGrp="1"/>
          </p:cNvSpPr>
          <p:nvPr>
            <p:ph type="sldNum" sz="quarter" idx="10"/>
          </p:nvPr>
        </p:nvSpPr>
        <p:spPr bwMode="auto"/>
        <p:txBody>
          <a:bodyPr/>
          <a:lstStyle/>
          <a:p>
            <a:pPr>
              <a:defRPr/>
            </a:pPr>
            <a:fld id="{C4E9C9EA-D0C5-8A16-AC99-D1073920CAE7}"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259431" name="Slide Image Placeholder 1"/>
          <p:cNvSpPr>
            <a:spLocks noChangeAspect="1" noGrp="1" noRot="1"/>
          </p:cNvSpPr>
          <p:nvPr>
            <p:ph type="sldImg"/>
          </p:nvPr>
        </p:nvSpPr>
        <p:spPr bwMode="auto"/>
      </p:sp>
      <p:sp>
        <p:nvSpPr>
          <p:cNvPr id="106096859" name="Notes Placeholder 2"/>
          <p:cNvSpPr>
            <a:spLocks noGrp="1"/>
          </p:cNvSpPr>
          <p:nvPr>
            <p:ph type="body" idx="1"/>
          </p:nvPr>
        </p:nvSpPr>
        <p:spPr bwMode="auto"/>
        <p:txBody>
          <a:bodyPr/>
          <a:lstStyle/>
          <a:p>
            <a:pPr>
              <a:defRPr/>
            </a:pPr>
            <a:endParaRPr/>
          </a:p>
        </p:txBody>
      </p:sp>
      <p:sp>
        <p:nvSpPr>
          <p:cNvPr id="1528636009" name="Slide Number Placeholder 3"/>
          <p:cNvSpPr>
            <a:spLocks noGrp="1"/>
          </p:cNvSpPr>
          <p:nvPr>
            <p:ph type="sldNum" sz="quarter" idx="10"/>
          </p:nvPr>
        </p:nvSpPr>
        <p:spPr bwMode="auto"/>
        <p:txBody>
          <a:bodyPr/>
          <a:lstStyle/>
          <a:p>
            <a:pPr>
              <a:defRPr/>
            </a:pPr>
            <a:fld id="{BA324B50-0E93-7B2A-65EE-990BB005D20C}"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3787530" name="Slide Image Placeholder 1"/>
          <p:cNvSpPr>
            <a:spLocks noChangeAspect="1" noGrp="1" noRot="1"/>
          </p:cNvSpPr>
          <p:nvPr>
            <p:ph type="sldImg"/>
          </p:nvPr>
        </p:nvSpPr>
        <p:spPr bwMode="auto"/>
      </p:sp>
      <p:sp>
        <p:nvSpPr>
          <p:cNvPr id="1106650128" name="Notes Placeholder 2"/>
          <p:cNvSpPr>
            <a:spLocks noGrp="1"/>
          </p:cNvSpPr>
          <p:nvPr>
            <p:ph type="body" idx="1"/>
          </p:nvPr>
        </p:nvSpPr>
        <p:spPr bwMode="auto"/>
        <p:txBody>
          <a:bodyPr/>
          <a:lstStyle/>
          <a:p>
            <a:pPr>
              <a:defRPr/>
            </a:pPr>
            <a:endParaRPr/>
          </a:p>
        </p:txBody>
      </p:sp>
      <p:sp>
        <p:nvSpPr>
          <p:cNvPr id="1185572985" name="Slide Number Placeholder 3"/>
          <p:cNvSpPr>
            <a:spLocks noGrp="1"/>
          </p:cNvSpPr>
          <p:nvPr>
            <p:ph type="sldNum" sz="quarter" idx="10"/>
          </p:nvPr>
        </p:nvSpPr>
        <p:spPr bwMode="auto"/>
        <p:txBody>
          <a:bodyPr/>
          <a:lstStyle/>
          <a:p>
            <a:pPr>
              <a:defRPr/>
            </a:pPr>
            <a:fld id="{846789BF-8A8A-C141-2107-79764C506478}"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59073" name="Slide Image Placeholder 1"/>
          <p:cNvSpPr>
            <a:spLocks noChangeAspect="1" noGrp="1" noRot="1"/>
          </p:cNvSpPr>
          <p:nvPr>
            <p:ph type="sldImg"/>
          </p:nvPr>
        </p:nvSpPr>
        <p:spPr bwMode="auto"/>
      </p:sp>
      <p:sp>
        <p:nvSpPr>
          <p:cNvPr id="1379387455" name="Notes Placeholder 2"/>
          <p:cNvSpPr>
            <a:spLocks noGrp="1"/>
          </p:cNvSpPr>
          <p:nvPr>
            <p:ph type="body" idx="1"/>
          </p:nvPr>
        </p:nvSpPr>
        <p:spPr bwMode="auto"/>
        <p:txBody>
          <a:bodyPr/>
          <a:lstStyle/>
          <a:p>
            <a:pPr>
              <a:defRPr/>
            </a:pPr>
            <a:endParaRPr/>
          </a:p>
        </p:txBody>
      </p:sp>
      <p:sp>
        <p:nvSpPr>
          <p:cNvPr id="451729544" name="Slide Number Placeholder 3"/>
          <p:cNvSpPr>
            <a:spLocks noGrp="1"/>
          </p:cNvSpPr>
          <p:nvPr>
            <p:ph type="sldNum" sz="quarter" idx="10"/>
          </p:nvPr>
        </p:nvSpPr>
        <p:spPr bwMode="auto"/>
        <p:txBody>
          <a:bodyPr/>
          <a:lstStyle/>
          <a:p>
            <a:pPr>
              <a:defRPr/>
            </a:pPr>
            <a:fld id="{B3763A53-653B-8F0A-FDDD-40D3067DCFB2}"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0232833" name="Slide Image Placeholder 1"/>
          <p:cNvSpPr>
            <a:spLocks noChangeAspect="1" noGrp="1" noRot="1"/>
          </p:cNvSpPr>
          <p:nvPr>
            <p:ph type="sldImg"/>
          </p:nvPr>
        </p:nvSpPr>
        <p:spPr bwMode="auto"/>
      </p:sp>
      <p:sp>
        <p:nvSpPr>
          <p:cNvPr id="2083710764" name="Notes Placeholder 2"/>
          <p:cNvSpPr>
            <a:spLocks noGrp="1"/>
          </p:cNvSpPr>
          <p:nvPr>
            <p:ph type="body" idx="1"/>
          </p:nvPr>
        </p:nvSpPr>
        <p:spPr bwMode="auto"/>
        <p:txBody>
          <a:bodyPr/>
          <a:lstStyle/>
          <a:p>
            <a:pPr>
              <a:defRPr/>
            </a:pPr>
            <a:endParaRPr/>
          </a:p>
        </p:txBody>
      </p:sp>
      <p:sp>
        <p:nvSpPr>
          <p:cNvPr id="213114766" name="Slide Number Placeholder 3"/>
          <p:cNvSpPr>
            <a:spLocks noGrp="1"/>
          </p:cNvSpPr>
          <p:nvPr>
            <p:ph type="sldNum" sz="quarter" idx="10"/>
          </p:nvPr>
        </p:nvSpPr>
        <p:spPr bwMode="auto"/>
        <p:txBody>
          <a:bodyPr/>
          <a:lstStyle/>
          <a:p>
            <a:pPr>
              <a:defRPr/>
            </a:pPr>
            <a:fld id="{292856DD-B1FD-3949-450A-748E65E111A0}"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30122262" name="Slide Image Placeholder 1"/>
          <p:cNvSpPr>
            <a:spLocks noChangeAspect="1" noGrp="1" noRot="1"/>
          </p:cNvSpPr>
          <p:nvPr>
            <p:ph type="sldImg"/>
          </p:nvPr>
        </p:nvSpPr>
        <p:spPr bwMode="auto"/>
      </p:sp>
      <p:sp>
        <p:nvSpPr>
          <p:cNvPr id="868823997" name="Notes Placeholder 2"/>
          <p:cNvSpPr>
            <a:spLocks noGrp="1"/>
          </p:cNvSpPr>
          <p:nvPr>
            <p:ph type="body" idx="1"/>
          </p:nvPr>
        </p:nvSpPr>
        <p:spPr bwMode="auto"/>
        <p:txBody>
          <a:bodyPr/>
          <a:lstStyle/>
          <a:p>
            <a:pPr>
              <a:defRPr/>
            </a:pPr>
            <a:endParaRPr/>
          </a:p>
        </p:txBody>
      </p:sp>
      <p:sp>
        <p:nvSpPr>
          <p:cNvPr id="780354298" name="Slide Number Placeholder 3"/>
          <p:cNvSpPr>
            <a:spLocks noGrp="1"/>
          </p:cNvSpPr>
          <p:nvPr>
            <p:ph type="sldNum" sz="quarter" idx="10"/>
          </p:nvPr>
        </p:nvSpPr>
        <p:spPr bwMode="auto"/>
        <p:txBody>
          <a:bodyPr/>
          <a:lstStyle/>
          <a:p>
            <a:pPr>
              <a:defRPr/>
            </a:pPr>
            <a:fld id="{B6283160-E820-CB5F-8686-C280DB1BBC86}"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3089102" name="Slide Image Placeholder 1"/>
          <p:cNvSpPr>
            <a:spLocks noChangeAspect="1" noGrp="1" noRot="1"/>
          </p:cNvSpPr>
          <p:nvPr>
            <p:ph type="sldImg"/>
          </p:nvPr>
        </p:nvSpPr>
        <p:spPr bwMode="auto"/>
      </p:sp>
      <p:sp>
        <p:nvSpPr>
          <p:cNvPr id="1549619302" name="Notes Placeholder 2"/>
          <p:cNvSpPr>
            <a:spLocks noGrp="1"/>
          </p:cNvSpPr>
          <p:nvPr>
            <p:ph type="body" idx="1"/>
          </p:nvPr>
        </p:nvSpPr>
        <p:spPr bwMode="auto"/>
        <p:txBody>
          <a:bodyPr/>
          <a:lstStyle/>
          <a:p>
            <a:pPr>
              <a:defRPr/>
            </a:pPr>
            <a:endParaRPr/>
          </a:p>
        </p:txBody>
      </p:sp>
      <p:sp>
        <p:nvSpPr>
          <p:cNvPr id="1334828154" name="Slide Number Placeholder 3"/>
          <p:cNvSpPr>
            <a:spLocks noGrp="1"/>
          </p:cNvSpPr>
          <p:nvPr>
            <p:ph type="sldNum" sz="quarter" idx="10"/>
          </p:nvPr>
        </p:nvSpPr>
        <p:spPr bwMode="auto"/>
        <p:txBody>
          <a:bodyPr/>
          <a:lstStyle/>
          <a:p>
            <a:pPr>
              <a:defRPr/>
            </a:pPr>
            <a:fld id="{3672F173-1261-400B-DD91-164242E331EA}" type="slidenum">
              <a:rPr/>
              <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734092" name="Slide Image Placeholder 1"/>
          <p:cNvSpPr>
            <a:spLocks noChangeAspect="1" noGrp="1" noRot="1"/>
          </p:cNvSpPr>
          <p:nvPr>
            <p:ph type="sldImg"/>
          </p:nvPr>
        </p:nvSpPr>
        <p:spPr bwMode="auto"/>
      </p:sp>
      <p:sp>
        <p:nvSpPr>
          <p:cNvPr id="1102536230" name="Notes Placeholder 2"/>
          <p:cNvSpPr>
            <a:spLocks noGrp="1"/>
          </p:cNvSpPr>
          <p:nvPr>
            <p:ph type="body" idx="1"/>
          </p:nvPr>
        </p:nvSpPr>
        <p:spPr bwMode="auto"/>
        <p:txBody>
          <a:bodyPr/>
          <a:lstStyle/>
          <a:p>
            <a:pPr>
              <a:defRPr/>
            </a:pPr>
            <a:endParaRPr/>
          </a:p>
        </p:txBody>
      </p:sp>
      <p:sp>
        <p:nvSpPr>
          <p:cNvPr id="1590556644" name="Slide Number Placeholder 3"/>
          <p:cNvSpPr>
            <a:spLocks noGrp="1"/>
          </p:cNvSpPr>
          <p:nvPr>
            <p:ph type="sldNum" sz="quarter" idx="10"/>
          </p:nvPr>
        </p:nvSpPr>
        <p:spPr bwMode="auto"/>
        <p:txBody>
          <a:bodyPr/>
          <a:lstStyle/>
          <a:p>
            <a:pPr>
              <a:defRPr/>
            </a:pPr>
            <a:fld id="{E8EAD88F-53EB-99E7-4867-1369A2FB5635}" type="slidenum">
              <a:rPr/>
              <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1635212" name="Slide Image Placeholder 1"/>
          <p:cNvSpPr>
            <a:spLocks noChangeAspect="1" noGrp="1" noRot="1"/>
          </p:cNvSpPr>
          <p:nvPr>
            <p:ph type="sldImg"/>
          </p:nvPr>
        </p:nvSpPr>
        <p:spPr bwMode="auto"/>
      </p:sp>
      <p:sp>
        <p:nvSpPr>
          <p:cNvPr id="700287351" name="Notes Placeholder 2"/>
          <p:cNvSpPr>
            <a:spLocks noGrp="1"/>
          </p:cNvSpPr>
          <p:nvPr>
            <p:ph type="body" idx="1"/>
          </p:nvPr>
        </p:nvSpPr>
        <p:spPr bwMode="auto"/>
        <p:txBody>
          <a:bodyPr/>
          <a:lstStyle/>
          <a:p>
            <a:pPr>
              <a:defRPr/>
            </a:pPr>
            <a:endParaRPr/>
          </a:p>
        </p:txBody>
      </p:sp>
      <p:sp>
        <p:nvSpPr>
          <p:cNvPr id="214285652" name="Slide Number Placeholder 3"/>
          <p:cNvSpPr>
            <a:spLocks noGrp="1"/>
          </p:cNvSpPr>
          <p:nvPr>
            <p:ph type="sldNum" sz="quarter" idx="10"/>
          </p:nvPr>
        </p:nvSpPr>
        <p:spPr bwMode="auto"/>
        <p:txBody>
          <a:bodyPr/>
          <a:lstStyle/>
          <a:p>
            <a:pPr>
              <a:defRPr/>
            </a:pPr>
            <a:fld id="{113E1A94-3978-23BE-18F0-1FF6ABD1CBD9}" type="slidenum">
              <a:rPr/>
              <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1129455" name="Slide Image Placeholder 1"/>
          <p:cNvSpPr>
            <a:spLocks noChangeAspect="1" noGrp="1" noRot="1"/>
          </p:cNvSpPr>
          <p:nvPr>
            <p:ph type="sldImg"/>
          </p:nvPr>
        </p:nvSpPr>
        <p:spPr bwMode="auto"/>
      </p:sp>
      <p:sp>
        <p:nvSpPr>
          <p:cNvPr id="1917070154" name="Notes Placeholder 2"/>
          <p:cNvSpPr>
            <a:spLocks noGrp="1"/>
          </p:cNvSpPr>
          <p:nvPr>
            <p:ph type="body" idx="1"/>
          </p:nvPr>
        </p:nvSpPr>
        <p:spPr bwMode="auto"/>
        <p:txBody>
          <a:bodyPr/>
          <a:lstStyle/>
          <a:p>
            <a:pPr>
              <a:defRPr/>
            </a:pPr>
            <a:endParaRPr/>
          </a:p>
        </p:txBody>
      </p:sp>
      <p:sp>
        <p:nvSpPr>
          <p:cNvPr id="1804807486" name="Slide Number Placeholder 3"/>
          <p:cNvSpPr>
            <a:spLocks noGrp="1"/>
          </p:cNvSpPr>
          <p:nvPr>
            <p:ph type="sldNum" sz="quarter" idx="10"/>
          </p:nvPr>
        </p:nvSpPr>
        <p:spPr bwMode="auto"/>
        <p:txBody>
          <a:bodyPr/>
          <a:lstStyle/>
          <a:p>
            <a:pPr>
              <a:defRPr/>
            </a:pPr>
            <a:fld id="{F626E6BB-64EC-813F-23A3-78DBA3CAF349}" type="slidenum">
              <a:rPr/>
              <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4052483" name="Slide Image Placeholder 1"/>
          <p:cNvSpPr>
            <a:spLocks noChangeAspect="1" noGrp="1" noRot="1"/>
          </p:cNvSpPr>
          <p:nvPr>
            <p:ph type="sldImg"/>
          </p:nvPr>
        </p:nvSpPr>
        <p:spPr bwMode="auto"/>
      </p:sp>
      <p:sp>
        <p:nvSpPr>
          <p:cNvPr id="1949248097" name="Notes Placeholder 2"/>
          <p:cNvSpPr>
            <a:spLocks noGrp="1"/>
          </p:cNvSpPr>
          <p:nvPr>
            <p:ph type="body" idx="1"/>
          </p:nvPr>
        </p:nvSpPr>
        <p:spPr bwMode="auto"/>
        <p:txBody>
          <a:bodyPr/>
          <a:lstStyle/>
          <a:p>
            <a:pPr>
              <a:defRPr/>
            </a:pPr>
            <a:endParaRPr/>
          </a:p>
        </p:txBody>
      </p:sp>
      <p:sp>
        <p:nvSpPr>
          <p:cNvPr id="919489787" name="Slide Number Placeholder 3"/>
          <p:cNvSpPr>
            <a:spLocks noGrp="1"/>
          </p:cNvSpPr>
          <p:nvPr>
            <p:ph type="sldNum" sz="quarter" idx="10"/>
          </p:nvPr>
        </p:nvSpPr>
        <p:spPr bwMode="auto"/>
        <p:txBody>
          <a:bodyPr/>
          <a:lstStyle/>
          <a:p>
            <a:pPr>
              <a:defRPr/>
            </a:pPr>
            <a:fld id="{BEB6C2F3-DE2C-DF24-3C4C-DB1166DFEF25}" type="slidenum">
              <a:rPr/>
              <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3223176" name="Slide Image Placeholder 1"/>
          <p:cNvSpPr>
            <a:spLocks noChangeAspect="1" noGrp="1" noRot="1"/>
          </p:cNvSpPr>
          <p:nvPr>
            <p:ph type="sldImg"/>
          </p:nvPr>
        </p:nvSpPr>
        <p:spPr bwMode="auto"/>
      </p:sp>
      <p:sp>
        <p:nvSpPr>
          <p:cNvPr id="791247427" name="Notes Placeholder 2"/>
          <p:cNvSpPr>
            <a:spLocks noGrp="1"/>
          </p:cNvSpPr>
          <p:nvPr>
            <p:ph type="body" idx="1"/>
          </p:nvPr>
        </p:nvSpPr>
        <p:spPr bwMode="auto"/>
        <p:txBody>
          <a:bodyPr/>
          <a:lstStyle/>
          <a:p>
            <a:pPr>
              <a:defRPr/>
            </a:pPr>
            <a:endParaRPr/>
          </a:p>
        </p:txBody>
      </p:sp>
      <p:sp>
        <p:nvSpPr>
          <p:cNvPr id="1800540311" name="Slide Number Placeholder 3"/>
          <p:cNvSpPr>
            <a:spLocks noGrp="1"/>
          </p:cNvSpPr>
          <p:nvPr>
            <p:ph type="sldNum" sz="quarter" idx="10"/>
          </p:nvPr>
        </p:nvSpPr>
        <p:spPr bwMode="auto"/>
        <p:txBody>
          <a:bodyPr/>
          <a:lstStyle/>
          <a:p>
            <a:pPr>
              <a:defRPr/>
            </a:pPr>
            <a:fld id="{F46B5351-9DAF-0272-55C9-595D51A67E16}" type="slidenum">
              <a:rPr/>
              <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7823038" name="Slide Image Placeholder 1"/>
          <p:cNvSpPr>
            <a:spLocks noChangeAspect="1" noGrp="1" noRot="1"/>
          </p:cNvSpPr>
          <p:nvPr>
            <p:ph type="sldImg"/>
          </p:nvPr>
        </p:nvSpPr>
        <p:spPr bwMode="auto"/>
      </p:sp>
      <p:sp>
        <p:nvSpPr>
          <p:cNvPr id="877781703" name="Notes Placeholder 2"/>
          <p:cNvSpPr>
            <a:spLocks noGrp="1"/>
          </p:cNvSpPr>
          <p:nvPr>
            <p:ph type="body" idx="1"/>
          </p:nvPr>
        </p:nvSpPr>
        <p:spPr bwMode="auto"/>
        <p:txBody>
          <a:bodyPr/>
          <a:lstStyle/>
          <a:p>
            <a:pPr>
              <a:defRPr/>
            </a:pPr>
            <a:endParaRPr/>
          </a:p>
        </p:txBody>
      </p:sp>
      <p:sp>
        <p:nvSpPr>
          <p:cNvPr id="496032243" name="Slide Number Placeholder 3"/>
          <p:cNvSpPr>
            <a:spLocks noGrp="1"/>
          </p:cNvSpPr>
          <p:nvPr>
            <p:ph type="sldNum" sz="quarter" idx="10"/>
          </p:nvPr>
        </p:nvSpPr>
        <p:spPr bwMode="auto"/>
        <p:txBody>
          <a:bodyPr/>
          <a:lstStyle/>
          <a:p>
            <a:pPr>
              <a:defRPr/>
            </a:pPr>
            <a:fld id="{85B17EEF-8D2B-0DB9-78D7-ECE1F209AAC4}" type="slidenum">
              <a:rPr/>
              <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7481009" name="Slide Image Placeholder 1"/>
          <p:cNvSpPr>
            <a:spLocks noChangeAspect="1" noGrp="1" noRot="1"/>
          </p:cNvSpPr>
          <p:nvPr>
            <p:ph type="sldImg"/>
          </p:nvPr>
        </p:nvSpPr>
        <p:spPr bwMode="auto"/>
      </p:sp>
      <p:sp>
        <p:nvSpPr>
          <p:cNvPr id="1174219022" name="Notes Placeholder 2"/>
          <p:cNvSpPr>
            <a:spLocks noGrp="1"/>
          </p:cNvSpPr>
          <p:nvPr>
            <p:ph type="body" idx="1"/>
          </p:nvPr>
        </p:nvSpPr>
        <p:spPr bwMode="auto"/>
        <p:txBody>
          <a:bodyPr/>
          <a:lstStyle/>
          <a:p>
            <a:pPr>
              <a:defRPr/>
            </a:pPr>
            <a:endParaRPr/>
          </a:p>
        </p:txBody>
      </p:sp>
      <p:sp>
        <p:nvSpPr>
          <p:cNvPr id="1594168974" name="Slide Number Placeholder 3"/>
          <p:cNvSpPr>
            <a:spLocks noGrp="1"/>
          </p:cNvSpPr>
          <p:nvPr>
            <p:ph type="sldNum" sz="quarter" idx="10"/>
          </p:nvPr>
        </p:nvSpPr>
        <p:spPr bwMode="auto"/>
        <p:txBody>
          <a:bodyPr/>
          <a:lstStyle/>
          <a:p>
            <a:pPr>
              <a:defRPr/>
            </a:pPr>
            <a:fld id="{99377636-A712-215A-99B4-39353C233AE0}" type="slidenum">
              <a:rPr/>
              <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7232996" name="Slide Image Placeholder 1"/>
          <p:cNvSpPr>
            <a:spLocks noChangeAspect="1" noGrp="1" noRot="1"/>
          </p:cNvSpPr>
          <p:nvPr>
            <p:ph type="sldImg"/>
          </p:nvPr>
        </p:nvSpPr>
        <p:spPr bwMode="auto"/>
      </p:sp>
      <p:sp>
        <p:nvSpPr>
          <p:cNvPr id="1943244380" name="Notes Placeholder 2"/>
          <p:cNvSpPr>
            <a:spLocks noGrp="1"/>
          </p:cNvSpPr>
          <p:nvPr>
            <p:ph type="body" idx="1"/>
          </p:nvPr>
        </p:nvSpPr>
        <p:spPr bwMode="auto"/>
        <p:txBody>
          <a:bodyPr/>
          <a:lstStyle/>
          <a:p>
            <a:pPr>
              <a:defRPr/>
            </a:pPr>
            <a:endParaRPr/>
          </a:p>
        </p:txBody>
      </p:sp>
      <p:sp>
        <p:nvSpPr>
          <p:cNvPr id="1079580794" name="Slide Number Placeholder 3"/>
          <p:cNvSpPr>
            <a:spLocks noGrp="1"/>
          </p:cNvSpPr>
          <p:nvPr>
            <p:ph type="sldNum" sz="quarter" idx="10"/>
          </p:nvPr>
        </p:nvSpPr>
        <p:spPr bwMode="auto"/>
        <p:txBody>
          <a:bodyPr/>
          <a:lstStyle/>
          <a:p>
            <a:pPr>
              <a:defRPr/>
            </a:pPr>
            <a:fld id="{0E000D36-A770-D10F-B094-21B84D82D292}" type="slidenum">
              <a:rPr/>
              <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5527508" name="Slide Image Placeholder 1"/>
          <p:cNvSpPr>
            <a:spLocks noChangeAspect="1" noGrp="1" noRot="1"/>
          </p:cNvSpPr>
          <p:nvPr>
            <p:ph type="sldImg"/>
          </p:nvPr>
        </p:nvSpPr>
        <p:spPr bwMode="auto"/>
      </p:sp>
      <p:sp>
        <p:nvSpPr>
          <p:cNvPr id="177537605" name="Notes Placeholder 2"/>
          <p:cNvSpPr>
            <a:spLocks noGrp="1"/>
          </p:cNvSpPr>
          <p:nvPr>
            <p:ph type="body" idx="1"/>
          </p:nvPr>
        </p:nvSpPr>
        <p:spPr bwMode="auto"/>
        <p:txBody>
          <a:bodyPr/>
          <a:lstStyle/>
          <a:p>
            <a:pPr>
              <a:defRPr/>
            </a:pPr>
            <a:endParaRPr/>
          </a:p>
        </p:txBody>
      </p:sp>
      <p:sp>
        <p:nvSpPr>
          <p:cNvPr id="1166620602" name="Slide Number Placeholder 3"/>
          <p:cNvSpPr>
            <a:spLocks noGrp="1"/>
          </p:cNvSpPr>
          <p:nvPr>
            <p:ph type="sldNum" sz="quarter" idx="10"/>
          </p:nvPr>
        </p:nvSpPr>
        <p:spPr bwMode="auto"/>
        <p:txBody>
          <a:bodyPr/>
          <a:lstStyle/>
          <a:p>
            <a:pPr>
              <a:defRPr/>
            </a:pPr>
            <a:fld id="{7C2FADE5-E39F-5DF0-6580-A4AE781C6238}" type="slidenum">
              <a:rPr/>
              <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07621980" name="Slide Image Placeholder 1"/>
          <p:cNvSpPr>
            <a:spLocks noChangeAspect="1" noGrp="1" noRot="1"/>
          </p:cNvSpPr>
          <p:nvPr>
            <p:ph type="sldImg"/>
          </p:nvPr>
        </p:nvSpPr>
        <p:spPr bwMode="auto"/>
      </p:sp>
      <p:sp>
        <p:nvSpPr>
          <p:cNvPr id="312062584" name="Notes Placeholder 2"/>
          <p:cNvSpPr>
            <a:spLocks noGrp="1"/>
          </p:cNvSpPr>
          <p:nvPr>
            <p:ph type="body" idx="1"/>
          </p:nvPr>
        </p:nvSpPr>
        <p:spPr bwMode="auto"/>
        <p:txBody>
          <a:bodyPr/>
          <a:lstStyle/>
          <a:p>
            <a:pPr>
              <a:defRPr/>
            </a:pPr>
            <a:endParaRPr/>
          </a:p>
        </p:txBody>
      </p:sp>
      <p:sp>
        <p:nvSpPr>
          <p:cNvPr id="470032182" name="Slide Number Placeholder 3"/>
          <p:cNvSpPr>
            <a:spLocks noGrp="1"/>
          </p:cNvSpPr>
          <p:nvPr>
            <p:ph type="sldNum" sz="quarter" idx="10"/>
          </p:nvPr>
        </p:nvSpPr>
        <p:spPr bwMode="auto"/>
        <p:txBody>
          <a:bodyPr/>
          <a:lstStyle/>
          <a:p>
            <a:pPr>
              <a:defRPr/>
            </a:pPr>
            <a:fld id="{13F84FDF-04F1-C98D-038A-F75045A13575}" type="slidenum">
              <a:rPr/>
              <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0890640" name="Slide Image Placeholder 1"/>
          <p:cNvSpPr>
            <a:spLocks noChangeAspect="1" noGrp="1" noRot="1"/>
          </p:cNvSpPr>
          <p:nvPr>
            <p:ph type="sldImg"/>
          </p:nvPr>
        </p:nvSpPr>
        <p:spPr bwMode="auto"/>
      </p:sp>
      <p:sp>
        <p:nvSpPr>
          <p:cNvPr id="351205442" name="Notes Placeholder 2"/>
          <p:cNvSpPr>
            <a:spLocks noGrp="1"/>
          </p:cNvSpPr>
          <p:nvPr>
            <p:ph type="body" idx="1"/>
          </p:nvPr>
        </p:nvSpPr>
        <p:spPr bwMode="auto"/>
        <p:txBody>
          <a:bodyPr/>
          <a:lstStyle/>
          <a:p>
            <a:pPr>
              <a:defRPr/>
            </a:pPr>
            <a:endParaRPr/>
          </a:p>
        </p:txBody>
      </p:sp>
      <p:sp>
        <p:nvSpPr>
          <p:cNvPr id="1118586704" name="Slide Number Placeholder 3"/>
          <p:cNvSpPr>
            <a:spLocks noGrp="1"/>
          </p:cNvSpPr>
          <p:nvPr>
            <p:ph type="sldNum" sz="quarter" idx="10"/>
          </p:nvPr>
        </p:nvSpPr>
        <p:spPr bwMode="auto"/>
        <p:txBody>
          <a:bodyPr/>
          <a:lstStyle/>
          <a:p>
            <a:pPr>
              <a:defRPr/>
            </a:pPr>
            <a:fld id="{DCA8AD87-C3CB-800B-A770-F73DBFE8F0C2}" type="slidenum">
              <a:rPr/>
              <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81390497" name="Slide Image Placeholder 1"/>
          <p:cNvSpPr>
            <a:spLocks noChangeAspect="1" noGrp="1" noRot="1"/>
          </p:cNvSpPr>
          <p:nvPr>
            <p:ph type="sldImg"/>
          </p:nvPr>
        </p:nvSpPr>
        <p:spPr bwMode="auto"/>
      </p:sp>
      <p:sp>
        <p:nvSpPr>
          <p:cNvPr id="143211379" name="Notes Placeholder 2"/>
          <p:cNvSpPr>
            <a:spLocks noGrp="1"/>
          </p:cNvSpPr>
          <p:nvPr>
            <p:ph type="body" idx="1"/>
          </p:nvPr>
        </p:nvSpPr>
        <p:spPr bwMode="auto"/>
        <p:txBody>
          <a:bodyPr/>
          <a:lstStyle/>
          <a:p>
            <a:pPr>
              <a:defRPr/>
            </a:pPr>
            <a:endParaRPr/>
          </a:p>
        </p:txBody>
      </p:sp>
      <p:sp>
        <p:nvSpPr>
          <p:cNvPr id="1607549800" name="Slide Number Placeholder 3"/>
          <p:cNvSpPr>
            <a:spLocks noGrp="1"/>
          </p:cNvSpPr>
          <p:nvPr>
            <p:ph type="sldNum" sz="quarter" idx="10"/>
          </p:nvPr>
        </p:nvSpPr>
        <p:spPr bwMode="auto"/>
        <p:txBody>
          <a:bodyPr/>
          <a:lstStyle/>
          <a:p>
            <a:pPr>
              <a:defRPr/>
            </a:pPr>
            <a:fld id="{6AF5F1EC-E097-505F-140F-0FA67296C32D}" type="slidenum">
              <a:rPr/>
              <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28339369" name="Slide Image Placeholder 1"/>
          <p:cNvSpPr>
            <a:spLocks noChangeAspect="1" noGrp="1" noRot="1"/>
          </p:cNvSpPr>
          <p:nvPr>
            <p:ph type="sldImg"/>
          </p:nvPr>
        </p:nvSpPr>
        <p:spPr bwMode="auto"/>
      </p:sp>
      <p:sp>
        <p:nvSpPr>
          <p:cNvPr id="1939275642" name="Notes Placeholder 2"/>
          <p:cNvSpPr>
            <a:spLocks noGrp="1"/>
          </p:cNvSpPr>
          <p:nvPr>
            <p:ph type="body" idx="1"/>
          </p:nvPr>
        </p:nvSpPr>
        <p:spPr bwMode="auto"/>
        <p:txBody>
          <a:bodyPr/>
          <a:lstStyle/>
          <a:p>
            <a:pPr>
              <a:defRPr/>
            </a:pPr>
            <a:endParaRPr/>
          </a:p>
        </p:txBody>
      </p:sp>
      <p:sp>
        <p:nvSpPr>
          <p:cNvPr id="654156439" name="Slide Number Placeholder 3"/>
          <p:cNvSpPr>
            <a:spLocks noGrp="1"/>
          </p:cNvSpPr>
          <p:nvPr>
            <p:ph type="sldNum" sz="quarter" idx="10"/>
          </p:nvPr>
        </p:nvSpPr>
        <p:spPr bwMode="auto"/>
        <p:txBody>
          <a:bodyPr/>
          <a:lstStyle/>
          <a:p>
            <a:pPr>
              <a:defRPr/>
            </a:pPr>
            <a:fld id="{825BCBF3-6ECB-4DFA-2795-FC53646534BB}" type="slidenum">
              <a:rPr/>
              <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95664838" name="Slide Image Placeholder 1"/>
          <p:cNvSpPr>
            <a:spLocks noChangeAspect="1" noGrp="1" noRot="1"/>
          </p:cNvSpPr>
          <p:nvPr>
            <p:ph type="sldImg"/>
          </p:nvPr>
        </p:nvSpPr>
        <p:spPr bwMode="auto"/>
      </p:sp>
      <p:sp>
        <p:nvSpPr>
          <p:cNvPr id="466567287" name="Notes Placeholder 2"/>
          <p:cNvSpPr>
            <a:spLocks noGrp="1"/>
          </p:cNvSpPr>
          <p:nvPr>
            <p:ph type="body" idx="1"/>
          </p:nvPr>
        </p:nvSpPr>
        <p:spPr bwMode="auto"/>
        <p:txBody>
          <a:bodyPr/>
          <a:lstStyle/>
          <a:p>
            <a:pPr>
              <a:defRPr/>
            </a:pPr>
            <a:endParaRPr/>
          </a:p>
        </p:txBody>
      </p:sp>
      <p:sp>
        <p:nvSpPr>
          <p:cNvPr id="1804154726" name="Slide Number Placeholder 3"/>
          <p:cNvSpPr>
            <a:spLocks noGrp="1"/>
          </p:cNvSpPr>
          <p:nvPr>
            <p:ph type="sldNum" sz="quarter" idx="10"/>
          </p:nvPr>
        </p:nvSpPr>
        <p:spPr bwMode="auto"/>
        <p:txBody>
          <a:bodyPr/>
          <a:lstStyle/>
          <a:p>
            <a:pPr>
              <a:defRPr/>
            </a:pPr>
            <a:fld id="{50DEE583-A167-B651-BDE0-01D45DD9C96A}" type="slidenum">
              <a:rPr/>
              <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6709134" name="Slide Image Placeholder 1"/>
          <p:cNvSpPr>
            <a:spLocks noChangeAspect="1" noGrp="1" noRot="1"/>
          </p:cNvSpPr>
          <p:nvPr>
            <p:ph type="sldImg"/>
          </p:nvPr>
        </p:nvSpPr>
        <p:spPr bwMode="auto"/>
      </p:sp>
      <p:sp>
        <p:nvSpPr>
          <p:cNvPr id="1694732087" name="Notes Placeholder 2"/>
          <p:cNvSpPr>
            <a:spLocks noGrp="1"/>
          </p:cNvSpPr>
          <p:nvPr>
            <p:ph type="body" idx="1"/>
          </p:nvPr>
        </p:nvSpPr>
        <p:spPr bwMode="auto"/>
        <p:txBody>
          <a:bodyPr/>
          <a:lstStyle/>
          <a:p>
            <a:pPr>
              <a:defRPr/>
            </a:pPr>
            <a:endParaRPr/>
          </a:p>
        </p:txBody>
      </p:sp>
      <p:sp>
        <p:nvSpPr>
          <p:cNvPr id="1786935266" name="Slide Number Placeholder 3"/>
          <p:cNvSpPr>
            <a:spLocks noGrp="1"/>
          </p:cNvSpPr>
          <p:nvPr>
            <p:ph type="sldNum" sz="quarter" idx="10"/>
          </p:nvPr>
        </p:nvSpPr>
        <p:spPr bwMode="auto"/>
        <p:txBody>
          <a:bodyPr/>
          <a:lstStyle/>
          <a:p>
            <a:pPr>
              <a:defRPr/>
            </a:pPr>
            <a:fld id="{EC769EF6-F864-7F32-61DE-87CC5FAC2F04}" type="slidenum">
              <a:rPr/>
              <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480829" name="Slide Image Placeholder 1"/>
          <p:cNvSpPr>
            <a:spLocks noChangeAspect="1" noGrp="1" noRot="1"/>
          </p:cNvSpPr>
          <p:nvPr>
            <p:ph type="sldImg"/>
          </p:nvPr>
        </p:nvSpPr>
        <p:spPr bwMode="auto"/>
      </p:sp>
      <p:sp>
        <p:nvSpPr>
          <p:cNvPr id="1440518421" name="Notes Placeholder 2"/>
          <p:cNvSpPr>
            <a:spLocks noGrp="1"/>
          </p:cNvSpPr>
          <p:nvPr>
            <p:ph type="body" idx="1"/>
          </p:nvPr>
        </p:nvSpPr>
        <p:spPr bwMode="auto"/>
        <p:txBody>
          <a:bodyPr/>
          <a:lstStyle/>
          <a:p>
            <a:pPr>
              <a:defRPr/>
            </a:pPr>
            <a:endParaRPr/>
          </a:p>
        </p:txBody>
      </p:sp>
      <p:sp>
        <p:nvSpPr>
          <p:cNvPr id="1475646164" name="Slide Number Placeholder 3"/>
          <p:cNvSpPr>
            <a:spLocks noGrp="1"/>
          </p:cNvSpPr>
          <p:nvPr>
            <p:ph type="sldNum" sz="quarter" idx="10"/>
          </p:nvPr>
        </p:nvSpPr>
        <p:spPr bwMode="auto"/>
        <p:txBody>
          <a:bodyPr/>
          <a:lstStyle/>
          <a:p>
            <a:pPr>
              <a:defRPr/>
            </a:pPr>
            <a:fld id="{7DC62D53-2FB8-A716-B057-747DEB609933}" type="slidenum">
              <a:rPr/>
              <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6116051" name="Slide Image Placeholder 1"/>
          <p:cNvSpPr>
            <a:spLocks noChangeAspect="1" noGrp="1" noRot="1"/>
          </p:cNvSpPr>
          <p:nvPr>
            <p:ph type="sldImg"/>
          </p:nvPr>
        </p:nvSpPr>
        <p:spPr bwMode="auto"/>
      </p:sp>
      <p:sp>
        <p:nvSpPr>
          <p:cNvPr id="929281378" name="Notes Placeholder 2"/>
          <p:cNvSpPr>
            <a:spLocks noGrp="1"/>
          </p:cNvSpPr>
          <p:nvPr>
            <p:ph type="body" idx="1"/>
          </p:nvPr>
        </p:nvSpPr>
        <p:spPr bwMode="auto"/>
        <p:txBody>
          <a:bodyPr/>
          <a:lstStyle/>
          <a:p>
            <a:pPr>
              <a:defRPr/>
            </a:pPr>
            <a:endParaRPr/>
          </a:p>
        </p:txBody>
      </p:sp>
      <p:sp>
        <p:nvSpPr>
          <p:cNvPr id="1761315736" name="Slide Number Placeholder 3"/>
          <p:cNvSpPr>
            <a:spLocks noGrp="1"/>
          </p:cNvSpPr>
          <p:nvPr>
            <p:ph type="sldNum" sz="quarter" idx="10"/>
          </p:nvPr>
        </p:nvSpPr>
        <p:spPr bwMode="auto"/>
        <p:txBody>
          <a:bodyPr/>
          <a:lstStyle/>
          <a:p>
            <a:pPr>
              <a:defRPr/>
            </a:pPr>
            <a:fld id="{56B8D1BB-8670-CC74-FE76-8836849437BF}" type="slidenum">
              <a:rPr/>
              <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1172174" name="Slide Image Placeholder 1"/>
          <p:cNvSpPr>
            <a:spLocks noChangeAspect="1" noGrp="1" noRot="1"/>
          </p:cNvSpPr>
          <p:nvPr>
            <p:ph type="sldImg"/>
          </p:nvPr>
        </p:nvSpPr>
        <p:spPr bwMode="auto"/>
      </p:sp>
      <p:sp>
        <p:nvSpPr>
          <p:cNvPr id="100915854" name="Notes Placeholder 2"/>
          <p:cNvSpPr>
            <a:spLocks noGrp="1"/>
          </p:cNvSpPr>
          <p:nvPr>
            <p:ph type="body" idx="1"/>
          </p:nvPr>
        </p:nvSpPr>
        <p:spPr bwMode="auto"/>
        <p:txBody>
          <a:bodyPr/>
          <a:lstStyle/>
          <a:p>
            <a:pPr>
              <a:defRPr/>
            </a:pPr>
            <a:endParaRPr/>
          </a:p>
        </p:txBody>
      </p:sp>
      <p:sp>
        <p:nvSpPr>
          <p:cNvPr id="301627804" name="Slide Number Placeholder 3"/>
          <p:cNvSpPr>
            <a:spLocks noGrp="1"/>
          </p:cNvSpPr>
          <p:nvPr>
            <p:ph type="sldNum" sz="quarter" idx="10"/>
          </p:nvPr>
        </p:nvSpPr>
        <p:spPr bwMode="auto"/>
        <p:txBody>
          <a:bodyPr/>
          <a:lstStyle/>
          <a:p>
            <a:pPr>
              <a:defRPr/>
            </a:pPr>
            <a:fld id="{B3E7A4C0-D52A-AA81-6013-10C20CB26A0A}" type="slidenum">
              <a:rPr/>
              <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2097108" name="Slide Image Placeholder 1"/>
          <p:cNvSpPr>
            <a:spLocks noChangeAspect="1" noGrp="1" noRot="1"/>
          </p:cNvSpPr>
          <p:nvPr>
            <p:ph type="sldImg"/>
          </p:nvPr>
        </p:nvSpPr>
        <p:spPr bwMode="auto"/>
      </p:sp>
      <p:sp>
        <p:nvSpPr>
          <p:cNvPr id="842968910" name="Notes Placeholder 2"/>
          <p:cNvSpPr>
            <a:spLocks noGrp="1"/>
          </p:cNvSpPr>
          <p:nvPr>
            <p:ph type="body" idx="1"/>
          </p:nvPr>
        </p:nvSpPr>
        <p:spPr bwMode="auto"/>
        <p:txBody>
          <a:bodyPr/>
          <a:lstStyle/>
          <a:p>
            <a:pPr>
              <a:defRPr/>
            </a:pPr>
            <a:endParaRPr/>
          </a:p>
        </p:txBody>
      </p:sp>
      <p:sp>
        <p:nvSpPr>
          <p:cNvPr id="278884300" name="Slide Number Placeholder 3"/>
          <p:cNvSpPr>
            <a:spLocks noGrp="1"/>
          </p:cNvSpPr>
          <p:nvPr>
            <p:ph type="sldNum" sz="quarter" idx="10"/>
          </p:nvPr>
        </p:nvSpPr>
        <p:spPr bwMode="auto"/>
        <p:txBody>
          <a:bodyPr/>
          <a:lstStyle/>
          <a:p>
            <a:pPr>
              <a:defRPr/>
            </a:pPr>
            <a:fld id="{38C11D47-4C3A-DD78-8CFA-CE968BD46EDA}" type="slidenum">
              <a:rPr/>
              <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93834072" name="Slide Image Placeholder 1"/>
          <p:cNvSpPr>
            <a:spLocks noChangeAspect="1" noGrp="1" noRot="1"/>
          </p:cNvSpPr>
          <p:nvPr>
            <p:ph type="sldImg"/>
          </p:nvPr>
        </p:nvSpPr>
        <p:spPr bwMode="auto"/>
      </p:sp>
      <p:sp>
        <p:nvSpPr>
          <p:cNvPr id="1996307120" name="Notes Placeholder 2"/>
          <p:cNvSpPr>
            <a:spLocks noGrp="1"/>
          </p:cNvSpPr>
          <p:nvPr>
            <p:ph type="body" idx="1"/>
          </p:nvPr>
        </p:nvSpPr>
        <p:spPr bwMode="auto"/>
        <p:txBody>
          <a:bodyPr/>
          <a:lstStyle/>
          <a:p>
            <a:pPr>
              <a:defRPr/>
            </a:pPr>
            <a:endParaRPr/>
          </a:p>
        </p:txBody>
      </p:sp>
      <p:sp>
        <p:nvSpPr>
          <p:cNvPr id="1503353246" name="Slide Number Placeholder 3"/>
          <p:cNvSpPr>
            <a:spLocks noGrp="1"/>
          </p:cNvSpPr>
          <p:nvPr>
            <p:ph type="sldNum" sz="quarter" idx="10"/>
          </p:nvPr>
        </p:nvSpPr>
        <p:spPr bwMode="auto"/>
        <p:txBody>
          <a:bodyPr/>
          <a:lstStyle/>
          <a:p>
            <a:pPr>
              <a:defRPr/>
            </a:pPr>
            <a:fld id="{FB9364BE-049E-EEFC-8EA9-DC15E5B9798A}" type="slidenum">
              <a:rPr/>
              <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09219826" name="Slide Image Placeholder 1"/>
          <p:cNvSpPr>
            <a:spLocks noChangeAspect="1" noGrp="1" noRot="1"/>
          </p:cNvSpPr>
          <p:nvPr>
            <p:ph type="sldImg"/>
          </p:nvPr>
        </p:nvSpPr>
        <p:spPr bwMode="auto"/>
      </p:sp>
      <p:sp>
        <p:nvSpPr>
          <p:cNvPr id="929390149" name="Notes Placeholder 2"/>
          <p:cNvSpPr>
            <a:spLocks noGrp="1"/>
          </p:cNvSpPr>
          <p:nvPr>
            <p:ph type="body" idx="1"/>
          </p:nvPr>
        </p:nvSpPr>
        <p:spPr bwMode="auto"/>
        <p:txBody>
          <a:bodyPr/>
          <a:lstStyle/>
          <a:p>
            <a:pPr>
              <a:defRPr/>
            </a:pPr>
            <a:endParaRPr/>
          </a:p>
        </p:txBody>
      </p:sp>
      <p:sp>
        <p:nvSpPr>
          <p:cNvPr id="307149505" name="Slide Number Placeholder 3"/>
          <p:cNvSpPr>
            <a:spLocks noGrp="1"/>
          </p:cNvSpPr>
          <p:nvPr>
            <p:ph type="sldNum" sz="quarter" idx="10"/>
          </p:nvPr>
        </p:nvSpPr>
        <p:spPr bwMode="auto"/>
        <p:txBody>
          <a:bodyPr/>
          <a:lstStyle/>
          <a:p>
            <a:pPr>
              <a:defRPr/>
            </a:pPr>
            <a:fld id="{35C1E6BE-6F33-1A8D-97D6-12AC929ABAA1}" type="slidenum">
              <a:rPr/>
              <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7990947" name="Slide Image Placeholder 1"/>
          <p:cNvSpPr>
            <a:spLocks noChangeAspect="1" noGrp="1" noRot="1"/>
          </p:cNvSpPr>
          <p:nvPr>
            <p:ph type="sldImg"/>
          </p:nvPr>
        </p:nvSpPr>
        <p:spPr bwMode="auto"/>
      </p:sp>
      <p:sp>
        <p:nvSpPr>
          <p:cNvPr id="1039856380" name="Notes Placeholder 2"/>
          <p:cNvSpPr>
            <a:spLocks noGrp="1"/>
          </p:cNvSpPr>
          <p:nvPr>
            <p:ph type="body" idx="1"/>
          </p:nvPr>
        </p:nvSpPr>
        <p:spPr bwMode="auto"/>
        <p:txBody>
          <a:bodyPr/>
          <a:lstStyle/>
          <a:p>
            <a:pPr>
              <a:defRPr/>
            </a:pPr>
            <a:endParaRPr/>
          </a:p>
        </p:txBody>
      </p:sp>
      <p:sp>
        <p:nvSpPr>
          <p:cNvPr id="697749748" name="Slide Number Placeholder 3"/>
          <p:cNvSpPr>
            <a:spLocks noGrp="1"/>
          </p:cNvSpPr>
          <p:nvPr>
            <p:ph type="sldNum" sz="quarter" idx="10"/>
          </p:nvPr>
        </p:nvSpPr>
        <p:spPr bwMode="auto"/>
        <p:txBody>
          <a:bodyPr/>
          <a:lstStyle/>
          <a:p>
            <a:pPr>
              <a:defRPr/>
            </a:pPr>
            <a:fld id="{43AE6731-C6E3-7F23-EE71-783DD17F6B69}" type="slidenum">
              <a:rPr/>
              <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8874762" name="Slide Image Placeholder 1"/>
          <p:cNvSpPr>
            <a:spLocks noChangeAspect="1" noGrp="1" noRot="1"/>
          </p:cNvSpPr>
          <p:nvPr>
            <p:ph type="sldImg"/>
          </p:nvPr>
        </p:nvSpPr>
        <p:spPr bwMode="auto"/>
      </p:sp>
      <p:sp>
        <p:nvSpPr>
          <p:cNvPr id="1297428235" name="Notes Placeholder 2"/>
          <p:cNvSpPr>
            <a:spLocks noGrp="1"/>
          </p:cNvSpPr>
          <p:nvPr>
            <p:ph type="body" idx="1"/>
          </p:nvPr>
        </p:nvSpPr>
        <p:spPr bwMode="auto"/>
        <p:txBody>
          <a:bodyPr/>
          <a:lstStyle/>
          <a:p>
            <a:pPr>
              <a:defRPr/>
            </a:pPr>
            <a:endParaRPr/>
          </a:p>
        </p:txBody>
      </p:sp>
      <p:sp>
        <p:nvSpPr>
          <p:cNvPr id="1470160980" name="Slide Number Placeholder 3"/>
          <p:cNvSpPr>
            <a:spLocks noGrp="1"/>
          </p:cNvSpPr>
          <p:nvPr>
            <p:ph type="sldNum" sz="quarter" idx="10"/>
          </p:nvPr>
        </p:nvSpPr>
        <p:spPr bwMode="auto"/>
        <p:txBody>
          <a:bodyPr/>
          <a:lstStyle/>
          <a:p>
            <a:pPr>
              <a:defRPr/>
            </a:pPr>
            <a:fld id="{B7B66A66-75A6-A719-8BE4-B2BBAF584D41}" type="slidenum">
              <a:rPr/>
              <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4425188" name="Slide Image Placeholder 1"/>
          <p:cNvSpPr>
            <a:spLocks noChangeAspect="1" noGrp="1" noRot="1"/>
          </p:cNvSpPr>
          <p:nvPr>
            <p:ph type="sldImg"/>
          </p:nvPr>
        </p:nvSpPr>
        <p:spPr bwMode="auto"/>
      </p:sp>
      <p:sp>
        <p:nvSpPr>
          <p:cNvPr id="1690091288" name="Notes Placeholder 2"/>
          <p:cNvSpPr>
            <a:spLocks noGrp="1"/>
          </p:cNvSpPr>
          <p:nvPr>
            <p:ph type="body" idx="1"/>
          </p:nvPr>
        </p:nvSpPr>
        <p:spPr bwMode="auto"/>
        <p:txBody>
          <a:bodyPr/>
          <a:lstStyle/>
          <a:p>
            <a:pPr>
              <a:defRPr/>
            </a:pPr>
            <a:endParaRPr/>
          </a:p>
        </p:txBody>
      </p:sp>
      <p:sp>
        <p:nvSpPr>
          <p:cNvPr id="685506055" name="Slide Number Placeholder 3"/>
          <p:cNvSpPr>
            <a:spLocks noGrp="1"/>
          </p:cNvSpPr>
          <p:nvPr>
            <p:ph type="sldNum" sz="quarter" idx="10"/>
          </p:nvPr>
        </p:nvSpPr>
        <p:spPr bwMode="auto"/>
        <p:txBody>
          <a:bodyPr/>
          <a:lstStyle/>
          <a:p>
            <a:pPr>
              <a:defRPr/>
            </a:pPr>
            <a:fld id="{8FDD47A6-21B0-FDB8-4CFE-EC02F58A3A86}" type="slidenum">
              <a:rPr/>
              <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855993" name="Slide Image Placeholder 1"/>
          <p:cNvSpPr>
            <a:spLocks noChangeAspect="1" noGrp="1" noRot="1"/>
          </p:cNvSpPr>
          <p:nvPr>
            <p:ph type="sldImg"/>
          </p:nvPr>
        </p:nvSpPr>
        <p:spPr bwMode="auto"/>
      </p:sp>
      <p:sp>
        <p:nvSpPr>
          <p:cNvPr id="1976799155" name="Notes Placeholder 2"/>
          <p:cNvSpPr>
            <a:spLocks noGrp="1"/>
          </p:cNvSpPr>
          <p:nvPr>
            <p:ph type="body" idx="1"/>
          </p:nvPr>
        </p:nvSpPr>
        <p:spPr bwMode="auto"/>
        <p:txBody>
          <a:bodyPr/>
          <a:lstStyle/>
          <a:p>
            <a:pPr>
              <a:defRPr/>
            </a:pPr>
            <a:endParaRPr/>
          </a:p>
        </p:txBody>
      </p:sp>
      <p:sp>
        <p:nvSpPr>
          <p:cNvPr id="1728669441" name="Slide Number Placeholder 3"/>
          <p:cNvSpPr>
            <a:spLocks noGrp="1"/>
          </p:cNvSpPr>
          <p:nvPr>
            <p:ph type="sldNum" sz="quarter" idx="10"/>
          </p:nvPr>
        </p:nvSpPr>
        <p:spPr bwMode="auto"/>
        <p:txBody>
          <a:bodyPr/>
          <a:lstStyle/>
          <a:p>
            <a:pPr>
              <a:defRPr/>
            </a:pPr>
            <a:fld id="{A4E62DA9-53AC-C070-34D7-6FD2234E0979}"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321655467"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617861792"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62219794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73728198" name="Footer Placeholder 4"/>
          <p:cNvSpPr>
            <a:spLocks noGrp="1"/>
          </p:cNvSpPr>
          <p:nvPr>
            <p:ph type="ftr" sz="quarter" idx="11"/>
          </p:nvPr>
        </p:nvSpPr>
        <p:spPr bwMode="auto"/>
        <p:txBody>
          <a:bodyPr/>
          <a:lstStyle/>
          <a:p>
            <a:pPr>
              <a:defRPr/>
            </a:pPr>
            <a:endParaRPr lang="en-US"/>
          </a:p>
        </p:txBody>
      </p:sp>
      <p:sp>
        <p:nvSpPr>
          <p:cNvPr id="185722998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1804609" name="Title 1"/>
          <p:cNvSpPr>
            <a:spLocks noGrp="1"/>
          </p:cNvSpPr>
          <p:nvPr>
            <p:ph type="title"/>
          </p:nvPr>
        </p:nvSpPr>
        <p:spPr bwMode="auto"/>
        <p:txBody>
          <a:bodyPr/>
          <a:lstStyle/>
          <a:p>
            <a:pPr>
              <a:defRPr/>
            </a:pPr>
            <a:r>
              <a:rPr lang="en-US"/>
              <a:t>Click to edit Master title style</a:t>
            </a:r>
            <a:endParaRPr lang="en-US"/>
          </a:p>
        </p:txBody>
      </p:sp>
      <p:sp>
        <p:nvSpPr>
          <p:cNvPr id="5215857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7010631"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36593498" name="Footer Placeholder 4"/>
          <p:cNvSpPr>
            <a:spLocks noGrp="1"/>
          </p:cNvSpPr>
          <p:nvPr>
            <p:ph type="ftr" sz="quarter" idx="11"/>
          </p:nvPr>
        </p:nvSpPr>
        <p:spPr bwMode="auto"/>
        <p:txBody>
          <a:bodyPr/>
          <a:lstStyle/>
          <a:p>
            <a:pPr>
              <a:defRPr/>
            </a:pPr>
            <a:endParaRPr lang="en-US"/>
          </a:p>
        </p:txBody>
      </p:sp>
      <p:sp>
        <p:nvSpPr>
          <p:cNvPr id="31539813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200558587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38988388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969336463"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601397322" name="Footer Placeholder 4"/>
          <p:cNvSpPr>
            <a:spLocks noGrp="1"/>
          </p:cNvSpPr>
          <p:nvPr>
            <p:ph type="ftr" sz="quarter" idx="11"/>
          </p:nvPr>
        </p:nvSpPr>
        <p:spPr bwMode="auto"/>
        <p:txBody>
          <a:bodyPr/>
          <a:lstStyle/>
          <a:p>
            <a:pPr>
              <a:defRPr/>
            </a:pPr>
            <a:endParaRPr lang="en-US"/>
          </a:p>
        </p:txBody>
      </p:sp>
      <p:sp>
        <p:nvSpPr>
          <p:cNvPr id="73413485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455732593" name="Title 1"/>
          <p:cNvSpPr>
            <a:spLocks noGrp="1"/>
          </p:cNvSpPr>
          <p:nvPr>
            <p:ph type="title"/>
          </p:nvPr>
        </p:nvSpPr>
        <p:spPr bwMode="auto"/>
        <p:txBody>
          <a:bodyPr/>
          <a:lstStyle/>
          <a:p>
            <a:pPr>
              <a:defRPr/>
            </a:pPr>
            <a:r>
              <a:rPr lang="en-US"/>
              <a:t>Click to edit Master title style</a:t>
            </a:r>
            <a:endParaRPr lang="en-US"/>
          </a:p>
        </p:txBody>
      </p:sp>
      <p:sp>
        <p:nvSpPr>
          <p:cNvPr id="647018318"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02929467"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6029544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67546183" name="Footer Placeholder 5"/>
          <p:cNvSpPr>
            <a:spLocks noGrp="1"/>
          </p:cNvSpPr>
          <p:nvPr>
            <p:ph type="ftr" sz="quarter" idx="11"/>
          </p:nvPr>
        </p:nvSpPr>
        <p:spPr bwMode="auto"/>
        <p:txBody>
          <a:bodyPr/>
          <a:lstStyle/>
          <a:p>
            <a:pPr>
              <a:defRPr/>
            </a:pPr>
            <a:endParaRPr lang="en-US"/>
          </a:p>
        </p:txBody>
      </p:sp>
      <p:sp>
        <p:nvSpPr>
          <p:cNvPr id="1509303010"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140485152"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736587585"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093373537"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20744034"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47809862"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5657764"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69848892" name="Footer Placeholder 7"/>
          <p:cNvSpPr>
            <a:spLocks noGrp="1"/>
          </p:cNvSpPr>
          <p:nvPr>
            <p:ph type="ftr" sz="quarter" idx="11"/>
          </p:nvPr>
        </p:nvSpPr>
        <p:spPr bwMode="auto"/>
        <p:txBody>
          <a:bodyPr/>
          <a:lstStyle/>
          <a:p>
            <a:pPr>
              <a:defRPr/>
            </a:pPr>
            <a:endParaRPr lang="en-US"/>
          </a:p>
        </p:txBody>
      </p:sp>
      <p:sp>
        <p:nvSpPr>
          <p:cNvPr id="930524134"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226030987" name="Title 1"/>
          <p:cNvSpPr>
            <a:spLocks noGrp="1"/>
          </p:cNvSpPr>
          <p:nvPr>
            <p:ph type="title"/>
          </p:nvPr>
        </p:nvSpPr>
        <p:spPr bwMode="auto"/>
        <p:txBody>
          <a:bodyPr/>
          <a:lstStyle/>
          <a:p>
            <a:pPr>
              <a:defRPr/>
            </a:pPr>
            <a:r>
              <a:rPr lang="en-US"/>
              <a:t>Click to edit Master title style</a:t>
            </a:r>
            <a:endParaRPr lang="en-US"/>
          </a:p>
        </p:txBody>
      </p:sp>
      <p:sp>
        <p:nvSpPr>
          <p:cNvPr id="1165516482"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6640012" name="Footer Placeholder 3"/>
          <p:cNvSpPr>
            <a:spLocks noGrp="1"/>
          </p:cNvSpPr>
          <p:nvPr>
            <p:ph type="ftr" sz="quarter" idx="11"/>
          </p:nvPr>
        </p:nvSpPr>
        <p:spPr bwMode="auto"/>
        <p:txBody>
          <a:bodyPr/>
          <a:lstStyle/>
          <a:p>
            <a:pPr>
              <a:defRPr/>
            </a:pPr>
            <a:endParaRPr lang="en-US"/>
          </a:p>
        </p:txBody>
      </p:sp>
      <p:sp>
        <p:nvSpPr>
          <p:cNvPr id="785156807"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594194342"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767726324" name="Footer Placeholder 2"/>
          <p:cNvSpPr>
            <a:spLocks noGrp="1"/>
          </p:cNvSpPr>
          <p:nvPr>
            <p:ph type="ftr" sz="quarter" idx="11"/>
          </p:nvPr>
        </p:nvSpPr>
        <p:spPr bwMode="auto"/>
        <p:txBody>
          <a:bodyPr/>
          <a:lstStyle/>
          <a:p>
            <a:pPr>
              <a:defRPr/>
            </a:pPr>
            <a:endParaRPr lang="en-US"/>
          </a:p>
        </p:txBody>
      </p:sp>
      <p:sp>
        <p:nvSpPr>
          <p:cNvPr id="1164428038"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216015079"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710621417"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1868878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203531961"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34768936" name="Footer Placeholder 5"/>
          <p:cNvSpPr>
            <a:spLocks noGrp="1"/>
          </p:cNvSpPr>
          <p:nvPr>
            <p:ph type="ftr" sz="quarter" idx="11"/>
          </p:nvPr>
        </p:nvSpPr>
        <p:spPr bwMode="auto"/>
        <p:txBody>
          <a:bodyPr/>
          <a:lstStyle/>
          <a:p>
            <a:pPr>
              <a:defRPr/>
            </a:pPr>
            <a:endParaRPr lang="en-US"/>
          </a:p>
        </p:txBody>
      </p:sp>
      <p:sp>
        <p:nvSpPr>
          <p:cNvPr id="151602522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212697919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688799025"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205662929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861990232"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123251054" name="Footer Placeholder 5"/>
          <p:cNvSpPr>
            <a:spLocks noGrp="1"/>
          </p:cNvSpPr>
          <p:nvPr>
            <p:ph type="ftr" sz="quarter" idx="11"/>
          </p:nvPr>
        </p:nvSpPr>
        <p:spPr bwMode="auto"/>
        <p:txBody>
          <a:bodyPr/>
          <a:lstStyle/>
          <a:p>
            <a:pPr>
              <a:defRPr/>
            </a:pPr>
            <a:endParaRPr lang="en-US"/>
          </a:p>
        </p:txBody>
      </p:sp>
      <p:sp>
        <p:nvSpPr>
          <p:cNvPr id="748364612"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819909098" name="Title 1"/>
          <p:cNvSpPr>
            <a:spLocks noGrp="1"/>
          </p:cNvSpPr>
          <p:nvPr>
            <p:ph type="title"/>
          </p:nvPr>
        </p:nvSpPr>
        <p:spPr bwMode="auto"/>
        <p:txBody>
          <a:bodyPr/>
          <a:lstStyle/>
          <a:p>
            <a:pPr>
              <a:defRPr/>
            </a:pPr>
            <a:r>
              <a:rPr lang="en-US"/>
              <a:t>Click to edit Master title style</a:t>
            </a:r>
            <a:endParaRPr lang="en-US"/>
          </a:p>
        </p:txBody>
      </p:sp>
      <p:sp>
        <p:nvSpPr>
          <p:cNvPr id="48579627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6189693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0794932" name="Footer Placeholder 4"/>
          <p:cNvSpPr>
            <a:spLocks noGrp="1"/>
          </p:cNvSpPr>
          <p:nvPr>
            <p:ph type="ftr" sz="quarter" idx="11"/>
          </p:nvPr>
        </p:nvSpPr>
        <p:spPr bwMode="auto"/>
        <p:txBody>
          <a:bodyPr/>
          <a:lstStyle/>
          <a:p>
            <a:pPr>
              <a:defRPr/>
            </a:pPr>
            <a:endParaRPr lang="en-US"/>
          </a:p>
        </p:txBody>
      </p:sp>
      <p:sp>
        <p:nvSpPr>
          <p:cNvPr id="19305915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20573231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150043384"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91333946"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37172593" name="Footer Placeholder 4"/>
          <p:cNvSpPr>
            <a:spLocks noGrp="1"/>
          </p:cNvSpPr>
          <p:nvPr>
            <p:ph type="ftr" sz="quarter" idx="11"/>
          </p:nvPr>
        </p:nvSpPr>
        <p:spPr bwMode="auto"/>
        <p:txBody>
          <a:bodyPr/>
          <a:lstStyle/>
          <a:p>
            <a:pPr>
              <a:defRPr/>
            </a:pPr>
            <a:endParaRPr lang="en-US"/>
          </a:p>
        </p:txBody>
      </p:sp>
      <p:sp>
        <p:nvSpPr>
          <p:cNvPr id="122381116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352968964"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28371014"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41658078"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50636156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20668970"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jp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6.jpg"/><Relationship Id="rId4" Type="http://schemas.openxmlformats.org/officeDocument/2006/relationships/image" Target="../media/image1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jpg"/><Relationship Id="rId4"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jpg"/><Relationship Id="rId4" Type="http://schemas.openxmlformats.org/officeDocument/2006/relationships/image" Target="../media/image2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7.jpg"/><Relationship Id="rId4"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jpg"/><Relationship Id="rId4" Type="http://schemas.openxmlformats.org/officeDocument/2006/relationships/image" Target="../media/image3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7.jpg"/><Relationship Id="rId4" Type="http://schemas.openxmlformats.org/officeDocument/2006/relationships/image" Target="../media/image38.jpg"/><Relationship Id="rId5" Type="http://schemas.openxmlformats.org/officeDocument/2006/relationships/image" Target="../media/image3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3.jpg"/><Relationship Id="rId4" Type="http://schemas.openxmlformats.org/officeDocument/2006/relationships/image" Target="../media/image4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9.jpg"/><Relationship Id="rId4" Type="http://schemas.openxmlformats.org/officeDocument/2006/relationships/image" Target="../media/image5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4.jpg"/><Relationship Id="rId4" Type="http://schemas.openxmlformats.org/officeDocument/2006/relationships/image" Target="../media/image55.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6.jpg"/><Relationship Id="rId4" Type="http://schemas.openxmlformats.org/officeDocument/2006/relationships/image" Target="../media/image57.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59.jpg"/><Relationship Id="rId4" Type="http://schemas.openxmlformats.org/officeDocument/2006/relationships/image" Target="../media/image60.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61.jpg"/><Relationship Id="rId4" Type="http://schemas.openxmlformats.org/officeDocument/2006/relationships/image" Target="../media/image62.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3.jpg"/><Relationship Id="rId4" Type="http://schemas.openxmlformats.org/officeDocument/2006/relationships/image" Target="../media/image6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image" Target="../media/image6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8.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6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7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7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7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73.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74.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75.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76.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77.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78.jpg"/><Relationship Id="rId4" Type="http://schemas.openxmlformats.org/officeDocument/2006/relationships/image" Target="../media/image79.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0.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80.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81.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82.jpg"/><Relationship Id="rId4" Type="http://schemas.openxmlformats.org/officeDocument/2006/relationships/image" Target="../media/image83.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84.png"/><Relationship Id="rId4" Type="http://schemas.openxmlformats.org/officeDocument/2006/relationships/image" Target="../media/image8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86.jpg"/><Relationship Id="rId4" Type="http://schemas.openxmlformats.org/officeDocument/2006/relationships/image" Target="../media/image87.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88.jpg"/><Relationship Id="rId4" Type="http://schemas.openxmlformats.org/officeDocument/2006/relationships/image" Target="../media/image8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90.jpg"/><Relationship Id="rId4" Type="http://schemas.openxmlformats.org/officeDocument/2006/relationships/image" Target="../media/image91.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92.jpg"/><Relationship Id="rId4" Type="http://schemas.openxmlformats.org/officeDocument/2006/relationships/image" Target="../media/image93.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94.jpg"/><Relationship Id="rId4" Type="http://schemas.openxmlformats.org/officeDocument/2006/relationships/image" Target="../media/image9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9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97.jpg"/><Relationship Id="rId4" Type="http://schemas.openxmlformats.org/officeDocument/2006/relationships/image" Target="../media/image98.jp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99.jp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100.jp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101.jpg"/><Relationship Id="rId4" Type="http://schemas.openxmlformats.org/officeDocument/2006/relationships/image" Target="../media/image102.jpg"/><Relationship Id="rId5" Type="http://schemas.openxmlformats.org/officeDocument/2006/relationships/image" Target="../media/image103.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104.jpg"/><Relationship Id="rId4" Type="http://schemas.openxmlformats.org/officeDocument/2006/relationships/image" Target="../media/image105.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106.jpg"/><Relationship Id="rId4" Type="http://schemas.openxmlformats.org/officeDocument/2006/relationships/image" Target="../media/image107.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08.jp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09.jp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40.jp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10.jp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111.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112.jpg"/><Relationship Id="rId4" Type="http://schemas.openxmlformats.org/officeDocument/2006/relationships/image" Target="../media/image113.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114.jpg"/><Relationship Id="rId4" Type="http://schemas.openxmlformats.org/officeDocument/2006/relationships/image" Target="../media/image11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116.jpg"/><Relationship Id="rId4" Type="http://schemas.openxmlformats.org/officeDocument/2006/relationships/image" Target="../media/image117.jp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118.jp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119.jp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12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121.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122.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123.jpg"/><Relationship Id="rId4" Type="http://schemas.openxmlformats.org/officeDocument/2006/relationships/image" Target="../media/image124.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25.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126.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27.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28.jpg"/><Relationship Id="rId4" Type="http://schemas.openxmlformats.org/officeDocument/2006/relationships/image" Target="../media/image129.jpg"/><Relationship Id="rId5" Type="http://schemas.openxmlformats.org/officeDocument/2006/relationships/image" Target="../media/image130.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31.jpg"/><Relationship Id="rId4" Type="http://schemas.openxmlformats.org/officeDocument/2006/relationships/image" Target="../media/image132.jpg"/><Relationship Id="rId5" Type="http://schemas.openxmlformats.org/officeDocument/2006/relationships/image" Target="../media/image13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25693371" name=""/>
          <p:cNvPicPr>
            <a:picLocks noChangeAspect="1"/>
          </p:cNvPicPr>
          <p:nvPr/>
        </p:nvPicPr>
        <p:blipFill>
          <a:blip r:embed="rId3"/>
          <a:stretch/>
        </p:blipFill>
        <p:spPr bwMode="auto">
          <a:xfrm flipH="0" flipV="0">
            <a:off x="3075148" y="736453"/>
            <a:ext cx="6041702" cy="4900182"/>
          </a:xfrm>
          <a:prstGeom prst="rect">
            <a:avLst/>
          </a:prstGeom>
          <a:ln w="6349">
            <a:solidFill>
              <a:schemeClr val="tx1"/>
            </a:solidFill>
            <a:prstDash val="solid"/>
          </a:ln>
        </p:spPr>
      </p:pic>
      <p:sp>
        <p:nvSpPr>
          <p:cNvPr id="1995539773" name=""/>
          <p:cNvSpPr txBox="1"/>
          <p:nvPr/>
        </p:nvSpPr>
        <p:spPr bwMode="auto">
          <a:xfrm rot="0" flipH="0" flipV="0">
            <a:off x="1637698" y="5749358"/>
            <a:ext cx="891660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Cảnh đời sống nông thôn </a:t>
            </a:r>
            <a:r>
              <a:rPr sz="1200" i="1">
                <a:latin typeface="IBM Plex Sans"/>
              </a:rPr>
              <a:t>vào thế kỷ 19, được </a:t>
            </a:r>
            <a:r>
              <a:rPr sz="1200" i="1">
                <a:latin typeface="IBM Plex Sans"/>
              </a:rPr>
              <a:t>cho là của Louis-Léopold Boilly</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8139815" name=""/>
          <p:cNvPicPr>
            <a:picLocks noChangeAspect="1"/>
          </p:cNvPicPr>
          <p:nvPr/>
        </p:nvPicPr>
        <p:blipFill>
          <a:blip r:embed="rId3"/>
          <a:stretch/>
        </p:blipFill>
        <p:spPr bwMode="auto">
          <a:xfrm flipH="0" flipV="0">
            <a:off x="423213" y="963415"/>
            <a:ext cx="4705157" cy="4931168"/>
          </a:xfrm>
          <a:prstGeom prst="rect">
            <a:avLst/>
          </a:prstGeom>
          <a:ln w="6349">
            <a:solidFill>
              <a:schemeClr val="tx1"/>
            </a:solidFill>
            <a:prstDash val="solid"/>
          </a:ln>
        </p:spPr>
      </p:pic>
      <p:pic>
        <p:nvPicPr>
          <p:cNvPr id="569236133" name=""/>
          <p:cNvPicPr>
            <a:picLocks noChangeAspect="1"/>
          </p:cNvPicPr>
          <p:nvPr/>
        </p:nvPicPr>
        <p:blipFill>
          <a:blip r:embed="rId4"/>
          <a:stretch/>
        </p:blipFill>
        <p:spPr bwMode="auto">
          <a:xfrm flipH="0" flipV="0">
            <a:off x="5226982" y="956998"/>
            <a:ext cx="6597515" cy="4944002"/>
          </a:xfrm>
          <a:prstGeom prst="rect">
            <a:avLst/>
          </a:prstGeom>
          <a:ln w="6349">
            <a:solidFill>
              <a:schemeClr val="tx1"/>
            </a:solidFill>
            <a:prstDash val="solid"/>
          </a:ln>
        </p:spPr>
      </p:pic>
      <p:sp>
        <p:nvSpPr>
          <p:cNvPr id="1437346195" name=""/>
          <p:cNvSpPr txBox="1"/>
          <p:nvPr/>
        </p:nvSpPr>
        <p:spPr bwMode="auto">
          <a:xfrm rot="0" flipH="0" flipV="0">
            <a:off x="457447" y="6012918"/>
            <a:ext cx="467200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a:latin typeface="IBM Plex Sans"/>
              </a:rPr>
              <a:t>Chân dung Công tước de Sully</a:t>
            </a:r>
            <a:endParaRPr sz="1200" b="0" i="1">
              <a:latin typeface="IBM Plex Sans"/>
              <a:cs typeface="IBM Plex Sans"/>
            </a:endParaRPr>
          </a:p>
        </p:txBody>
      </p:sp>
      <p:sp>
        <p:nvSpPr>
          <p:cNvPr id="1695758245" name=""/>
          <p:cNvSpPr txBox="1"/>
          <p:nvPr/>
        </p:nvSpPr>
        <p:spPr bwMode="auto">
          <a:xfrm rot="0" flipH="0" flipV="0">
            <a:off x="5226981" y="6012918"/>
            <a:ext cx="6654524"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a:latin typeface="IBM Plex Sans"/>
              </a:rPr>
              <a:t>Hồi ký của Công tước de Sully, Bộ trưởng của Henri IV</a:t>
            </a:r>
            <a:endParaRPr sz="12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2732975" name=""/>
          <p:cNvPicPr>
            <a:picLocks noChangeAspect="1"/>
          </p:cNvPicPr>
          <p:nvPr/>
        </p:nvPicPr>
        <p:blipFill>
          <a:blip r:embed="rId3"/>
          <a:stretch/>
        </p:blipFill>
        <p:spPr bwMode="auto">
          <a:xfrm flipH="0" flipV="0">
            <a:off x="3902940" y="748832"/>
            <a:ext cx="3956026" cy="5360332"/>
          </a:xfrm>
          <a:prstGeom prst="rect">
            <a:avLst/>
          </a:prstGeom>
          <a:ln w="6349">
            <a:solidFill>
              <a:schemeClr val="tx1"/>
            </a:solidFill>
            <a:prstDash val="solid"/>
          </a:ln>
        </p:spPr>
      </p:pic>
      <p:sp>
        <p:nvSpPr>
          <p:cNvPr id="1360958819" name=""/>
          <p:cNvSpPr txBox="1"/>
          <p:nvPr/>
        </p:nvSpPr>
        <p:spPr bwMode="auto">
          <a:xfrm rot="0" flipH="0" flipV="0">
            <a:off x="2114879" y="6178730"/>
            <a:ext cx="753466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lang="en-US">
                <a:latin typeface="IBM Plex Sans"/>
              </a:rPr>
              <a:t>Jean-Baptiste Colbert, Tổng kiểm </a:t>
            </a:r>
            <a:r>
              <a:rPr sz="1200" b="0" i="1" u="none" lang="en-US">
                <a:solidFill>
                  <a:schemeClr val="tx1"/>
                </a:solidFill>
                <a:latin typeface="IBM Plex Sans"/>
              </a:rPr>
              <a:t>soát tài chính dưới </a:t>
            </a:r>
            <a:r>
              <a:rPr sz="1200" i="1" lang="en-US">
                <a:latin typeface="IBM Plex Sans"/>
              </a:rPr>
              <a:t>thời Louis XIV</a:t>
            </a:r>
            <a:endParaRPr sz="16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0724776" name=""/>
          <p:cNvPicPr>
            <a:picLocks noChangeAspect="1"/>
          </p:cNvPicPr>
          <p:nvPr/>
        </p:nvPicPr>
        <p:blipFill>
          <a:blip r:embed="rId3"/>
          <a:stretch/>
        </p:blipFill>
        <p:spPr bwMode="auto">
          <a:xfrm flipH="0" flipV="0">
            <a:off x="2623236" y="848034"/>
            <a:ext cx="6945526" cy="5161930"/>
          </a:xfrm>
          <a:prstGeom prst="rect">
            <a:avLst/>
          </a:prstGeom>
          <a:ln w="6349">
            <a:solidFill>
              <a:schemeClr val="tx1"/>
            </a:solidFill>
            <a:prstDash val="solid"/>
          </a:ln>
        </p:spPr>
      </p:pic>
      <p:sp>
        <p:nvSpPr>
          <p:cNvPr id="1199628209" name=""/>
          <p:cNvSpPr txBox="1"/>
          <p:nvPr/>
        </p:nvSpPr>
        <p:spPr bwMode="auto">
          <a:xfrm rot="0" flipH="0" flipV="0">
            <a:off x="2623235" y="6113748"/>
            <a:ext cx="694660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lang="en-US">
                <a:latin typeface="IBM Plex Sans"/>
              </a:rPr>
              <a:t>Xưởng làm lông vũ thế kỷ 18</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4414699" name=""/>
          <p:cNvSpPr txBox="1"/>
          <p:nvPr/>
        </p:nvSpPr>
        <p:spPr bwMode="auto">
          <a:xfrm rot="0" flipH="0" flipV="0">
            <a:off x="2201303" y="5160814"/>
            <a:ext cx="806828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Cảng Bordeaux vào thế kỷ 18 của Vernet</a:t>
            </a:r>
            <a:endParaRPr sz="1200" i="1">
              <a:latin typeface="IBM Plex Sans"/>
              <a:cs typeface="IBM Plex Sans"/>
            </a:endParaRPr>
          </a:p>
        </p:txBody>
      </p:sp>
      <p:pic>
        <p:nvPicPr>
          <p:cNvPr id="773546166" name=""/>
          <p:cNvPicPr>
            <a:picLocks noChangeAspect="1"/>
          </p:cNvPicPr>
          <p:nvPr/>
        </p:nvPicPr>
        <p:blipFill>
          <a:blip r:embed="rId3"/>
          <a:stretch/>
        </p:blipFill>
        <p:spPr bwMode="auto">
          <a:xfrm>
            <a:off x="3239398" y="1437409"/>
            <a:ext cx="5715000" cy="36004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5382436" name=""/>
          <p:cNvPicPr>
            <a:picLocks noChangeAspect="1"/>
          </p:cNvPicPr>
          <p:nvPr/>
        </p:nvPicPr>
        <p:blipFill>
          <a:blip r:embed="rId3"/>
          <a:stretch/>
        </p:blipFill>
        <p:spPr bwMode="auto">
          <a:xfrm flipH="0" flipV="0">
            <a:off x="4053340" y="1118120"/>
            <a:ext cx="4865927" cy="4621759"/>
          </a:xfrm>
          <a:prstGeom prst="rect">
            <a:avLst/>
          </a:prstGeom>
          <a:ln w="6349">
            <a:solidFill>
              <a:schemeClr val="tx1"/>
            </a:solidFill>
            <a:prstDash val="solid"/>
          </a:ln>
        </p:spPr>
      </p:pic>
      <p:sp>
        <p:nvSpPr>
          <p:cNvPr id="437625077" name=""/>
          <p:cNvSpPr txBox="1"/>
          <p:nvPr/>
        </p:nvSpPr>
        <p:spPr bwMode="auto">
          <a:xfrm rot="0" flipH="0" flipV="0">
            <a:off x="3401293" y="5825197"/>
            <a:ext cx="6045537"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i="1">
                <a:latin typeface="IBM Plex Sans"/>
              </a:rPr>
              <a:t>Robin Hood của Nhà nước </a:t>
            </a:r>
            <a:r>
              <a:rPr sz="1400" i="1" lang="fr-FR">
                <a:latin typeface="IBM Plex Sans"/>
              </a:rPr>
              <a:t>- thuế hoặc chết</a:t>
            </a:r>
            <a:endParaRPr sz="14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3074642" name=""/>
          <p:cNvSpPr txBox="1"/>
          <p:nvPr/>
        </p:nvSpPr>
        <p:spPr bwMode="auto">
          <a:xfrm rot="0" flipH="0" flipV="0">
            <a:off x="363957" y="5617380"/>
            <a:ext cx="1146408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u="none" lang="fr-FR">
                <a:solidFill>
                  <a:schemeClr val="tx1"/>
                </a:solidFill>
                <a:latin typeface="IBM Plex Sans"/>
              </a:rPr>
              <a:t>Chú Scrooge</a:t>
            </a:r>
            <a:endParaRPr sz="1400" i="1">
              <a:latin typeface="IBM Plex Sans"/>
              <a:cs typeface="IBM Plex Sans"/>
            </a:endParaRPr>
          </a:p>
        </p:txBody>
      </p:sp>
      <p:pic>
        <p:nvPicPr>
          <p:cNvPr id="394419818" name=""/>
          <p:cNvPicPr>
            <a:picLocks noChangeAspect="1"/>
          </p:cNvPicPr>
          <p:nvPr/>
        </p:nvPicPr>
        <p:blipFill>
          <a:blip r:embed="rId3"/>
          <a:stretch/>
        </p:blipFill>
        <p:spPr bwMode="auto">
          <a:xfrm flipH="0" flipV="0">
            <a:off x="2910468" y="610092"/>
            <a:ext cx="6371062" cy="48929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46374297" name=""/>
          <p:cNvPicPr>
            <a:picLocks noChangeAspect="1"/>
          </p:cNvPicPr>
          <p:nvPr/>
        </p:nvPicPr>
        <p:blipFill>
          <a:blip r:embed="rId3"/>
          <a:stretch/>
        </p:blipFill>
        <p:spPr bwMode="auto">
          <a:xfrm flipH="0" flipV="0">
            <a:off x="1132616" y="1058120"/>
            <a:ext cx="3559365" cy="4741758"/>
          </a:xfrm>
          <a:prstGeom prst="rect">
            <a:avLst/>
          </a:prstGeom>
          <a:ln w="6349">
            <a:solidFill>
              <a:schemeClr val="tx1"/>
            </a:solidFill>
            <a:prstDash val="solid"/>
          </a:ln>
        </p:spPr>
      </p:pic>
      <p:pic>
        <p:nvPicPr>
          <p:cNvPr id="1524455116" name=""/>
          <p:cNvPicPr>
            <a:picLocks noChangeAspect="1"/>
          </p:cNvPicPr>
          <p:nvPr/>
        </p:nvPicPr>
        <p:blipFill>
          <a:blip r:embed="rId4"/>
          <a:stretch/>
        </p:blipFill>
        <p:spPr bwMode="auto">
          <a:xfrm flipH="0" flipV="0">
            <a:off x="5642109" y="1031974"/>
            <a:ext cx="6152365" cy="4794050"/>
          </a:xfrm>
          <a:prstGeom prst="rect">
            <a:avLst/>
          </a:prstGeom>
          <a:ln w="6349">
            <a:solidFill>
              <a:schemeClr val="tx1"/>
            </a:solidFill>
            <a:prstDash val="solid"/>
          </a:ln>
        </p:spPr>
      </p:pic>
      <p:sp>
        <p:nvSpPr>
          <p:cNvPr id="1466661607" name=""/>
          <p:cNvSpPr txBox="1"/>
          <p:nvPr/>
        </p:nvSpPr>
        <p:spPr bwMode="auto">
          <a:xfrm rot="0" flipH="0" flipV="0">
            <a:off x="1132615" y="5880385"/>
            <a:ext cx="356296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dung Vauban</a:t>
            </a:r>
            <a:endParaRPr sz="1200" i="1">
              <a:latin typeface="IBM Plex Sans"/>
              <a:cs typeface="IBM Plex Sans"/>
            </a:endParaRPr>
          </a:p>
        </p:txBody>
      </p:sp>
      <p:sp>
        <p:nvSpPr>
          <p:cNvPr id="1149802602" name=""/>
          <p:cNvSpPr txBox="1"/>
          <p:nvPr/>
        </p:nvSpPr>
        <p:spPr bwMode="auto">
          <a:xfrm rot="0" flipH="0" flipV="0">
            <a:off x="5642108" y="5880385"/>
            <a:ext cx="6155964"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Thành cổ Lille của Vauban</a:t>
            </a:r>
            <a:endParaRPr sz="1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25102116" name=""/>
          <p:cNvPicPr>
            <a:picLocks noChangeAspect="1"/>
          </p:cNvPicPr>
          <p:nvPr/>
        </p:nvPicPr>
        <p:blipFill>
          <a:blip r:embed="rId3"/>
          <a:stretch/>
        </p:blipFill>
        <p:spPr bwMode="auto">
          <a:xfrm flipH="0" flipV="0">
            <a:off x="2474095" y="581589"/>
            <a:ext cx="7243809" cy="5694817"/>
          </a:xfrm>
          <a:prstGeom prst="rect">
            <a:avLst/>
          </a:prstGeom>
          <a:ln w="6349">
            <a:solidFill>
              <a:schemeClr val="tx1"/>
            </a:solidFill>
            <a:prstDash val="solid"/>
          </a:ln>
        </p:spPr>
      </p:pic>
      <p:sp>
        <p:nvSpPr>
          <p:cNvPr id="610464338" name=""/>
          <p:cNvSpPr txBox="1"/>
          <p:nvPr/>
        </p:nvSpPr>
        <p:spPr bwMode="auto">
          <a:xfrm rot="0" flipH="0" flipV="0">
            <a:off x="2501832" y="6320589"/>
            <a:ext cx="719091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Vauban, “Dự án thập phân hoàng gia”</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65781483" name=""/>
          <p:cNvPicPr>
            <a:picLocks noChangeAspect="1"/>
          </p:cNvPicPr>
          <p:nvPr/>
        </p:nvPicPr>
        <p:blipFill>
          <a:blip r:embed="rId3"/>
          <a:stretch/>
        </p:blipFill>
        <p:spPr bwMode="auto">
          <a:xfrm flipH="0" flipV="0">
            <a:off x="4384888" y="483661"/>
            <a:ext cx="3735550" cy="5890674"/>
          </a:xfrm>
          <a:prstGeom prst="rect">
            <a:avLst/>
          </a:prstGeom>
          <a:ln w="6349">
            <a:solidFill>
              <a:schemeClr val="tx1"/>
            </a:solidFill>
            <a:prstDash val="solid"/>
          </a:ln>
        </p:spPr>
      </p:pic>
      <p:sp>
        <p:nvSpPr>
          <p:cNvPr id="45486339" name=""/>
          <p:cNvSpPr txBox="1"/>
          <p:nvPr/>
        </p:nvSpPr>
        <p:spPr bwMode="auto">
          <a:xfrm rot="0" flipH="0" flipV="0">
            <a:off x="3781755" y="6436677"/>
            <a:ext cx="494217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Điều tra dân số</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3020185" name=""/>
          <p:cNvPicPr>
            <a:picLocks noChangeAspect="1"/>
          </p:cNvPicPr>
          <p:nvPr/>
        </p:nvPicPr>
        <p:blipFill>
          <a:blip r:embed="rId3"/>
          <a:stretch/>
        </p:blipFill>
        <p:spPr bwMode="auto">
          <a:xfrm flipH="0" flipV="0">
            <a:off x="7074351" y="745722"/>
            <a:ext cx="4372052" cy="5366556"/>
          </a:xfrm>
          <a:prstGeom prst="rect">
            <a:avLst/>
          </a:prstGeom>
          <a:ln w="6349">
            <a:solidFill>
              <a:schemeClr val="tx1"/>
            </a:solidFill>
            <a:prstDash val="solid"/>
          </a:ln>
        </p:spPr>
      </p:pic>
      <p:pic>
        <p:nvPicPr>
          <p:cNvPr id="379755449" name=""/>
          <p:cNvPicPr>
            <a:picLocks noChangeAspect="1"/>
          </p:cNvPicPr>
          <p:nvPr/>
        </p:nvPicPr>
        <p:blipFill>
          <a:blip r:embed="rId4"/>
          <a:stretch/>
        </p:blipFill>
        <p:spPr bwMode="auto">
          <a:xfrm flipH="0" flipV="0">
            <a:off x="1963000" y="771307"/>
            <a:ext cx="3217740" cy="5315383"/>
          </a:xfrm>
          <a:prstGeom prst="rect">
            <a:avLst/>
          </a:prstGeom>
          <a:ln w="6349">
            <a:solidFill>
              <a:schemeClr val="tx1"/>
            </a:solidFill>
            <a:prstDash val="solid"/>
          </a:ln>
        </p:spPr>
      </p:pic>
      <p:sp>
        <p:nvSpPr>
          <p:cNvPr id="914527803" name=""/>
          <p:cNvSpPr txBox="1"/>
          <p:nvPr/>
        </p:nvSpPr>
        <p:spPr bwMode="auto">
          <a:xfrm rot="0" flipH="0" flipV="0">
            <a:off x="816016" y="6186376"/>
            <a:ext cx="553731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Tocqueville, “Chế độ cũ và cuộc cách mạng”</a:t>
            </a:r>
            <a:endParaRPr sz="1200" i="1">
              <a:latin typeface="IBM Plex Sans"/>
              <a:cs typeface="IBM Plex Sans"/>
            </a:endParaRPr>
          </a:p>
        </p:txBody>
      </p:sp>
      <p:sp>
        <p:nvSpPr>
          <p:cNvPr id="149933571" name=""/>
          <p:cNvSpPr txBox="1"/>
          <p:nvPr/>
        </p:nvSpPr>
        <p:spPr bwMode="auto">
          <a:xfrm rot="0" flipH="0" flipV="0">
            <a:off x="7074350" y="6186376"/>
            <a:ext cx="437277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Ba mệnh lệnh</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7863672" name=""/>
          <p:cNvSpPr txBox="1"/>
          <p:nvPr/>
        </p:nvSpPr>
        <p:spPr bwMode="auto">
          <a:xfrm rot="0" flipH="0" flipV="0">
            <a:off x="2800572" y="5439041"/>
            <a:ext cx="678836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Pierre Lepesant de Boisguilbert</a:t>
            </a:r>
            <a:endParaRPr sz="1200" i="1">
              <a:latin typeface="IBM Plex Sans"/>
              <a:cs typeface="IBM Plex Sans"/>
            </a:endParaRPr>
          </a:p>
        </p:txBody>
      </p:sp>
      <p:pic>
        <p:nvPicPr>
          <p:cNvPr id="1871410206" name=""/>
          <p:cNvPicPr>
            <a:picLocks noChangeAspect="1"/>
          </p:cNvPicPr>
          <p:nvPr/>
        </p:nvPicPr>
        <p:blipFill>
          <a:blip r:embed="rId3"/>
          <a:stretch/>
        </p:blipFill>
        <p:spPr bwMode="auto">
          <a:xfrm flipH="0" flipV="0">
            <a:off x="4537413" y="650462"/>
            <a:ext cx="3507767" cy="467094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0462957" name=""/>
          <p:cNvPicPr>
            <a:picLocks noChangeAspect="1"/>
          </p:cNvPicPr>
          <p:nvPr/>
        </p:nvPicPr>
        <p:blipFill>
          <a:blip r:embed="rId3"/>
          <a:stretch/>
        </p:blipFill>
        <p:spPr bwMode="auto">
          <a:xfrm flipH="0" flipV="0">
            <a:off x="2323400" y="898921"/>
            <a:ext cx="2811197" cy="5060154"/>
          </a:xfrm>
          <a:prstGeom prst="rect">
            <a:avLst/>
          </a:prstGeom>
          <a:ln w="6349">
            <a:solidFill>
              <a:schemeClr val="accent1">
                <a:lumMod val="50196"/>
              </a:schemeClr>
            </a:solidFill>
            <a:prstDash val="solid"/>
          </a:ln>
        </p:spPr>
      </p:pic>
      <p:pic>
        <p:nvPicPr>
          <p:cNvPr id="164010796" name=""/>
          <p:cNvPicPr>
            <a:picLocks noChangeAspect="1"/>
          </p:cNvPicPr>
          <p:nvPr/>
        </p:nvPicPr>
        <p:blipFill>
          <a:blip r:embed="rId4"/>
          <a:stretch/>
        </p:blipFill>
        <p:spPr bwMode="auto">
          <a:xfrm flipH="0" flipV="0">
            <a:off x="7085742" y="847825"/>
            <a:ext cx="3379667" cy="5162348"/>
          </a:xfrm>
          <a:prstGeom prst="rect">
            <a:avLst/>
          </a:prstGeom>
        </p:spPr>
      </p:pic>
      <p:sp>
        <p:nvSpPr>
          <p:cNvPr id="1674216470" name=""/>
          <p:cNvSpPr txBox="1"/>
          <p:nvPr/>
        </p:nvSpPr>
        <p:spPr bwMode="auto">
          <a:xfrm rot="0" flipH="0" flipV="0">
            <a:off x="1143439" y="6132796"/>
            <a:ext cx="525150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Boisguilbert, “Nước Pháp bị hủy hoại dưới thời Louis XIV”</a:t>
            </a:r>
            <a:endParaRPr sz="1200" i="1">
              <a:latin typeface="IBM Plex Sans"/>
              <a:cs typeface="IBM Plex Sans"/>
            </a:endParaRPr>
          </a:p>
        </p:txBody>
      </p:sp>
      <p:sp>
        <p:nvSpPr>
          <p:cNvPr id="1816580096" name=""/>
          <p:cNvSpPr txBox="1"/>
          <p:nvPr/>
        </p:nvSpPr>
        <p:spPr bwMode="auto">
          <a:xfrm rot="0" flipH="0" flipV="0">
            <a:off x="6438195" y="6132799"/>
            <a:ext cx="479795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Bản đồ Port Royal des Champs</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3655542" name=""/>
          <p:cNvPicPr>
            <a:picLocks noChangeAspect="1"/>
          </p:cNvPicPr>
          <p:nvPr/>
        </p:nvPicPr>
        <p:blipFill>
          <a:blip r:embed="rId3"/>
          <a:stretch/>
        </p:blipFill>
        <p:spPr bwMode="auto">
          <a:xfrm flipH="0" flipV="0">
            <a:off x="2817706" y="1124827"/>
            <a:ext cx="6558025" cy="4608342"/>
          </a:xfrm>
          <a:prstGeom prst="rect">
            <a:avLst/>
          </a:prstGeom>
          <a:ln w="6349">
            <a:solidFill>
              <a:schemeClr val="tx1"/>
            </a:solidFill>
            <a:prstDash val="solid"/>
          </a:ln>
        </p:spPr>
      </p:pic>
      <p:sp>
        <p:nvSpPr>
          <p:cNvPr id="1468921104" name=""/>
          <p:cNvSpPr txBox="1"/>
          <p:nvPr/>
        </p:nvSpPr>
        <p:spPr bwMode="auto">
          <a:xfrm rot="0" flipH="0" flipV="0">
            <a:off x="2816264" y="5850185"/>
            <a:ext cx="656090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Gustave Caillebotte - "Con đường hướng lên"</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2035207" name=""/>
          <p:cNvPicPr>
            <a:picLocks noChangeAspect="1"/>
          </p:cNvPicPr>
          <p:nvPr/>
        </p:nvPicPr>
        <p:blipFill>
          <a:blip r:embed="rId3"/>
          <a:stretch/>
        </p:blipFill>
        <p:spPr bwMode="auto">
          <a:xfrm flipH="0" flipV="0">
            <a:off x="4088961" y="930765"/>
            <a:ext cx="3330976" cy="4996465"/>
          </a:xfrm>
          <a:prstGeom prst="rect">
            <a:avLst/>
          </a:prstGeom>
        </p:spPr>
      </p:pic>
      <p:sp>
        <p:nvSpPr>
          <p:cNvPr id="1984690885" name=""/>
          <p:cNvSpPr txBox="1"/>
          <p:nvPr/>
        </p:nvSpPr>
        <p:spPr bwMode="auto">
          <a:xfrm rot="0" flipH="0" flipV="0">
            <a:off x="254529" y="6010596"/>
            <a:ext cx="11003076"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Murray Rothbard, “Một góc nhìn của người Áo về Lịch sử tư tưởng kinh tế”</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63117" name=""/>
          <p:cNvPicPr>
            <a:picLocks noChangeAspect="1"/>
          </p:cNvPicPr>
          <p:nvPr/>
        </p:nvPicPr>
        <p:blipFill>
          <a:blip r:embed="rId3"/>
          <a:stretch/>
        </p:blipFill>
        <p:spPr bwMode="auto">
          <a:xfrm flipH="0" flipV="0">
            <a:off x="6713692" y="987031"/>
            <a:ext cx="3795930" cy="4883936"/>
          </a:xfrm>
          <a:prstGeom prst="rect">
            <a:avLst/>
          </a:prstGeom>
          <a:ln w="6349">
            <a:solidFill>
              <a:schemeClr val="tx1"/>
            </a:solidFill>
            <a:prstDash val="solid"/>
          </a:ln>
        </p:spPr>
      </p:pic>
      <p:pic>
        <p:nvPicPr>
          <p:cNvPr id="1331023925" name=""/>
          <p:cNvPicPr>
            <a:picLocks noChangeAspect="1"/>
          </p:cNvPicPr>
          <p:nvPr/>
        </p:nvPicPr>
        <p:blipFill>
          <a:blip r:embed="rId4"/>
          <a:stretch/>
        </p:blipFill>
        <p:spPr bwMode="auto">
          <a:xfrm flipH="0" flipV="0">
            <a:off x="1600834" y="1003282"/>
            <a:ext cx="2847853" cy="4851434"/>
          </a:xfrm>
          <a:prstGeom prst="rect">
            <a:avLst/>
          </a:prstGeom>
          <a:ln w="6349">
            <a:solidFill>
              <a:schemeClr val="tx1"/>
            </a:solidFill>
            <a:prstDash val="solid"/>
          </a:ln>
        </p:spPr>
      </p:pic>
      <p:sp>
        <p:nvSpPr>
          <p:cNvPr id="1099946519" name=""/>
          <p:cNvSpPr txBox="1"/>
          <p:nvPr/>
        </p:nvSpPr>
        <p:spPr bwMode="auto">
          <a:xfrm rot="0" flipH="0" flipV="0">
            <a:off x="297825" y="5994360"/>
            <a:ext cx="558107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Richard Cantillon, “Tiểu luận về bản chất của thương mại”</a:t>
            </a:r>
            <a:endParaRPr sz="1200" i="1">
              <a:latin typeface="IBM Plex Sans"/>
              <a:cs typeface="IBM Plex Sans"/>
            </a:endParaRPr>
          </a:p>
        </p:txBody>
      </p:sp>
      <p:sp>
        <p:nvSpPr>
          <p:cNvPr id="876655800" name=""/>
          <p:cNvSpPr txBox="1"/>
          <p:nvPr/>
        </p:nvSpPr>
        <p:spPr bwMode="auto">
          <a:xfrm rot="0" flipH="0" flipV="0">
            <a:off x="6385124" y="5994362"/>
            <a:ext cx="460035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John Law</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3561738" name=""/>
          <p:cNvSpPr txBox="1"/>
          <p:nvPr/>
        </p:nvSpPr>
        <p:spPr bwMode="auto">
          <a:xfrm rot="0" flipH="0" flipV="0">
            <a:off x="2234355" y="5644315"/>
            <a:ext cx="800803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Hóa đơn ngân hàng của Law</a:t>
            </a:r>
            <a:endParaRPr sz="1200" i="1">
              <a:latin typeface="IBM Plex Sans"/>
              <a:cs typeface="IBM Plex Sans"/>
            </a:endParaRPr>
          </a:p>
        </p:txBody>
      </p:sp>
      <p:pic>
        <p:nvPicPr>
          <p:cNvPr id="588975116" name=""/>
          <p:cNvPicPr>
            <a:picLocks noChangeAspect="1"/>
          </p:cNvPicPr>
          <p:nvPr/>
        </p:nvPicPr>
        <p:blipFill>
          <a:blip r:embed="rId3"/>
          <a:stretch/>
        </p:blipFill>
        <p:spPr bwMode="auto">
          <a:xfrm flipH="0" flipV="0">
            <a:off x="2376550" y="440530"/>
            <a:ext cx="7723283" cy="508916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84014649" name=""/>
          <p:cNvPicPr>
            <a:picLocks noChangeAspect="1"/>
          </p:cNvPicPr>
          <p:nvPr/>
        </p:nvPicPr>
        <p:blipFill>
          <a:blip r:embed="rId3"/>
          <a:stretch/>
        </p:blipFill>
        <p:spPr bwMode="auto">
          <a:xfrm flipH="0" flipV="0">
            <a:off x="5076295" y="1632539"/>
            <a:ext cx="2754570" cy="3592918"/>
          </a:xfrm>
          <a:prstGeom prst="rect">
            <a:avLst/>
          </a:prstGeom>
          <a:ln w="6349">
            <a:solidFill>
              <a:schemeClr val="tx1"/>
            </a:solidFill>
            <a:prstDash val="solid"/>
          </a:ln>
        </p:spPr>
      </p:pic>
      <p:sp>
        <p:nvSpPr>
          <p:cNvPr id="1600251642" name=""/>
          <p:cNvSpPr txBox="1"/>
          <p:nvPr/>
        </p:nvSpPr>
        <p:spPr bwMode="auto">
          <a:xfrm rot="0" flipH="0" flipV="0">
            <a:off x="4034763" y="5393329"/>
            <a:ext cx="484123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Viện phụ của Saint-Pierre</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0629884" name=""/>
          <p:cNvPicPr>
            <a:picLocks noChangeAspect="1"/>
          </p:cNvPicPr>
          <p:nvPr/>
        </p:nvPicPr>
        <p:blipFill>
          <a:blip r:embed="rId3"/>
          <a:stretch/>
        </p:blipFill>
        <p:spPr bwMode="auto">
          <a:xfrm flipH="0" flipV="0">
            <a:off x="7430437" y="1557211"/>
            <a:ext cx="2152359" cy="3700547"/>
          </a:xfrm>
          <a:prstGeom prst="rect">
            <a:avLst/>
          </a:prstGeom>
          <a:ln w="6349">
            <a:solidFill>
              <a:schemeClr val="accent1">
                <a:lumMod val="50196"/>
              </a:schemeClr>
            </a:solidFill>
            <a:prstDash val="solid"/>
          </a:ln>
        </p:spPr>
      </p:pic>
      <p:pic>
        <p:nvPicPr>
          <p:cNvPr id="477133820" name=""/>
          <p:cNvPicPr>
            <a:picLocks noChangeAspect="1"/>
          </p:cNvPicPr>
          <p:nvPr/>
        </p:nvPicPr>
        <p:blipFill>
          <a:blip r:embed="rId4"/>
          <a:stretch/>
        </p:blipFill>
        <p:spPr bwMode="auto">
          <a:xfrm flipH="0" flipV="0">
            <a:off x="2018111" y="1600240"/>
            <a:ext cx="3106773" cy="3657519"/>
          </a:xfrm>
          <a:prstGeom prst="rect">
            <a:avLst/>
          </a:prstGeom>
          <a:ln w="6349">
            <a:solidFill>
              <a:schemeClr val="tx1"/>
            </a:solidFill>
            <a:prstDash val="solid"/>
          </a:ln>
        </p:spPr>
      </p:pic>
      <p:sp>
        <p:nvSpPr>
          <p:cNvPr id="260411752" name=""/>
          <p:cNvSpPr txBox="1"/>
          <p:nvPr/>
        </p:nvSpPr>
        <p:spPr bwMode="auto">
          <a:xfrm rot="0" flipH="0" flipV="0">
            <a:off x="1371373" y="5368448"/>
            <a:ext cx="440711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dung Gustave de Molinari</a:t>
            </a:r>
            <a:endParaRPr sz="1200" i="1">
              <a:latin typeface="IBM Plex Sans"/>
              <a:cs typeface="IBM Plex Sans"/>
            </a:endParaRPr>
          </a:p>
        </p:txBody>
      </p:sp>
      <p:sp>
        <p:nvSpPr>
          <p:cNvPr id="217743035" name=""/>
          <p:cNvSpPr txBox="1"/>
          <p:nvPr/>
        </p:nvSpPr>
        <p:spPr bwMode="auto">
          <a:xfrm rot="0" flipH="0" flipV="0">
            <a:off x="5778126" y="5368447"/>
            <a:ext cx="545646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Viện phụ của Saint-Pierre của Molinari</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1072379" name=""/>
          <p:cNvSpPr txBox="1"/>
          <p:nvPr/>
        </p:nvSpPr>
        <p:spPr bwMode="auto">
          <a:xfrm rot="0" flipH="0" flipV="0">
            <a:off x="2700898" y="6008069"/>
            <a:ext cx="680532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Viện phụ của Saint-Pierre, “Dự án khôi </a:t>
            </a:r>
            <a:r>
              <a:rPr sz="1200" i="1">
                <a:latin typeface="IBM Plex Sans"/>
              </a:rPr>
              <a:t>phục hòa bình ở châu Âu”</a:t>
            </a:r>
            <a:endParaRPr sz="1200" i="1">
              <a:latin typeface="IBM Plex Sans"/>
              <a:cs typeface="IBM Plex Sans"/>
            </a:endParaRPr>
          </a:p>
        </p:txBody>
      </p:sp>
      <p:pic>
        <p:nvPicPr>
          <p:cNvPr id="1815910220" name=""/>
          <p:cNvPicPr>
            <a:picLocks noChangeAspect="1"/>
          </p:cNvPicPr>
          <p:nvPr/>
        </p:nvPicPr>
        <p:blipFill>
          <a:blip r:embed="rId3"/>
          <a:stretch/>
        </p:blipFill>
        <p:spPr bwMode="auto">
          <a:xfrm flipH="0" flipV="0">
            <a:off x="4340758" y="528813"/>
            <a:ext cx="3510482" cy="538859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7318787" name=""/>
          <p:cNvSpPr txBox="1"/>
          <p:nvPr/>
        </p:nvSpPr>
        <p:spPr bwMode="auto">
          <a:xfrm rot="0" flipH="0" flipV="0">
            <a:off x="95249" y="5634534"/>
            <a:ext cx="5546938"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Louis XIV</a:t>
            </a:r>
            <a:endParaRPr sz="1200" i="1">
              <a:latin typeface="IBM Plex Sans"/>
              <a:cs typeface="IBM Plex Sans"/>
            </a:endParaRPr>
          </a:p>
        </p:txBody>
      </p:sp>
      <p:sp>
        <p:nvSpPr>
          <p:cNvPr id="925831263" name=""/>
          <p:cNvSpPr txBox="1"/>
          <p:nvPr/>
        </p:nvSpPr>
        <p:spPr bwMode="auto">
          <a:xfrm rot="0" flipH="0" flipV="0">
            <a:off x="5784994" y="5634534"/>
            <a:ext cx="638867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Versailles, Sảnh Gương</a:t>
            </a:r>
            <a:endParaRPr sz="1200" i="1">
              <a:latin typeface="IBM Plex Sans"/>
              <a:cs typeface="IBM Plex Sans"/>
            </a:endParaRPr>
          </a:p>
        </p:txBody>
      </p:sp>
      <p:pic>
        <p:nvPicPr>
          <p:cNvPr id="487832822" name=""/>
          <p:cNvPicPr>
            <a:picLocks noChangeAspect="1"/>
          </p:cNvPicPr>
          <p:nvPr/>
        </p:nvPicPr>
        <p:blipFill>
          <a:blip r:embed="rId3"/>
          <a:stretch/>
        </p:blipFill>
        <p:spPr bwMode="auto">
          <a:xfrm flipH="0" flipV="0">
            <a:off x="95249" y="1294972"/>
            <a:ext cx="5545499" cy="4268054"/>
          </a:xfrm>
          <a:prstGeom prst="rect">
            <a:avLst/>
          </a:prstGeom>
        </p:spPr>
      </p:pic>
      <p:pic>
        <p:nvPicPr>
          <p:cNvPr id="1803538770" name=""/>
          <p:cNvPicPr>
            <a:picLocks noChangeAspect="1"/>
          </p:cNvPicPr>
          <p:nvPr/>
        </p:nvPicPr>
        <p:blipFill>
          <a:blip r:embed="rId4"/>
          <a:stretch/>
        </p:blipFill>
        <p:spPr bwMode="auto">
          <a:xfrm flipH="0" flipV="0">
            <a:off x="5784994" y="1298032"/>
            <a:ext cx="6387955" cy="426193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9723332" name=""/>
          <p:cNvSpPr txBox="1"/>
          <p:nvPr/>
        </p:nvSpPr>
        <p:spPr bwMode="auto">
          <a:xfrm rot="0" flipH="0" flipV="0">
            <a:off x="1942124" y="6325407"/>
            <a:ext cx="830846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Viện Hàn lâm Pháp</a:t>
            </a:r>
            <a:endParaRPr sz="1200" i="1">
              <a:latin typeface="IBM Plex Sans"/>
              <a:cs typeface="IBM Plex Sans"/>
            </a:endParaRPr>
          </a:p>
        </p:txBody>
      </p:sp>
      <p:pic>
        <p:nvPicPr>
          <p:cNvPr id="1701618790" name=""/>
          <p:cNvPicPr>
            <a:picLocks noChangeAspect="1"/>
          </p:cNvPicPr>
          <p:nvPr/>
        </p:nvPicPr>
        <p:blipFill>
          <a:blip r:embed="rId3"/>
          <a:stretch/>
        </p:blipFill>
        <p:spPr bwMode="auto">
          <a:xfrm flipH="0" flipV="0">
            <a:off x="1942124" y="661480"/>
            <a:ext cx="8307749" cy="55350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8588096" name=""/>
          <p:cNvPicPr>
            <a:picLocks noChangeAspect="1"/>
          </p:cNvPicPr>
          <p:nvPr/>
        </p:nvPicPr>
        <p:blipFill>
          <a:blip r:embed="rId3"/>
          <a:stretch/>
        </p:blipFill>
        <p:spPr bwMode="auto">
          <a:xfrm flipH="0" flipV="0">
            <a:off x="4691206" y="1409708"/>
            <a:ext cx="2453546" cy="4038580"/>
          </a:xfrm>
          <a:prstGeom prst="rect">
            <a:avLst/>
          </a:prstGeom>
          <a:ln w="6349">
            <a:solidFill>
              <a:schemeClr val="tx1"/>
            </a:solidFill>
            <a:prstDash val="solid"/>
          </a:ln>
        </p:spPr>
      </p:pic>
      <p:sp>
        <p:nvSpPr>
          <p:cNvPr id="985129154" name=""/>
          <p:cNvSpPr txBox="1"/>
          <p:nvPr/>
        </p:nvSpPr>
        <p:spPr bwMode="auto">
          <a:xfrm rot="0" flipH="0" flipV="0">
            <a:off x="3067380" y="5615308"/>
            <a:ext cx="5701556"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Một cuốn sách nhỏ của Pháp thế kỷ 18 đề xuất cải cách thương mại và tài chính, phản ánh những cuộc tranh luận ban đầu về chính sách thương mại và kinh tế.</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77171432" name=""/>
          <p:cNvPicPr>
            <a:picLocks noChangeAspect="1"/>
          </p:cNvPicPr>
          <p:nvPr/>
        </p:nvPicPr>
        <p:blipFill>
          <a:blip r:embed="rId3"/>
          <a:stretch/>
        </p:blipFill>
        <p:spPr bwMode="auto">
          <a:xfrm flipH="0" flipV="0">
            <a:off x="1757693" y="991939"/>
            <a:ext cx="3292167" cy="4874120"/>
          </a:xfrm>
          <a:prstGeom prst="rect">
            <a:avLst/>
          </a:prstGeom>
          <a:ln w="6349">
            <a:solidFill>
              <a:schemeClr val="tx1"/>
            </a:solidFill>
            <a:prstDash val="solid"/>
          </a:ln>
        </p:spPr>
      </p:pic>
      <p:pic>
        <p:nvPicPr>
          <p:cNvPr id="196502548" name=""/>
          <p:cNvPicPr>
            <a:picLocks noChangeAspect="1"/>
          </p:cNvPicPr>
          <p:nvPr/>
        </p:nvPicPr>
        <p:blipFill>
          <a:blip r:embed="rId4"/>
          <a:stretch/>
        </p:blipFill>
        <p:spPr bwMode="auto">
          <a:xfrm flipH="0" flipV="0">
            <a:off x="6242413" y="991940"/>
            <a:ext cx="3745186" cy="4874119"/>
          </a:xfrm>
          <a:prstGeom prst="rect">
            <a:avLst/>
          </a:prstGeom>
          <a:ln w="6349">
            <a:solidFill>
              <a:schemeClr val="tx1"/>
            </a:solidFill>
            <a:prstDash val="solid"/>
          </a:ln>
        </p:spPr>
      </p:pic>
      <p:sp>
        <p:nvSpPr>
          <p:cNvPr id="1626952596" name=""/>
          <p:cNvSpPr txBox="1"/>
          <p:nvPr/>
        </p:nvSpPr>
        <p:spPr bwMode="auto">
          <a:xfrm rot="0" flipH="0" flipV="0">
            <a:off x="1799496" y="5964752"/>
            <a:ext cx="322301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Hầu tước d'Argenson</a:t>
            </a:r>
            <a:endParaRPr sz="1200" i="1">
              <a:latin typeface="IBM Plex Sans"/>
              <a:cs typeface="IBM Plex Sans"/>
            </a:endParaRPr>
          </a:p>
        </p:txBody>
      </p:sp>
      <p:sp>
        <p:nvSpPr>
          <p:cNvPr id="246427471" name=""/>
          <p:cNvSpPr txBox="1"/>
          <p:nvPr/>
        </p:nvSpPr>
        <p:spPr bwMode="auto">
          <a:xfrm rot="0" flipH="0" flipV="0">
            <a:off x="6080658" y="5964752"/>
            <a:ext cx="404225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Laissez-faire, laissez-passer</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0811119" name=""/>
          <p:cNvPicPr>
            <a:picLocks noChangeAspect="1"/>
          </p:cNvPicPr>
          <p:nvPr/>
        </p:nvPicPr>
        <p:blipFill>
          <a:blip r:embed="rId3"/>
          <a:stretch/>
        </p:blipFill>
        <p:spPr bwMode="auto">
          <a:xfrm flipH="0" flipV="0">
            <a:off x="3586194" y="1603482"/>
            <a:ext cx="4753949" cy="3651033"/>
          </a:xfrm>
          <a:prstGeom prst="rect">
            <a:avLst/>
          </a:prstGeom>
          <a:ln w="6349">
            <a:solidFill>
              <a:schemeClr val="tx1"/>
            </a:solidFill>
            <a:prstDash val="solid"/>
          </a:ln>
        </p:spPr>
      </p:pic>
      <p:sp>
        <p:nvSpPr>
          <p:cNvPr id="53760976" name=""/>
          <p:cNvSpPr txBox="1"/>
          <p:nvPr/>
        </p:nvSpPr>
        <p:spPr bwMode="auto">
          <a:xfrm rot="0" flipH="0" flipV="0">
            <a:off x="1995817" y="5404298"/>
            <a:ext cx="7936136"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Sản xuất ghim, “Encyclopédie” </a:t>
            </a:r>
            <a:r>
              <a:rPr sz="1200" i="1">
                <a:latin typeface="IBM Plex Sans"/>
              </a:rPr>
              <a:t>của Diderot và d'Alambert</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3384138" name=""/>
          <p:cNvSpPr txBox="1"/>
          <p:nvPr/>
        </p:nvSpPr>
        <p:spPr bwMode="auto">
          <a:xfrm rot="0" flipH="0" flipV="0">
            <a:off x="3603161" y="5856661"/>
            <a:ext cx="500206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dung Adam Smith</a:t>
            </a:r>
            <a:endParaRPr sz="1200" i="1">
              <a:latin typeface="IBM Plex Sans"/>
              <a:cs typeface="IBM Plex Sans"/>
            </a:endParaRPr>
          </a:p>
        </p:txBody>
      </p:sp>
      <p:pic>
        <p:nvPicPr>
          <p:cNvPr id="808600195" name=""/>
          <p:cNvPicPr>
            <a:picLocks noChangeAspect="1"/>
          </p:cNvPicPr>
          <p:nvPr/>
        </p:nvPicPr>
        <p:blipFill>
          <a:blip r:embed="rId3"/>
          <a:stretch/>
        </p:blipFill>
        <p:spPr bwMode="auto">
          <a:xfrm flipH="0" flipV="0">
            <a:off x="4538707" y="1087128"/>
            <a:ext cx="3130615" cy="4683741"/>
          </a:xfrm>
          <a:prstGeom prst="rect">
            <a:avLst/>
          </a:prstGeom>
          <a:ln w="6349">
            <a:solidFill>
              <a:schemeClr val="tx1"/>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95887291" name=""/>
          <p:cNvPicPr>
            <a:picLocks noChangeAspect="1"/>
          </p:cNvPicPr>
          <p:nvPr/>
        </p:nvPicPr>
        <p:blipFill>
          <a:blip r:embed="rId3"/>
          <a:stretch/>
        </p:blipFill>
        <p:spPr bwMode="auto">
          <a:xfrm flipH="0" flipV="0">
            <a:off x="4605457" y="694032"/>
            <a:ext cx="2996114" cy="4977671"/>
          </a:xfrm>
          <a:prstGeom prst="rect">
            <a:avLst/>
          </a:prstGeom>
          <a:ln w="6349">
            <a:solidFill>
              <a:schemeClr val="tx1"/>
            </a:solidFill>
            <a:prstDash val="solid"/>
          </a:ln>
        </p:spPr>
      </p:pic>
      <p:sp>
        <p:nvSpPr>
          <p:cNvPr id="2007906865" name=""/>
          <p:cNvSpPr txBox="1"/>
          <p:nvPr/>
        </p:nvSpPr>
        <p:spPr bwMode="auto">
          <a:xfrm rot="0" flipH="0" flipV="0">
            <a:off x="2581928" y="5780153"/>
            <a:ext cx="715274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Hầu tước d'Argenson, “Nhật </a:t>
            </a:r>
            <a:r>
              <a:rPr sz="1200" i="1">
                <a:latin typeface="IBM Plex Sans"/>
              </a:rPr>
              <a:t>ký và hồi ký”</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7115157" name=""/>
          <p:cNvSpPr txBox="1"/>
          <p:nvPr/>
        </p:nvSpPr>
        <p:spPr bwMode="auto">
          <a:xfrm rot="0" flipH="0" flipV="0">
            <a:off x="2665543" y="5405847"/>
            <a:ext cx="639012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Benoît Malbranque, “Vincent </a:t>
            </a:r>
            <a:r>
              <a:rPr sz="1200" i="1">
                <a:latin typeface="IBM Plex Sans"/>
              </a:rPr>
              <a:t>de Gournay”</a:t>
            </a:r>
            <a:endParaRPr sz="1200" i="1">
              <a:latin typeface="IBM Plex Sans"/>
              <a:cs typeface="IBM Plex Sans"/>
            </a:endParaRPr>
          </a:p>
        </p:txBody>
      </p:sp>
      <p:pic>
        <p:nvPicPr>
          <p:cNvPr id="2114462987" name=""/>
          <p:cNvPicPr>
            <a:picLocks noChangeAspect="1"/>
          </p:cNvPicPr>
          <p:nvPr/>
        </p:nvPicPr>
        <p:blipFill>
          <a:blip r:embed="rId3"/>
          <a:stretch/>
        </p:blipFill>
        <p:spPr bwMode="auto">
          <a:xfrm flipH="0" flipV="0">
            <a:off x="4192248" y="652462"/>
            <a:ext cx="3134857" cy="466963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51834184" name=""/>
          <p:cNvPicPr>
            <a:picLocks noChangeAspect="1"/>
          </p:cNvPicPr>
          <p:nvPr/>
        </p:nvPicPr>
        <p:blipFill>
          <a:blip r:embed="rId3"/>
          <a:srcRect l="8172" t="6465" r="7019" b="5123"/>
          <a:stretch/>
        </p:blipFill>
        <p:spPr bwMode="auto">
          <a:xfrm flipH="0" flipV="0">
            <a:off x="8114488" y="1272334"/>
            <a:ext cx="3028949" cy="4313331"/>
          </a:xfrm>
          <a:prstGeom prst="rect">
            <a:avLst/>
          </a:prstGeom>
          <a:ln w="6349">
            <a:solidFill>
              <a:schemeClr val="accent1">
                <a:lumMod val="50196"/>
              </a:schemeClr>
            </a:solidFill>
            <a:prstDash val="solid"/>
          </a:ln>
        </p:spPr>
      </p:pic>
      <p:pic>
        <p:nvPicPr>
          <p:cNvPr id="1466787542" name=""/>
          <p:cNvPicPr>
            <a:picLocks noChangeAspect="1"/>
          </p:cNvPicPr>
          <p:nvPr/>
        </p:nvPicPr>
        <p:blipFill>
          <a:blip r:embed="rId4"/>
          <a:stretch/>
        </p:blipFill>
        <p:spPr bwMode="auto">
          <a:xfrm flipH="0" flipV="0">
            <a:off x="4630165" y="1268260"/>
            <a:ext cx="2593733" cy="4321478"/>
          </a:xfrm>
          <a:prstGeom prst="rect">
            <a:avLst/>
          </a:prstGeom>
          <a:ln w="6349">
            <a:solidFill>
              <a:schemeClr val="accent1">
                <a:lumMod val="50196"/>
              </a:schemeClr>
            </a:solidFill>
            <a:prstDash val="solid"/>
          </a:ln>
        </p:spPr>
      </p:pic>
      <p:sp>
        <p:nvSpPr>
          <p:cNvPr id="69312451" name=""/>
          <p:cNvSpPr txBox="1"/>
          <p:nvPr/>
        </p:nvSpPr>
        <p:spPr bwMode="auto">
          <a:xfrm rot="0" flipH="0" flipV="0">
            <a:off x="943947" y="5700709"/>
            <a:ext cx="2830725"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Chuyên luận về thương mại của Josiah Child</a:t>
            </a:r>
            <a:endParaRPr sz="1200" i="1">
              <a:latin typeface="IBM Plex Sans"/>
              <a:ea typeface="IBM Plex Sans"/>
              <a:cs typeface="IBM Plex Sans"/>
            </a:endParaRPr>
          </a:p>
          <a:p>
            <a:pPr algn="ctr"/>
          </a:p>
        </p:txBody>
      </p:sp>
      <p:sp>
        <p:nvSpPr>
          <p:cNvPr id="143681071" name=""/>
          <p:cNvSpPr txBox="1"/>
          <p:nvPr/>
        </p:nvSpPr>
        <p:spPr bwMode="auto">
          <a:xfrm rot="0" flipH="0" flipV="0">
            <a:off x="4406834" y="5700709"/>
            <a:ext cx="3068379"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Văn bản ngày </a:t>
            </a:r>
            <a:r>
              <a:rPr sz="1200" i="1">
                <a:latin typeface="IBM Plex Sans"/>
              </a:rPr>
              <a:t>26 tháng 6 </a:t>
            </a:r>
            <a:r>
              <a:rPr sz="1200" i="1">
                <a:latin typeface="IBM Plex Sans"/>
              </a:rPr>
              <a:t>năm 1715, do </a:t>
            </a:r>
            <a:r>
              <a:rPr sz="1200" i="1">
                <a:latin typeface="IBM Plex Sans"/>
              </a:rPr>
              <a:t>thương gia M. </a:t>
            </a:r>
            <a:r>
              <a:rPr sz="1200" i="1">
                <a:latin typeface="IBM Plex Sans"/>
              </a:rPr>
              <a:t>de Gourgan </a:t>
            </a:r>
            <a:r>
              <a:rPr sz="1200" i="1">
                <a:latin typeface="IBM Plex Sans"/>
              </a:rPr>
              <a:t>biên soạn</a:t>
            </a:r>
            <a:endParaRPr sz="1200" i="1">
              <a:latin typeface="IBM Plex Sans"/>
              <a:ea typeface="IBM Plex Sans"/>
              <a:cs typeface="IBM Plex Sans"/>
            </a:endParaRPr>
          </a:p>
          <a:p>
            <a:pPr algn="ctr"/>
          </a:p>
        </p:txBody>
      </p:sp>
      <p:sp>
        <p:nvSpPr>
          <p:cNvPr id="1314446454" name=""/>
          <p:cNvSpPr txBox="1"/>
          <p:nvPr/>
        </p:nvSpPr>
        <p:spPr bwMode="auto">
          <a:xfrm rot="0" flipH="0" flipV="0">
            <a:off x="8114486" y="5700709"/>
            <a:ext cx="3033627"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Báo cáo chính </a:t>
            </a:r>
            <a:r>
              <a:rPr sz="1200" i="1">
                <a:latin typeface="IBM Plex Sans"/>
              </a:rPr>
              <a:t>thức về Compagnie </a:t>
            </a:r>
            <a:r>
              <a:rPr sz="1200" i="1">
                <a:latin typeface="IBM Plex Sans"/>
              </a:rPr>
              <a:t>des Indes</a:t>
            </a:r>
            <a:endParaRPr sz="1200" i="1">
              <a:latin typeface="IBM Plex Sans"/>
              <a:ea typeface="IBM Plex Sans"/>
              <a:cs typeface="IBM Plex Sans"/>
            </a:endParaRPr>
          </a:p>
          <a:p>
            <a:pPr algn="ctr"/>
          </a:p>
        </p:txBody>
      </p:sp>
      <p:pic>
        <p:nvPicPr>
          <p:cNvPr id="1899674346" name=""/>
          <p:cNvPicPr>
            <a:picLocks noChangeAspect="1"/>
          </p:cNvPicPr>
          <p:nvPr/>
        </p:nvPicPr>
        <p:blipFill>
          <a:blip r:embed="rId5"/>
          <a:stretch/>
        </p:blipFill>
        <p:spPr bwMode="auto">
          <a:xfrm flipH="0" flipV="0">
            <a:off x="943946" y="1272333"/>
            <a:ext cx="2836271" cy="4380064"/>
          </a:xfrm>
          <a:prstGeom prst="rect">
            <a:avLst/>
          </a:prstGeom>
          <a:ln w="6349">
            <a:solidFill>
              <a:schemeClr val="accent1">
                <a:lumMod val="50196"/>
              </a:schemeClr>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7684048" name=""/>
          <p:cNvSpPr txBox="1"/>
          <p:nvPr/>
        </p:nvSpPr>
        <p:spPr bwMode="auto">
          <a:xfrm rot="0" flipH="0" flipV="0">
            <a:off x="3835793" y="6264950"/>
            <a:ext cx="452185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a:t>
            </a:r>
            <a:r>
              <a:rPr sz="1200" i="1">
                <a:latin typeface="IBM Plex Sans"/>
              </a:rPr>
              <a:t>dung </a:t>
            </a:r>
            <a:r>
              <a:rPr sz="1200" i="1">
                <a:latin typeface="IBM Plex Sans"/>
              </a:rPr>
              <a:t>Turgot</a:t>
            </a:r>
            <a:endParaRPr sz="1200" i="1">
              <a:latin typeface="IBM Plex Sans"/>
              <a:cs typeface="IBM Plex Sans"/>
            </a:endParaRPr>
          </a:p>
        </p:txBody>
      </p:sp>
      <p:pic>
        <p:nvPicPr>
          <p:cNvPr id="370161415" name=""/>
          <p:cNvPicPr>
            <a:picLocks noChangeAspect="1"/>
          </p:cNvPicPr>
          <p:nvPr/>
        </p:nvPicPr>
        <p:blipFill>
          <a:blip r:embed="rId3"/>
          <a:stretch/>
        </p:blipFill>
        <p:spPr bwMode="auto">
          <a:xfrm flipH="0" flipV="0">
            <a:off x="3835793" y="593049"/>
            <a:ext cx="4520412" cy="56719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89372775" name=""/>
          <p:cNvSpPr txBox="1"/>
          <p:nvPr/>
        </p:nvSpPr>
        <p:spPr bwMode="auto">
          <a:xfrm rot="0" flipH="0" flipV="0">
            <a:off x="4377884" y="4975233"/>
            <a:ext cx="3140535"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Vòng tròn Vincent de Gournay</a:t>
            </a:r>
            <a:endParaRPr sz="1200" i="1">
              <a:latin typeface="IBM Plex Sans"/>
              <a:ea typeface="IBM Plex Sans"/>
              <a:cs typeface="IBM Plex Sans"/>
            </a:endParaRPr>
          </a:p>
          <a:p>
            <a:pPr algn="ctr"/>
          </a:p>
        </p:txBody>
      </p:sp>
      <p:pic>
        <p:nvPicPr>
          <p:cNvPr id="2041316298" name=""/>
          <p:cNvPicPr>
            <a:picLocks noChangeAspect="1"/>
          </p:cNvPicPr>
          <p:nvPr/>
        </p:nvPicPr>
        <p:blipFill>
          <a:blip r:embed="rId3"/>
          <a:stretch/>
        </p:blipFill>
        <p:spPr bwMode="auto">
          <a:xfrm>
            <a:off x="4328722" y="1583530"/>
            <a:ext cx="3238499" cy="32384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6931849" name=""/>
          <p:cNvSpPr txBox="1"/>
          <p:nvPr/>
        </p:nvSpPr>
        <p:spPr bwMode="auto">
          <a:xfrm rot="0" flipH="0" flipV="0">
            <a:off x="3858603" y="5796081"/>
            <a:ext cx="436246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dung David Hume</a:t>
            </a:r>
            <a:endParaRPr sz="1200" i="1">
              <a:latin typeface="IBM Plex Sans"/>
              <a:cs typeface="IBM Plex Sans"/>
            </a:endParaRPr>
          </a:p>
        </p:txBody>
      </p:sp>
      <p:pic>
        <p:nvPicPr>
          <p:cNvPr id="1017320586" name=""/>
          <p:cNvPicPr>
            <a:picLocks noChangeAspect="1"/>
          </p:cNvPicPr>
          <p:nvPr/>
        </p:nvPicPr>
        <p:blipFill>
          <a:blip r:embed="rId3"/>
          <a:stretch/>
        </p:blipFill>
        <p:spPr bwMode="auto">
          <a:xfrm>
            <a:off x="3974522" y="450272"/>
            <a:ext cx="3933824" cy="52387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5615337" name=""/>
          <p:cNvPicPr>
            <a:picLocks noChangeAspect="1"/>
          </p:cNvPicPr>
          <p:nvPr/>
        </p:nvPicPr>
        <p:blipFill>
          <a:blip r:embed="rId3"/>
          <a:stretch/>
        </p:blipFill>
        <p:spPr bwMode="auto">
          <a:xfrm flipH="0" flipV="0">
            <a:off x="5536404" y="1624490"/>
            <a:ext cx="4096724" cy="3609019"/>
          </a:xfrm>
          <a:prstGeom prst="rect">
            <a:avLst/>
          </a:prstGeom>
          <a:ln w="6349">
            <a:solidFill>
              <a:schemeClr val="tx1"/>
            </a:solidFill>
            <a:prstDash val="solid"/>
          </a:ln>
        </p:spPr>
      </p:pic>
      <p:pic>
        <p:nvPicPr>
          <p:cNvPr id="928554434" name=""/>
          <p:cNvPicPr>
            <a:picLocks noChangeAspect="1"/>
          </p:cNvPicPr>
          <p:nvPr/>
        </p:nvPicPr>
        <p:blipFill>
          <a:blip r:embed="rId4"/>
          <a:stretch/>
        </p:blipFill>
        <p:spPr bwMode="auto">
          <a:xfrm flipH="0" flipV="0">
            <a:off x="2628898" y="1585474"/>
            <a:ext cx="2266949" cy="3687050"/>
          </a:xfrm>
          <a:prstGeom prst="rect">
            <a:avLst/>
          </a:prstGeom>
          <a:ln w="6349">
            <a:solidFill>
              <a:schemeClr val="accent1">
                <a:lumMod val="50196"/>
              </a:schemeClr>
            </a:solidFill>
            <a:prstDash val="solid"/>
          </a:ln>
        </p:spPr>
      </p:pic>
      <p:sp>
        <p:nvSpPr>
          <p:cNvPr id="605059592" name=""/>
          <p:cNvSpPr txBox="1"/>
          <p:nvPr/>
        </p:nvSpPr>
        <p:spPr bwMode="auto">
          <a:xfrm rot="0" flipH="0" flipV="0">
            <a:off x="5553459" y="5339678"/>
            <a:ext cx="4085786"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Linh mục </a:t>
            </a:r>
            <a:r>
              <a:rPr sz="1200" b="0" i="1" u="none" lang="en-US">
                <a:solidFill>
                  <a:schemeClr val="tx1"/>
                </a:solidFill>
                <a:latin typeface="IBM Plex Sans"/>
              </a:rPr>
              <a:t>Gabriel-François Coyer</a:t>
            </a:r>
            <a:endParaRPr sz="1200" i="1">
              <a:latin typeface="IBM Plex Sans"/>
            </a:endParaRPr>
          </a:p>
          <a:p>
            <a:pPr algn="ctr"/>
            <a:r>
              <a:rPr sz="1200" i="1">
                <a:latin typeface="IBM Plex Sans"/>
              </a:rPr>
              <a:t>“La quý tộc thương mại”</a:t>
            </a:r>
          </a:p>
          <a:p>
            <a:pPr algn="ctr"/>
          </a:p>
        </p:txBody>
      </p:sp>
      <p:sp>
        <p:nvSpPr>
          <p:cNvPr id="370785627" name=""/>
          <p:cNvSpPr txBox="1"/>
          <p:nvPr/>
        </p:nvSpPr>
        <p:spPr bwMode="auto">
          <a:xfrm rot="0" flipH="0" flipV="0">
            <a:off x="2563537" y="5339679"/>
            <a:ext cx="2358256"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Tiểu luận về chính sách ngũ cốc chung (1755)</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17872610" name=""/>
          <p:cNvPicPr>
            <a:picLocks noChangeAspect="1"/>
          </p:cNvPicPr>
          <p:nvPr/>
        </p:nvPicPr>
        <p:blipFill>
          <a:blip r:embed="rId3"/>
          <a:stretch/>
        </p:blipFill>
        <p:spPr bwMode="auto">
          <a:xfrm flipH="0" flipV="0">
            <a:off x="4683634" y="1270081"/>
            <a:ext cx="2534625" cy="4317834"/>
          </a:xfrm>
          <a:prstGeom prst="rect">
            <a:avLst/>
          </a:prstGeom>
          <a:ln w="6349">
            <a:solidFill>
              <a:schemeClr val="tx1"/>
            </a:solidFill>
            <a:prstDash val="solid"/>
          </a:ln>
        </p:spPr>
      </p:pic>
      <p:sp>
        <p:nvSpPr>
          <p:cNvPr id="1939872120" name=""/>
          <p:cNvSpPr txBox="1"/>
          <p:nvPr/>
        </p:nvSpPr>
        <p:spPr bwMode="auto">
          <a:xfrm rot="0" flipH="0" flipV="0">
            <a:off x="4168710" y="5648629"/>
            <a:ext cx="3565552"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Richard Cantillon, “Tiểu luận về bản chất của thương mại”</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594929" name=""/>
          <p:cNvPicPr>
            <a:picLocks noChangeAspect="1"/>
          </p:cNvPicPr>
          <p:nvPr/>
        </p:nvPicPr>
        <p:blipFill>
          <a:blip r:embed="rId3"/>
          <a:stretch/>
        </p:blipFill>
        <p:spPr bwMode="auto">
          <a:xfrm flipH="0" flipV="0">
            <a:off x="4662000" y="1075212"/>
            <a:ext cx="2867999" cy="4707575"/>
          </a:xfrm>
          <a:prstGeom prst="rect">
            <a:avLst/>
          </a:prstGeom>
          <a:ln w="6349">
            <a:solidFill>
              <a:schemeClr val="tx1"/>
            </a:solidFill>
            <a:prstDash val="solid"/>
          </a:ln>
        </p:spPr>
      </p:pic>
      <p:sp>
        <p:nvSpPr>
          <p:cNvPr id="1020654627" name=""/>
          <p:cNvSpPr/>
          <p:nvPr/>
        </p:nvSpPr>
        <p:spPr bwMode="auto">
          <a:xfrm flipH="0" flipV="0">
            <a:off x="3348292" y="5831958"/>
            <a:ext cx="5495414" cy="5185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ctr">
              <a:defRPr/>
            </a:pPr>
            <a:r>
              <a:rPr sz="1200" b="0" i="1" u="none">
                <a:solidFill>
                  <a:srgbClr val="000000"/>
                </a:solidFill>
                <a:latin typeface="IBM Plex Sans"/>
              </a:rPr>
              <a:t>Nghiên cứu về xuất bản kinh tế ở Pháp, 1566-1789.</a:t>
            </a:r>
            <a:endParaRPr sz="1200" b="0" i="1" u="none">
              <a:solidFill>
                <a:srgbClr val="000000"/>
              </a:solidFill>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7410853" name=""/>
          <p:cNvSpPr txBox="1"/>
          <p:nvPr/>
        </p:nvSpPr>
        <p:spPr bwMode="auto">
          <a:xfrm rot="0" flipH="0" flipV="0">
            <a:off x="4195163" y="5594311"/>
            <a:ext cx="3818349"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Linh mục </a:t>
            </a:r>
            <a:r>
              <a:rPr sz="1200" b="0" i="1" u="none" lang="en-US">
                <a:solidFill>
                  <a:schemeClr val="tx1"/>
                </a:solidFill>
                <a:latin typeface="IBM Plex Sans"/>
              </a:rPr>
              <a:t>Gabriel-François Coyer, </a:t>
            </a:r>
            <a:r>
              <a:rPr sz="1200" i="1">
                <a:latin typeface="IBM Plex Sans"/>
              </a:rPr>
              <a:t>“Chinki”</a:t>
            </a:r>
            <a:endParaRPr sz="1200" i="1">
              <a:latin typeface="IBM Plex Sans"/>
              <a:ea typeface="IBM Plex Sans"/>
              <a:cs typeface="IBM Plex Sans"/>
            </a:endParaRPr>
          </a:p>
          <a:p>
            <a:pPr algn="ctr"/>
          </a:p>
        </p:txBody>
      </p:sp>
      <p:pic>
        <p:nvPicPr>
          <p:cNvPr id="120981974" name=""/>
          <p:cNvPicPr>
            <a:picLocks noChangeAspect="1"/>
          </p:cNvPicPr>
          <p:nvPr/>
        </p:nvPicPr>
        <p:blipFill>
          <a:blip r:embed="rId3"/>
          <a:stretch/>
        </p:blipFill>
        <p:spPr bwMode="auto">
          <a:xfrm flipH="0" flipV="0">
            <a:off x="4560093" y="1364871"/>
            <a:ext cx="2692031" cy="403300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03050978" name=""/>
          <p:cNvPicPr>
            <a:picLocks noChangeAspect="1"/>
          </p:cNvPicPr>
          <p:nvPr/>
        </p:nvPicPr>
        <p:blipFill>
          <a:blip r:embed="rId3"/>
          <a:stretch/>
        </p:blipFill>
        <p:spPr bwMode="auto">
          <a:xfrm flipH="0" flipV="0">
            <a:off x="3253430" y="1731168"/>
            <a:ext cx="5389710" cy="3395662"/>
          </a:xfrm>
          <a:prstGeom prst="rect">
            <a:avLst/>
          </a:prstGeom>
          <a:ln w="6349">
            <a:solidFill>
              <a:schemeClr val="tx1"/>
            </a:solidFill>
            <a:prstDash val="solid"/>
          </a:ln>
        </p:spPr>
      </p:pic>
      <p:sp>
        <p:nvSpPr>
          <p:cNvPr id="170748387" name=""/>
          <p:cNvSpPr/>
          <p:nvPr/>
        </p:nvSpPr>
        <p:spPr bwMode="auto">
          <a:xfrm flipH="0" flipV="0">
            <a:off x="3201327" y="5198765"/>
            <a:ext cx="5494276" cy="2746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ctr">
              <a:defRPr/>
            </a:pPr>
            <a:r>
              <a:rPr sz="1200" b="0" i="0" u="none">
                <a:solidFill>
                  <a:srgbClr val="000000"/>
                </a:solidFill>
                <a:latin typeface="IBM Plex Sans"/>
              </a:rPr>
              <a:t>Tranh luận tại Hội nghị các điền trang, Pháp, 1789</a:t>
            </a:r>
            <a:endParaRPr sz="20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36254219" name=""/>
          <p:cNvPicPr>
            <a:picLocks noChangeAspect="1"/>
          </p:cNvPicPr>
          <p:nvPr/>
        </p:nvPicPr>
        <p:blipFill>
          <a:blip r:embed="rId3"/>
          <a:stretch/>
        </p:blipFill>
        <p:spPr bwMode="auto">
          <a:xfrm flipH="0" flipV="0">
            <a:off x="2934294" y="1181099"/>
            <a:ext cx="3283887" cy="4495799"/>
          </a:xfrm>
          <a:prstGeom prst="rect">
            <a:avLst/>
          </a:prstGeom>
          <a:ln w="6349">
            <a:solidFill>
              <a:schemeClr val="tx1"/>
            </a:solidFill>
            <a:prstDash val="solid"/>
          </a:ln>
        </p:spPr>
      </p:pic>
      <p:pic>
        <p:nvPicPr>
          <p:cNvPr id="1857715795" name=""/>
          <p:cNvPicPr>
            <a:picLocks noChangeAspect="1"/>
          </p:cNvPicPr>
          <p:nvPr/>
        </p:nvPicPr>
        <p:blipFill>
          <a:blip r:embed="rId4"/>
          <a:stretch/>
        </p:blipFill>
        <p:spPr bwMode="auto">
          <a:xfrm flipH="0" flipV="0">
            <a:off x="6534744" y="1174446"/>
            <a:ext cx="2525099" cy="4509106"/>
          </a:xfrm>
          <a:prstGeom prst="rect">
            <a:avLst/>
          </a:prstGeom>
          <a:ln w="6349">
            <a:solidFill>
              <a:schemeClr val="tx1"/>
            </a:solidFill>
            <a:prstDash val="solid"/>
          </a:ln>
        </p:spPr>
      </p:pic>
      <p:sp>
        <p:nvSpPr>
          <p:cNvPr id="845753349" name=""/>
          <p:cNvSpPr txBox="1"/>
          <p:nvPr/>
        </p:nvSpPr>
        <p:spPr bwMode="auto">
          <a:xfrm rot="0" flipH="0" flipV="0">
            <a:off x="2934291" y="5764453"/>
            <a:ext cx="328532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dung Mirabeau</a:t>
            </a:r>
            <a:endParaRPr sz="1200" i="1">
              <a:latin typeface="IBM Plex Sans"/>
              <a:cs typeface="IBM Plex Sans"/>
            </a:endParaRPr>
          </a:p>
        </p:txBody>
      </p:sp>
      <p:sp>
        <p:nvSpPr>
          <p:cNvPr id="1015953704" name=""/>
          <p:cNvSpPr txBox="1"/>
          <p:nvPr/>
        </p:nvSpPr>
        <p:spPr bwMode="auto">
          <a:xfrm rot="0" flipH="0" flipV="0">
            <a:off x="6621444" y="5779872"/>
            <a:ext cx="2428542"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Mirabeau, “L’ami </a:t>
            </a:r>
            <a:r>
              <a:rPr sz="1200" i="1">
                <a:latin typeface="IBM Plex Sans"/>
              </a:rPr>
              <a:t>des hommes”</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5402895" name=""/>
          <p:cNvPicPr>
            <a:picLocks noChangeAspect="1"/>
          </p:cNvPicPr>
          <p:nvPr/>
        </p:nvPicPr>
        <p:blipFill>
          <a:blip r:embed="rId3"/>
          <a:stretch/>
        </p:blipFill>
        <p:spPr bwMode="auto">
          <a:xfrm flipH="0" flipV="0">
            <a:off x="4614045" y="945558"/>
            <a:ext cx="2915624" cy="4966883"/>
          </a:xfrm>
          <a:prstGeom prst="rect">
            <a:avLst/>
          </a:prstGeom>
          <a:ln w="6349">
            <a:solidFill>
              <a:schemeClr val="tx1"/>
            </a:solidFill>
            <a:prstDash val="solid"/>
          </a:ln>
        </p:spPr>
      </p:pic>
      <p:sp>
        <p:nvSpPr>
          <p:cNvPr id="502008907" name=""/>
          <p:cNvSpPr txBox="1"/>
          <p:nvPr/>
        </p:nvSpPr>
        <p:spPr bwMode="auto">
          <a:xfrm rot="0" flipH="0" flipV="0">
            <a:off x="4198474" y="6103737"/>
            <a:ext cx="3747483" cy="7928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i="1">
                <a:latin typeface="IBM Plex Sans"/>
              </a:rPr>
              <a:t>Richard Cantillon, “Tiểu luận về bản chất của thương mại”</a:t>
            </a:r>
            <a:endParaRPr sz="14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284563" name=""/>
          <p:cNvSpPr txBox="1"/>
          <p:nvPr/>
        </p:nvSpPr>
        <p:spPr bwMode="auto">
          <a:xfrm rot="0" flipH="0" flipV="0">
            <a:off x="4271145" y="5490666"/>
            <a:ext cx="3262515"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Học thuyết kinh tế và xã hội</a:t>
            </a:r>
            <a:endParaRPr sz="1200" i="1">
              <a:latin typeface="IBM Plex Sans"/>
            </a:endParaRPr>
          </a:p>
          <a:p>
            <a:pPr algn="ctr"/>
            <a:r>
              <a:rPr sz="1200" i="1">
                <a:latin typeface="IBM Plex Sans"/>
              </a:rPr>
              <a:t>của Hầu tước de Mirabeau</a:t>
            </a:r>
          </a:p>
          <a:p>
            <a:pPr algn="ctr"/>
          </a:p>
        </p:txBody>
      </p:sp>
      <p:pic>
        <p:nvPicPr>
          <p:cNvPr id="1405613183" name=""/>
          <p:cNvPicPr>
            <a:picLocks noChangeAspect="1"/>
          </p:cNvPicPr>
          <p:nvPr/>
        </p:nvPicPr>
        <p:blipFill>
          <a:blip r:embed="rId3"/>
          <a:stretch/>
        </p:blipFill>
        <p:spPr bwMode="auto">
          <a:xfrm flipH="0" flipV="0">
            <a:off x="4271146" y="503216"/>
            <a:ext cx="3323358" cy="490222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7544032" name=""/>
          <p:cNvSpPr txBox="1"/>
          <p:nvPr/>
        </p:nvSpPr>
        <p:spPr bwMode="auto">
          <a:xfrm rot="0" flipH="0" flipV="0">
            <a:off x="4700094" y="5539107"/>
            <a:ext cx="2831208"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François Quesnay</a:t>
            </a:r>
            <a:endParaRPr sz="1200" i="1">
              <a:latin typeface="IBM Plex Sans"/>
              <a:cs typeface="IBM Plex Sans"/>
            </a:endParaRPr>
          </a:p>
        </p:txBody>
      </p:sp>
      <p:pic>
        <p:nvPicPr>
          <p:cNvPr id="805252704" name=""/>
          <p:cNvPicPr>
            <a:picLocks noChangeAspect="1"/>
          </p:cNvPicPr>
          <p:nvPr/>
        </p:nvPicPr>
        <p:blipFill>
          <a:blip r:embed="rId3"/>
          <a:stretch/>
        </p:blipFill>
        <p:spPr bwMode="auto">
          <a:xfrm flipH="0" flipV="0">
            <a:off x="4700455" y="1390186"/>
            <a:ext cx="2830129" cy="407762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6008957" name=""/>
          <p:cNvPicPr>
            <a:picLocks noChangeAspect="1"/>
          </p:cNvPicPr>
          <p:nvPr/>
        </p:nvPicPr>
        <p:blipFill>
          <a:blip r:embed="rId3"/>
          <a:stretch/>
        </p:blipFill>
        <p:spPr bwMode="auto">
          <a:xfrm flipH="0" flipV="0">
            <a:off x="6343648" y="1368701"/>
            <a:ext cx="2658449" cy="4120597"/>
          </a:xfrm>
          <a:prstGeom prst="rect">
            <a:avLst/>
          </a:prstGeom>
          <a:ln w="6349">
            <a:solidFill>
              <a:schemeClr val="tx1"/>
            </a:solidFill>
            <a:prstDash val="solid"/>
          </a:ln>
        </p:spPr>
      </p:pic>
      <p:pic>
        <p:nvPicPr>
          <p:cNvPr id="1273097645" name=""/>
          <p:cNvPicPr>
            <a:picLocks noChangeAspect="1"/>
          </p:cNvPicPr>
          <p:nvPr/>
        </p:nvPicPr>
        <p:blipFill>
          <a:blip r:embed="rId4"/>
          <a:stretch/>
        </p:blipFill>
        <p:spPr bwMode="auto">
          <a:xfrm flipH="0" flipV="0">
            <a:off x="3167061" y="1370527"/>
            <a:ext cx="2739412" cy="4116945"/>
          </a:xfrm>
          <a:prstGeom prst="rect">
            <a:avLst/>
          </a:prstGeom>
          <a:ln w="6349">
            <a:solidFill>
              <a:schemeClr val="tx1"/>
            </a:solidFill>
            <a:prstDash val="solid"/>
          </a:ln>
        </p:spPr>
      </p:pic>
      <p:sp>
        <p:nvSpPr>
          <p:cNvPr id="947843350" name=""/>
          <p:cNvSpPr txBox="1"/>
          <p:nvPr/>
        </p:nvSpPr>
        <p:spPr bwMode="auto">
          <a:xfrm rot="0" flipH="0" flipV="0">
            <a:off x="6335100" y="5620965"/>
            <a:ext cx="278977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Pierre Samuel Dupont de Nemours</a:t>
            </a:r>
            <a:endParaRPr sz="1200" i="1">
              <a:latin typeface="IBM Plex Sans"/>
              <a:cs typeface="IBM Plex Sans"/>
            </a:endParaRPr>
          </a:p>
        </p:txBody>
      </p:sp>
      <p:sp>
        <p:nvSpPr>
          <p:cNvPr id="880957488" name=""/>
          <p:cNvSpPr txBox="1"/>
          <p:nvPr/>
        </p:nvSpPr>
        <p:spPr bwMode="auto">
          <a:xfrm rot="0" flipH="0" flipV="0">
            <a:off x="3172797" y="5620964"/>
            <a:ext cx="273979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Mirabeau, “Lý thuyết </a:t>
            </a:r>
            <a:r>
              <a:rPr sz="1200" i="1">
                <a:latin typeface="IBM Plex Sans"/>
              </a:rPr>
              <a:t>về thuế”</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0234631" name=""/>
          <p:cNvPicPr>
            <a:picLocks noChangeAspect="1"/>
          </p:cNvPicPr>
          <p:nvPr/>
        </p:nvPicPr>
        <p:blipFill>
          <a:blip r:embed="rId3"/>
          <a:stretch/>
        </p:blipFill>
        <p:spPr bwMode="auto">
          <a:xfrm flipH="0" flipV="0">
            <a:off x="7398181" y="1566404"/>
            <a:ext cx="2264278" cy="3423161"/>
          </a:xfrm>
          <a:prstGeom prst="rect">
            <a:avLst/>
          </a:prstGeom>
          <a:ln w="6349">
            <a:solidFill>
              <a:schemeClr val="tx1"/>
            </a:solidFill>
            <a:prstDash val="solid"/>
          </a:ln>
        </p:spPr>
      </p:pic>
      <p:sp>
        <p:nvSpPr>
          <p:cNvPr id="1423672778" name=""/>
          <p:cNvSpPr txBox="1"/>
          <p:nvPr/>
        </p:nvSpPr>
        <p:spPr bwMode="auto">
          <a:xfrm rot="0" flipH="0" flipV="0">
            <a:off x="7351488" y="5146176"/>
            <a:ext cx="2143511"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Biểu đồ kinh tế của François Quesnay</a:t>
            </a:r>
            <a:endParaRPr sz="1200" i="1">
              <a:latin typeface="IBM Plex Sans"/>
              <a:ea typeface="IBM Plex Sans"/>
              <a:cs typeface="IBM Plex Sans"/>
            </a:endParaRPr>
          </a:p>
          <a:p>
            <a:pPr algn="ctr"/>
          </a:p>
        </p:txBody>
      </p:sp>
      <p:sp>
        <p:nvSpPr>
          <p:cNvPr id="1909772607" name=""/>
          <p:cNvSpPr txBox="1"/>
          <p:nvPr/>
        </p:nvSpPr>
        <p:spPr bwMode="auto">
          <a:xfrm rot="0" flipH="0" flipV="0">
            <a:off x="3370627" y="5084856"/>
            <a:ext cx="235268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François Quesnay</a:t>
            </a:r>
            <a:endParaRPr sz="1200" i="1">
              <a:latin typeface="IBM Plex Sans"/>
              <a:cs typeface="IBM Plex Sans"/>
            </a:endParaRPr>
          </a:p>
        </p:txBody>
      </p:sp>
      <p:pic>
        <p:nvPicPr>
          <p:cNvPr id="866037319" name=""/>
          <p:cNvPicPr>
            <a:picLocks noChangeAspect="1"/>
          </p:cNvPicPr>
          <p:nvPr/>
        </p:nvPicPr>
        <p:blipFill>
          <a:blip r:embed="rId4"/>
          <a:srcRect l="16910" t="0" r="23944" b="0"/>
          <a:stretch/>
        </p:blipFill>
        <p:spPr bwMode="auto">
          <a:xfrm flipH="0" flipV="0">
            <a:off x="2510051" y="1579616"/>
            <a:ext cx="4455175" cy="340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9766573" name=""/>
          <p:cNvSpPr txBox="1"/>
          <p:nvPr/>
        </p:nvSpPr>
        <p:spPr bwMode="auto">
          <a:xfrm rot="0" flipH="0" flipV="0">
            <a:off x="4680035" y="5021432"/>
            <a:ext cx="283192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François Quesnay</a:t>
            </a:r>
            <a:endParaRPr sz="1200" i="1">
              <a:latin typeface="IBM Plex Sans"/>
              <a:cs typeface="IBM Plex Sans"/>
            </a:endParaRPr>
          </a:p>
        </p:txBody>
      </p:sp>
      <p:pic>
        <p:nvPicPr>
          <p:cNvPr id="1149989325" name=""/>
          <p:cNvPicPr>
            <a:picLocks noChangeAspect="1"/>
          </p:cNvPicPr>
          <p:nvPr/>
        </p:nvPicPr>
        <p:blipFill>
          <a:blip r:embed="rId3"/>
          <a:stretch/>
        </p:blipFill>
        <p:spPr bwMode="auto">
          <a:xfrm>
            <a:off x="2286000" y="1047749"/>
            <a:ext cx="7619999" cy="38862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98073634" name=""/>
          <p:cNvPicPr>
            <a:picLocks noChangeAspect="1"/>
          </p:cNvPicPr>
          <p:nvPr/>
        </p:nvPicPr>
        <p:blipFill>
          <a:blip r:embed="rId3"/>
          <a:stretch/>
        </p:blipFill>
        <p:spPr bwMode="auto">
          <a:xfrm flipH="0" flipV="0">
            <a:off x="2886072" y="2114549"/>
            <a:ext cx="3505199" cy="2628900"/>
          </a:xfrm>
          <a:prstGeom prst="rect">
            <a:avLst/>
          </a:prstGeom>
          <a:ln w="6349">
            <a:solidFill>
              <a:schemeClr val="tx1"/>
            </a:solidFill>
            <a:prstDash val="solid"/>
          </a:ln>
        </p:spPr>
      </p:pic>
      <p:pic>
        <p:nvPicPr>
          <p:cNvPr id="1931518260" name=""/>
          <p:cNvPicPr>
            <a:picLocks noChangeAspect="1"/>
          </p:cNvPicPr>
          <p:nvPr/>
        </p:nvPicPr>
        <p:blipFill>
          <a:blip r:embed="rId4"/>
          <a:stretch/>
        </p:blipFill>
        <p:spPr bwMode="auto">
          <a:xfrm flipH="0" flipV="0">
            <a:off x="7135941" y="2114892"/>
            <a:ext cx="1748812" cy="2628215"/>
          </a:xfrm>
          <a:prstGeom prst="rect">
            <a:avLst/>
          </a:prstGeom>
          <a:ln w="6349">
            <a:solidFill>
              <a:schemeClr val="tx1"/>
            </a:solidFill>
            <a:prstDash val="solid"/>
          </a:ln>
        </p:spPr>
      </p:pic>
      <p:sp>
        <p:nvSpPr>
          <p:cNvPr id="1170515060" name=""/>
          <p:cNvSpPr txBox="1"/>
          <p:nvPr/>
        </p:nvSpPr>
        <p:spPr bwMode="auto">
          <a:xfrm rot="0" flipH="0" flipV="0">
            <a:off x="2886071" y="4867597"/>
            <a:ext cx="350627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Bách khoa toàn thư</a:t>
            </a:r>
            <a:endParaRPr sz="1200" i="1">
              <a:latin typeface="IBM Plex Sans"/>
              <a:cs typeface="IBM Plex Sans"/>
            </a:endParaRPr>
          </a:p>
        </p:txBody>
      </p:sp>
      <p:sp>
        <p:nvSpPr>
          <p:cNvPr id="686248363" name=""/>
          <p:cNvSpPr txBox="1"/>
          <p:nvPr/>
        </p:nvSpPr>
        <p:spPr bwMode="auto">
          <a:xfrm rot="0" flipH="0" flipV="0">
            <a:off x="6910167" y="4867596"/>
            <a:ext cx="220503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Dupont de </a:t>
            </a:r>
            <a:r>
              <a:rPr sz="1200" i="1">
                <a:latin typeface="IBM Plex Sans"/>
              </a:rPr>
              <a:t>Nemours,</a:t>
            </a:r>
            <a:endParaRPr sz="1200" i="1">
              <a:latin typeface="IBM Plex Sans"/>
            </a:endParaRPr>
          </a:p>
          <a:p>
            <a:pPr algn="ctr"/>
            <a:r>
              <a:rPr sz="1200" i="1">
                <a:latin typeface="IBM Plex Sans"/>
              </a:rPr>
              <a:t>“Lý thuyết về thuế”</a:t>
            </a: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28078756" name=""/>
          <p:cNvPicPr>
            <a:picLocks noChangeAspect="1"/>
          </p:cNvPicPr>
          <p:nvPr/>
        </p:nvPicPr>
        <p:blipFill>
          <a:blip r:embed="rId3"/>
          <a:stretch/>
        </p:blipFill>
        <p:spPr bwMode="auto">
          <a:xfrm flipH="0" flipV="0">
            <a:off x="6311500" y="2009775"/>
            <a:ext cx="1759837" cy="2838449"/>
          </a:xfrm>
          <a:prstGeom prst="rect">
            <a:avLst/>
          </a:prstGeom>
          <a:ln w="6349">
            <a:solidFill>
              <a:schemeClr val="tx1"/>
            </a:solidFill>
          </a:ln>
        </p:spPr>
      </p:pic>
      <p:pic>
        <p:nvPicPr>
          <p:cNvPr id="1529488039" name=""/>
          <p:cNvPicPr>
            <a:picLocks noChangeAspect="1"/>
          </p:cNvPicPr>
          <p:nvPr/>
        </p:nvPicPr>
        <p:blipFill>
          <a:blip r:embed="rId4"/>
          <a:stretch/>
        </p:blipFill>
        <p:spPr bwMode="auto">
          <a:xfrm flipH="0" flipV="0">
            <a:off x="3793925" y="2009775"/>
            <a:ext cx="1633080" cy="2838449"/>
          </a:xfrm>
          <a:prstGeom prst="rect">
            <a:avLst/>
          </a:prstGeom>
          <a:ln w="6349">
            <a:solidFill>
              <a:schemeClr val="tx1"/>
            </a:solidFill>
            <a:prstDash val="solid"/>
          </a:ln>
        </p:spPr>
      </p:pic>
      <p:sp>
        <p:nvSpPr>
          <p:cNvPr id="1944813895" name=""/>
          <p:cNvSpPr txBox="1"/>
          <p:nvPr/>
        </p:nvSpPr>
        <p:spPr bwMode="auto">
          <a:xfrm rot="0" flipH="0" flipV="0">
            <a:off x="3528747" y="5037696"/>
            <a:ext cx="214600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“Physiocracy”, tuyển tập các bài viết của Quesnay, 1768</a:t>
            </a:r>
            <a:endParaRPr sz="1200" i="1">
              <a:latin typeface="IBM Plex Sans"/>
              <a:cs typeface="IBM Plex Sans"/>
            </a:endParaRPr>
          </a:p>
          <a:p>
            <a:pPr algn="ctr"/>
          </a:p>
        </p:txBody>
      </p:sp>
      <p:sp>
        <p:nvSpPr>
          <p:cNvPr id="745085485" name=""/>
          <p:cNvSpPr txBox="1"/>
          <p:nvPr/>
        </p:nvSpPr>
        <p:spPr bwMode="auto">
          <a:xfrm rot="0" flipH="0" flipV="0">
            <a:off x="5924880" y="5037696"/>
            <a:ext cx="2606652"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“Ephémérides du Citoyen”, tạp chí chính thức của Physiocrats</a:t>
            </a:r>
            <a:endParaRPr sz="1200" i="1">
              <a:latin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12732267" name=""/>
          <p:cNvPicPr>
            <a:picLocks noChangeAspect="1"/>
          </p:cNvPicPr>
          <p:nvPr/>
        </p:nvPicPr>
        <p:blipFill>
          <a:blip r:embed="rId3"/>
          <a:stretch/>
        </p:blipFill>
        <p:spPr bwMode="auto">
          <a:xfrm flipH="0" flipV="0">
            <a:off x="6403861" y="1793817"/>
            <a:ext cx="1915499" cy="3270365"/>
          </a:xfrm>
          <a:prstGeom prst="rect">
            <a:avLst/>
          </a:prstGeom>
          <a:ln w="6349">
            <a:solidFill>
              <a:schemeClr val="tx1"/>
            </a:solidFill>
            <a:prstDash val="solid"/>
          </a:ln>
        </p:spPr>
      </p:pic>
      <p:pic>
        <p:nvPicPr>
          <p:cNvPr id="483546130" name=""/>
          <p:cNvPicPr>
            <a:picLocks noChangeAspect="1"/>
          </p:cNvPicPr>
          <p:nvPr/>
        </p:nvPicPr>
        <p:blipFill>
          <a:blip r:embed="rId4"/>
          <a:stretch/>
        </p:blipFill>
        <p:spPr bwMode="auto">
          <a:xfrm flipH="0" flipV="0">
            <a:off x="3733797" y="1793111"/>
            <a:ext cx="2239349" cy="3271777"/>
          </a:xfrm>
          <a:prstGeom prst="rect">
            <a:avLst/>
          </a:prstGeom>
          <a:ln w="6349">
            <a:solidFill>
              <a:schemeClr val="tx1"/>
            </a:solidFill>
            <a:prstDash val="solid"/>
          </a:ln>
        </p:spPr>
      </p:pic>
      <p:sp>
        <p:nvSpPr>
          <p:cNvPr id="1612686710" name=""/>
          <p:cNvSpPr txBox="1"/>
          <p:nvPr/>
        </p:nvSpPr>
        <p:spPr bwMode="auto">
          <a:xfrm rot="0" flipH="0" flipV="0">
            <a:off x="3733795" y="5208854"/>
            <a:ext cx="2279381"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Boisguilbert, “Chi tiết </a:t>
            </a:r>
            <a:r>
              <a:rPr sz="1200" i="1">
                <a:latin typeface="IBM Plex Sans"/>
              </a:rPr>
              <a:t>về nước Pháp”</a:t>
            </a:r>
            <a:endParaRPr sz="1200" i="1">
              <a:latin typeface="IBM Plex Sans"/>
            </a:endParaRPr>
          </a:p>
          <a:p>
            <a:pPr algn="ctr"/>
          </a:p>
        </p:txBody>
      </p:sp>
      <p:sp>
        <p:nvSpPr>
          <p:cNvPr id="1700346691" name=""/>
          <p:cNvSpPr txBox="1"/>
          <p:nvPr/>
        </p:nvSpPr>
        <p:spPr bwMode="auto">
          <a:xfrm rot="0" flipH="0" flipV="0">
            <a:off x="6341599" y="5208854"/>
            <a:ext cx="210351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Cantillon, “Tiểu luận về bản </a:t>
            </a:r>
            <a:r>
              <a:rPr sz="1200" i="1">
                <a:latin typeface="IBM Plex Sans"/>
              </a:rPr>
              <a:t>chất của thương mại”</a:t>
            </a:r>
            <a:endParaRPr sz="1200" i="1">
              <a:latin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10361677" name=""/>
          <p:cNvPicPr>
            <a:picLocks noChangeAspect="1"/>
          </p:cNvPicPr>
          <p:nvPr/>
        </p:nvPicPr>
        <p:blipFill>
          <a:blip r:embed="rId3"/>
          <a:stretch/>
        </p:blipFill>
        <p:spPr bwMode="auto">
          <a:xfrm flipH="0" flipV="0">
            <a:off x="4860655" y="1660733"/>
            <a:ext cx="1864370" cy="2818575"/>
          </a:xfrm>
          <a:prstGeom prst="rect">
            <a:avLst/>
          </a:prstGeom>
          <a:ln w="6349">
            <a:solidFill>
              <a:schemeClr val="tx1"/>
            </a:solidFill>
            <a:prstDash val="solid"/>
          </a:ln>
        </p:spPr>
      </p:pic>
      <p:pic>
        <p:nvPicPr>
          <p:cNvPr id="1682903578" name=""/>
          <p:cNvPicPr>
            <a:picLocks noChangeAspect="1"/>
          </p:cNvPicPr>
          <p:nvPr/>
        </p:nvPicPr>
        <p:blipFill>
          <a:blip r:embed="rId4"/>
          <a:stretch/>
        </p:blipFill>
        <p:spPr bwMode="auto">
          <a:xfrm flipH="0" flipV="0">
            <a:off x="6933807" y="1679835"/>
            <a:ext cx="1875477" cy="2818575"/>
          </a:xfrm>
          <a:prstGeom prst="rect">
            <a:avLst/>
          </a:prstGeom>
          <a:ln w="6349">
            <a:solidFill>
              <a:schemeClr val="tx1"/>
            </a:solidFill>
            <a:prstDash val="solid"/>
          </a:ln>
        </p:spPr>
      </p:pic>
      <p:sp>
        <p:nvSpPr>
          <p:cNvPr id="1919236334" name=""/>
          <p:cNvSpPr txBox="1"/>
          <p:nvPr/>
        </p:nvSpPr>
        <p:spPr bwMode="auto">
          <a:xfrm rot="0" flipH="0" flipV="0">
            <a:off x="2919485" y="4592245"/>
            <a:ext cx="143486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Quesnay</a:t>
            </a:r>
            <a:endParaRPr sz="1200" i="1">
              <a:latin typeface="IBM Plex Sans"/>
              <a:cs typeface="IBM Plex Sans"/>
            </a:endParaRPr>
          </a:p>
        </p:txBody>
      </p:sp>
      <p:sp>
        <p:nvSpPr>
          <p:cNvPr id="722751012" name=""/>
          <p:cNvSpPr txBox="1"/>
          <p:nvPr/>
        </p:nvSpPr>
        <p:spPr bwMode="auto">
          <a:xfrm rot="0" flipH="0" flipV="0">
            <a:off x="4965435" y="4592245"/>
            <a:ext cx="1519346"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Biểu đồ kinh tế của Quesnay</a:t>
            </a:r>
            <a:endParaRPr sz="1200" i="1">
              <a:latin typeface="IBM Plex Sans"/>
              <a:ea typeface="IBM Plex Sans"/>
              <a:cs typeface="IBM Plex Sans"/>
            </a:endParaRPr>
          </a:p>
          <a:p>
            <a:pPr algn="ctr"/>
          </a:p>
        </p:txBody>
      </p:sp>
      <p:sp>
        <p:nvSpPr>
          <p:cNvPr id="724211289" name=""/>
          <p:cNvSpPr txBox="1"/>
          <p:nvPr/>
        </p:nvSpPr>
        <p:spPr bwMode="auto">
          <a:xfrm rot="0" flipH="0" flipV="0">
            <a:off x="7107106" y="4592243"/>
            <a:ext cx="1534989"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Mirabeau, “Lý </a:t>
            </a:r>
            <a:r>
              <a:rPr sz="1200" i="1">
                <a:latin typeface="IBM Plex Sans"/>
              </a:rPr>
              <a:t>thuyết về </a:t>
            </a:r>
            <a:r>
              <a:rPr sz="1200" i="1">
                <a:latin typeface="IBM Plex Sans"/>
              </a:rPr>
              <a:t>thuế”</a:t>
            </a:r>
            <a:endParaRPr sz="1200" i="1">
              <a:latin typeface="IBM Plex Sans"/>
              <a:cs typeface="IBM Plex Sans"/>
            </a:endParaRPr>
          </a:p>
          <a:p>
            <a:pPr algn="ctr"/>
          </a:p>
        </p:txBody>
      </p:sp>
      <p:pic>
        <p:nvPicPr>
          <p:cNvPr id="252181333" name=""/>
          <p:cNvPicPr>
            <a:picLocks noChangeAspect="1"/>
          </p:cNvPicPr>
          <p:nvPr/>
        </p:nvPicPr>
        <p:blipFill>
          <a:blip r:embed="rId5"/>
          <a:stretch/>
        </p:blipFill>
        <p:spPr bwMode="auto">
          <a:xfrm flipH="0" flipV="0">
            <a:off x="2763468" y="1679835"/>
            <a:ext cx="1929755" cy="278037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6328867" name=""/>
          <p:cNvPicPr>
            <a:picLocks noChangeAspect="1"/>
          </p:cNvPicPr>
          <p:nvPr/>
        </p:nvPicPr>
        <p:blipFill>
          <a:blip r:embed="rId3"/>
          <a:stretch/>
        </p:blipFill>
        <p:spPr bwMode="auto">
          <a:xfrm flipH="0" flipV="0">
            <a:off x="4784152" y="1486932"/>
            <a:ext cx="2806086" cy="3884132"/>
          </a:xfrm>
          <a:prstGeom prst="rect">
            <a:avLst/>
          </a:prstGeom>
        </p:spPr>
      </p:pic>
      <p:sp>
        <p:nvSpPr>
          <p:cNvPr id="613925283" name=""/>
          <p:cNvSpPr txBox="1"/>
          <p:nvPr/>
        </p:nvSpPr>
        <p:spPr bwMode="auto">
          <a:xfrm rot="0" flipH="0" flipV="0">
            <a:off x="4744422" y="5481361"/>
            <a:ext cx="288986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Hầu tước de Pompadour</a:t>
            </a:r>
            <a:endParaRPr sz="1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51845518" name=""/>
          <p:cNvPicPr>
            <a:picLocks noChangeAspect="1"/>
          </p:cNvPicPr>
          <p:nvPr/>
        </p:nvPicPr>
        <p:blipFill>
          <a:blip r:embed="rId3"/>
          <a:stretch/>
        </p:blipFill>
        <p:spPr bwMode="auto">
          <a:xfrm flipH="0" flipV="0">
            <a:off x="5109231" y="1707567"/>
            <a:ext cx="2134574" cy="3442862"/>
          </a:xfrm>
          <a:prstGeom prst="rect">
            <a:avLst/>
          </a:prstGeom>
          <a:ln w="6349">
            <a:solidFill>
              <a:schemeClr val="tx1"/>
            </a:solidFill>
            <a:prstDash val="solid"/>
          </a:ln>
        </p:spPr>
      </p:pic>
      <p:sp>
        <p:nvSpPr>
          <p:cNvPr id="2113662740" name=""/>
          <p:cNvSpPr/>
          <p:nvPr/>
        </p:nvSpPr>
        <p:spPr bwMode="auto">
          <a:xfrm>
            <a:off x="3455440" y="5345761"/>
            <a:ext cx="5442512" cy="2746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lgn="ctr">
              <a:defRPr/>
            </a:pPr>
            <a:r>
              <a:rPr sz="1200" i="1">
                <a:latin typeface="IBM Plex Sans"/>
              </a:rPr>
              <a:t>Ephémérides du Citoyen, tạp chí chính thức của Physiocrats</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47918061" name=""/>
          <p:cNvPicPr>
            <a:picLocks noChangeAspect="1"/>
          </p:cNvPicPr>
          <p:nvPr/>
        </p:nvPicPr>
        <p:blipFill>
          <a:blip r:embed="rId3"/>
          <a:stretch/>
        </p:blipFill>
        <p:spPr bwMode="auto">
          <a:xfrm flipH="0" flipV="0">
            <a:off x="2414097" y="2700453"/>
            <a:ext cx="7363800" cy="1457092"/>
          </a:xfrm>
          <a:prstGeom prst="rect">
            <a:avLst/>
          </a:prstGeom>
          <a:ln w="6349">
            <a:solidFill>
              <a:schemeClr val="tx1"/>
            </a:solidFill>
            <a:prstDash val="solid"/>
          </a:ln>
        </p:spPr>
      </p:pic>
      <p:sp>
        <p:nvSpPr>
          <p:cNvPr id="967580663" name=""/>
          <p:cNvSpPr txBox="1"/>
          <p:nvPr/>
        </p:nvSpPr>
        <p:spPr bwMode="auto">
          <a:xfrm rot="0" flipH="0" flipV="0">
            <a:off x="2414097" y="4321262"/>
            <a:ext cx="7365598"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Các nhà kinh tế học Khai sáng</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5037205" name=""/>
          <p:cNvSpPr txBox="1"/>
          <p:nvPr/>
        </p:nvSpPr>
        <p:spPr bwMode="auto">
          <a:xfrm rot="0" flipH="0" flipV="0">
            <a:off x="4885688" y="5464638"/>
            <a:ext cx="2421338"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Chế độ trọng nông, tập hợp </a:t>
            </a:r>
            <a:r>
              <a:rPr sz="1200" i="1">
                <a:latin typeface="IBM Plex Sans"/>
              </a:rPr>
              <a:t>các bài viết của Quesnay, 1768</a:t>
            </a:r>
            <a:endParaRPr sz="1200" i="1">
              <a:latin typeface="IBM Plex Sans"/>
              <a:ea typeface="IBM Plex Sans"/>
              <a:cs typeface="IBM Plex Sans"/>
            </a:endParaRPr>
          </a:p>
        </p:txBody>
      </p:sp>
      <p:pic>
        <p:nvPicPr>
          <p:cNvPr id="1409527213" name=""/>
          <p:cNvPicPr>
            <a:picLocks noChangeAspect="1"/>
          </p:cNvPicPr>
          <p:nvPr/>
        </p:nvPicPr>
        <p:blipFill>
          <a:blip r:embed="rId3"/>
          <a:stretch/>
        </p:blipFill>
        <p:spPr bwMode="auto">
          <a:xfrm flipH="0" flipV="0">
            <a:off x="4628568" y="238124"/>
            <a:ext cx="2934862" cy="51188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94567132" name=""/>
          <p:cNvPicPr>
            <a:picLocks noChangeAspect="1"/>
          </p:cNvPicPr>
          <p:nvPr/>
        </p:nvPicPr>
        <p:blipFill>
          <a:blip r:embed="rId3"/>
          <a:stretch/>
        </p:blipFill>
        <p:spPr bwMode="auto">
          <a:xfrm flipH="0" flipV="0">
            <a:off x="3400013" y="1452562"/>
            <a:ext cx="5391973" cy="3100384"/>
          </a:xfrm>
          <a:prstGeom prst="rect">
            <a:avLst/>
          </a:prstGeom>
          <a:ln w="6349">
            <a:solidFill>
              <a:schemeClr val="tx1"/>
            </a:solidFill>
            <a:prstDash val="solid"/>
          </a:ln>
        </p:spPr>
      </p:pic>
      <p:sp>
        <p:nvSpPr>
          <p:cNvPr id="429465082" name=""/>
          <p:cNvSpPr txBox="1"/>
          <p:nvPr/>
        </p:nvSpPr>
        <p:spPr bwMode="auto">
          <a:xfrm rot="0" flipH="0" flipV="0">
            <a:off x="4175568" y="4661019"/>
            <a:ext cx="361989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Jean-François Millet, </a:t>
            </a:r>
            <a:r>
              <a:rPr sz="1200" i="1">
                <a:latin typeface="IBM Plex Sans"/>
              </a:rPr>
              <a:t>“Nông dân”</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31724" name=""/>
          <p:cNvPicPr>
            <a:picLocks noChangeAspect="1"/>
          </p:cNvPicPr>
          <p:nvPr/>
        </p:nvPicPr>
        <p:blipFill>
          <a:blip r:embed="rId3"/>
          <a:stretch/>
        </p:blipFill>
        <p:spPr bwMode="auto">
          <a:xfrm flipH="0" flipV="0">
            <a:off x="4982302" y="1485003"/>
            <a:ext cx="2353649" cy="3887991"/>
          </a:xfrm>
          <a:prstGeom prst="rect">
            <a:avLst/>
          </a:prstGeom>
          <a:ln w="6349">
            <a:solidFill>
              <a:schemeClr val="tx1"/>
            </a:solidFill>
            <a:prstDash val="solid"/>
          </a:ln>
        </p:spPr>
      </p:pic>
      <p:sp>
        <p:nvSpPr>
          <p:cNvPr id="649110283" name=""/>
          <p:cNvSpPr txBox="1"/>
          <p:nvPr/>
        </p:nvSpPr>
        <p:spPr bwMode="auto">
          <a:xfrm rot="0" flipH="0" flipV="0">
            <a:off x="4897965" y="5483745"/>
            <a:ext cx="2523396"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Tocqueville, “Chế độ cũ và Cách mạng”</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8191295" name=""/>
          <p:cNvSpPr txBox="1"/>
          <p:nvPr/>
        </p:nvSpPr>
        <p:spPr bwMode="auto">
          <a:xfrm rot="0" flipH="0" flipV="0">
            <a:off x="3767247" y="6455965"/>
            <a:ext cx="465894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Louis XVI</a:t>
            </a:r>
            <a:endParaRPr sz="1200" i="1">
              <a:latin typeface="IBM Plex Sans"/>
              <a:cs typeface="IBM Plex Sans"/>
            </a:endParaRPr>
          </a:p>
        </p:txBody>
      </p:sp>
      <p:pic>
        <p:nvPicPr>
          <p:cNvPr id="675656402" name=""/>
          <p:cNvPicPr>
            <a:picLocks noChangeAspect="1"/>
          </p:cNvPicPr>
          <p:nvPr/>
        </p:nvPicPr>
        <p:blipFill>
          <a:blip r:embed="rId3"/>
          <a:stretch/>
        </p:blipFill>
        <p:spPr bwMode="auto">
          <a:xfrm flipH="0" flipV="0">
            <a:off x="3767247" y="155951"/>
            <a:ext cx="4657503" cy="623411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44824030" name=""/>
          <p:cNvSpPr txBox="1"/>
          <p:nvPr/>
        </p:nvSpPr>
        <p:spPr bwMode="auto">
          <a:xfrm rot="0" flipH="0" flipV="0">
            <a:off x="4375075" y="6245419"/>
            <a:ext cx="3445448"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Millet, </a:t>
            </a:r>
            <a:r>
              <a:rPr sz="1200" i="1">
                <a:latin typeface="IBM Plex Sans"/>
              </a:rPr>
              <a:t>“Angelus”</a:t>
            </a:r>
            <a:endParaRPr sz="1200" i="1">
              <a:latin typeface="IBM Plex Sans"/>
              <a:cs typeface="IBM Plex Sans"/>
            </a:endParaRPr>
          </a:p>
        </p:txBody>
      </p:sp>
      <p:pic>
        <p:nvPicPr>
          <p:cNvPr id="385453723" name=""/>
          <p:cNvPicPr>
            <a:picLocks noChangeAspect="1"/>
          </p:cNvPicPr>
          <p:nvPr/>
        </p:nvPicPr>
        <p:blipFill>
          <a:blip r:embed="rId3"/>
          <a:stretch/>
        </p:blipFill>
        <p:spPr bwMode="auto">
          <a:xfrm flipH="0" flipV="0">
            <a:off x="2408933" y="74217"/>
            <a:ext cx="7374133" cy="59741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06342938" name=""/>
          <p:cNvPicPr>
            <a:picLocks noChangeAspect="1"/>
          </p:cNvPicPr>
          <p:nvPr/>
        </p:nvPicPr>
        <p:blipFill>
          <a:blip r:embed="rId3"/>
          <a:stretch/>
        </p:blipFill>
        <p:spPr bwMode="auto">
          <a:xfrm flipH="0" flipV="0">
            <a:off x="4167725" y="2207417"/>
            <a:ext cx="3857625" cy="2443162"/>
          </a:xfrm>
          <a:prstGeom prst="rect">
            <a:avLst/>
          </a:prstGeom>
          <a:ln w="6349">
            <a:solidFill>
              <a:schemeClr val="tx1"/>
            </a:solidFill>
            <a:prstDash val="solid"/>
          </a:ln>
        </p:spPr>
      </p:pic>
      <p:sp>
        <p:nvSpPr>
          <p:cNvPr id="2135728965" name=""/>
          <p:cNvSpPr txBox="1"/>
          <p:nvPr/>
        </p:nvSpPr>
        <p:spPr bwMode="auto">
          <a:xfrm rot="0" flipH="0" flipV="0">
            <a:off x="4167183" y="4754975"/>
            <a:ext cx="385906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Cảng Bordeaux vào thế kỷ 18</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2005189" name=""/>
          <p:cNvSpPr/>
          <p:nvPr/>
        </p:nvSpPr>
        <p:spPr bwMode="auto">
          <a:xfrm rot="0" flipH="0" flipV="0">
            <a:off x="4500680" y="1709736"/>
            <a:ext cx="2819399" cy="343852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pic>
        <p:nvPicPr>
          <p:cNvPr id="1103359127" name=""/>
          <p:cNvPicPr>
            <a:picLocks noChangeAspect="1"/>
          </p:cNvPicPr>
          <p:nvPr/>
        </p:nvPicPr>
        <p:blipFill>
          <a:blip r:embed="rId3"/>
          <a:stretch/>
        </p:blipFill>
        <p:spPr bwMode="auto">
          <a:xfrm flipH="0" flipV="0">
            <a:off x="4769274" y="1935605"/>
            <a:ext cx="2282212" cy="2986787"/>
          </a:xfrm>
          <a:prstGeom prst="ellipse">
            <a:avLst/>
          </a:prstGeom>
        </p:spPr>
      </p:pic>
      <p:sp>
        <p:nvSpPr>
          <p:cNvPr id="1975454646" name=""/>
          <p:cNvSpPr txBox="1"/>
          <p:nvPr/>
        </p:nvSpPr>
        <p:spPr bwMode="auto">
          <a:xfrm rot="0" flipH="0" flipV="0">
            <a:off x="3046587" y="5250471"/>
            <a:ext cx="589534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Charles Frederick, “Đại công tước xứ Baden”</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15132221" name=""/>
          <p:cNvPicPr>
            <a:picLocks noChangeAspect="1"/>
          </p:cNvPicPr>
          <p:nvPr/>
        </p:nvPicPr>
        <p:blipFill>
          <a:blip r:embed="rId3"/>
          <a:stretch/>
        </p:blipFill>
        <p:spPr bwMode="auto">
          <a:xfrm flipH="0" flipV="0">
            <a:off x="2698550" y="1695598"/>
            <a:ext cx="2782274" cy="3466802"/>
          </a:xfrm>
          <a:prstGeom prst="rect">
            <a:avLst/>
          </a:prstGeom>
        </p:spPr>
      </p:pic>
      <p:pic>
        <p:nvPicPr>
          <p:cNvPr id="490369089" name=""/>
          <p:cNvPicPr>
            <a:picLocks noChangeAspect="1"/>
          </p:cNvPicPr>
          <p:nvPr/>
        </p:nvPicPr>
        <p:blipFill>
          <a:blip r:embed="rId4"/>
          <a:stretch/>
        </p:blipFill>
        <p:spPr bwMode="auto">
          <a:xfrm flipH="0" flipV="0">
            <a:off x="6237087" y="1707856"/>
            <a:ext cx="2429848" cy="3442287"/>
          </a:xfrm>
          <a:prstGeom prst="rect">
            <a:avLst/>
          </a:prstGeom>
        </p:spPr>
      </p:pic>
      <p:sp>
        <p:nvSpPr>
          <p:cNvPr id="1569786394" name=""/>
          <p:cNvSpPr txBox="1"/>
          <p:nvPr/>
        </p:nvSpPr>
        <p:spPr bwMode="auto">
          <a:xfrm rot="0" flipH="0" flipV="0">
            <a:off x="2709049" y="5318191"/>
            <a:ext cx="271625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Catherine II </a:t>
            </a:r>
            <a:r>
              <a:rPr sz="1200" i="1">
                <a:latin typeface="IBM Plex Sans"/>
              </a:rPr>
              <a:t>của Nga</a:t>
            </a:r>
            <a:endParaRPr sz="1200">
              <a:latin typeface="IBM Plex Sans"/>
              <a:cs typeface="IBM Plex Sans"/>
            </a:endParaRPr>
          </a:p>
        </p:txBody>
      </p:sp>
      <p:sp>
        <p:nvSpPr>
          <p:cNvPr id="701207350" name=""/>
          <p:cNvSpPr txBox="1"/>
          <p:nvPr/>
        </p:nvSpPr>
        <p:spPr bwMode="auto">
          <a:xfrm rot="0" flipH="0" flipV="0">
            <a:off x="6003187" y="5318190"/>
            <a:ext cx="2874970"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Mercier de la Rivière, “Trật tự </a:t>
            </a:r>
            <a:r>
              <a:rPr sz="1200" i="1">
                <a:latin typeface="IBM Plex Sans"/>
              </a:rPr>
              <a:t>tự nhiên và thiết yếu của </a:t>
            </a:r>
            <a:r>
              <a:rPr sz="1200" i="1">
                <a:latin typeface="IBM Plex Sans"/>
              </a:rPr>
              <a:t>các xã hội chính trị”</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40039365" name=""/>
          <p:cNvSpPr txBox="1"/>
          <p:nvPr/>
        </p:nvSpPr>
        <p:spPr bwMode="auto">
          <a:xfrm rot="0" flipH="0" flipV="0">
            <a:off x="4992105" y="6377725"/>
            <a:ext cx="220778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Chân dung Turgot</a:t>
            </a:r>
            <a:endParaRPr sz="1200" i="1">
              <a:latin typeface="IBM Plex Sans"/>
              <a:cs typeface="IBM Plex Sans"/>
            </a:endParaRPr>
          </a:p>
        </p:txBody>
      </p:sp>
      <p:pic>
        <p:nvPicPr>
          <p:cNvPr id="73230168" name=""/>
          <p:cNvPicPr>
            <a:picLocks noChangeAspect="1"/>
          </p:cNvPicPr>
          <p:nvPr/>
        </p:nvPicPr>
        <p:blipFill>
          <a:blip r:embed="rId3"/>
          <a:stretch/>
        </p:blipFill>
        <p:spPr bwMode="auto">
          <a:xfrm flipH="0" flipV="0">
            <a:off x="3835793" y="593049"/>
            <a:ext cx="4520412" cy="56718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03201" name=""/>
          <p:cNvPicPr>
            <a:picLocks noChangeAspect="1"/>
          </p:cNvPicPr>
          <p:nvPr/>
        </p:nvPicPr>
        <p:blipFill>
          <a:blip r:embed="rId3"/>
          <a:stretch/>
        </p:blipFill>
        <p:spPr bwMode="auto">
          <a:xfrm flipH="0" flipV="0">
            <a:off x="3899997" y="1810262"/>
            <a:ext cx="4030049" cy="3237473"/>
          </a:xfrm>
          <a:prstGeom prst="rect">
            <a:avLst/>
          </a:prstGeom>
        </p:spPr>
      </p:pic>
      <p:sp>
        <p:nvSpPr>
          <p:cNvPr id="1676668344" name=""/>
          <p:cNvSpPr txBox="1"/>
          <p:nvPr/>
        </p:nvSpPr>
        <p:spPr bwMode="auto">
          <a:xfrm rot="0" flipH="0" flipV="0">
            <a:off x="3983837" y="5047732"/>
            <a:ext cx="394728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Sắc lệnh Hoàng gia</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26309131" name=""/>
          <p:cNvPicPr>
            <a:picLocks noChangeAspect="1"/>
          </p:cNvPicPr>
          <p:nvPr/>
        </p:nvPicPr>
        <p:blipFill>
          <a:blip r:embed="rId3"/>
          <a:stretch/>
        </p:blipFill>
        <p:spPr bwMode="auto">
          <a:xfrm flipH="0" flipV="0">
            <a:off x="3520787" y="1912142"/>
            <a:ext cx="4823791" cy="3033712"/>
          </a:xfrm>
          <a:prstGeom prst="rect">
            <a:avLst/>
          </a:prstGeom>
          <a:ln w="6349">
            <a:solidFill>
              <a:schemeClr val="tx1"/>
            </a:solidFill>
            <a:prstDash val="solid"/>
          </a:ln>
        </p:spPr>
      </p:pic>
      <p:sp>
        <p:nvSpPr>
          <p:cNvPr id="1539665588" name=""/>
          <p:cNvSpPr txBox="1"/>
          <p:nvPr/>
        </p:nvSpPr>
        <p:spPr bwMode="auto">
          <a:xfrm rot="0" flipH="0" flipV="0">
            <a:off x="1951167" y="5079618"/>
            <a:ext cx="796698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Triệu tập Hội nghị các đẳng cấp tại Versailles năm 1789</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3620906" name=""/>
          <p:cNvPicPr>
            <a:picLocks noChangeAspect="1"/>
          </p:cNvPicPr>
          <p:nvPr/>
        </p:nvPicPr>
        <p:blipFill>
          <a:blip r:embed="rId3"/>
          <a:stretch/>
        </p:blipFill>
        <p:spPr bwMode="auto">
          <a:xfrm flipH="0" flipV="0">
            <a:off x="2818803" y="1963800"/>
            <a:ext cx="1953599" cy="2930399"/>
          </a:xfrm>
          <a:prstGeom prst="rect">
            <a:avLst/>
          </a:prstGeom>
          <a:ln w="6349">
            <a:solidFill>
              <a:schemeClr val="tx1"/>
            </a:solidFill>
            <a:prstDash val="solid"/>
          </a:ln>
        </p:spPr>
      </p:pic>
      <p:pic>
        <p:nvPicPr>
          <p:cNvPr id="988915901" name=""/>
          <p:cNvPicPr>
            <a:picLocks noChangeAspect="1"/>
          </p:cNvPicPr>
          <p:nvPr/>
        </p:nvPicPr>
        <p:blipFill>
          <a:blip r:embed="rId4"/>
          <a:stretch/>
        </p:blipFill>
        <p:spPr bwMode="auto">
          <a:xfrm flipH="0" flipV="0">
            <a:off x="5812035" y="1963544"/>
            <a:ext cx="3539512" cy="2930908"/>
          </a:xfrm>
          <a:prstGeom prst="rect">
            <a:avLst/>
          </a:prstGeom>
          <a:ln w="6349">
            <a:solidFill>
              <a:schemeClr val="tx1"/>
            </a:solidFill>
            <a:prstDash val="solid"/>
          </a:ln>
        </p:spPr>
      </p:pic>
      <p:sp>
        <p:nvSpPr>
          <p:cNvPr id="1508882711" name=""/>
          <p:cNvSpPr txBox="1"/>
          <p:nvPr/>
        </p:nvSpPr>
        <p:spPr bwMode="auto">
          <a:xfrm rot="0" flipH="0" flipV="0">
            <a:off x="5812032" y="4954842"/>
            <a:ext cx="359722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Adam Smith, “Sự giàu có của các quốc gia”</a:t>
            </a:r>
            <a:endParaRPr sz="1200" i="1">
              <a:latin typeface="IBM Plex Sans"/>
              <a:cs typeface="IBM Plex Sans"/>
            </a:endParaRPr>
          </a:p>
        </p:txBody>
      </p:sp>
      <p:sp>
        <p:nvSpPr>
          <p:cNvPr id="1951186138" name=""/>
          <p:cNvSpPr txBox="1"/>
          <p:nvPr/>
        </p:nvSpPr>
        <p:spPr bwMode="auto">
          <a:xfrm rot="0" flipH="0" flipV="0">
            <a:off x="2522120" y="4954842"/>
            <a:ext cx="2496705"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Joseph Rambaud, “Lịch sử các học thuyết kinh tế”</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44246586" name=""/>
          <p:cNvPicPr>
            <a:picLocks noChangeAspect="1"/>
          </p:cNvPicPr>
          <p:nvPr/>
        </p:nvPicPr>
        <p:blipFill>
          <a:blip r:embed="rId3"/>
          <a:stretch/>
        </p:blipFill>
        <p:spPr bwMode="auto">
          <a:xfrm flipH="0" flipV="0">
            <a:off x="2239348" y="2713018"/>
            <a:ext cx="4675799" cy="1431963"/>
          </a:xfrm>
          <a:prstGeom prst="rect">
            <a:avLst/>
          </a:prstGeom>
        </p:spPr>
      </p:pic>
      <p:pic>
        <p:nvPicPr>
          <p:cNvPr id="1977577997" name=""/>
          <p:cNvPicPr>
            <a:picLocks noChangeAspect="1"/>
          </p:cNvPicPr>
          <p:nvPr/>
        </p:nvPicPr>
        <p:blipFill>
          <a:blip r:embed="rId4"/>
          <a:stretch/>
        </p:blipFill>
        <p:spPr bwMode="auto">
          <a:xfrm flipH="0" flipV="0">
            <a:off x="7582873" y="2106888"/>
            <a:ext cx="1705950" cy="2644222"/>
          </a:xfrm>
          <a:prstGeom prst="rect">
            <a:avLst/>
          </a:prstGeom>
          <a:ln w="6349">
            <a:solidFill>
              <a:schemeClr val="tx1"/>
            </a:solidFill>
            <a:prstDash val="solid"/>
          </a:ln>
        </p:spPr>
      </p:pic>
      <p:sp>
        <p:nvSpPr>
          <p:cNvPr id="1232325847" name=""/>
          <p:cNvSpPr txBox="1"/>
          <p:nvPr/>
        </p:nvSpPr>
        <p:spPr bwMode="auto">
          <a:xfrm rot="0" flipH="0" flipV="0">
            <a:off x="2239346" y="4940495"/>
            <a:ext cx="441695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Doanh nghiệp Dupont</a:t>
            </a:r>
            <a:endParaRPr sz="1200" i="1">
              <a:latin typeface="IBM Plex Sans"/>
              <a:cs typeface="IBM Plex Sans"/>
            </a:endParaRPr>
          </a:p>
        </p:txBody>
      </p:sp>
      <p:sp>
        <p:nvSpPr>
          <p:cNvPr id="1360237828" name=""/>
          <p:cNvSpPr txBox="1"/>
          <p:nvPr/>
        </p:nvSpPr>
        <p:spPr bwMode="auto">
          <a:xfrm rot="0" flipH="0" flipV="0">
            <a:off x="7434045" y="4940495"/>
            <a:ext cx="200425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Dupont de Nemours</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44974314" name=""/>
          <p:cNvPicPr>
            <a:picLocks noChangeAspect="1"/>
          </p:cNvPicPr>
          <p:nvPr/>
        </p:nvPicPr>
        <p:blipFill>
          <a:blip r:embed="rId3"/>
          <a:stretch/>
        </p:blipFill>
        <p:spPr bwMode="auto">
          <a:xfrm flipH="0" flipV="0">
            <a:off x="3111319" y="1589667"/>
            <a:ext cx="2687024" cy="3678665"/>
          </a:xfrm>
          <a:prstGeom prst="rect">
            <a:avLst/>
          </a:prstGeom>
          <a:ln w="6349">
            <a:solidFill>
              <a:schemeClr val="tx1"/>
            </a:solidFill>
            <a:prstDash val="solid"/>
          </a:ln>
        </p:spPr>
      </p:pic>
      <p:pic>
        <p:nvPicPr>
          <p:cNvPr id="1668912552" name=""/>
          <p:cNvPicPr>
            <a:picLocks noChangeAspect="1"/>
          </p:cNvPicPr>
          <p:nvPr/>
        </p:nvPicPr>
        <p:blipFill>
          <a:blip r:embed="rId4"/>
          <a:stretch/>
        </p:blipFill>
        <p:spPr bwMode="auto">
          <a:xfrm flipH="0" flipV="0">
            <a:off x="6695638" y="1589667"/>
            <a:ext cx="2493776" cy="3678665"/>
          </a:xfrm>
          <a:prstGeom prst="rect">
            <a:avLst/>
          </a:prstGeom>
          <a:ln w="6349">
            <a:solidFill>
              <a:schemeClr val="accent1">
                <a:lumMod val="50196"/>
              </a:schemeClr>
            </a:solidFill>
            <a:prstDash val="solid"/>
          </a:ln>
        </p:spPr>
      </p:pic>
      <p:sp>
        <p:nvSpPr>
          <p:cNvPr id="134201921" name=""/>
          <p:cNvSpPr txBox="1"/>
          <p:nvPr/>
        </p:nvSpPr>
        <p:spPr bwMode="auto">
          <a:xfrm rot="0" flipH="0" flipV="0">
            <a:off x="3111318" y="5377396"/>
            <a:ext cx="268882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Hầu tước de Mirabeau</a:t>
            </a:r>
            <a:endParaRPr sz="1200" i="1">
              <a:latin typeface="IBM Plex Sans"/>
              <a:cs typeface="IBM Plex Sans"/>
            </a:endParaRPr>
          </a:p>
        </p:txBody>
      </p:sp>
      <p:sp>
        <p:nvSpPr>
          <p:cNvPr id="1573617164" name=""/>
          <p:cNvSpPr txBox="1"/>
          <p:nvPr/>
        </p:nvSpPr>
        <p:spPr bwMode="auto">
          <a:xfrm rot="0" flipH="0" flipV="0">
            <a:off x="6288937" y="5377395"/>
            <a:ext cx="3334469"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Tạp chí Nông nghiệp, Thương </a:t>
            </a:r>
            <a:r>
              <a:rPr sz="1200" i="1">
                <a:latin typeface="IBM Plex Sans"/>
              </a:rPr>
              <a:t>mại và Tài chính</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03667035" name=""/>
          <p:cNvPicPr>
            <a:picLocks noChangeAspect="1"/>
          </p:cNvPicPr>
          <p:nvPr/>
        </p:nvPicPr>
        <p:blipFill>
          <a:blip r:embed="rId3"/>
          <a:stretch/>
        </p:blipFill>
        <p:spPr bwMode="auto">
          <a:xfrm flipH="0" flipV="0">
            <a:off x="6852349" y="1976419"/>
            <a:ext cx="1801199" cy="2905161"/>
          </a:xfrm>
          <a:prstGeom prst="rect">
            <a:avLst/>
          </a:prstGeom>
          <a:ln w="6349">
            <a:solidFill>
              <a:schemeClr val="tx1"/>
            </a:solidFill>
            <a:prstDash val="solid"/>
          </a:ln>
        </p:spPr>
      </p:pic>
      <p:sp>
        <p:nvSpPr>
          <p:cNvPr id="484698254" name=""/>
          <p:cNvSpPr txBox="1"/>
          <p:nvPr/>
        </p:nvSpPr>
        <p:spPr bwMode="auto">
          <a:xfrm rot="0" flipH="0" flipV="0">
            <a:off x="3410044" y="5021555"/>
            <a:ext cx="234736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Quesnay</a:t>
            </a:r>
            <a:endParaRPr sz="1200" i="1">
              <a:latin typeface="IBM Plex Sans"/>
              <a:cs typeface="IBM Plex Sans"/>
            </a:endParaRPr>
          </a:p>
        </p:txBody>
      </p:sp>
      <p:sp>
        <p:nvSpPr>
          <p:cNvPr id="303337923" name=""/>
          <p:cNvSpPr txBox="1"/>
          <p:nvPr/>
        </p:nvSpPr>
        <p:spPr bwMode="auto">
          <a:xfrm rot="0" flipH="0" flipV="0">
            <a:off x="6279189" y="5021555"/>
            <a:ext cx="294787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Journal des Physiocrates</a:t>
            </a:r>
            <a:endParaRPr sz="1200" i="1">
              <a:latin typeface="IBM Plex Sans"/>
              <a:cs typeface="IBM Plex Sans"/>
            </a:endParaRPr>
          </a:p>
        </p:txBody>
      </p:sp>
      <p:pic>
        <p:nvPicPr>
          <p:cNvPr id="1299738980" name=""/>
          <p:cNvPicPr>
            <a:picLocks noChangeAspect="1"/>
          </p:cNvPicPr>
          <p:nvPr/>
        </p:nvPicPr>
        <p:blipFill>
          <a:blip r:embed="rId4"/>
          <a:stretch/>
        </p:blipFill>
        <p:spPr bwMode="auto">
          <a:xfrm flipH="0" flipV="0">
            <a:off x="3539899" y="1956995"/>
            <a:ext cx="2029848" cy="292458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68867973" name=""/>
          <p:cNvPicPr>
            <a:picLocks noChangeAspect="1"/>
          </p:cNvPicPr>
          <p:nvPr/>
        </p:nvPicPr>
        <p:blipFill>
          <a:blip r:embed="rId3"/>
          <a:stretch/>
        </p:blipFill>
        <p:spPr bwMode="auto">
          <a:xfrm flipH="0" flipV="0">
            <a:off x="6260304" y="1961006"/>
            <a:ext cx="2382224" cy="2935987"/>
          </a:xfrm>
          <a:prstGeom prst="rect">
            <a:avLst/>
          </a:prstGeom>
        </p:spPr>
      </p:pic>
      <p:pic>
        <p:nvPicPr>
          <p:cNvPr id="1075840834" name=""/>
          <p:cNvPicPr>
            <a:picLocks noChangeAspect="1"/>
          </p:cNvPicPr>
          <p:nvPr/>
        </p:nvPicPr>
        <p:blipFill>
          <a:blip r:embed="rId4"/>
          <a:stretch/>
        </p:blipFill>
        <p:spPr bwMode="auto">
          <a:xfrm flipH="0" flipV="0">
            <a:off x="3720107" y="1871949"/>
            <a:ext cx="1791674" cy="3114101"/>
          </a:xfrm>
          <a:prstGeom prst="rect">
            <a:avLst/>
          </a:prstGeom>
          <a:ln w="6349">
            <a:solidFill>
              <a:schemeClr val="tx1"/>
            </a:solidFill>
            <a:prstDash val="solid"/>
          </a:ln>
        </p:spPr>
      </p:pic>
      <p:sp>
        <p:nvSpPr>
          <p:cNvPr id="1933655940" name=""/>
          <p:cNvSpPr txBox="1"/>
          <p:nvPr/>
        </p:nvSpPr>
        <p:spPr bwMode="auto">
          <a:xfrm rot="0" flipH="0" flipV="0">
            <a:off x="6260302" y="5139094"/>
            <a:ext cx="261245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a:t>
            </a:r>
            <a:endParaRPr sz="1200" i="1">
              <a:latin typeface="IBM Plex Sans"/>
              <a:cs typeface="IBM Plex Sans"/>
            </a:endParaRPr>
          </a:p>
        </p:txBody>
      </p:sp>
      <p:sp>
        <p:nvSpPr>
          <p:cNvPr id="1167983262" name=""/>
          <p:cNvSpPr txBox="1"/>
          <p:nvPr/>
        </p:nvSpPr>
        <p:spPr bwMode="auto">
          <a:xfrm rot="0" flipH="0" flipV="0">
            <a:off x="3529984" y="5139094"/>
            <a:ext cx="2217381"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Thể chế vật lý, tuyển tập văn bản của Quesnay</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7658409" name=""/>
          <p:cNvPicPr>
            <a:picLocks noChangeAspect="1"/>
          </p:cNvPicPr>
          <p:nvPr/>
        </p:nvPicPr>
        <p:blipFill>
          <a:blip r:embed="rId3"/>
          <a:stretch/>
        </p:blipFill>
        <p:spPr bwMode="auto">
          <a:xfrm>
            <a:off x="7224116" y="2185987"/>
            <a:ext cx="1457325" cy="2486025"/>
          </a:xfrm>
          <a:prstGeom prst="rect">
            <a:avLst/>
          </a:prstGeom>
          <a:ln w="6349">
            <a:solidFill>
              <a:schemeClr val="tx1"/>
            </a:solidFill>
            <a:prstDash val="solid"/>
          </a:ln>
        </p:spPr>
      </p:pic>
      <p:pic>
        <p:nvPicPr>
          <p:cNvPr id="1214182065" name=""/>
          <p:cNvPicPr>
            <a:picLocks noChangeAspect="1"/>
          </p:cNvPicPr>
          <p:nvPr/>
        </p:nvPicPr>
        <p:blipFill>
          <a:blip r:embed="rId4"/>
          <a:stretch/>
        </p:blipFill>
        <p:spPr bwMode="auto">
          <a:xfrm flipH="0" flipV="0">
            <a:off x="2608658" y="2171700"/>
            <a:ext cx="3826564" cy="2514599"/>
          </a:xfrm>
          <a:prstGeom prst="rect">
            <a:avLst/>
          </a:prstGeom>
          <a:ln w="6349">
            <a:solidFill>
              <a:schemeClr val="tx1"/>
            </a:solidFill>
            <a:prstDash val="solid"/>
          </a:ln>
        </p:spPr>
      </p:pic>
      <p:sp>
        <p:nvSpPr>
          <p:cNvPr id="1985118426" name=""/>
          <p:cNvSpPr txBox="1"/>
          <p:nvPr/>
        </p:nvSpPr>
        <p:spPr bwMode="auto">
          <a:xfrm rot="0" flipH="0" flipV="0">
            <a:off x="6807290" y="4826385"/>
            <a:ext cx="2364921"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Joseph Schumpeter, “Lịch sử phân tích kinh tế”</a:t>
            </a:r>
            <a:endParaRPr sz="1200" i="1">
              <a:latin typeface="IBM Plex Sans"/>
              <a:cs typeface="IBM Plex Sans"/>
            </a:endParaRPr>
          </a:p>
        </p:txBody>
      </p:sp>
      <p:sp>
        <p:nvSpPr>
          <p:cNvPr id="1096497960" name=""/>
          <p:cNvSpPr txBox="1"/>
          <p:nvPr/>
        </p:nvSpPr>
        <p:spPr bwMode="auto">
          <a:xfrm rot="0" flipH="0" flipV="0">
            <a:off x="2608656" y="4797810"/>
            <a:ext cx="377903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Việc chiếm Cung </a:t>
            </a:r>
            <a:r>
              <a:rPr sz="1200" i="1">
                <a:latin typeface="IBM Plex Sans"/>
              </a:rPr>
              <a:t>điện Tuileries </a:t>
            </a:r>
            <a:r>
              <a:rPr sz="1200" i="1">
                <a:latin typeface="IBM Plex Sans"/>
              </a:rPr>
              <a:t>năm 1792</a:t>
            </a:r>
            <a:endParaRPr sz="1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66949920" name=""/>
          <p:cNvPicPr>
            <a:picLocks noChangeAspect="1"/>
          </p:cNvPicPr>
          <p:nvPr/>
        </p:nvPicPr>
        <p:blipFill>
          <a:blip r:embed="rId3"/>
          <a:stretch/>
        </p:blipFill>
        <p:spPr bwMode="auto">
          <a:xfrm flipH="0" flipV="0">
            <a:off x="5637449" y="2278856"/>
            <a:ext cx="3067049" cy="2300287"/>
          </a:xfrm>
          <a:prstGeom prst="rect">
            <a:avLst/>
          </a:prstGeom>
          <a:ln w="6349">
            <a:solidFill>
              <a:schemeClr val="tx1"/>
            </a:solidFill>
            <a:prstDash val="solid"/>
          </a:ln>
        </p:spPr>
      </p:pic>
      <p:sp>
        <p:nvSpPr>
          <p:cNvPr id="973402254" name=""/>
          <p:cNvSpPr txBox="1"/>
          <p:nvPr/>
        </p:nvSpPr>
        <p:spPr bwMode="auto">
          <a:xfrm rot="0" flipH="0" flipV="0">
            <a:off x="2792912" y="4705618"/>
            <a:ext cx="221049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Adam Smith</a:t>
            </a:r>
            <a:endParaRPr sz="1200" i="1">
              <a:latin typeface="IBM Plex Sans"/>
              <a:cs typeface="IBM Plex Sans"/>
            </a:endParaRPr>
          </a:p>
        </p:txBody>
      </p:sp>
      <p:sp>
        <p:nvSpPr>
          <p:cNvPr id="1570094749" name=""/>
          <p:cNvSpPr txBox="1"/>
          <p:nvPr/>
        </p:nvSpPr>
        <p:spPr bwMode="auto">
          <a:xfrm rot="0" flipH="0" flipV="0">
            <a:off x="5637448" y="4705618"/>
            <a:ext cx="306848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Bách khoa toàn thư</a:t>
            </a:r>
            <a:endParaRPr sz="1200" i="1">
              <a:latin typeface="IBM Plex Sans"/>
              <a:cs typeface="IBM Plex Sans"/>
            </a:endParaRPr>
          </a:p>
        </p:txBody>
      </p:sp>
      <p:pic>
        <p:nvPicPr>
          <p:cNvPr id="644057857" name=""/>
          <p:cNvPicPr>
            <a:picLocks noChangeAspect="1"/>
          </p:cNvPicPr>
          <p:nvPr/>
        </p:nvPicPr>
        <p:blipFill>
          <a:blip r:embed="rId4"/>
          <a:stretch/>
        </p:blipFill>
        <p:spPr bwMode="auto">
          <a:xfrm flipH="0" flipV="0">
            <a:off x="2925968" y="1471611"/>
            <a:ext cx="2077074" cy="3107531"/>
          </a:xfrm>
          <a:prstGeom prst="rect">
            <a:avLst/>
          </a:prstGeom>
          <a:ln w="6349">
            <a:solidFill>
              <a:schemeClr val="tx1"/>
            </a:solidFill>
            <a:prstDash val="soli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6755822" name=""/>
          <p:cNvSpPr txBox="1"/>
          <p:nvPr/>
        </p:nvSpPr>
        <p:spPr bwMode="auto">
          <a:xfrm rot="0" flipH="0" flipV="0">
            <a:off x="4418876" y="5714403"/>
            <a:ext cx="315907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Denis Diderot</a:t>
            </a:r>
            <a:endParaRPr sz="1200" i="1">
              <a:latin typeface="IBM Plex Sans"/>
              <a:cs typeface="IBM Plex Sans"/>
            </a:endParaRPr>
          </a:p>
        </p:txBody>
      </p:sp>
      <p:pic>
        <p:nvPicPr>
          <p:cNvPr id="1713249729" name=""/>
          <p:cNvPicPr>
            <a:picLocks noChangeAspect="1"/>
          </p:cNvPicPr>
          <p:nvPr/>
        </p:nvPicPr>
        <p:blipFill>
          <a:blip r:embed="rId3"/>
          <a:stretch/>
        </p:blipFill>
        <p:spPr bwMode="auto">
          <a:xfrm flipH="0" flipV="0">
            <a:off x="4420318" y="1335739"/>
            <a:ext cx="3157274" cy="41865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4540519" name=""/>
          <p:cNvPicPr>
            <a:picLocks noChangeAspect="1"/>
          </p:cNvPicPr>
          <p:nvPr/>
        </p:nvPicPr>
        <p:blipFill>
          <a:blip r:embed="rId3"/>
          <a:stretch/>
        </p:blipFill>
        <p:spPr bwMode="auto">
          <a:xfrm flipH="0" flipV="0">
            <a:off x="5705473" y="1759888"/>
            <a:ext cx="3885163" cy="3338223"/>
          </a:xfrm>
          <a:prstGeom prst="rect">
            <a:avLst/>
          </a:prstGeom>
          <a:ln w="6349">
            <a:solidFill>
              <a:schemeClr val="tx1"/>
            </a:solidFill>
            <a:prstDash val="solid"/>
          </a:ln>
        </p:spPr>
      </p:pic>
      <p:pic>
        <p:nvPicPr>
          <p:cNvPr id="309853779" name=""/>
          <p:cNvPicPr>
            <a:picLocks noChangeAspect="1"/>
          </p:cNvPicPr>
          <p:nvPr/>
        </p:nvPicPr>
        <p:blipFill>
          <a:blip r:embed="rId4"/>
          <a:stretch/>
        </p:blipFill>
        <p:spPr bwMode="auto">
          <a:xfrm flipH="0" flipV="0">
            <a:off x="2899130" y="1776701"/>
            <a:ext cx="2048849" cy="3304596"/>
          </a:xfrm>
          <a:prstGeom prst="rect">
            <a:avLst/>
          </a:prstGeom>
          <a:ln w="6349">
            <a:solidFill>
              <a:schemeClr val="tx1"/>
            </a:solidFill>
            <a:prstDash val="solid"/>
          </a:ln>
        </p:spPr>
      </p:pic>
      <p:sp>
        <p:nvSpPr>
          <p:cNvPr id="2061521615" name=""/>
          <p:cNvSpPr txBox="1"/>
          <p:nvPr/>
        </p:nvSpPr>
        <p:spPr bwMode="auto">
          <a:xfrm rot="0" flipH="0" flipV="0">
            <a:off x="5705471" y="5156323"/>
            <a:ext cx="3886601"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Đối thoại về thương mại lúa mì, của Galiani</a:t>
            </a:r>
            <a:endParaRPr sz="1200" i="1">
              <a:latin typeface="IBM Plex Sans"/>
              <a:ea typeface="IBM Plex Sans"/>
              <a:cs typeface="IBM Plex Sans"/>
            </a:endParaRPr>
          </a:p>
          <a:p>
            <a:pPr algn="ctr"/>
          </a:p>
        </p:txBody>
      </p:sp>
      <p:sp>
        <p:nvSpPr>
          <p:cNvPr id="2022602657" name=""/>
          <p:cNvSpPr txBox="1"/>
          <p:nvPr/>
        </p:nvSpPr>
        <p:spPr bwMode="auto">
          <a:xfrm rot="0" flipH="0" flipV="0">
            <a:off x="2899128" y="5156323"/>
            <a:ext cx="205100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Lịch thiên văn của công dân</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1951579" name=""/>
          <p:cNvSpPr txBox="1"/>
          <p:nvPr/>
        </p:nvSpPr>
        <p:spPr bwMode="auto">
          <a:xfrm rot="0" flipH="0" flipV="0">
            <a:off x="4900562" y="6188518"/>
            <a:ext cx="2390873"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Voltaire</a:t>
            </a:r>
            <a:endParaRPr sz="1200" i="1">
              <a:latin typeface="IBM Plex Sans"/>
              <a:cs typeface="IBM Plex Sans"/>
            </a:endParaRPr>
          </a:p>
        </p:txBody>
      </p:sp>
      <p:pic>
        <p:nvPicPr>
          <p:cNvPr id="1727406014" name=""/>
          <p:cNvPicPr>
            <a:picLocks noChangeAspect="1"/>
          </p:cNvPicPr>
          <p:nvPr/>
        </p:nvPicPr>
        <p:blipFill>
          <a:blip r:embed="rId3"/>
          <a:stretch/>
        </p:blipFill>
        <p:spPr bwMode="auto">
          <a:xfrm flipH="0" flipV="0">
            <a:off x="3693366" y="333374"/>
            <a:ext cx="4805267" cy="582579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5290916" name=""/>
          <p:cNvPicPr>
            <a:picLocks noChangeAspect="1"/>
          </p:cNvPicPr>
          <p:nvPr/>
        </p:nvPicPr>
        <p:blipFill>
          <a:blip r:embed="rId3"/>
          <a:stretch/>
        </p:blipFill>
        <p:spPr bwMode="auto">
          <a:xfrm>
            <a:off x="4938712" y="1943100"/>
            <a:ext cx="2314575" cy="2971800"/>
          </a:xfrm>
          <a:prstGeom prst="rect">
            <a:avLst/>
          </a:prstGeom>
          <a:ln w="6349">
            <a:solidFill>
              <a:schemeClr val="tx1"/>
            </a:solidFill>
            <a:prstDash val="solid"/>
          </a:ln>
        </p:spPr>
      </p:pic>
      <p:sp>
        <p:nvSpPr>
          <p:cNvPr id="2020905046" name=""/>
          <p:cNvSpPr txBox="1"/>
          <p:nvPr/>
        </p:nvSpPr>
        <p:spPr bwMode="auto">
          <a:xfrm rot="0" flipH="0" flipV="0">
            <a:off x="3023827" y="4971506"/>
            <a:ext cx="6144344"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Voltaire, “L'homme aux </a:t>
            </a:r>
            <a:r>
              <a:rPr sz="1200" i="1">
                <a:latin typeface="IBM Plex Sans"/>
              </a:rPr>
              <a:t>quarante écus”</a:t>
            </a:r>
            <a:endParaRPr sz="1200" i="1">
              <a:latin typeface="IBM Plex Sans"/>
              <a:ea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96221834" name=""/>
          <p:cNvPicPr>
            <a:picLocks noChangeAspect="1"/>
          </p:cNvPicPr>
          <p:nvPr/>
        </p:nvPicPr>
        <p:blipFill>
          <a:blip r:embed="rId3"/>
          <a:stretch/>
        </p:blipFill>
        <p:spPr bwMode="auto">
          <a:xfrm>
            <a:off x="1934922" y="2090736"/>
            <a:ext cx="2171700" cy="2676524"/>
          </a:xfrm>
          <a:prstGeom prst="rect">
            <a:avLst/>
          </a:prstGeom>
        </p:spPr>
      </p:pic>
      <p:pic>
        <p:nvPicPr>
          <p:cNvPr id="884782058" name=""/>
          <p:cNvPicPr>
            <a:picLocks noChangeAspect="1"/>
          </p:cNvPicPr>
          <p:nvPr/>
        </p:nvPicPr>
        <p:blipFill>
          <a:blip r:embed="rId4"/>
          <a:stretch/>
        </p:blipFill>
        <p:spPr bwMode="auto">
          <a:xfrm flipH="0" flipV="0">
            <a:off x="5033326" y="2121937"/>
            <a:ext cx="1739921" cy="2614125"/>
          </a:xfrm>
          <a:prstGeom prst="rect">
            <a:avLst/>
          </a:prstGeom>
          <a:ln w="6349">
            <a:solidFill>
              <a:schemeClr val="tx1"/>
            </a:solidFill>
            <a:prstDash val="solid"/>
          </a:ln>
        </p:spPr>
      </p:pic>
      <p:pic>
        <p:nvPicPr>
          <p:cNvPr id="2089519475" name=""/>
          <p:cNvPicPr>
            <a:picLocks noChangeAspect="1"/>
          </p:cNvPicPr>
          <p:nvPr/>
        </p:nvPicPr>
        <p:blipFill>
          <a:blip r:embed="rId5"/>
          <a:stretch/>
        </p:blipFill>
        <p:spPr bwMode="auto">
          <a:xfrm flipH="0" flipV="0">
            <a:off x="7784901" y="2481262"/>
            <a:ext cx="2527299" cy="1895474"/>
          </a:xfrm>
          <a:prstGeom prst="rect">
            <a:avLst/>
          </a:prstGeom>
          <a:ln w="6349">
            <a:solidFill>
              <a:schemeClr val="tx1"/>
            </a:solidFill>
            <a:prstDash val="solid"/>
          </a:ln>
        </p:spPr>
      </p:pic>
      <p:sp>
        <p:nvSpPr>
          <p:cNvPr id="128385075" name=""/>
          <p:cNvSpPr txBox="1"/>
          <p:nvPr/>
        </p:nvSpPr>
        <p:spPr bwMode="auto">
          <a:xfrm rot="0" flipH="0" flipV="0">
            <a:off x="1934921" y="4951861"/>
            <a:ext cx="217350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a:t>
            </a:r>
            <a:endParaRPr sz="1200" i="1">
              <a:latin typeface="IBM Plex Sans"/>
              <a:cs typeface="IBM Plex Sans"/>
            </a:endParaRPr>
          </a:p>
        </p:txBody>
      </p:sp>
      <p:sp>
        <p:nvSpPr>
          <p:cNvPr id="2037056160" name=""/>
          <p:cNvSpPr txBox="1"/>
          <p:nvPr/>
        </p:nvSpPr>
        <p:spPr bwMode="auto">
          <a:xfrm rot="0" flipH="0" flipV="0">
            <a:off x="4792734" y="4875661"/>
            <a:ext cx="2253782"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Montesquieu</a:t>
            </a:r>
            <a:endParaRPr sz="1200" i="1">
              <a:latin typeface="IBM Plex Sans"/>
            </a:endParaRPr>
          </a:p>
          <a:p>
            <a:pPr algn="ctr"/>
            <a:r>
              <a:rPr sz="1200" i="1">
                <a:latin typeface="IBM Plex Sans"/>
              </a:rPr>
              <a:t>“Tinh thần của luật pháp”</a:t>
            </a:r>
          </a:p>
          <a:p>
            <a:pPr algn="ctr"/>
          </a:p>
        </p:txBody>
      </p:sp>
      <p:sp>
        <p:nvSpPr>
          <p:cNvPr id="1043615154" name=""/>
          <p:cNvSpPr txBox="1"/>
          <p:nvPr/>
        </p:nvSpPr>
        <p:spPr bwMode="auto">
          <a:xfrm rot="0" flipH="0" flipV="0">
            <a:off x="7784901" y="4951861"/>
            <a:ext cx="252837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Bách khoa toàn thư</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3475256" name=""/>
          <p:cNvPicPr>
            <a:picLocks noChangeAspect="1"/>
          </p:cNvPicPr>
          <p:nvPr/>
        </p:nvPicPr>
        <p:blipFill>
          <a:blip r:embed="rId3"/>
          <a:stretch/>
        </p:blipFill>
        <p:spPr bwMode="auto">
          <a:xfrm flipH="0" flipV="0">
            <a:off x="6325194" y="1780441"/>
            <a:ext cx="2296499" cy="3297117"/>
          </a:xfrm>
          <a:prstGeom prst="rect">
            <a:avLst/>
          </a:prstGeom>
          <a:ln w="6349">
            <a:solidFill>
              <a:schemeClr val="tx1"/>
            </a:solidFill>
            <a:prstDash val="solid"/>
          </a:ln>
        </p:spPr>
      </p:pic>
      <p:pic>
        <p:nvPicPr>
          <p:cNvPr id="1330886043" name=""/>
          <p:cNvPicPr>
            <a:picLocks noChangeAspect="1"/>
          </p:cNvPicPr>
          <p:nvPr/>
        </p:nvPicPr>
        <p:blipFill>
          <a:blip r:embed="rId4"/>
          <a:stretch/>
        </p:blipFill>
        <p:spPr bwMode="auto">
          <a:xfrm flipH="0" flipV="0">
            <a:off x="3576636" y="1774353"/>
            <a:ext cx="2072662" cy="3309292"/>
          </a:xfrm>
          <a:prstGeom prst="rect">
            <a:avLst/>
          </a:prstGeom>
          <a:ln w="6349">
            <a:solidFill>
              <a:schemeClr val="tx1"/>
            </a:solidFill>
            <a:prstDash val="solid"/>
          </a:ln>
        </p:spPr>
      </p:pic>
      <p:sp>
        <p:nvSpPr>
          <p:cNvPr id="1828704723" name=""/>
          <p:cNvSpPr txBox="1"/>
          <p:nvPr/>
        </p:nvSpPr>
        <p:spPr bwMode="auto">
          <a:xfrm rot="0" flipH="0" flipV="0">
            <a:off x="3695000" y="5191308"/>
            <a:ext cx="1803656"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 “Ca </a:t>
            </a:r>
            <a:r>
              <a:rPr sz="1200" i="1">
                <a:latin typeface="IBM Plex Sans"/>
              </a:rPr>
              <a:t>ngợi Gournay”</a:t>
            </a:r>
            <a:endParaRPr sz="1200" i="1">
              <a:latin typeface="IBM Plex Sans"/>
              <a:cs typeface="IBM Plex Sans"/>
            </a:endParaRPr>
          </a:p>
        </p:txBody>
      </p:sp>
      <p:sp>
        <p:nvSpPr>
          <p:cNvPr id="909182822" name=""/>
          <p:cNvSpPr txBox="1"/>
          <p:nvPr/>
        </p:nvSpPr>
        <p:spPr bwMode="auto">
          <a:xfrm rot="0" flipH="0" flipV="0">
            <a:off x="5952426" y="5191308"/>
            <a:ext cx="2967050"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 “Suy ngẫm về sự hình thành và phân phối của cải”</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2799913" name=""/>
          <p:cNvPicPr>
            <a:picLocks noChangeAspect="1"/>
          </p:cNvPicPr>
          <p:nvPr/>
        </p:nvPicPr>
        <p:blipFill>
          <a:blip r:embed="rId3"/>
          <a:stretch/>
        </p:blipFill>
        <p:spPr bwMode="auto">
          <a:xfrm flipH="0" flipV="0">
            <a:off x="3506389" y="2025873"/>
            <a:ext cx="1848824" cy="2806252"/>
          </a:xfrm>
          <a:prstGeom prst="rect">
            <a:avLst/>
          </a:prstGeom>
          <a:ln w="6349">
            <a:solidFill>
              <a:schemeClr val="tx1"/>
            </a:solidFill>
            <a:prstDash val="solid"/>
          </a:ln>
        </p:spPr>
      </p:pic>
      <p:pic>
        <p:nvPicPr>
          <p:cNvPr id="1268254770" name=""/>
          <p:cNvPicPr>
            <a:picLocks noChangeAspect="1"/>
          </p:cNvPicPr>
          <p:nvPr/>
        </p:nvPicPr>
        <p:blipFill>
          <a:blip r:embed="rId4"/>
          <a:stretch/>
        </p:blipFill>
        <p:spPr bwMode="auto">
          <a:xfrm flipH="0" flipV="0">
            <a:off x="6300785" y="2009234"/>
            <a:ext cx="1796437" cy="2839530"/>
          </a:xfrm>
          <a:prstGeom prst="rect">
            <a:avLst/>
          </a:prstGeom>
          <a:ln w="6349">
            <a:solidFill>
              <a:schemeClr val="tx1"/>
            </a:solidFill>
          </a:ln>
        </p:spPr>
      </p:pic>
      <p:sp>
        <p:nvSpPr>
          <p:cNvPr id="1438129544" name=""/>
          <p:cNvSpPr txBox="1"/>
          <p:nvPr/>
        </p:nvSpPr>
        <p:spPr bwMode="auto">
          <a:xfrm rot="0" flipH="0" flipV="0">
            <a:off x="6014176" y="5052902"/>
            <a:ext cx="2517354"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 “Những bức thư về tự do buôn bán ngũ cốc”</a:t>
            </a:r>
            <a:endParaRPr sz="1200" i="1">
              <a:latin typeface="IBM Plex Sans"/>
            </a:endParaRPr>
          </a:p>
          <a:p>
            <a:pPr algn="ctr"/>
          </a:p>
        </p:txBody>
      </p:sp>
      <p:sp>
        <p:nvSpPr>
          <p:cNvPr id="977429514" name=""/>
          <p:cNvSpPr txBox="1"/>
          <p:nvPr/>
        </p:nvSpPr>
        <p:spPr bwMode="auto">
          <a:xfrm rot="0" flipH="0" flipV="0">
            <a:off x="3231091" y="5052902"/>
            <a:ext cx="2439800"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 và Smith,</a:t>
            </a:r>
            <a:endParaRPr sz="1200" i="1">
              <a:latin typeface="IBM Plex Sans"/>
            </a:endParaRPr>
          </a:p>
          <a:p>
            <a:pPr algn="ctr"/>
            <a:r>
              <a:rPr sz="1200" i="1">
                <a:latin typeface="IBM Plex Sans"/>
              </a:rPr>
              <a:t>"Một sự gần gũi kỳ lạ"</a:t>
            </a: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6280885" name=""/>
          <p:cNvPicPr>
            <a:picLocks noChangeAspect="1"/>
          </p:cNvPicPr>
          <p:nvPr/>
        </p:nvPicPr>
        <p:blipFill>
          <a:blip r:embed="rId3"/>
          <a:stretch/>
        </p:blipFill>
        <p:spPr bwMode="auto">
          <a:xfrm flipH="0" flipV="0">
            <a:off x="5035856" y="1786815"/>
            <a:ext cx="2120287" cy="3284366"/>
          </a:xfrm>
          <a:prstGeom prst="rect">
            <a:avLst/>
          </a:prstGeom>
          <a:ln w="6349">
            <a:solidFill>
              <a:schemeClr val="tx1"/>
            </a:solidFill>
            <a:prstDash val="solid"/>
          </a:ln>
        </p:spPr>
      </p:pic>
      <p:sp>
        <p:nvSpPr>
          <p:cNvPr id="1719682168" name=""/>
          <p:cNvSpPr txBox="1"/>
          <p:nvPr/>
        </p:nvSpPr>
        <p:spPr bwMode="auto">
          <a:xfrm rot="0" flipH="0" flipV="0">
            <a:off x="3297670" y="5234148"/>
            <a:ext cx="559701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Turgot, “Mémoire sur </a:t>
            </a:r>
            <a:r>
              <a:rPr sz="1200" i="1">
                <a:latin typeface="IBM Plex Sans"/>
              </a:rPr>
              <a:t>les prêts d'argent”</a:t>
            </a:r>
            <a:endParaRPr sz="1200" i="1">
              <a:latin typeface="IBM Plex Sans"/>
              <a:ea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13754858" name=""/>
          <p:cNvSpPr txBox="1"/>
          <p:nvPr/>
        </p:nvSpPr>
        <p:spPr bwMode="auto">
          <a:xfrm rot="0" flipH="0" flipV="0">
            <a:off x="4359042" y="6217345"/>
            <a:ext cx="347391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Friedrich A. Hayek</a:t>
            </a:r>
            <a:endParaRPr sz="1200" i="1">
              <a:latin typeface="IBM Plex Sans"/>
              <a:cs typeface="IBM Plex Sans"/>
            </a:endParaRPr>
          </a:p>
        </p:txBody>
      </p:sp>
      <p:pic>
        <p:nvPicPr>
          <p:cNvPr id="1298351191" name=""/>
          <p:cNvPicPr>
            <a:picLocks noChangeAspect="1"/>
          </p:cNvPicPr>
          <p:nvPr/>
        </p:nvPicPr>
        <p:blipFill>
          <a:blip r:embed="rId3"/>
          <a:stretch/>
        </p:blipFill>
        <p:spPr bwMode="auto">
          <a:xfrm flipH="0" flipV="0">
            <a:off x="3724639" y="190499"/>
            <a:ext cx="4742720" cy="597693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0966654" name=""/>
          <p:cNvSpPr txBox="1"/>
          <p:nvPr/>
        </p:nvSpPr>
        <p:spPr bwMode="auto">
          <a:xfrm rot="0" flipH="0" flipV="0">
            <a:off x="4813861" y="5844501"/>
            <a:ext cx="256427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Turgot</a:t>
            </a:r>
            <a:endParaRPr sz="1200" i="1">
              <a:latin typeface="IBM Plex Sans"/>
              <a:cs typeface="IBM Plex Sans"/>
            </a:endParaRPr>
          </a:p>
        </p:txBody>
      </p:sp>
      <p:pic>
        <p:nvPicPr>
          <p:cNvPr id="1984768070" name=""/>
          <p:cNvPicPr>
            <a:picLocks noChangeAspect="1"/>
          </p:cNvPicPr>
          <p:nvPr/>
        </p:nvPicPr>
        <p:blipFill>
          <a:blip r:embed="rId3"/>
          <a:stretch/>
        </p:blipFill>
        <p:spPr bwMode="auto">
          <a:xfrm flipH="0" flipV="0">
            <a:off x="3835793" y="116798"/>
            <a:ext cx="4520412" cy="56718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5794100" name=""/>
          <p:cNvPicPr>
            <a:picLocks noChangeAspect="1"/>
          </p:cNvPicPr>
          <p:nvPr/>
        </p:nvPicPr>
        <p:blipFill>
          <a:blip r:embed="rId3"/>
          <a:stretch/>
        </p:blipFill>
        <p:spPr bwMode="auto">
          <a:xfrm flipH="0" flipV="0">
            <a:off x="3666762" y="1817717"/>
            <a:ext cx="4296749" cy="3222562"/>
          </a:xfrm>
          <a:prstGeom prst="rect">
            <a:avLst/>
          </a:prstGeom>
          <a:ln w="6349">
            <a:solidFill>
              <a:schemeClr val="tx1"/>
            </a:solidFill>
            <a:prstDash val="solid"/>
          </a:ln>
        </p:spPr>
      </p:pic>
      <p:sp>
        <p:nvSpPr>
          <p:cNvPr id="1890887843" name=""/>
          <p:cNvSpPr txBox="1"/>
          <p:nvPr/>
        </p:nvSpPr>
        <p:spPr bwMode="auto">
          <a:xfrm rot="0" flipH="0" flipV="0">
            <a:off x="3666402" y="5150531"/>
            <a:ext cx="4302506"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J.F. Millet, </a:t>
            </a:r>
            <a:r>
              <a:rPr sz="1200" b="0" i="1" u="none" lang="en-US">
                <a:solidFill>
                  <a:schemeClr val="tx1"/>
                </a:solidFill>
                <a:latin typeface="IBM Plex Sans"/>
              </a:rPr>
              <a:t>“Những người </a:t>
            </a:r>
            <a:r>
              <a:rPr sz="1200" i="1">
                <a:latin typeface="IBM Plex Sans"/>
              </a:rPr>
              <a:t>nhặt lúa”, </a:t>
            </a:r>
            <a:r>
              <a:rPr sz="1200" i="1">
                <a:latin typeface="IBM Plex Sans"/>
              </a:rPr>
              <a:t>1857</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66822588" name=""/>
          <p:cNvPicPr>
            <a:picLocks noChangeAspect="1"/>
          </p:cNvPicPr>
          <p:nvPr/>
        </p:nvPicPr>
        <p:blipFill>
          <a:blip r:embed="rId3"/>
          <a:stretch/>
        </p:blipFill>
        <p:spPr bwMode="auto">
          <a:xfrm flipH="0" flipV="0">
            <a:off x="4321966" y="2214322"/>
            <a:ext cx="3191850" cy="2429352"/>
          </a:xfrm>
          <a:prstGeom prst="rect">
            <a:avLst/>
          </a:prstGeom>
          <a:ln w="6349">
            <a:solidFill>
              <a:schemeClr val="tx1"/>
            </a:solidFill>
            <a:prstDash val="solid"/>
          </a:ln>
        </p:spPr>
      </p:pic>
      <p:sp>
        <p:nvSpPr>
          <p:cNvPr id="849697761" name=""/>
          <p:cNvSpPr txBox="1"/>
          <p:nvPr/>
        </p:nvSpPr>
        <p:spPr bwMode="auto">
          <a:xfrm rot="0" flipH="0" flipV="0">
            <a:off x="4323031" y="4745557"/>
            <a:ext cx="319007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Dân quân rút thăm</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28442250" name=""/>
          <p:cNvPicPr>
            <a:picLocks noChangeAspect="1"/>
          </p:cNvPicPr>
          <p:nvPr/>
        </p:nvPicPr>
        <p:blipFill>
          <a:blip r:embed="rId3"/>
          <a:stretch/>
        </p:blipFill>
        <p:spPr bwMode="auto">
          <a:xfrm>
            <a:off x="6319240" y="2281237"/>
            <a:ext cx="2857500" cy="2295524"/>
          </a:xfrm>
          <a:prstGeom prst="rect">
            <a:avLst/>
          </a:prstGeom>
        </p:spPr>
      </p:pic>
      <p:pic>
        <p:nvPicPr>
          <p:cNvPr id="1471338754" name=""/>
          <p:cNvPicPr>
            <a:picLocks noChangeAspect="1"/>
          </p:cNvPicPr>
          <p:nvPr/>
        </p:nvPicPr>
        <p:blipFill>
          <a:blip r:embed="rId4"/>
          <a:stretch/>
        </p:blipFill>
        <p:spPr bwMode="auto">
          <a:xfrm flipH="0" flipV="0">
            <a:off x="2681881" y="2336902"/>
            <a:ext cx="2848949" cy="2184194"/>
          </a:xfrm>
          <a:prstGeom prst="rect">
            <a:avLst/>
          </a:prstGeom>
        </p:spPr>
      </p:pic>
      <p:sp>
        <p:nvSpPr>
          <p:cNvPr id="200566995" name=""/>
          <p:cNvSpPr txBox="1"/>
          <p:nvPr/>
        </p:nvSpPr>
        <p:spPr bwMode="auto">
          <a:xfrm rot="0" flipH="0" flipV="0">
            <a:off x="2365182" y="4711950"/>
            <a:ext cx="3513781"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Sổ khiếu nại về việc trả nợ của Nemours</a:t>
            </a:r>
            <a:endParaRPr sz="1200" i="1">
              <a:latin typeface="IBM Plex Sans"/>
              <a:cs typeface="IBM Plex Sans"/>
            </a:endParaRPr>
          </a:p>
          <a:p>
            <a:pPr algn="ctr"/>
          </a:p>
        </p:txBody>
      </p:sp>
      <p:sp>
        <p:nvSpPr>
          <p:cNvPr id="1476494168" name=""/>
          <p:cNvSpPr txBox="1"/>
          <p:nvPr/>
        </p:nvSpPr>
        <p:spPr bwMode="auto">
          <a:xfrm rot="0" flipH="0" flipV="0">
            <a:off x="6591901" y="4711950"/>
            <a:ext cx="2471985"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Biên tập du Roy</a:t>
            </a:r>
            <a:endParaRPr sz="1200" i="1">
              <a:latin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75152434" name=""/>
          <p:cNvPicPr>
            <a:picLocks noChangeAspect="1"/>
          </p:cNvPicPr>
          <p:nvPr/>
        </p:nvPicPr>
        <p:blipFill>
          <a:blip r:embed="rId3"/>
          <a:stretch/>
        </p:blipFill>
        <p:spPr bwMode="auto">
          <a:xfrm flipH="0" flipV="0">
            <a:off x="6324598" y="1967913"/>
            <a:ext cx="2070830" cy="2922172"/>
          </a:xfrm>
          <a:prstGeom prst="rect">
            <a:avLst/>
          </a:prstGeom>
          <a:ln w="6349">
            <a:solidFill>
              <a:schemeClr val="tx1"/>
            </a:solidFill>
            <a:prstDash val="solid"/>
          </a:ln>
        </p:spPr>
      </p:pic>
      <p:sp>
        <p:nvSpPr>
          <p:cNvPr id="1890767741" name=""/>
          <p:cNvSpPr txBox="1"/>
          <p:nvPr/>
        </p:nvSpPr>
        <p:spPr bwMode="auto">
          <a:xfrm rot="0" flipH="0" flipV="0">
            <a:off x="3441528" y="5045687"/>
            <a:ext cx="228370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Voltaire</a:t>
            </a:r>
            <a:endParaRPr sz="1200" i="1">
              <a:latin typeface="IBM Plex Sans"/>
              <a:cs typeface="IBM Plex Sans"/>
            </a:endParaRPr>
          </a:p>
        </p:txBody>
      </p:sp>
      <p:sp>
        <p:nvSpPr>
          <p:cNvPr id="22164138" name=""/>
          <p:cNvSpPr txBox="1"/>
          <p:nvPr/>
        </p:nvSpPr>
        <p:spPr bwMode="auto">
          <a:xfrm rot="0" flipH="0" flipV="0">
            <a:off x="6324596" y="5045687"/>
            <a:ext cx="207442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Louis XVI</a:t>
            </a:r>
            <a:endParaRPr sz="1200" i="1">
              <a:latin typeface="IBM Plex Sans"/>
              <a:cs typeface="IBM Plex Sans"/>
            </a:endParaRPr>
          </a:p>
        </p:txBody>
      </p:sp>
      <p:pic>
        <p:nvPicPr>
          <p:cNvPr id="1963636135" name=""/>
          <p:cNvPicPr>
            <a:picLocks noChangeAspect="1"/>
          </p:cNvPicPr>
          <p:nvPr/>
        </p:nvPicPr>
        <p:blipFill>
          <a:blip r:embed="rId4"/>
          <a:stretch/>
        </p:blipFill>
        <p:spPr bwMode="auto">
          <a:xfrm flipH="0" flipV="0">
            <a:off x="3441529" y="1942157"/>
            <a:ext cx="2217996" cy="297368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40829936" name=""/>
          <p:cNvPicPr>
            <a:picLocks noChangeAspect="1"/>
          </p:cNvPicPr>
          <p:nvPr/>
        </p:nvPicPr>
        <p:blipFill>
          <a:blip r:embed="rId3"/>
          <a:stretch/>
        </p:blipFill>
        <p:spPr bwMode="auto">
          <a:xfrm flipH="0" flipV="0">
            <a:off x="2894625" y="1367286"/>
            <a:ext cx="3383324" cy="4123427"/>
          </a:xfrm>
          <a:prstGeom prst="rect">
            <a:avLst/>
          </a:prstGeom>
        </p:spPr>
      </p:pic>
      <p:pic>
        <p:nvPicPr>
          <p:cNvPr id="1352852668" name=""/>
          <p:cNvPicPr>
            <a:picLocks noChangeAspect="1"/>
          </p:cNvPicPr>
          <p:nvPr/>
        </p:nvPicPr>
        <p:blipFill>
          <a:blip r:embed="rId4"/>
          <a:stretch/>
        </p:blipFill>
        <p:spPr bwMode="auto">
          <a:xfrm flipH="0" flipV="0">
            <a:off x="6472000" y="1358237"/>
            <a:ext cx="2668446" cy="4141525"/>
          </a:xfrm>
          <a:prstGeom prst="rect">
            <a:avLst/>
          </a:prstGeom>
          <a:ln w="6349">
            <a:solidFill>
              <a:schemeClr val="tx1"/>
            </a:solidFill>
            <a:prstDash val="solid"/>
          </a:ln>
        </p:spPr>
      </p:pic>
      <p:sp>
        <p:nvSpPr>
          <p:cNvPr id="723260587" name=""/>
          <p:cNvSpPr txBox="1"/>
          <p:nvPr/>
        </p:nvSpPr>
        <p:spPr bwMode="auto">
          <a:xfrm rot="0" flipH="0" flipV="0">
            <a:off x="2894625" y="5604018"/>
            <a:ext cx="338692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Michel de Montaigne</a:t>
            </a:r>
            <a:endParaRPr sz="1200" i="1">
              <a:latin typeface="IBM Plex Sans"/>
              <a:cs typeface="IBM Plex Sans"/>
            </a:endParaRPr>
          </a:p>
        </p:txBody>
      </p:sp>
      <p:sp>
        <p:nvSpPr>
          <p:cNvPr id="2043448998" name=""/>
          <p:cNvSpPr txBox="1"/>
          <p:nvPr/>
        </p:nvSpPr>
        <p:spPr bwMode="auto">
          <a:xfrm rot="0" flipH="0" flipV="0">
            <a:off x="6471999" y="5604018"/>
            <a:ext cx="274034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lang="en-US">
                <a:latin typeface="IBM Plex Sans"/>
              </a:rPr>
              <a:t>Étienne Bonnot de Condillac</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320171" name=""/>
          <p:cNvPicPr>
            <a:picLocks noChangeAspect="1"/>
          </p:cNvPicPr>
          <p:nvPr/>
        </p:nvPicPr>
        <p:blipFill>
          <a:blip r:embed="rId3"/>
          <a:stretch/>
        </p:blipFill>
        <p:spPr bwMode="auto">
          <a:xfrm flipH="0" flipV="0">
            <a:off x="4337553" y="2210625"/>
            <a:ext cx="3249000" cy="2436750"/>
          </a:xfrm>
          <a:prstGeom prst="rect">
            <a:avLst/>
          </a:prstGeom>
          <a:ln w="6349">
            <a:solidFill>
              <a:schemeClr val="tx1"/>
            </a:solidFill>
            <a:prstDash val="solid"/>
          </a:ln>
        </p:spPr>
      </p:pic>
      <p:sp>
        <p:nvSpPr>
          <p:cNvPr id="1575427645" name=""/>
          <p:cNvSpPr txBox="1"/>
          <p:nvPr/>
        </p:nvSpPr>
        <p:spPr bwMode="auto">
          <a:xfrm rot="0" flipH="0" flipV="0">
            <a:off x="2732121" y="4769027"/>
            <a:ext cx="646093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Condillac, Thương mại và Chính phủ</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8527950" name=""/>
          <p:cNvPicPr>
            <a:picLocks noChangeAspect="1"/>
          </p:cNvPicPr>
          <p:nvPr/>
        </p:nvPicPr>
        <p:blipFill>
          <a:blip r:embed="rId3"/>
          <a:stretch/>
        </p:blipFill>
        <p:spPr bwMode="auto">
          <a:xfrm flipH="0" flipV="0">
            <a:off x="4715775" y="1763784"/>
            <a:ext cx="2591775" cy="3330430"/>
          </a:xfrm>
          <a:prstGeom prst="rect">
            <a:avLst/>
          </a:prstGeom>
        </p:spPr>
      </p:pic>
      <p:sp>
        <p:nvSpPr>
          <p:cNvPr id="1341681092" name=""/>
          <p:cNvSpPr txBox="1"/>
          <p:nvPr/>
        </p:nvSpPr>
        <p:spPr bwMode="auto">
          <a:xfrm rot="0" flipH="0" flipV="0">
            <a:off x="4714875" y="5196666"/>
            <a:ext cx="2593935"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Jean-Baptiste Say</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9206855" name=""/>
          <p:cNvSpPr txBox="1"/>
          <p:nvPr/>
        </p:nvSpPr>
        <p:spPr bwMode="auto">
          <a:xfrm rot="0" flipH="0" flipV="0">
            <a:off x="3930583" y="5602247"/>
            <a:ext cx="3825961"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Nicolas de Condorcet</a:t>
            </a:r>
            <a:endParaRPr sz="1600">
              <a:latin typeface="IBM Plex Sans"/>
              <a:cs typeface="IBM Plex Sans"/>
            </a:endParaRPr>
          </a:p>
        </p:txBody>
      </p:sp>
      <p:pic>
        <p:nvPicPr>
          <p:cNvPr id="1484589741" name=""/>
          <p:cNvPicPr>
            <a:picLocks noChangeAspect="1"/>
          </p:cNvPicPr>
          <p:nvPr/>
        </p:nvPicPr>
        <p:blipFill>
          <a:blip r:embed="rId3"/>
          <a:stretch/>
        </p:blipFill>
        <p:spPr bwMode="auto">
          <a:xfrm>
            <a:off x="4367011" y="802480"/>
            <a:ext cx="2952749" cy="46577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3391006" name=""/>
          <p:cNvPicPr>
            <a:picLocks noChangeAspect="1"/>
          </p:cNvPicPr>
          <p:nvPr/>
        </p:nvPicPr>
        <p:blipFill>
          <a:blip r:embed="rId3"/>
          <a:stretch/>
        </p:blipFill>
        <p:spPr bwMode="auto">
          <a:xfrm flipH="0" flipV="0">
            <a:off x="4644636" y="1898436"/>
            <a:ext cx="2448899" cy="3061124"/>
          </a:xfrm>
          <a:prstGeom prst="rect">
            <a:avLst/>
          </a:prstGeom>
        </p:spPr>
      </p:pic>
      <p:sp>
        <p:nvSpPr>
          <p:cNvPr id="1203121228" name=""/>
          <p:cNvSpPr txBox="1"/>
          <p:nvPr/>
        </p:nvSpPr>
        <p:spPr bwMode="auto">
          <a:xfrm rot="0" flipH="0" flipV="0">
            <a:off x="4183592" y="5047664"/>
            <a:ext cx="331994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Anne Robert Jacques Turgot</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47566670" name=""/>
          <p:cNvPicPr>
            <a:picLocks noChangeAspect="1"/>
          </p:cNvPicPr>
          <p:nvPr/>
        </p:nvPicPr>
        <p:blipFill>
          <a:blip r:embed="rId3"/>
          <a:stretch/>
        </p:blipFill>
        <p:spPr bwMode="auto">
          <a:xfrm flipH="0" flipV="0">
            <a:off x="4673569" y="1494393"/>
            <a:ext cx="2548912" cy="3869211"/>
          </a:xfrm>
          <a:prstGeom prst="rect">
            <a:avLst/>
          </a:prstGeom>
          <a:ln w="6349">
            <a:solidFill>
              <a:schemeClr val="tx1"/>
            </a:solidFill>
            <a:prstDash val="solid"/>
          </a:ln>
        </p:spPr>
      </p:pic>
      <p:sp>
        <p:nvSpPr>
          <p:cNvPr id="1542991926" name=""/>
          <p:cNvSpPr txBox="1"/>
          <p:nvPr/>
        </p:nvSpPr>
        <p:spPr bwMode="auto">
          <a:xfrm rot="0" flipH="0" flipV="0">
            <a:off x="4302652" y="5555937"/>
            <a:ext cx="3293982"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Galiani, “Những lá thư về </a:t>
            </a:r>
            <a:r>
              <a:rPr sz="1200" i="1">
                <a:latin typeface="IBM Plex Sans"/>
              </a:rPr>
              <a:t>buôn bán ngũ cốc”</a:t>
            </a:r>
            <a:endParaRPr sz="1200" i="1">
              <a:latin typeface="IBM Plex Sans"/>
              <a:ea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35231034" name=""/>
          <p:cNvPicPr>
            <a:picLocks noChangeAspect="1"/>
          </p:cNvPicPr>
          <p:nvPr/>
        </p:nvPicPr>
        <p:blipFill>
          <a:blip r:embed="rId3"/>
          <a:stretch/>
        </p:blipFill>
        <p:spPr bwMode="auto">
          <a:xfrm flipH="0" flipV="0">
            <a:off x="1352923" y="2074068"/>
            <a:ext cx="4117194" cy="2709862"/>
          </a:xfrm>
          <a:prstGeom prst="rect">
            <a:avLst/>
          </a:prstGeom>
          <a:ln w="6349">
            <a:solidFill>
              <a:schemeClr val="tx1"/>
            </a:solidFill>
            <a:prstDash val="solid"/>
          </a:ln>
        </p:spPr>
      </p:pic>
      <p:pic>
        <p:nvPicPr>
          <p:cNvPr id="1294776362" name=""/>
          <p:cNvPicPr>
            <a:picLocks noChangeAspect="1"/>
          </p:cNvPicPr>
          <p:nvPr/>
        </p:nvPicPr>
        <p:blipFill>
          <a:blip r:embed="rId4"/>
          <a:stretch/>
        </p:blipFill>
        <p:spPr bwMode="auto">
          <a:xfrm flipH="0" flipV="0">
            <a:off x="6334123" y="2074068"/>
            <a:ext cx="4308849" cy="2709862"/>
          </a:xfrm>
          <a:prstGeom prst="rect">
            <a:avLst/>
          </a:prstGeom>
          <a:ln w="6349">
            <a:solidFill>
              <a:schemeClr val="tx1"/>
            </a:solidFill>
            <a:prstDash val="solid"/>
          </a:ln>
        </p:spPr>
      </p:pic>
      <p:sp>
        <p:nvSpPr>
          <p:cNvPr id="2025920567" name=""/>
          <p:cNvSpPr txBox="1"/>
          <p:nvPr/>
        </p:nvSpPr>
        <p:spPr bwMode="auto">
          <a:xfrm rot="0" flipH="0" flipV="0">
            <a:off x="5924881" y="5148306"/>
            <a:ext cx="5287717" cy="548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lang="en-US"/>
              <a:t>Triệu tập Hội nghị Ba đẳng cấp tại Versailles, ngày 5 tháng 5 năm 1789</a:t>
            </a:r>
            <a:endParaRPr/>
          </a:p>
          <a:p>
            <a:pPr algn="ctr"/>
          </a:p>
        </p:txBody>
      </p:sp>
      <p:sp>
        <p:nvSpPr>
          <p:cNvPr id="2130158033" name=""/>
          <p:cNvSpPr txBox="1"/>
          <p:nvPr/>
        </p:nvSpPr>
        <p:spPr bwMode="auto">
          <a:xfrm rot="0" flipH="0" flipV="0">
            <a:off x="1350762" y="5148306"/>
            <a:ext cx="4123314" cy="5489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lang="en-US"/>
              <a:t>Champagney, “Danh sách Khiếu nại”</a:t>
            </a:r>
            <a:endParaRPr lang="en-US" sz="1200" i="1"/>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24092070" name=""/>
          <p:cNvPicPr>
            <a:picLocks noChangeAspect="1"/>
          </p:cNvPicPr>
          <p:nvPr/>
        </p:nvPicPr>
        <p:blipFill>
          <a:blip r:embed="rId3"/>
          <a:stretch/>
        </p:blipFill>
        <p:spPr bwMode="auto">
          <a:xfrm flipH="0" flipV="0">
            <a:off x="5083324" y="1600809"/>
            <a:ext cx="2091712" cy="3656379"/>
          </a:xfrm>
          <a:prstGeom prst="rect">
            <a:avLst/>
          </a:prstGeom>
          <a:ln w="6349">
            <a:solidFill>
              <a:schemeClr val="tx1"/>
            </a:solidFill>
            <a:prstDash val="solid"/>
          </a:ln>
        </p:spPr>
      </p:pic>
      <p:sp>
        <p:nvSpPr>
          <p:cNvPr id="294869393" name=""/>
          <p:cNvSpPr txBox="1"/>
          <p:nvPr/>
        </p:nvSpPr>
        <p:spPr bwMode="auto">
          <a:xfrm rot="0" flipH="0" flipV="0">
            <a:off x="3930582" y="5468130"/>
            <a:ext cx="4401870"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Dupont de Nemours, </a:t>
            </a:r>
            <a:r>
              <a:rPr sz="1200" i="1">
                <a:latin typeface="IBM Plex Sans"/>
              </a:rPr>
              <a:t>“Diễn văn trước </a:t>
            </a:r>
            <a:r>
              <a:rPr sz="1200" i="1">
                <a:latin typeface="IBM Plex Sans"/>
              </a:rPr>
              <a:t>Quốc hội”, 1789</a:t>
            </a:r>
            <a:endParaRPr sz="1200" i="1">
              <a:latin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36844556" name=""/>
          <p:cNvPicPr>
            <a:picLocks noChangeAspect="1"/>
          </p:cNvPicPr>
          <p:nvPr/>
        </p:nvPicPr>
        <p:blipFill>
          <a:blip r:embed="rId3"/>
          <a:stretch/>
        </p:blipFill>
        <p:spPr bwMode="auto">
          <a:xfrm flipH="0" flipV="0">
            <a:off x="4646312" y="1170099"/>
            <a:ext cx="2721567" cy="4517801"/>
          </a:xfrm>
          <a:prstGeom prst="rect">
            <a:avLst/>
          </a:prstGeom>
          <a:ln w="6349">
            <a:solidFill>
              <a:schemeClr val="accent1">
                <a:lumMod val="50196"/>
              </a:schemeClr>
            </a:solidFill>
            <a:prstDash val="solid"/>
          </a:ln>
        </p:spPr>
      </p:pic>
      <p:sp>
        <p:nvSpPr>
          <p:cNvPr id="1513147937" name=""/>
          <p:cNvSpPr txBox="1"/>
          <p:nvPr/>
        </p:nvSpPr>
        <p:spPr bwMode="auto">
          <a:xfrm rot="0" flipH="0" flipV="0">
            <a:off x="1474920" y="5802311"/>
            <a:ext cx="907083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b="0" i="1" u="none" lang="en-US">
                <a:solidFill>
                  <a:schemeClr val="tx1"/>
                </a:solidFill>
                <a:latin typeface="IBM Plex Sans"/>
              </a:rPr>
              <a:t>Dupont de Nemours, “Ảnh </a:t>
            </a:r>
            <a:r>
              <a:rPr sz="1200" i="1">
                <a:latin typeface="IBM Plex Sans"/>
              </a:rPr>
              <a:t>hưởng của Assignats đến </a:t>
            </a:r>
            <a:r>
              <a:rPr sz="1200" i="1">
                <a:latin typeface="IBM Plex Sans"/>
              </a:rPr>
              <a:t>giá bánh mì”</a:t>
            </a:r>
            <a:endParaRPr sz="120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85124029" name=""/>
          <p:cNvPicPr>
            <a:picLocks noChangeAspect="1"/>
          </p:cNvPicPr>
          <p:nvPr/>
        </p:nvPicPr>
        <p:blipFill>
          <a:blip r:embed="rId3"/>
          <a:stretch/>
        </p:blipFill>
        <p:spPr bwMode="auto">
          <a:xfrm flipH="0" flipV="0">
            <a:off x="3955974" y="2245518"/>
            <a:ext cx="4107950" cy="2366961"/>
          </a:xfrm>
          <a:prstGeom prst="rect">
            <a:avLst/>
          </a:prstGeom>
        </p:spPr>
      </p:pic>
      <p:sp>
        <p:nvSpPr>
          <p:cNvPr id="312220677" name=""/>
          <p:cNvSpPr txBox="1"/>
          <p:nvPr/>
        </p:nvSpPr>
        <p:spPr bwMode="auto">
          <a:xfrm rot="0" flipH="0" flipV="0">
            <a:off x="3955252" y="4674591"/>
            <a:ext cx="4111907"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Chỉ định 100</a:t>
            </a:r>
            <a:endParaRPr sz="1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75857416" name=""/>
          <p:cNvPicPr>
            <a:picLocks noChangeAspect="1"/>
          </p:cNvPicPr>
          <p:nvPr/>
        </p:nvPicPr>
        <p:blipFill>
          <a:blip r:embed="rId3"/>
          <a:stretch/>
        </p:blipFill>
        <p:spPr bwMode="auto">
          <a:xfrm flipH="0" flipV="0">
            <a:off x="1337774" y="2338733"/>
            <a:ext cx="3329962" cy="2180533"/>
          </a:xfrm>
          <a:prstGeom prst="rect">
            <a:avLst/>
          </a:prstGeom>
        </p:spPr>
      </p:pic>
      <p:pic>
        <p:nvPicPr>
          <p:cNvPr id="811918730" name=""/>
          <p:cNvPicPr>
            <a:picLocks noChangeAspect="1"/>
          </p:cNvPicPr>
          <p:nvPr/>
        </p:nvPicPr>
        <p:blipFill>
          <a:blip r:embed="rId4"/>
          <a:stretch/>
        </p:blipFill>
        <p:spPr bwMode="auto">
          <a:xfrm flipH="0" flipV="0">
            <a:off x="5429250" y="1835771"/>
            <a:ext cx="1870491" cy="3186457"/>
          </a:xfrm>
          <a:prstGeom prst="rect">
            <a:avLst/>
          </a:prstGeom>
          <a:ln w="6349">
            <a:solidFill>
              <a:schemeClr val="tx1"/>
            </a:solidFill>
            <a:prstDash val="solid"/>
          </a:ln>
        </p:spPr>
      </p:pic>
      <p:pic>
        <p:nvPicPr>
          <p:cNvPr id="790032078" name=""/>
          <p:cNvPicPr>
            <a:picLocks noChangeAspect="1"/>
          </p:cNvPicPr>
          <p:nvPr/>
        </p:nvPicPr>
        <p:blipFill>
          <a:blip r:embed="rId5"/>
          <a:stretch/>
        </p:blipFill>
        <p:spPr bwMode="auto">
          <a:xfrm flipH="0" flipV="0">
            <a:off x="8295786" y="1851835"/>
            <a:ext cx="2035049" cy="3154328"/>
          </a:xfrm>
          <a:prstGeom prst="rect">
            <a:avLst/>
          </a:prstGeom>
          <a:ln w="6349">
            <a:solidFill>
              <a:schemeClr val="tx1"/>
            </a:solidFill>
            <a:prstDash val="solid"/>
          </a:ln>
        </p:spPr>
      </p:pic>
      <p:sp>
        <p:nvSpPr>
          <p:cNvPr id="1246411566" name=""/>
          <p:cNvSpPr txBox="1"/>
          <p:nvPr/>
        </p:nvSpPr>
        <p:spPr bwMode="auto">
          <a:xfrm rot="0" flipH="0" flipV="0">
            <a:off x="1337772" y="5264746"/>
            <a:ext cx="3331040"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lang="en-US">
                <a:latin typeface="IBM Plex Sans"/>
              </a:rPr>
              <a:t>Pierre Le Pesant de Boisguilbert</a:t>
            </a:r>
            <a:endParaRPr sz="1200" i="1">
              <a:latin typeface="IBM Plex Sans"/>
              <a:cs typeface="IBM Plex Sans"/>
            </a:endParaRPr>
          </a:p>
        </p:txBody>
      </p:sp>
      <p:sp>
        <p:nvSpPr>
          <p:cNvPr id="644181952" name=""/>
          <p:cNvSpPr txBox="1"/>
          <p:nvPr/>
        </p:nvSpPr>
        <p:spPr bwMode="auto">
          <a:xfrm rot="0" flipH="0" flipV="0">
            <a:off x="5145937" y="5264745"/>
            <a:ext cx="2549377" cy="7013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Cantillon, “Tiểu luận về bản chất của thương mại nói chung”</a:t>
            </a:r>
            <a:endParaRPr sz="1200" i="1">
              <a:latin typeface="IBM Plex Sans"/>
              <a:ea typeface="IBM Plex Sans"/>
              <a:cs typeface="IBM Plex Sans"/>
            </a:endParaRPr>
          </a:p>
          <a:p>
            <a:pPr algn="ctr"/>
          </a:p>
        </p:txBody>
      </p:sp>
      <p:sp>
        <p:nvSpPr>
          <p:cNvPr id="1595953150" name=""/>
          <p:cNvSpPr txBox="1"/>
          <p:nvPr/>
        </p:nvSpPr>
        <p:spPr bwMode="auto">
          <a:xfrm rot="0" flipH="0" flipV="0">
            <a:off x="7993593" y="5264745"/>
            <a:ext cx="2759076"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marR="0" indent="0" algn="ctr" defTabSz="914400" rtl="0">
              <a:lnSpc>
                <a:spcPct val="100000"/>
              </a:lnSpc>
              <a:spcBef>
                <a:spcPts val="0"/>
              </a:spcBef>
              <a:spcAft>
                <a:spcPts val="0"/>
              </a:spcAft>
              <a:defRPr lang="en-US" sz="1800" b="0" i="0" u="none" strike="noStrike" cap="none" spc="0">
                <a:solidFill>
                  <a:srgbClr val="000000"/>
                </a:solidFill>
                <a:latin typeface="Arial"/>
                <a:ea typeface="Arial"/>
                <a:cs typeface="Arial"/>
              </a:defRPr>
            </a:pPr>
            <a:r>
              <a:rPr sz="1200" b="0" i="1" u="none" lang="en-US">
                <a:solidFill>
                  <a:srgbClr val="000000"/>
                </a:solidFill>
                <a:latin typeface="IBM Plex Sans"/>
              </a:rPr>
              <a:t>Josiah Child, “Luận thuyết </a:t>
            </a:r>
            <a:r>
              <a:rPr sz="1200" i="1">
                <a:latin typeface="IBM Plex Sans"/>
              </a:rPr>
              <a:t>về thương mại”</a:t>
            </a:r>
            <a:endParaRPr sz="1200" i="1">
              <a:latin typeface="IBM Plex Sans"/>
              <a:ea typeface="IBM Plex Sans"/>
              <a:cs typeface="IBM Plex Sans"/>
            </a:endParaRPr>
          </a:p>
          <a:p>
            <a:pPr algn="ctr">
              <a:lnSpc>
                <a:spcPct val="100000"/>
              </a:lnSpc>
            </a:p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02857441" name=""/>
          <p:cNvPicPr>
            <a:picLocks noChangeAspect="1"/>
          </p:cNvPicPr>
          <p:nvPr/>
        </p:nvPicPr>
        <p:blipFill>
          <a:blip r:embed="rId3"/>
          <a:stretch/>
        </p:blipFill>
        <p:spPr bwMode="auto">
          <a:xfrm flipH="0" flipV="0">
            <a:off x="1842243" y="1771036"/>
            <a:ext cx="2239705" cy="3315927"/>
          </a:xfrm>
          <a:prstGeom prst="rect">
            <a:avLst/>
          </a:prstGeom>
          <a:ln w="6349">
            <a:solidFill>
              <a:schemeClr val="tx1"/>
            </a:solidFill>
            <a:prstDash val="solid"/>
          </a:ln>
        </p:spPr>
      </p:pic>
      <p:pic>
        <p:nvPicPr>
          <p:cNvPr id="1296130189" name=""/>
          <p:cNvPicPr>
            <a:picLocks noChangeAspect="1"/>
          </p:cNvPicPr>
          <p:nvPr/>
        </p:nvPicPr>
        <p:blipFill>
          <a:blip r:embed="rId4"/>
          <a:stretch/>
        </p:blipFill>
        <p:spPr bwMode="auto">
          <a:xfrm flipH="0" flipV="0">
            <a:off x="7492816" y="1701171"/>
            <a:ext cx="2244111" cy="3455656"/>
          </a:xfrm>
          <a:prstGeom prst="rect">
            <a:avLst/>
          </a:prstGeom>
          <a:ln w="6349">
            <a:solidFill>
              <a:schemeClr val="tx1"/>
            </a:solidFill>
            <a:prstDash val="solid"/>
          </a:ln>
        </p:spPr>
      </p:pic>
      <p:sp>
        <p:nvSpPr>
          <p:cNvPr id="310785906" name=""/>
          <p:cNvSpPr txBox="1"/>
          <p:nvPr/>
        </p:nvSpPr>
        <p:spPr bwMode="auto">
          <a:xfrm rot="0" flipH="0" flipV="0">
            <a:off x="4594602" y="5305748"/>
            <a:ext cx="2494858"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Quesnay</a:t>
            </a:r>
            <a:endParaRPr sz="1200" i="1">
              <a:latin typeface="IBM Plex Sans"/>
              <a:cs typeface="IBM Plex Sans"/>
            </a:endParaRPr>
          </a:p>
        </p:txBody>
      </p:sp>
      <p:sp>
        <p:nvSpPr>
          <p:cNvPr id="1693050672" name=""/>
          <p:cNvSpPr txBox="1"/>
          <p:nvPr/>
        </p:nvSpPr>
        <p:spPr bwMode="auto">
          <a:xfrm rot="0" flipH="0" flipV="0">
            <a:off x="7492095" y="5305748"/>
            <a:ext cx="2245189"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Condillac</a:t>
            </a:r>
            <a:endParaRPr sz="1200" i="1">
              <a:latin typeface="IBM Plex Sans"/>
              <a:cs typeface="IBM Plex Sans"/>
            </a:endParaRPr>
          </a:p>
        </p:txBody>
      </p:sp>
      <p:sp>
        <p:nvSpPr>
          <p:cNvPr id="1371161700" name=""/>
          <p:cNvSpPr txBox="1"/>
          <p:nvPr/>
        </p:nvSpPr>
        <p:spPr bwMode="auto">
          <a:xfrm rot="0" flipH="0" flipV="0">
            <a:off x="1986120" y="5305748"/>
            <a:ext cx="1978872" cy="2746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200" i="1">
                <a:latin typeface="IBM Plex Sans"/>
              </a:rPr>
              <a:t>D'Argenson</a:t>
            </a:r>
            <a:endParaRPr sz="1200" i="1">
              <a:latin typeface="IBM Plex Sans"/>
              <a:cs typeface="IBM Plex Sans"/>
            </a:endParaRPr>
          </a:p>
        </p:txBody>
      </p:sp>
      <p:pic>
        <p:nvPicPr>
          <p:cNvPr id="473320744" name=""/>
          <p:cNvPicPr>
            <a:picLocks noChangeAspect="1"/>
          </p:cNvPicPr>
          <p:nvPr/>
        </p:nvPicPr>
        <p:blipFill>
          <a:blip r:embed="rId5"/>
          <a:stretch/>
        </p:blipFill>
        <p:spPr bwMode="auto">
          <a:xfrm flipH="0" flipV="0">
            <a:off x="4595323" y="1688523"/>
            <a:ext cx="2416003" cy="34809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95</Slides>
  <Notes>95</Notes>
  <HiddenSlides>0</HiddenSlides>
  <MMClips>2</MMClips>
  <ScaleCrop>0</ScaleCrop>
  <HeadingPairs>
    <vt:vector size="4" baseType="variant">
      <vt:variant>
        <vt:lpstr>Theme</vt:lpstr>
      </vt:variant>
      <vt:variant>
        <vt:i4>1</vt:i4>
      </vt:variant>
      <vt:variant>
        <vt:lpstr>Slide Titles</vt:lpstr>
      </vt:variant>
      <vt:variant>
        <vt:i4>95</vt:i4>
      </vt:variant>
    </vt:vector>
  </HeadingPairs>
  <TitlesOfParts>
    <vt:vector size="9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19</cp:revision>
  <dcterms:modified xsi:type="dcterms:W3CDTF">2025-10-15T20:45:10Z</dcterms:modified>
</cp:coreProperties>
</file>