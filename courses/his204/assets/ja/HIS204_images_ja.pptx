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19世紀の農村生活の風景、ルイ＝レオポルド・ボワイの作とされる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サリー公爵の肖像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アンリ4世の大臣、サリー公爵の回想録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ジャン=バティスト・コルベール、ルイ14世の財政総監督 </a:t>
            </a:r>
            <a:r>
              <a:rPr sz="1200" i="1" lang="en-US"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18世紀の羽毛職人の工房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ヴェルネによる18世紀のボルドーの港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国家のロビンフッド - </a:t>
            </a:r>
            <a:r>
              <a:rPr sz="1400" i="1" lang="fr-FR">
                <a:latin typeface="IBM Plex Sans"/>
              </a:rPr>
              <a:t>税金か死か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スクルージおじさん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ヴォーバンの肖像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ヴォーバンによるリール城塞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ヴォーバン、"王室什分の一プロジェクト"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人口調査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トクヴィル「旧体制と革命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3つの命令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ピエール・ルペザン・ド・ボワジルベール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ボワギルベール「ルイ14世時代の破滅したフランス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ポート・ロワイヤル・デ・シャンの地図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ギュスターヴ・カイユボット "Upward Path"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マレー・ロスバード「経済思想史におけるオーストリアの視点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リシャール・カンティヨン「商業の本質に関するエッセイ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ジョン・ロー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ローの銀行手形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サン＝ピエール修道院長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グスタフ・ド・モリナーリの肖像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モリナーリ作『サン＝ピエール修道院長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サンピエール大修道院長、"ヨーロッパの平和を取り戻すプロジェクト"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ルイ14世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ヴェルサイユ、鏡の回廊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フランス・アカデミー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18世紀フランスの小冊子。貿易と経済政策に関する初期の議論を反映し、商業と金融の改革を提案した。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マルキ・ダルジャンソン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レッセフェール、レッセパッセール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ピンの製造、『百科全書』（ディドロとダランベール著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アダム・スミスの肖像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ダルジェンソン侯爵「日記と回想録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ブノワ・マルブランク、"ヴァンサン・ド・グルネイ"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貿易論 ジョサイア・チャイルド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1715年6月26日付の文章、商人M.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コンパニー・デ・ザンドに関する公式報告書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テュルゴーの肖像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ヴァンサン・ド・グルネのサークル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デイヴィッド・ヒュームの肖像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ガブリエル＝フランソワ・コワイエ修道院長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「高貴な商人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一般的穀物政策に関するエッセイ（1755年）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リシャール・カンティヨン「商業の本質に関するエッセイ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フランスにおける経済出版に関する研究、1566-1789年。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アベ・ガブリエル＝フランソワ・コワイエ、"チンキ"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貴族総会の討論（1789年、フランス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ミラボーの肖像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ミラボー『人の愛』より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リシャール・カンティヨン「商業の本質に関するエッセイ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ミラボー侯爵の経済的・社会的教義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ミラボー侯爵の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フランソワ・ケスネ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ピエール・サミュエル・デュポン・ド・ヌムール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ミラボー </a:t>
            </a:r>
            <a:r>
              <a:rPr sz="1200" i="1">
                <a:latin typeface="IBM Plex Sans"/>
              </a:rPr>
              <a:t>"課税論"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フランソワ・ケネによる経済チャート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フランソワ・ケスネ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フランソワ・ケスネ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百科事典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デュポン・ド・ヌムール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「課税理論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ケネによる論文集『フィジオクラシー』1768年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「フィジオクラットの機関誌「Ephémérides du Citoyen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ボワジルベール </a:t>
            </a:r>
            <a:r>
              <a:rPr sz="1200" i="1">
                <a:latin typeface="IBM Plex Sans"/>
              </a:rPr>
              <a:t>"フランスの詳細"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カンティヨン「商業の本質に関するエッセイ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ケネ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ケネの経済チャート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ミラボー『課税論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ポンパドゥール侯爵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Citoyen』（フィジオクラートの機関誌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啓蒙主義の経済学者たち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ケネによる論文集『フィジオクラシー』1768年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ジャン＝フランソワ・ミレー『農民たち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トクヴィル「旧体制と革命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ルイ16世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ミレー『アンジェラス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18世紀のボルドー港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チャールズ・フレデリック、"バーデン大公"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ロシアのエカテリーナ2世 </a:t>
            </a:r>
            <a:r>
              <a:rPr sz="1200" i="1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メルシエ・ド・ラ・リヴィエール「政治社会の自然で本質的な秩序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テュルゴーの肖像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勅令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1789年、ヴェルサイユにおける一般代議員会の召集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アダム・スミス『国富論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ジョセフ・ランボー「経済学説の歴史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デュポン社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デュポン・ドゥ・ヌムール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ミラボー侯爵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農業・貿易・金融ジャーナル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ケネ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ジャーナル・デ・フィジオクラテス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トゥルゴー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ケスネーのテクスト集『フィジオクラシー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ヨーゼフ・シュンペーター「経済分析の歴史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1792年のチュイルリー宮殿の占領 </a:t>
            </a:r>
            <a:r>
              <a:rPr sz="1200" i="1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アダム・スミス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百科事典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ドゥニ・ディドロ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ガリアーニによる小麦貿易に関する対話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市民エフェメライド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ヴォルテール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ヴォルテール『人間四千年』（原題：L'homme aux </a:t>
            </a:r>
            <a:r>
              <a:rPr sz="1200" i="1">
                <a:latin typeface="IBM Plex Sans"/>
              </a:rPr>
              <a:t>quarante écus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トゥルゴー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モンテスキュー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「法の精神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百科事典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テュルゴーの </a:t>
            </a:r>
            <a:r>
              <a:rPr sz="1200" i="1">
                <a:latin typeface="IBM Plex Sans"/>
              </a:rPr>
              <a:t>"グルネイ賛辞"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チュルゴー「富の形成と分配に関する考察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テュルゴー「穀物貿易の自由に関する書簡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テュルゴーとスミス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「奇妙な親近感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テュルゴー「資産についての覚書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ハイエク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トゥルゴー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J.F.ミレー『清掃人』1857年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民兵のドロー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ヌムール美術館の苦情帳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エディット・デュ・ロワ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ヴォルテール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ルイ16世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ミシェル・ド・モンテーニュ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エティエンヌ・ボノー・ド・コンディヤック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コンディヤック、貿易と政府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ジャン＝バティスト・セイ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ニコラ・ド・コンドルセ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アンヌ・ロベール・ジャック・チュルゴ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ガリアーニ「穀物貿易に関する手紙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1789年5月5日、ヴェルサイユにおける一般代議員会の召集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シャンパニー『苦情リスト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デュポン・ド・ヌムール「国民議会演説」1789年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デュポン・ド・ヌムール「パンの価格に対するアシニャートの効果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100の割り当て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ピエール・ル・ペザン・ド・ボワジルベール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カンティヨン「商業一般の性質に関するエッセイ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ジョサイア・チャイルド「貿易論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ケネ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コンディヤック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ダルゲンソン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