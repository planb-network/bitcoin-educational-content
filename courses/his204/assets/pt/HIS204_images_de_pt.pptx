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saveSubsetFonts="1">
  <p:sldMasterIdLst>
    <p:sldMasterId id="2147483648" r:id="rId1"/>
  </p:sldMasterIdLst>
  <p:notesMasterIdLst>
    <p:notesMasterId r:id="rId99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  <p:sldId id="277" r:id="rId25"/>
    <p:sldId id="278" r:id="rId26"/>
    <p:sldId id="279" r:id="rId27"/>
    <p:sldId id="280" r:id="rId28"/>
    <p:sldId id="281" r:id="rId29"/>
    <p:sldId id="282" r:id="rId30"/>
    <p:sldId id="283" r:id="rId31"/>
    <p:sldId id="284" r:id="rId32"/>
    <p:sldId id="285" r:id="rId33"/>
    <p:sldId id="286" r:id="rId34"/>
    <p:sldId id="287" r:id="rId35"/>
    <p:sldId id="288" r:id="rId36"/>
    <p:sldId id="289" r:id="rId37"/>
    <p:sldId id="290" r:id="rId38"/>
    <p:sldId id="291" r:id="rId39"/>
    <p:sldId id="292" r:id="rId40"/>
    <p:sldId id="293" r:id="rId41"/>
    <p:sldId id="294" r:id="rId42"/>
    <p:sldId id="295" r:id="rId43"/>
    <p:sldId id="296" r:id="rId44"/>
    <p:sldId id="297" r:id="rId45"/>
    <p:sldId id="298" r:id="rId46"/>
    <p:sldId id="299" r:id="rId47"/>
    <p:sldId id="300" r:id="rId48"/>
    <p:sldId id="301" r:id="rId49"/>
    <p:sldId id="302" r:id="rId50"/>
    <p:sldId id="303" r:id="rId51"/>
    <p:sldId id="304" r:id="rId52"/>
    <p:sldId id="305" r:id="rId53"/>
    <p:sldId id="306" r:id="rId54"/>
    <p:sldId id="307" r:id="rId55"/>
    <p:sldId id="308" r:id="rId56"/>
    <p:sldId id="309" r:id="rId57"/>
    <p:sldId id="310" r:id="rId58"/>
    <p:sldId id="311" r:id="rId59"/>
    <p:sldId id="312" r:id="rId60"/>
    <p:sldId id="313" r:id="rId61"/>
    <p:sldId id="314" r:id="rId62"/>
    <p:sldId id="315" r:id="rId63"/>
    <p:sldId id="316" r:id="rId64"/>
    <p:sldId id="317" r:id="rId65"/>
    <p:sldId id="318" r:id="rId66"/>
    <p:sldId id="319" r:id="rId67"/>
    <p:sldId id="320" r:id="rId68"/>
    <p:sldId id="321" r:id="rId69"/>
    <p:sldId id="322" r:id="rId70"/>
    <p:sldId id="323" r:id="rId71"/>
    <p:sldId id="324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  <p:sldId id="335" r:id="rId83"/>
    <p:sldId id="336" r:id="rId84"/>
    <p:sldId id="337" r:id="rId85"/>
    <p:sldId id="338" r:id="rId86"/>
    <p:sldId id="339" r:id="rId87"/>
    <p:sldId id="340" r:id="rId88"/>
    <p:sldId id="341" r:id="rId89"/>
    <p:sldId id="342" r:id="rId90"/>
    <p:sldId id="343" r:id="rId91"/>
    <p:sldId id="344" r:id="rId92"/>
    <p:sldId id="345" r:id="rId93"/>
    <p:sldId id="346" r:id="rId94"/>
    <p:sldId id="347" r:id="rId95"/>
    <p:sldId id="348" r:id="rId96"/>
    <p:sldId id="349" r:id="rId97"/>
    <p:sldId id="350" r:id="rId98"/>
  </p:sldIdLst>
  <p:sldSz cx="12192000" cy="6858000"/>
  <p:notesSz cx="6858000" cy="9144000"/>
  <p:defaultTextStyle>
    <a:defPPr>
      <a:defRPr lang="en-US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378" y="90"/>
      </p:cViewPr>
      <p:guideLst>
        <p:guide pos="3840"/>
        <p:guide pos="2160" orient="horz"/>
      </p:guideLst>
    </p:cSldViewPr>
  </p:slide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slide" Target="slides/slide16.xml"/><Relationship Id="rId20" Type="http://schemas.openxmlformats.org/officeDocument/2006/relationships/slide" Target="slides/slide17.xml"/><Relationship Id="rId21" Type="http://schemas.openxmlformats.org/officeDocument/2006/relationships/slide" Target="slides/slide18.xml"/><Relationship Id="rId22" Type="http://schemas.openxmlformats.org/officeDocument/2006/relationships/slide" Target="slides/slide19.xml"/><Relationship Id="rId23" Type="http://schemas.openxmlformats.org/officeDocument/2006/relationships/slide" Target="slides/slide20.xml"/><Relationship Id="rId24" Type="http://schemas.openxmlformats.org/officeDocument/2006/relationships/slide" Target="slides/slide21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4.xml"/><Relationship Id="rId28" Type="http://schemas.openxmlformats.org/officeDocument/2006/relationships/slide" Target="slides/slide25.xml"/><Relationship Id="rId29" Type="http://schemas.openxmlformats.org/officeDocument/2006/relationships/slide" Target="slides/slide26.xml"/><Relationship Id="rId30" Type="http://schemas.openxmlformats.org/officeDocument/2006/relationships/slide" Target="slides/slide27.xml"/><Relationship Id="rId31" Type="http://schemas.openxmlformats.org/officeDocument/2006/relationships/slide" Target="slides/slide28.xml"/><Relationship Id="rId32" Type="http://schemas.openxmlformats.org/officeDocument/2006/relationships/slide" Target="slides/slide29.xml"/><Relationship Id="rId33" Type="http://schemas.openxmlformats.org/officeDocument/2006/relationships/slide" Target="slides/slide30.xml"/><Relationship Id="rId34" Type="http://schemas.openxmlformats.org/officeDocument/2006/relationships/slide" Target="slides/slide31.xml"/><Relationship Id="rId35" Type="http://schemas.openxmlformats.org/officeDocument/2006/relationships/slide" Target="slides/slide32.xml"/><Relationship Id="rId36" Type="http://schemas.openxmlformats.org/officeDocument/2006/relationships/slide" Target="slides/slide33.xml"/><Relationship Id="rId37" Type="http://schemas.openxmlformats.org/officeDocument/2006/relationships/slide" Target="slides/slide34.xml"/><Relationship Id="rId38" Type="http://schemas.openxmlformats.org/officeDocument/2006/relationships/slide" Target="slides/slide35.xml"/><Relationship Id="rId39" Type="http://schemas.openxmlformats.org/officeDocument/2006/relationships/slide" Target="slides/slide36.xml"/><Relationship Id="rId40" Type="http://schemas.openxmlformats.org/officeDocument/2006/relationships/slide" Target="slides/slide37.xml"/><Relationship Id="rId41" Type="http://schemas.openxmlformats.org/officeDocument/2006/relationships/slide" Target="slides/slide38.xml"/><Relationship Id="rId42" Type="http://schemas.openxmlformats.org/officeDocument/2006/relationships/slide" Target="slides/slide39.xml"/><Relationship Id="rId43" Type="http://schemas.openxmlformats.org/officeDocument/2006/relationships/slide" Target="slides/slide40.xml"/><Relationship Id="rId44" Type="http://schemas.openxmlformats.org/officeDocument/2006/relationships/slide" Target="slides/slide41.xml"/><Relationship Id="rId45" Type="http://schemas.openxmlformats.org/officeDocument/2006/relationships/slide" Target="slides/slide42.xml"/><Relationship Id="rId46" Type="http://schemas.openxmlformats.org/officeDocument/2006/relationships/slide" Target="slides/slide43.xml"/><Relationship Id="rId47" Type="http://schemas.openxmlformats.org/officeDocument/2006/relationships/slide" Target="slides/slide44.xml"/><Relationship Id="rId48" Type="http://schemas.openxmlformats.org/officeDocument/2006/relationships/slide" Target="slides/slide45.xml"/><Relationship Id="rId49" Type="http://schemas.openxmlformats.org/officeDocument/2006/relationships/slide" Target="slides/slide46.xml"/><Relationship Id="rId50" Type="http://schemas.openxmlformats.org/officeDocument/2006/relationships/slide" Target="slides/slide47.xml"/><Relationship Id="rId51" Type="http://schemas.openxmlformats.org/officeDocument/2006/relationships/slide" Target="slides/slide48.xml"/><Relationship Id="rId52" Type="http://schemas.openxmlformats.org/officeDocument/2006/relationships/slide" Target="slides/slide49.xml"/><Relationship Id="rId53" Type="http://schemas.openxmlformats.org/officeDocument/2006/relationships/slide" Target="slides/slide50.xml"/><Relationship Id="rId54" Type="http://schemas.openxmlformats.org/officeDocument/2006/relationships/slide" Target="slides/slide51.xml"/><Relationship Id="rId55" Type="http://schemas.openxmlformats.org/officeDocument/2006/relationships/slide" Target="slides/slide52.xml"/><Relationship Id="rId56" Type="http://schemas.openxmlformats.org/officeDocument/2006/relationships/slide" Target="slides/slide53.xml"/><Relationship Id="rId57" Type="http://schemas.openxmlformats.org/officeDocument/2006/relationships/slide" Target="slides/slide54.xml"/><Relationship Id="rId58" Type="http://schemas.openxmlformats.org/officeDocument/2006/relationships/slide" Target="slides/slide55.xml"/><Relationship Id="rId59" Type="http://schemas.openxmlformats.org/officeDocument/2006/relationships/slide" Target="slides/slide56.xml"/><Relationship Id="rId60" Type="http://schemas.openxmlformats.org/officeDocument/2006/relationships/slide" Target="slides/slide57.xml"/><Relationship Id="rId61" Type="http://schemas.openxmlformats.org/officeDocument/2006/relationships/slide" Target="slides/slide58.xml"/><Relationship Id="rId62" Type="http://schemas.openxmlformats.org/officeDocument/2006/relationships/slide" Target="slides/slide59.xml"/><Relationship Id="rId63" Type="http://schemas.openxmlformats.org/officeDocument/2006/relationships/slide" Target="slides/slide60.xml"/><Relationship Id="rId64" Type="http://schemas.openxmlformats.org/officeDocument/2006/relationships/slide" Target="slides/slide61.xml"/><Relationship Id="rId65" Type="http://schemas.openxmlformats.org/officeDocument/2006/relationships/slide" Target="slides/slide62.xml"/><Relationship Id="rId66" Type="http://schemas.openxmlformats.org/officeDocument/2006/relationships/slide" Target="slides/slide63.xml"/><Relationship Id="rId67" Type="http://schemas.openxmlformats.org/officeDocument/2006/relationships/slide" Target="slides/slide64.xml"/><Relationship Id="rId68" Type="http://schemas.openxmlformats.org/officeDocument/2006/relationships/slide" Target="slides/slide65.xml"/><Relationship Id="rId69" Type="http://schemas.openxmlformats.org/officeDocument/2006/relationships/slide" Target="slides/slide66.xml"/><Relationship Id="rId70" Type="http://schemas.openxmlformats.org/officeDocument/2006/relationships/slide" Target="slides/slide67.xml"/><Relationship Id="rId71" Type="http://schemas.openxmlformats.org/officeDocument/2006/relationships/slide" Target="slides/slide68.xml"/><Relationship Id="rId72" Type="http://schemas.openxmlformats.org/officeDocument/2006/relationships/slide" Target="slides/slide69.xml"/><Relationship Id="rId73" Type="http://schemas.openxmlformats.org/officeDocument/2006/relationships/slide" Target="slides/slide70.xml"/><Relationship Id="rId74" Type="http://schemas.openxmlformats.org/officeDocument/2006/relationships/slide" Target="slides/slide71.xml"/><Relationship Id="rId75" Type="http://schemas.openxmlformats.org/officeDocument/2006/relationships/slide" Target="slides/slide72.xml"/><Relationship Id="rId76" Type="http://schemas.openxmlformats.org/officeDocument/2006/relationships/slide" Target="slides/slide73.xml"/><Relationship Id="rId77" Type="http://schemas.openxmlformats.org/officeDocument/2006/relationships/slide" Target="slides/slide74.xml"/><Relationship Id="rId78" Type="http://schemas.openxmlformats.org/officeDocument/2006/relationships/slide" Target="slides/slide75.xml"/><Relationship Id="rId79" Type="http://schemas.openxmlformats.org/officeDocument/2006/relationships/slide" Target="slides/slide76.xml"/><Relationship Id="rId80" Type="http://schemas.openxmlformats.org/officeDocument/2006/relationships/slide" Target="slides/slide77.xml"/><Relationship Id="rId81" Type="http://schemas.openxmlformats.org/officeDocument/2006/relationships/slide" Target="slides/slide78.xml"/><Relationship Id="rId82" Type="http://schemas.openxmlformats.org/officeDocument/2006/relationships/slide" Target="slides/slide79.xml"/><Relationship Id="rId83" Type="http://schemas.openxmlformats.org/officeDocument/2006/relationships/slide" Target="slides/slide80.xml"/><Relationship Id="rId84" Type="http://schemas.openxmlformats.org/officeDocument/2006/relationships/slide" Target="slides/slide81.xml"/><Relationship Id="rId85" Type="http://schemas.openxmlformats.org/officeDocument/2006/relationships/slide" Target="slides/slide82.xml"/><Relationship Id="rId86" Type="http://schemas.openxmlformats.org/officeDocument/2006/relationships/slide" Target="slides/slide83.xml"/><Relationship Id="rId87" Type="http://schemas.openxmlformats.org/officeDocument/2006/relationships/slide" Target="slides/slide84.xml"/><Relationship Id="rId88" Type="http://schemas.openxmlformats.org/officeDocument/2006/relationships/slide" Target="slides/slide85.xml"/><Relationship Id="rId89" Type="http://schemas.openxmlformats.org/officeDocument/2006/relationships/slide" Target="slides/slide86.xml"/><Relationship Id="rId90" Type="http://schemas.openxmlformats.org/officeDocument/2006/relationships/slide" Target="slides/slide87.xml"/><Relationship Id="rId91" Type="http://schemas.openxmlformats.org/officeDocument/2006/relationships/slide" Target="slides/slide88.xml"/><Relationship Id="rId92" Type="http://schemas.openxmlformats.org/officeDocument/2006/relationships/slide" Target="slides/slide89.xml"/><Relationship Id="rId93" Type="http://schemas.openxmlformats.org/officeDocument/2006/relationships/slide" Target="slides/slide90.xml"/><Relationship Id="rId94" Type="http://schemas.openxmlformats.org/officeDocument/2006/relationships/slide" Target="slides/slide91.xml"/><Relationship Id="rId95" Type="http://schemas.openxmlformats.org/officeDocument/2006/relationships/slide" Target="slides/slide92.xml"/><Relationship Id="rId96" Type="http://schemas.openxmlformats.org/officeDocument/2006/relationships/slide" Target="slides/slide93.xml"/><Relationship Id="rId97" Type="http://schemas.openxmlformats.org/officeDocument/2006/relationships/slide" Target="slides/slide94.xml"/><Relationship Id="rId98" Type="http://schemas.openxmlformats.org/officeDocument/2006/relationships/slide" Target="slides/slide95.xml"/><Relationship Id="rId99" Type="http://schemas.openxmlformats.org/officeDocument/2006/relationships/notesMaster" Target="notesMasters/notesMaster1.xml"/><Relationship Id="rId100" Type="http://schemas.openxmlformats.org/officeDocument/2006/relationships/presProps" Target="presProps.xml"/><Relationship Id="rId101" Type="http://schemas.openxmlformats.org/officeDocument/2006/relationships/tableStyles" Target="tableStyles.xml"/><Relationship Id="rId102" Type="http://schemas.openxmlformats.org/officeDocument/2006/relationships/viewProps" Target="view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8110385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972223759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3632E96E-41F7-40C5-8419-297958CC00FA}" type="datetimeFigureOut">
              <a:rPr lang="en-US"/>
              <a:t>10/30/2013</a:t>
            </a:fld>
            <a:endParaRPr lang="en-US"/>
          </a:p>
        </p:txBody>
      </p:sp>
      <p:sp>
        <p:nvSpPr>
          <p:cNvPr id="1292378870" name="Slide Image Placeholder 3"/>
          <p:cNvSpPr>
            <a:spLocks noChangeAspect="1" noGrp="1" noRo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n-US"/>
          </a:p>
        </p:txBody>
      </p:sp>
      <p:sp>
        <p:nvSpPr>
          <p:cNvPr id="1644706934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44328147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4769751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2E6999B8-B6B4-4561-A3CD-BBCDAB9FC9D9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7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1.xml"/></Relationships>
</file>

<file path=ppt/notesSlides/_rels/notesSlide7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2.xml"/></Relationships>
</file>

<file path=ppt/notesSlides/_rels/notesSlide7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3.xml"/></Relationships>
</file>

<file path=ppt/notesSlides/_rels/notesSlide7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4.xml"/></Relationships>
</file>

<file path=ppt/notesSlides/_rels/notesSlide7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5.xml"/></Relationships>
</file>

<file path=ppt/notesSlides/_rels/notesSlide7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7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7.xml"/></Relationships>
</file>

<file path=ppt/notesSlides/_rels/notesSlide7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8.xml"/></Relationships>
</file>

<file path=ppt/notesSlides/_rels/notesSlide7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9.xml"/></Relationships>
</file>

<file path=ppt/notesSlides/_rels/notesSlide8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0.xml"/></Relationships>
</file>

<file path=ppt/notesSlides/_rels/notesSlide8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1.xml"/></Relationships>
</file>

<file path=ppt/notesSlides/_rels/notesSlide8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8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3.xml"/></Relationships>
</file>

<file path=ppt/notesSlides/_rels/notesSlide8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4.xml"/></Relationships>
</file>

<file path=ppt/notesSlides/_rels/notesSlide8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5.xml"/></Relationships>
</file>

<file path=ppt/notesSlides/_rels/notesSlide8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6.xml"/></Relationships>
</file>

<file path=ppt/notesSlides/_rels/notesSlide8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7.xml"/></Relationships>
</file>

<file path=ppt/notesSlides/_rels/notesSlide8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8.xml"/></Relationships>
</file>

<file path=ppt/notesSlides/_rels/notesSlide8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9.xml"/></Relationships>
</file>

<file path=ppt/notesSlides/_rels/notesSlide9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9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1.xml"/></Relationships>
</file>

<file path=ppt/notesSlides/_rels/notesSlide9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2.xml"/></Relationships>
</file>

<file path=ppt/notesSlides/_rels/notesSlide9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3.xml"/></Relationships>
</file>

<file path=ppt/notesSlides/_rels/notesSlide9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4.xml"/></Relationships>
</file>

<file path=ppt/notesSlides/_rels/notesSlide9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2406682" name="Slide Image Placeholder 1"/>
          <p:cNvSpPr>
            <a:spLocks noChangeAspect="1" noGrp="1" noRot="1"/>
          </p:cNvSpPr>
          <p:nvPr>
            <p:ph type="sldImg"/>
          </p:nvPr>
        </p:nvSpPr>
        <p:spPr bwMode="auto">
          <a:xfrm>
            <a:off x="685800" y="1143000"/>
            <a:ext cx="5486400" cy="3086100"/>
          </a:xfrm>
        </p:spPr>
      </p:sp>
      <p:sp>
        <p:nvSpPr>
          <p:cNvPr id="13546346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 lang="en-US">
              <a:latin typeface="Arial"/>
              <a:cs typeface="Arial"/>
            </a:endParaRPr>
          </a:p>
        </p:txBody>
      </p:sp>
      <p:sp>
        <p:nvSpPr>
          <p:cNvPr id="164627025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E6999B8-B6B4-4561-A3CD-BBCDAB9FC9D9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18801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64989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44706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77554D-54F7-FF06-986A-5AE9FB7140A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7025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573753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1873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EAE9AF9-3039-CDED-E4DB-99C8C3AF953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59687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39275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531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E08992D-A1E7-DE6B-90C1-66B372F51E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19808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258795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4275601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D0D6D09-4274-5697-C528-D056E2A5614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02616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01581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6323424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54B608-D557-01F0-A8B0-B9E7B6A3CC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444393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67133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773829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470F31-004D-53D4-8382-4C5AF86EC87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847855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76217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9582778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9FE4A7-DEC4-10C2-7F4A-65C3B59076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2182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5607486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247869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9556ECE-0035-E808-A449-ECE9D7E1ABD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94856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708178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999995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35039CD-39CB-DB67-1D5A-E2B051B4282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43155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1248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792683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0952DCA-933D-8F77-2936-A66C3A844A5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99823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718845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989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D21594D-C84A-C547-1605-85B23191322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570791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5444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68226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803B21-71E7-C522-8A94-F3CA6305552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285909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6508859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240741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CE4DAFF-04F7-4230-4BEA-EF427F07C0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61133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9533121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790009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F782E25-7CDB-5CD6-E19F-435B3470BBE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1678908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74549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60351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8047713-D329-CC9F-620C-6911A03712C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184666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13709644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671154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B5D5CA-DCF7-3D49-2421-D4E18933B93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94711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318179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5003416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AB24F63-817F-0D30-E142-FE7737E22E2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76458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7867467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082543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AAC652D-E91A-58D6-5923-F0C1FC0190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865981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947128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6347771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3CC6B97-41EC-395A-1064-9FCBE703F5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326808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277066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02635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8DB6E2E-CF63-5FED-2AC7-A0CE5050A74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998313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1677173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078271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AD381DD-2281-8E8E-EFB4-16B032A0F40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01016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143557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854814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6D87FA-7213-3341-A261-31A97A2C72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034328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86868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539285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5A8E771-4C19-3D20-69C1-9338EA8C25D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129255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0998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9782600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B6BA9C1-D5A8-8E5C-2084-79D5D66CFAA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406263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4586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30387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E4E1C1-80F4-D8D0-CF76-BCC0A4739AD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80911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90968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000137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6B0075F-8DB6-CC5F-165D-ED13D1EEE04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69782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0937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199924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B06FCC-EE63-40E5-8EE7-25EFAD702D9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94579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3990760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167395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5648720-9216-0680-5CDC-93A9F681025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83488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2610420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870198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D25490E-1363-1FBC-42E0-702393BA63E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3206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5824990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606982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7EC5E37-1B7B-FD8A-D19E-89E3560CFA6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346634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150124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41846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884CDD8-4F78-D0C1-F445-8CDC555517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3930996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16888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076740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5A5D82-54A1-E010-1DCB-58053402D95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07178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911448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74101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97FA534-F7CE-9754-80BF-A583283D455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3605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881142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473961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6C83C34-1783-C514-F7C9-033780CB21C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358904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2125504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094401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19AFB8D-6200-D523-407A-2237E034D79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6843112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853718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101529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63E1B43-876E-8501-05A3-BBD8233AB59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11573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121706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61098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C332D0A-9FBE-A5D0-204A-96C778835C9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6234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46378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50064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4EBE33C-D227-C9CC-DEF9-6D9A8826BE7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575054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0883617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369363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721C186-B21E-B518-F05E-E6FA7857016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834668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451176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8373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93D077-7A35-A1BD-0D22-3EDB2DF29B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1743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350049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11357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D52EF15-93B0-5A99-10E5-8AD2DADDD07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7899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05827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1000346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C9D548A-7E2E-02BB-948C-A747D913DBD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331708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710099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861869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E2716DB-A4AB-A4DD-82DD-077D939B25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82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885535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491167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5C0A1D0-7C9F-717E-AD41-DDC4D2FF562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21892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2691416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952330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159A78C-8CAB-66D7-5361-5F4AA65D480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8326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565079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082762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4241777-0EAB-FF74-79A3-7B365D8F52E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71182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64097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80995647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94EC14F-C21C-4660-D0FC-8BE5F1E9DA8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402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58702222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340916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2188EEA-5E50-9E80-0608-E9477587048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100044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663851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829165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2CCD28-7C20-E9DD-0AE9-AEAF4144B1E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996735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253620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28000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05B8E9B-596E-B710-3451-51C1B8FCEEC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813649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6960612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6333567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1D3192-4248-9D56-1F06-9EF700C8448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10979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191044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8667655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0B3ADEC-ABD1-56E3-0BD7-ACBBD5AF67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50377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2549732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2561101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A3139C2-200E-271C-177A-A102371E8C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3032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833466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122981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8BDFC8D-0946-817C-9911-10B70A71E28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06111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2398632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319396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0E61E51-3776-1744-CFC0-F35C780D22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383688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558363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2895544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526887-417A-FC5D-3DB7-604680289C2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48938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5697216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7166209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89C3ED-A1E5-F975-B4E3-B4BFE3D51DA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0334962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31686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50508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34A9015-A362-0E32-627C-3EBC75E7292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478680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5161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74386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BE2BB51-EADA-3BDC-DDA8-ED9A388EB4C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680665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472339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918152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96B659-0D0D-137C-92EF-822A16A390AE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9953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2737946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819049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2890FE3-36F2-61FE-3FAF-1E75E93C0E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445764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174896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1963306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28ECA71-7D42-9DCC-DA2D-3827FCE410F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2841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9437423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211852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4E9C9EA-D0C5-8A16-AC99-D1073920CAE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259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09685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2863600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A324B50-0E93-7B2A-65EE-990BB005D20C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8378753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665012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8557298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46789BF-8A8A-C141-2107-79764C50647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635907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3793874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517295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763A53-653B-8F0A-FDDD-40D3067DCFB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23283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8371076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31147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2856DD-B1FD-3949-450A-748E65E111A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301222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688239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035429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6283160-E820-CB5F-8686-C280DB1BBC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0308910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5496193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482815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672F173-1261-400B-DD91-164242E331E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5573409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0253623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05566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8EAD88F-53EB-99E7-4867-1369A2FB563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216352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0028735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1428565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3E1A94-3978-23BE-18F0-1FF6ABD1CBD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81129455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170701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80748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626E6BB-64EC-813F-23A3-78DBA3CAF34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05248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924809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1948978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EB6C2F3-DE2C-DF24-3C4C-DB1166DFEF2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32231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7912474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054031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46B5351-9DAF-0272-55C9-595D51A67E1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78230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77817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960322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5B17EEF-8D2B-0DB9-78D7-ECE1F209AAC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748100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7421902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9416897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377636-A712-215A-99B4-39353C233AE0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6723299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43244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07958079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E000D36-A770-D10F-B094-21B84D82D29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55275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7753760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6662060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C2FADE5-E39F-5DF0-6580-A4AE781C6238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62198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1206258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700321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3F84FDF-04F1-C98D-038A-F75045A13575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1089064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3512054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185867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CA8AD87-C3CB-800B-A770-F73DBFE8F0C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139049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321137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075498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AF5F1EC-E097-505F-140F-0FA67296C32D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833936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3927564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54156439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25BCBF3-6ECB-4DFA-2795-FC53646534BB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566483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665672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0415472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0DEE583-A167-B651-BDE0-01D45DD9C96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670913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473208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693526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EC769EF6-F864-7F32-61DE-87CC5FAC2F04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748082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405184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564616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7DC62D53-2FB8-A716-B057-747DEB60993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611605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28137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6131573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6B8D1BB-8670-CC74-FE76-8836849437BF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172174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091585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6278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3E7A4C0-D52A-AA81-6013-10C20CB26A0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209710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4296891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7888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8C11D47-4C3A-DD78-8CFA-CE968BD46ED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9383407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963071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50335324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9364BE-049E-EEFC-8EA9-DC15E5B9798A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921982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293901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714950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5C1E6BE-6F33-1A8D-97D6-12AC929ABAA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799094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985638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77497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3AE6731-C6E3-7F23-EE71-783DD17F6B6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887476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29742823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7016098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B66A66-75A6-A719-8BE4-B2BBAF584D4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74425188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69009128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85506055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FDD47A6-21B0-FDB8-4CFE-EC02F58A3A86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785599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76799155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2866944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4E62DA9-53AC-C070-34D7-6FD2234E0979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1655467" name="Title 1"/>
          <p:cNvSpPr>
            <a:spLocks noGrp="1"/>
          </p:cNvSpPr>
          <p:nvPr>
            <p:ph type="ctrTitle"/>
          </p:nvPr>
        </p:nvSpPr>
        <p:spPr bwMode="auto"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17861792" name="Subtitle 2"/>
          <p:cNvSpPr>
            <a:spLocks noGrp="1"/>
          </p:cNvSpPr>
          <p:nvPr>
            <p:ph type="subTitle" idx="1"/>
          </p:nvPr>
        </p:nvSpPr>
        <p:spPr bwMode="auto"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>
              <a:defRPr/>
            </a:pPr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622197947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2737281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857229984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804609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52158578" name="Content Placeholder 2"/>
          <p:cNvSpPr>
            <a:spLocks noGrp="1"/>
          </p:cNvSpPr>
          <p:nvPr>
            <p:ph idx="1"/>
          </p:nvPr>
        </p:nvSpPr>
        <p:spPr bwMode="auto"/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7010631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6593498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15398137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secHead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05585870" name="Title 1"/>
          <p:cNvSpPr>
            <a:spLocks noGrp="1"/>
          </p:cNvSpPr>
          <p:nvPr>
            <p:ph type="title"/>
          </p:nvPr>
        </p:nvSpPr>
        <p:spPr bwMode="auto"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389883883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969336463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60139732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34134856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5732593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47018318" name="Content Placeholder 2"/>
          <p:cNvSpPr>
            <a:spLocks noGrp="1"/>
          </p:cNvSpPr>
          <p:nvPr>
            <p:ph sz="half" idx="1"/>
          </p:nvPr>
        </p:nvSpPr>
        <p:spPr bwMode="auto"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40292946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460295446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67546183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09303010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woTxTwoObj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0485152" name="Title 1"/>
          <p:cNvSpPr>
            <a:spLocks noGrp="1"/>
          </p:cNvSpPr>
          <p:nvPr>
            <p:ph type="title"/>
          </p:nvPr>
        </p:nvSpPr>
        <p:spPr bwMode="auto">
          <a:xfrm>
            <a:off x="839788" y="365125"/>
            <a:ext cx="10515600" cy="1325563"/>
          </a:xfrm>
        </p:spPr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6587585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93373537" name="Content Placeholder 3"/>
          <p:cNvSpPr>
            <a:spLocks noGrp="1"/>
          </p:cNvSpPr>
          <p:nvPr>
            <p:ph sz="half" idx="2"/>
          </p:nvPr>
        </p:nvSpPr>
        <p:spPr bwMode="auto">
          <a:xfrm>
            <a:off x="839788" y="2505074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020744034" name="Text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647809862" name="Content Placeholder 5"/>
          <p:cNvSpPr>
            <a:spLocks noGrp="1"/>
          </p:cNvSpPr>
          <p:nvPr>
            <p:ph sz="quarter" idx="4"/>
          </p:nvPr>
        </p:nvSpPr>
        <p:spPr bwMode="auto">
          <a:xfrm>
            <a:off x="6172200" y="2505074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25657764" name="Date Placeholder 6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369848892" name="Footer Placeholder 7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930524134" name="Slide Number Placeholder 8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titleOnly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26030987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65516482" name="Date Placeholder 2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6640012" name="Footer Placeholder 3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85156807" name="Slide Number Placeholder 4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blank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4194342" name="Date Placeholder 1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767726324" name="Footer Placeholder 2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164428038" name="Slide Number Placeholder 3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16015079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710621417" name="Content Placeholder 2"/>
          <p:cNvSpPr>
            <a:spLocks noGrp="1"/>
          </p:cNvSpPr>
          <p:nvPr>
            <p:ph idx="1"/>
          </p:nvPr>
        </p:nvSpPr>
        <p:spPr bwMode="auto"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618688784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203531961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934768936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516025228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pic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26979197" name="Title 1"/>
          <p:cNvSpPr>
            <a:spLocks noGrp="1"/>
          </p:cNvSpPr>
          <p:nvPr>
            <p:ph type="title"/>
          </p:nvPr>
        </p:nvSpPr>
        <p:spPr bwMode="auto"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88799025" name="Picture Placeholder 2"/>
          <p:cNvSpPr>
            <a:spLocks noChangeAspect="1" noGrp="1"/>
          </p:cNvSpPr>
          <p:nvPr>
            <p:ph type="pic" idx="1"/>
          </p:nvPr>
        </p:nvSpPr>
        <p:spPr bwMode="auto"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n-US"/>
              <a:t>Click icon to add picture</a:t>
            </a:r>
            <a:endParaRPr lang="en-US"/>
          </a:p>
        </p:txBody>
      </p:sp>
      <p:sp>
        <p:nvSpPr>
          <p:cNvPr id="2056629290" name="Text Placeholder 3"/>
          <p:cNvSpPr>
            <a:spLocks noGrp="1"/>
          </p:cNvSpPr>
          <p:nvPr>
            <p:ph type="body" sz="half" idx="2"/>
          </p:nvPr>
        </p:nvSpPr>
        <p:spPr bwMode="auto"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  <a:endParaRPr/>
          </a:p>
        </p:txBody>
      </p:sp>
      <p:sp>
        <p:nvSpPr>
          <p:cNvPr id="1861990232" name="Date Placeholder 4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2123251054" name="Footer Placeholder 5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48364612" name="Slide Number Placeholder 6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x" userDrawn="1">
  <p:cSld name="Title and Vertical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9909098" name="Title 1"/>
          <p:cNvSpPr>
            <a:spLocks noGrp="1"/>
          </p:cNvSpPr>
          <p:nvPr>
            <p:ph type="title"/>
          </p:nvPr>
        </p:nvSpPr>
        <p:spPr bwMode="auto"/>
        <p:txBody>
          <a:bodyPr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85796279" name="Vertical Text Placeholder 2"/>
          <p:cNvSpPr>
            <a:spLocks noGrp="1"/>
          </p:cNvSpPr>
          <p:nvPr>
            <p:ph type="body" orient="vert" idx="1"/>
          </p:nvPr>
        </p:nvSpPr>
        <p:spPr bwMode="auto"/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61896939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60794932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9305915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vertTitleAndTx" userDrawn="1">
  <p:cSld name="Vertical Title and Tex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05732319" name="Vertical Title 1"/>
          <p:cNvSpPr>
            <a:spLocks noGrp="1"/>
          </p:cNvSpPr>
          <p:nvPr>
            <p:ph type="title" orient="vert"/>
          </p:nvPr>
        </p:nvSpPr>
        <p:spPr bwMode="auto">
          <a:xfrm>
            <a:off x="8724900" y="365125"/>
            <a:ext cx="2628900" cy="5811838"/>
          </a:xfrm>
        </p:spPr>
        <p:txBody>
          <a:bodyPr vert="eaVert"/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150043384" name="Vertical Text Placeholder 2"/>
          <p:cNvSpPr>
            <a:spLocks noGrp="1"/>
          </p:cNvSpPr>
          <p:nvPr>
            <p:ph type="body" orient="vert" idx="1"/>
          </p:nvPr>
        </p:nvSpPr>
        <p:spPr bwMode="auto"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91333946" name="Date Placeholder 3"/>
          <p:cNvSpPr>
            <a:spLocks noGrp="1"/>
          </p:cNvSpPr>
          <p:nvPr>
            <p:ph type="dt" sz="half" idx="10"/>
          </p:nvPr>
        </p:nvSpPr>
        <p:spPr bwMode="auto"/>
        <p:txBody>
          <a:bodyPr/>
          <a:lstStyle/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1037172593" name="Footer Placeholder 4"/>
          <p:cNvSpPr>
            <a:spLocks noGrp="1"/>
          </p:cNvSpPr>
          <p:nvPr>
            <p:ph type="ftr" sz="quarter" idx="11"/>
          </p:nvPr>
        </p:nvSpPr>
        <p:spPr bwMode="auto"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223811169" name="Slide Number Placeholder 5"/>
          <p:cNvSpPr>
            <a:spLocks noGrp="1"/>
          </p:cNvSpPr>
          <p:nvPr>
            <p:ph type="sldNum" sz="quarter" idx="12"/>
          </p:nvPr>
        </p:nvSpPr>
        <p:spPr bwMode="auto"/>
        <p:txBody>
          <a:bodyPr/>
          <a:lstStyle/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52968964" name="Title Placeholder 1"/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28371014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defRPr/>
            </a:pPr>
            <a:r>
              <a:rPr lang="en-US"/>
              <a:t>Click to edit Master text styles</a:t>
            </a:r>
            <a:endParaRPr/>
          </a:p>
          <a:p>
            <a:pPr lvl="1">
              <a:defRPr/>
            </a:pPr>
            <a:r>
              <a:rPr lang="en-US"/>
              <a:t>Second level</a:t>
            </a:r>
            <a:endParaRPr/>
          </a:p>
          <a:p>
            <a:pPr lvl="2">
              <a:defRPr/>
            </a:pPr>
            <a:r>
              <a:rPr lang="en-US"/>
              <a:t>Third level</a:t>
            </a:r>
            <a:endParaRPr/>
          </a:p>
          <a:p>
            <a:pPr lvl="3">
              <a:defRPr/>
            </a:pPr>
            <a:r>
              <a:rPr lang="en-US"/>
              <a:t>Fourth level</a:t>
            </a:r>
            <a:endParaRPr/>
          </a:p>
          <a:p>
            <a:pPr lvl="4"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41658078" name="Date Placeholder 3"/>
          <p:cNvSpPr>
            <a:spLocks noGrp="1"/>
          </p:cNvSpPr>
          <p:nvPr>
            <p:ph type="dt" sz="half" idx="2"/>
          </p:nvPr>
        </p:nvSpPr>
        <p:spPr bwMode="auto"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CC18F51-09EC-435C-A3BA-64A766E099C0}" type="datetimeFigureOut">
              <a:rPr lang="en-US"/>
              <a:t>30.10.2013</a:t>
            </a:fld>
            <a:endParaRPr lang="en-US"/>
          </a:p>
        </p:txBody>
      </p:sp>
      <p:sp>
        <p:nvSpPr>
          <p:cNvPr id="506361565" name="Footer Placeholder 4"/>
          <p:cNvSpPr>
            <a:spLocks noGrp="1"/>
          </p:cNvSpPr>
          <p:nvPr>
            <p:ph type="ftr" sz="quarter" idx="3"/>
          </p:nvPr>
        </p:nvSpPr>
        <p:spPr bwMode="auto"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52066897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08395586-F03A-48D1-94DF-16B239DF4FB5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jpg"/><Relationship Id="rId4" Type="http://schemas.openxmlformats.org/officeDocument/2006/relationships/image" Target="../media/image10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1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2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14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jpg"/><Relationship Id="rId4" Type="http://schemas.openxmlformats.org/officeDocument/2006/relationships/image" Target="../media/image17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8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0.jpg"/><Relationship Id="rId4" Type="http://schemas.openxmlformats.org/officeDocument/2006/relationships/image" Target="../media/image21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3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4.jpg"/><Relationship Id="rId4" Type="http://schemas.openxmlformats.org/officeDocument/2006/relationships/image" Target="../media/image25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6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Relationship Id="rId4" Type="http://schemas.openxmlformats.org/officeDocument/2006/relationships/image" Target="../media/image28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9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30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31.jpg"/><Relationship Id="rId4" Type="http://schemas.openxmlformats.org/officeDocument/2006/relationships/image" Target="../media/image32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3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34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5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6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37.jpg"/><Relationship Id="rId4" Type="http://schemas.openxmlformats.org/officeDocument/2006/relationships/image" Target="../media/image38.jpg"/><Relationship Id="rId5" Type="http://schemas.openxmlformats.org/officeDocument/2006/relationships/image" Target="../media/image3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3.jpg"/><Relationship Id="rId4" Type="http://schemas.openxmlformats.org/officeDocument/2006/relationships/image" Target="../media/image44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5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6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7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48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49.jpg"/><Relationship Id="rId4" Type="http://schemas.openxmlformats.org/officeDocument/2006/relationships/image" Target="../media/image50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1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2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3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54.jpg"/><Relationship Id="rId4" Type="http://schemas.openxmlformats.org/officeDocument/2006/relationships/image" Target="../media/image55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56.jpg"/><Relationship Id="rId4" Type="http://schemas.openxmlformats.org/officeDocument/2006/relationships/image" Target="../media/image57.jp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58.jp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59.jpg"/><Relationship Id="rId4" Type="http://schemas.openxmlformats.org/officeDocument/2006/relationships/image" Target="../media/image60.jp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61.jpg"/><Relationship Id="rId4" Type="http://schemas.openxmlformats.org/officeDocument/2006/relationships/image" Target="../media/image62.jp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63.jpg"/><Relationship Id="rId4" Type="http://schemas.openxmlformats.org/officeDocument/2006/relationships/image" Target="../media/image64.jp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65.jpg"/><Relationship Id="rId4" Type="http://schemas.openxmlformats.org/officeDocument/2006/relationships/image" Target="../media/image66.jpg"/><Relationship Id="rId5" Type="http://schemas.openxmlformats.org/officeDocument/2006/relationships/image" Target="../media/image67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68.jp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69.jp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70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71.jp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72.jp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73.jp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image" Target="../media/image74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image" Target="../media/image75.jp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76.jp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77.jp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78.jpg"/><Relationship Id="rId4" Type="http://schemas.openxmlformats.org/officeDocument/2006/relationships/image" Target="../media/image79.jp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40.jp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80.jp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81.jp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82.jpg"/><Relationship Id="rId4" Type="http://schemas.openxmlformats.org/officeDocument/2006/relationships/image" Target="../media/image83.jp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84.png"/><Relationship Id="rId4" Type="http://schemas.openxmlformats.org/officeDocument/2006/relationships/image" Target="../media/image85.jp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86.jpg"/><Relationship Id="rId4" Type="http://schemas.openxmlformats.org/officeDocument/2006/relationships/image" Target="../media/image87.jp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88.jpg"/><Relationship Id="rId4" Type="http://schemas.openxmlformats.org/officeDocument/2006/relationships/image" Target="../media/image89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90.jpg"/><Relationship Id="rId4" Type="http://schemas.openxmlformats.org/officeDocument/2006/relationships/image" Target="../media/image91.jp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92.jpg"/><Relationship Id="rId4" Type="http://schemas.openxmlformats.org/officeDocument/2006/relationships/image" Target="../media/image93.jp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94.jpg"/><Relationship Id="rId4" Type="http://schemas.openxmlformats.org/officeDocument/2006/relationships/image" Target="../media/image95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96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97.jpg"/><Relationship Id="rId4" Type="http://schemas.openxmlformats.org/officeDocument/2006/relationships/image" Target="../media/image98.jp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image" Target="../media/image99.jp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100.jp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4.xml"/><Relationship Id="rId3" Type="http://schemas.openxmlformats.org/officeDocument/2006/relationships/image" Target="../media/image101.jpg"/><Relationship Id="rId4" Type="http://schemas.openxmlformats.org/officeDocument/2006/relationships/image" Target="../media/image102.jpg"/><Relationship Id="rId5" Type="http://schemas.openxmlformats.org/officeDocument/2006/relationships/image" Target="../media/image103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Relationship Id="rId3" Type="http://schemas.openxmlformats.org/officeDocument/2006/relationships/image" Target="../media/image104.jpg"/><Relationship Id="rId4" Type="http://schemas.openxmlformats.org/officeDocument/2006/relationships/image" Target="../media/image105.jp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Relationship Id="rId3" Type="http://schemas.openxmlformats.org/officeDocument/2006/relationships/image" Target="../media/image106.jpg"/><Relationship Id="rId4" Type="http://schemas.openxmlformats.org/officeDocument/2006/relationships/image" Target="../media/image107.jp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7.xml"/><Relationship Id="rId3" Type="http://schemas.openxmlformats.org/officeDocument/2006/relationships/image" Target="../media/image108.jp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8.xml"/><Relationship Id="rId3" Type="http://schemas.openxmlformats.org/officeDocument/2006/relationships/image" Target="../media/image109.jp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9.xml"/><Relationship Id="rId3" Type="http://schemas.openxmlformats.org/officeDocument/2006/relationships/image" Target="../media/image40.jp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Relationship Id="rId3" Type="http://schemas.openxmlformats.org/officeDocument/2006/relationships/image" Target="../media/image110.jp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Relationship Id="rId3" Type="http://schemas.openxmlformats.org/officeDocument/2006/relationships/image" Target="../media/image111.jp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2.xml"/><Relationship Id="rId3" Type="http://schemas.openxmlformats.org/officeDocument/2006/relationships/image" Target="../media/image112.jpg"/><Relationship Id="rId4" Type="http://schemas.openxmlformats.org/officeDocument/2006/relationships/image" Target="../media/image113.jp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3.xml"/><Relationship Id="rId3" Type="http://schemas.openxmlformats.org/officeDocument/2006/relationships/image" Target="../media/image114.jpg"/><Relationship Id="rId4" Type="http://schemas.openxmlformats.org/officeDocument/2006/relationships/image" Target="../media/image115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4.xml"/><Relationship Id="rId3" Type="http://schemas.openxmlformats.org/officeDocument/2006/relationships/image" Target="../media/image116.jpg"/><Relationship Id="rId4" Type="http://schemas.openxmlformats.org/officeDocument/2006/relationships/image" Target="../media/image117.jp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5.xml"/><Relationship Id="rId3" Type="http://schemas.openxmlformats.org/officeDocument/2006/relationships/image" Target="../media/image118.jp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6.xml"/><Relationship Id="rId3" Type="http://schemas.openxmlformats.org/officeDocument/2006/relationships/image" Target="../media/image119.jp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Relationship Id="rId3" Type="http://schemas.openxmlformats.org/officeDocument/2006/relationships/image" Target="../media/image120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8.xml"/><Relationship Id="rId3" Type="http://schemas.openxmlformats.org/officeDocument/2006/relationships/image" Target="../media/image121.jp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9.xml"/><Relationship Id="rId3" Type="http://schemas.openxmlformats.org/officeDocument/2006/relationships/image" Target="../media/image122.jp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0.xml"/><Relationship Id="rId3" Type="http://schemas.openxmlformats.org/officeDocument/2006/relationships/image" Target="../media/image123.jpg"/><Relationship Id="rId4" Type="http://schemas.openxmlformats.org/officeDocument/2006/relationships/image" Target="../media/image124.jp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1.xml"/><Relationship Id="rId3" Type="http://schemas.openxmlformats.org/officeDocument/2006/relationships/image" Target="../media/image125.jp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2.xml"/><Relationship Id="rId3" Type="http://schemas.openxmlformats.org/officeDocument/2006/relationships/image" Target="../media/image126.jp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3.xml"/><Relationship Id="rId3" Type="http://schemas.openxmlformats.org/officeDocument/2006/relationships/image" Target="../media/image127.jp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4.xml"/><Relationship Id="rId3" Type="http://schemas.openxmlformats.org/officeDocument/2006/relationships/image" Target="../media/image128.jpg"/><Relationship Id="rId4" Type="http://schemas.openxmlformats.org/officeDocument/2006/relationships/image" Target="../media/image129.jpg"/><Relationship Id="rId5" Type="http://schemas.openxmlformats.org/officeDocument/2006/relationships/image" Target="../media/image130.jp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Relationship Id="rId3" Type="http://schemas.openxmlformats.org/officeDocument/2006/relationships/image" Target="../media/image131.jpg"/><Relationship Id="rId4" Type="http://schemas.openxmlformats.org/officeDocument/2006/relationships/image" Target="../media/image132.jpg"/><Relationship Id="rId5" Type="http://schemas.openxmlformats.org/officeDocument/2006/relationships/image" Target="../media/image1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256933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075148" y="736453"/>
            <a:ext cx="6041702" cy="490018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95539773" name=""/>
          <p:cNvSpPr txBox="1"/>
          <p:nvPr/>
        </p:nvSpPr>
        <p:spPr bwMode="auto">
          <a:xfrm rot="0" flipH="0" flipV="0">
            <a:off x="1637698" y="5749358"/>
            <a:ext cx="89166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Cena da vida indígena </a:t>
            </a:r>
            <a:r>
              <a:rPr sz="1200" i="1">
                <a:latin typeface="IBM Plex Sans"/>
              </a:rPr>
              <a:t>no 19. Jahrhundert, </a:t>
            </a:r>
            <a:r>
              <a:rPr sz="1200" i="1">
                <a:latin typeface="IBM Plex Sans"/>
              </a:rPr>
              <a:t>Louis-Léopold Boilly zugeschrieben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981398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3213" y="963415"/>
            <a:ext cx="4705157" cy="493116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56923613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226982" y="956998"/>
            <a:ext cx="6597515" cy="494400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37346195" name=""/>
          <p:cNvSpPr txBox="1"/>
          <p:nvPr/>
        </p:nvSpPr>
        <p:spPr bwMode="auto">
          <a:xfrm rot="0" flipH="0" flipV="0">
            <a:off x="457447" y="6012918"/>
            <a:ext cx="46720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Retrato do Duque de Sully</a:t>
            </a:r>
            <a:endParaRPr sz="1200" b="0" i="1">
              <a:latin typeface="IBM Plex Sans"/>
              <a:cs typeface="IBM Plex Sans"/>
            </a:endParaRPr>
          </a:p>
        </p:txBody>
      </p:sp>
      <p:sp>
        <p:nvSpPr>
          <p:cNvPr id="1695758245" name=""/>
          <p:cNvSpPr txBox="1"/>
          <p:nvPr/>
        </p:nvSpPr>
        <p:spPr bwMode="auto">
          <a:xfrm rot="0" flipH="0" flipV="0">
            <a:off x="5226981" y="6012918"/>
            <a:ext cx="665452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>
                <a:latin typeface="IBM Plex Sans"/>
              </a:rPr>
              <a:t>Erinnerungen des Duc de Sully, Minister von Henri IV</a:t>
            </a:r>
            <a:endParaRPr sz="1200" b="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79273297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02940" y="748832"/>
            <a:ext cx="3956026" cy="536033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360958819" name=""/>
          <p:cNvSpPr txBox="1"/>
          <p:nvPr/>
        </p:nvSpPr>
        <p:spPr bwMode="auto">
          <a:xfrm rot="0" flipH="0" flipV="0">
            <a:off x="2114879" y="6178730"/>
            <a:ext cx="753466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Jean-Baptiste Colbert, Generalkontrolleur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der Finanzen unter </a:t>
            </a:r>
            <a:r>
              <a:rPr sz="1200" i="1" lang="en-US">
                <a:latin typeface="IBM Plex Sans"/>
              </a:rPr>
              <a:t>Ludwig XIV</a:t>
            </a:r>
            <a:endParaRPr sz="16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3072477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23236" y="848034"/>
            <a:ext cx="6945526" cy="516193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99628209" name=""/>
          <p:cNvSpPr txBox="1"/>
          <p:nvPr/>
        </p:nvSpPr>
        <p:spPr bwMode="auto">
          <a:xfrm rot="0" flipH="0" flipV="0">
            <a:off x="2623235" y="6113748"/>
            <a:ext cx="694660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werkstatt für Federmacher aus dem 18. Jahrhundert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24414699" name=""/>
          <p:cNvSpPr txBox="1"/>
          <p:nvPr/>
        </p:nvSpPr>
        <p:spPr bwMode="auto">
          <a:xfrm rot="0" flipH="0" flipV="0">
            <a:off x="2201303" y="5160814"/>
            <a:ext cx="806828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O porto de Bordéus no 18. Jahrhundert von Vernet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7354616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239398" y="1437409"/>
            <a:ext cx="5715000" cy="360045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53824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53340" y="1118120"/>
            <a:ext cx="4865927" cy="462175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37625077" name=""/>
          <p:cNvSpPr txBox="1"/>
          <p:nvPr/>
        </p:nvSpPr>
        <p:spPr bwMode="auto">
          <a:xfrm rot="0" flipH="0" flipV="0">
            <a:off x="3401293" y="5825197"/>
            <a:ext cx="6045537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Robin Hood des Staates </a:t>
            </a:r>
            <a:r>
              <a:rPr sz="1400" i="1" lang="fr-FR">
                <a:latin typeface="IBM Plex Sans"/>
              </a:rPr>
              <a:t>- Steuern oder Tod</a:t>
            </a:r>
            <a:endParaRPr sz="14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3074642" name=""/>
          <p:cNvSpPr txBox="1"/>
          <p:nvPr/>
        </p:nvSpPr>
        <p:spPr bwMode="auto">
          <a:xfrm rot="0" flipH="0" flipV="0">
            <a:off x="363957" y="5617380"/>
            <a:ext cx="11464083" cy="30515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b="0" i="1" u="none" lang="fr-FR">
                <a:solidFill>
                  <a:schemeClr val="tx1"/>
                </a:solidFill>
                <a:latin typeface="IBM Plex Sans"/>
              </a:rPr>
              <a:t>Onkel Dagobert</a:t>
            </a:r>
            <a:endParaRPr sz="1400" i="1">
              <a:latin typeface="IBM Plex Sans"/>
              <a:cs typeface="IBM Plex Sans"/>
            </a:endParaRPr>
          </a:p>
        </p:txBody>
      </p:sp>
      <p:pic>
        <p:nvPicPr>
          <p:cNvPr id="3944198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10468" y="610092"/>
            <a:ext cx="6371062" cy="489297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4637429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132616" y="1058120"/>
            <a:ext cx="3559365" cy="474175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52445511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642109" y="1031974"/>
            <a:ext cx="6152365" cy="47940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6661607" name=""/>
          <p:cNvSpPr txBox="1"/>
          <p:nvPr/>
        </p:nvSpPr>
        <p:spPr bwMode="auto">
          <a:xfrm rot="0" flipH="0" flipV="0">
            <a:off x="1132615" y="5880385"/>
            <a:ext cx="35629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Retrato de Vauban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49802602" name=""/>
          <p:cNvSpPr txBox="1"/>
          <p:nvPr/>
        </p:nvSpPr>
        <p:spPr bwMode="auto">
          <a:xfrm rot="0" flipH="0" flipV="0">
            <a:off x="5642108" y="5880385"/>
            <a:ext cx="615596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Zitadelle von Lille von Vauban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25102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74095" y="581589"/>
            <a:ext cx="7243809" cy="56948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10464338" name=""/>
          <p:cNvSpPr txBox="1"/>
          <p:nvPr/>
        </p:nvSpPr>
        <p:spPr bwMode="auto">
          <a:xfrm rot="0" flipH="0" flipV="0">
            <a:off x="2501832" y="6320589"/>
            <a:ext cx="7190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Vauban, "Projekt des königlichen Zehnten" (Projeto dos dezassete anos)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657814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84888" y="483661"/>
            <a:ext cx="3735550" cy="58906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5486339" name=""/>
          <p:cNvSpPr txBox="1"/>
          <p:nvPr/>
        </p:nvSpPr>
        <p:spPr bwMode="auto">
          <a:xfrm rot="0" flipH="0" flipV="0">
            <a:off x="3781755" y="6436677"/>
            <a:ext cx="49421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Volkszählung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30201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074351" y="745722"/>
            <a:ext cx="4372052" cy="53665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7975544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963000" y="771307"/>
            <a:ext cx="3217740" cy="53153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14527803" name=""/>
          <p:cNvSpPr txBox="1"/>
          <p:nvPr/>
        </p:nvSpPr>
        <p:spPr bwMode="auto">
          <a:xfrm rot="0" flipH="0" flipV="0">
            <a:off x="816016" y="6186376"/>
            <a:ext cx="55373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"O antigo regime e a revolução"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49933571" name=""/>
          <p:cNvSpPr txBox="1"/>
          <p:nvPr/>
        </p:nvSpPr>
        <p:spPr bwMode="auto">
          <a:xfrm rot="0" flipH="0" flipV="0">
            <a:off x="7074350" y="6186376"/>
            <a:ext cx="43727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Os três anúncios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863672" name=""/>
          <p:cNvSpPr txBox="1"/>
          <p:nvPr/>
        </p:nvSpPr>
        <p:spPr bwMode="auto">
          <a:xfrm rot="0" flipH="0" flipV="0">
            <a:off x="2800572" y="5439041"/>
            <a:ext cx="67883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Lepesant de Boisguilbert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714102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7413" y="650462"/>
            <a:ext cx="3507767" cy="467094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30462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23400" y="898921"/>
            <a:ext cx="2811197" cy="506015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64010796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085742" y="847825"/>
            <a:ext cx="3379667" cy="5162348"/>
          </a:xfrm>
          <a:prstGeom prst="rect">
            <a:avLst/>
          </a:prstGeom>
        </p:spPr>
      </p:pic>
      <p:sp>
        <p:nvSpPr>
          <p:cNvPr id="1674216470" name=""/>
          <p:cNvSpPr txBox="1"/>
          <p:nvPr/>
        </p:nvSpPr>
        <p:spPr bwMode="auto">
          <a:xfrm rot="0" flipH="0" flipV="0">
            <a:off x="1143439" y="6132796"/>
            <a:ext cx="52515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Boisguilbert, "A ruína da França depois de Ludwig XIV"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816580096" name=""/>
          <p:cNvSpPr txBox="1"/>
          <p:nvPr/>
        </p:nvSpPr>
        <p:spPr bwMode="auto">
          <a:xfrm rot="0" flipH="0" flipV="0">
            <a:off x="6438195" y="6132799"/>
            <a:ext cx="4797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Mapa de Port Royal des Champs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365554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7706" y="1124827"/>
            <a:ext cx="6558025" cy="460834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68921104" name=""/>
          <p:cNvSpPr txBox="1"/>
          <p:nvPr/>
        </p:nvSpPr>
        <p:spPr bwMode="auto">
          <a:xfrm rot="0" flipH="0" flipV="0">
            <a:off x="2816264" y="5850185"/>
            <a:ext cx="656090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Gustave Caillebotte - "Der Weg nach oben" (O caminho para o futuro)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1203520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088961" y="930765"/>
            <a:ext cx="3330976" cy="4996465"/>
          </a:xfrm>
          <a:prstGeom prst="rect">
            <a:avLst/>
          </a:prstGeom>
        </p:spPr>
      </p:pic>
      <p:sp>
        <p:nvSpPr>
          <p:cNvPr id="1984690885" name=""/>
          <p:cNvSpPr txBox="1"/>
          <p:nvPr/>
        </p:nvSpPr>
        <p:spPr bwMode="auto">
          <a:xfrm rot="0" flipH="0" flipV="0">
            <a:off x="254529" y="6010596"/>
            <a:ext cx="1100307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Murray Rothbard, "Eine österreichische Perspektive auf die Geschichte des wirtschaftlichen Denkens"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76311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713692" y="987031"/>
            <a:ext cx="3795930" cy="488393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102392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1600834" y="1003282"/>
            <a:ext cx="2847853" cy="48514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99946519" name=""/>
          <p:cNvSpPr txBox="1"/>
          <p:nvPr/>
        </p:nvSpPr>
        <p:spPr bwMode="auto">
          <a:xfrm rot="0" flipH="0" flipV="0">
            <a:off x="297825" y="5994360"/>
            <a:ext cx="558107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"Essay über das Wesen des Handels" (Ensaio sobre o sentido das mãos)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76655800" name=""/>
          <p:cNvSpPr txBox="1"/>
          <p:nvPr/>
        </p:nvSpPr>
        <p:spPr bwMode="auto">
          <a:xfrm rot="0" flipH="0" flipV="0">
            <a:off x="6385124" y="5994362"/>
            <a:ext cx="46003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João Lei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3561738" name=""/>
          <p:cNvSpPr txBox="1"/>
          <p:nvPr/>
        </p:nvSpPr>
        <p:spPr bwMode="auto">
          <a:xfrm rot="0" flipH="0" flipV="0">
            <a:off x="2234355" y="5644315"/>
            <a:ext cx="80080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Venda bancária de títulos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5889751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376550" y="440530"/>
            <a:ext cx="7723283" cy="508916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8401464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76295" y="1632539"/>
            <a:ext cx="2754570" cy="359291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00251642" name=""/>
          <p:cNvSpPr txBox="1"/>
          <p:nvPr/>
        </p:nvSpPr>
        <p:spPr bwMode="auto">
          <a:xfrm rot="0" flipH="0" flipV="0">
            <a:off x="4034763" y="5393329"/>
            <a:ext cx="484123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 Abt de Saint-Pierre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6062988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430437" y="1557211"/>
            <a:ext cx="2152359" cy="3700547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47713382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018111" y="1600240"/>
            <a:ext cx="3106773" cy="36575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60411752" name=""/>
          <p:cNvSpPr txBox="1"/>
          <p:nvPr/>
        </p:nvSpPr>
        <p:spPr bwMode="auto">
          <a:xfrm rot="0" flipH="0" flipV="0">
            <a:off x="1371373" y="5368448"/>
            <a:ext cx="440711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Retrato de Gustave de Molinari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17743035" name=""/>
          <p:cNvSpPr txBox="1"/>
          <p:nvPr/>
        </p:nvSpPr>
        <p:spPr bwMode="auto">
          <a:xfrm rot="0" flipH="0" flipV="0">
            <a:off x="5778126" y="5368447"/>
            <a:ext cx="54564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Der Abt von Saint-Pierre von Molinari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41072379" name=""/>
          <p:cNvSpPr txBox="1"/>
          <p:nvPr/>
        </p:nvSpPr>
        <p:spPr bwMode="auto">
          <a:xfrm rot="0" flipH="0" flipV="0">
            <a:off x="2700898" y="6008069"/>
            <a:ext cx="68053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Der Abt von Saint-Pierre, "Projeto para </a:t>
            </a:r>
            <a:r>
              <a:rPr sz="1200" i="1">
                <a:latin typeface="IBM Plex Sans"/>
              </a:rPr>
              <a:t>a concretização da paz na Europa"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8159102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40758" y="528813"/>
            <a:ext cx="3510482" cy="538859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87318787" name=""/>
          <p:cNvSpPr txBox="1"/>
          <p:nvPr/>
        </p:nvSpPr>
        <p:spPr bwMode="auto">
          <a:xfrm rot="0" flipH="0" flipV="0">
            <a:off x="95249" y="5634534"/>
            <a:ext cx="554693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Ludwig XIV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25831263" name=""/>
          <p:cNvSpPr txBox="1"/>
          <p:nvPr/>
        </p:nvSpPr>
        <p:spPr bwMode="auto">
          <a:xfrm rot="0" flipH="0" flipV="0">
            <a:off x="5784994" y="5634534"/>
            <a:ext cx="63886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Versailles, Spiegelsaal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8783282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95249" y="1294972"/>
            <a:ext cx="5545499" cy="4268054"/>
          </a:xfrm>
          <a:prstGeom prst="rect">
            <a:avLst/>
          </a:prstGeom>
        </p:spPr>
      </p:pic>
      <p:pic>
        <p:nvPicPr>
          <p:cNvPr id="1803538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784994" y="1298032"/>
            <a:ext cx="6387955" cy="42619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29723332" name=""/>
          <p:cNvSpPr txBox="1"/>
          <p:nvPr/>
        </p:nvSpPr>
        <p:spPr bwMode="auto">
          <a:xfrm rot="0" flipH="0" flipV="0">
            <a:off x="1942124" y="6325407"/>
            <a:ext cx="830846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Academia Francesa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0161879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942124" y="661480"/>
            <a:ext cx="8307749" cy="553503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858809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91206" y="1409708"/>
            <a:ext cx="2453546" cy="403858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85129154" name=""/>
          <p:cNvSpPr txBox="1"/>
          <p:nvPr/>
        </p:nvSpPr>
        <p:spPr bwMode="auto">
          <a:xfrm rot="0" flipH="0" flipV="0">
            <a:off x="3067380" y="5615308"/>
            <a:ext cx="57015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französisches Pamphlet aus dem 18. Jahrhundert mit Vorschlägen für Reformen im Handels- und Finanzwesen, das die frühen Debatten über Handel und Wirtschaftspolitik widerspiegelt.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771714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757693" y="991939"/>
            <a:ext cx="3292167" cy="487412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650254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42413" y="991940"/>
            <a:ext cx="3745186" cy="48741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26952596" name=""/>
          <p:cNvSpPr txBox="1"/>
          <p:nvPr/>
        </p:nvSpPr>
        <p:spPr bwMode="auto">
          <a:xfrm rot="0" flipH="0" flipV="0">
            <a:off x="1799496" y="5964752"/>
            <a:ext cx="3223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Marquês d'Argenson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46427471" name=""/>
          <p:cNvSpPr txBox="1"/>
          <p:nvPr/>
        </p:nvSpPr>
        <p:spPr bwMode="auto">
          <a:xfrm rot="0" flipH="0" flipV="0">
            <a:off x="6080658" y="5964752"/>
            <a:ext cx="404225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Laissez-faire, Laissez-passer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008111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86194" y="1603482"/>
            <a:ext cx="4753949" cy="365103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3760976" name=""/>
          <p:cNvSpPr txBox="1"/>
          <p:nvPr/>
        </p:nvSpPr>
        <p:spPr bwMode="auto">
          <a:xfrm rot="0" flipH="0" flipV="0">
            <a:off x="1995817" y="5404298"/>
            <a:ext cx="793613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Pin Manufaktur, "Encyclopédie" de </a:t>
            </a:r>
            <a:r>
              <a:rPr sz="1200" i="1">
                <a:latin typeface="IBM Plex Sans"/>
              </a:rPr>
              <a:t>Diderot e d'Alambert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93384138" name=""/>
          <p:cNvSpPr txBox="1"/>
          <p:nvPr/>
        </p:nvSpPr>
        <p:spPr bwMode="auto">
          <a:xfrm rot="0" flipH="0" flipV="0">
            <a:off x="3603161" y="5856661"/>
            <a:ext cx="500206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Retrato de Adam Smith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86001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38707" y="1087128"/>
            <a:ext cx="3130615" cy="468374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958872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05457" y="694032"/>
            <a:ext cx="2996114" cy="497767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07906865" name=""/>
          <p:cNvSpPr txBox="1"/>
          <p:nvPr/>
        </p:nvSpPr>
        <p:spPr bwMode="auto">
          <a:xfrm rot="0" flipH="0" flipV="0">
            <a:off x="2581928" y="5780153"/>
            <a:ext cx="71527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Marquês d'Argenson, "Tagebuch </a:t>
            </a:r>
            <a:r>
              <a:rPr sz="1200" i="1">
                <a:latin typeface="IBM Plex Sans"/>
              </a:rPr>
              <a:t>und Memoiren"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115157" name=""/>
          <p:cNvSpPr txBox="1"/>
          <p:nvPr/>
        </p:nvSpPr>
        <p:spPr bwMode="auto">
          <a:xfrm rot="0" flipH="0" flipV="0">
            <a:off x="2665543" y="5405847"/>
            <a:ext cx="63901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Benoît Malbranque, "Vincent </a:t>
            </a:r>
            <a:r>
              <a:rPr sz="1200" i="1">
                <a:latin typeface="IBM Plex Sans"/>
              </a:rPr>
              <a:t>de Gournay"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211446298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92248" y="652462"/>
            <a:ext cx="3134857" cy="46696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51834184" name=""/>
          <p:cNvPicPr>
            <a:picLocks noChangeAspect="1"/>
          </p:cNvPicPr>
          <p:nvPr/>
        </p:nvPicPr>
        <p:blipFill>
          <a:blip r:embed="rId3"/>
          <a:srcRect l="8172" t="6465" r="7019" b="5123"/>
          <a:stretch/>
        </p:blipFill>
        <p:spPr bwMode="auto">
          <a:xfrm flipH="0" flipV="0">
            <a:off x="8114488" y="1272334"/>
            <a:ext cx="3028949" cy="431333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pic>
        <p:nvPicPr>
          <p:cNvPr id="146678754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4630165" y="1268260"/>
            <a:ext cx="2593733" cy="4321478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9312451" name=""/>
          <p:cNvSpPr txBox="1"/>
          <p:nvPr/>
        </p:nvSpPr>
        <p:spPr bwMode="auto">
          <a:xfrm rot="0" flipH="0" flipV="0">
            <a:off x="943947" y="5700709"/>
            <a:ext cx="283072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Eine Abhandlung über den Handel Josiah Child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43681071" name=""/>
          <p:cNvSpPr txBox="1"/>
          <p:nvPr/>
        </p:nvSpPr>
        <p:spPr bwMode="auto">
          <a:xfrm rot="0" flipH="0" flipV="0">
            <a:off x="4406834" y="5700709"/>
            <a:ext cx="3068379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Texto de </a:t>
            </a:r>
            <a:r>
              <a:rPr sz="1200" i="1">
                <a:latin typeface="IBM Plex Sans"/>
              </a:rPr>
              <a:t>26. Juni </a:t>
            </a:r>
            <a:r>
              <a:rPr sz="1200" i="1">
                <a:latin typeface="IBM Plex Sans"/>
              </a:rPr>
              <a:t>1715, geschrieben </a:t>
            </a:r>
            <a:r>
              <a:rPr sz="1200" i="1">
                <a:latin typeface="IBM Plex Sans"/>
              </a:rPr>
              <a:t>von M. </a:t>
            </a:r>
            <a:r>
              <a:rPr sz="1200" i="1">
                <a:latin typeface="IBM Plex Sans"/>
              </a:rPr>
              <a:t>de Gourgan, </a:t>
            </a:r>
            <a:r>
              <a:rPr sz="1200" i="1">
                <a:latin typeface="IBM Plex Sans"/>
              </a:rPr>
              <a:t>Kaufmann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314446454" name=""/>
          <p:cNvSpPr txBox="1"/>
          <p:nvPr/>
        </p:nvSpPr>
        <p:spPr bwMode="auto">
          <a:xfrm rot="0" flipH="0" flipV="0">
            <a:off x="8114486" y="5700709"/>
            <a:ext cx="303362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Comunicado de imprensa </a:t>
            </a:r>
            <a:r>
              <a:rPr sz="1200" i="1">
                <a:latin typeface="IBM Plex Sans"/>
              </a:rPr>
              <a:t>sobre a Companhia </a:t>
            </a:r>
            <a:r>
              <a:rPr sz="1200" i="1">
                <a:latin typeface="IBM Plex Sans"/>
              </a:rPr>
              <a:t>das Índias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899674346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943946" y="1272333"/>
            <a:ext cx="2836271" cy="4380064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684048" name=""/>
          <p:cNvSpPr txBox="1"/>
          <p:nvPr/>
        </p:nvSpPr>
        <p:spPr bwMode="auto">
          <a:xfrm rot="0" flipH="0" flipV="0">
            <a:off x="3835793" y="6264950"/>
            <a:ext cx="45218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Retrato </a:t>
            </a:r>
            <a:r>
              <a:rPr sz="1200" i="1">
                <a:latin typeface="IBM Plex Sans"/>
              </a:rPr>
              <a:t>de </a:t>
            </a: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7016141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9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9372775" name=""/>
          <p:cNvSpPr txBox="1"/>
          <p:nvPr/>
        </p:nvSpPr>
        <p:spPr bwMode="auto">
          <a:xfrm rot="0" flipH="0" flipV="0">
            <a:off x="4377884" y="4975233"/>
            <a:ext cx="3140535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 Kreis de Vincent de Gournay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204131629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28722" y="1583530"/>
            <a:ext cx="3238499" cy="32384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96931849" name=""/>
          <p:cNvSpPr txBox="1"/>
          <p:nvPr/>
        </p:nvSpPr>
        <p:spPr bwMode="auto">
          <a:xfrm rot="0" flipH="0" flipV="0">
            <a:off x="3858603" y="5796081"/>
            <a:ext cx="43624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Retrato de David Hume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017320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3974522" y="450272"/>
            <a:ext cx="3933824" cy="5238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4561533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536404" y="1624490"/>
            <a:ext cx="4096724" cy="360901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285544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28898" y="1585474"/>
            <a:ext cx="2266949" cy="3687050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605059592" name=""/>
          <p:cNvSpPr txBox="1"/>
          <p:nvPr/>
        </p:nvSpPr>
        <p:spPr bwMode="auto">
          <a:xfrm rot="0" flipH="0" flipV="0">
            <a:off x="5553459" y="5339678"/>
            <a:ext cx="4085786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Abade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"O Adel kaufmännische"</a:t>
            </a:r>
          </a:p>
          <a:p>
            <a:pPr algn="ctr"/>
          </a:p>
        </p:txBody>
      </p:sp>
      <p:sp>
        <p:nvSpPr>
          <p:cNvPr id="370785627" name=""/>
          <p:cNvSpPr txBox="1"/>
          <p:nvPr/>
        </p:nvSpPr>
        <p:spPr bwMode="auto">
          <a:xfrm rot="0" flipH="0" flipV="0">
            <a:off x="2563537" y="5339679"/>
            <a:ext cx="235825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Abhandlung über die allgemeine Getreidepolitik (1755)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21787261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83634" y="1270081"/>
            <a:ext cx="2534625" cy="431783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9872120" name=""/>
          <p:cNvSpPr txBox="1"/>
          <p:nvPr/>
        </p:nvSpPr>
        <p:spPr bwMode="auto">
          <a:xfrm rot="0" flipH="0" flipV="0">
            <a:off x="4168710" y="5648629"/>
            <a:ext cx="356555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Richard Cantillon, "Essay über das Wesen des Handels" (Ensaio sobre o sentido das mãos)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25949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62000" y="1075212"/>
            <a:ext cx="2867999" cy="4707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020654627" name=""/>
          <p:cNvSpPr/>
          <p:nvPr/>
        </p:nvSpPr>
        <p:spPr bwMode="auto">
          <a:xfrm flipH="0" flipV="0">
            <a:off x="3348292" y="5831958"/>
            <a:ext cx="5495414" cy="51851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1" u="none">
                <a:solidFill>
                  <a:srgbClr val="000000"/>
                </a:solidFill>
                <a:latin typeface="IBM Plex Sans"/>
              </a:rPr>
              <a:t>Studie über das wirtschaftliche Verlagswesen in Frankreich, 1566-1789.</a:t>
            </a:r>
            <a:endParaRPr sz="1200" b="0" i="1" u="none">
              <a:solidFill>
                <a:srgbClr val="000000"/>
              </a:solidFill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7410853" name=""/>
          <p:cNvSpPr txBox="1"/>
          <p:nvPr/>
        </p:nvSpPr>
        <p:spPr bwMode="auto">
          <a:xfrm rot="0" flipH="0" flipV="0">
            <a:off x="4195163" y="5594311"/>
            <a:ext cx="381834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Abade Gabriel-François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Coyer, </a:t>
            </a:r>
            <a:r>
              <a:rPr sz="1200" i="1">
                <a:latin typeface="IBM Plex Sans"/>
              </a:rPr>
              <a:t>"Chinki"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pic>
        <p:nvPicPr>
          <p:cNvPr id="12098197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560093" y="1364871"/>
            <a:ext cx="2692031" cy="403300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0305097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253430" y="1731168"/>
            <a:ext cx="5389710" cy="33956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0748387" name=""/>
          <p:cNvSpPr/>
          <p:nvPr/>
        </p:nvSpPr>
        <p:spPr bwMode="auto">
          <a:xfrm flipH="0" flipV="0">
            <a:off x="3201327" y="5198765"/>
            <a:ext cx="5494276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b="0" i="0" u="none">
                <a:solidFill>
                  <a:srgbClr val="000000"/>
                </a:solidFill>
                <a:latin typeface="IBM Plex Sans"/>
              </a:rPr>
              <a:t>Debate nos Estados Gerais, França, 1789</a:t>
            </a:r>
            <a:endParaRPr sz="20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362542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934294" y="1181099"/>
            <a:ext cx="3283887" cy="44957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85771579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534744" y="1174446"/>
            <a:ext cx="2525099" cy="450910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5753349" name=""/>
          <p:cNvSpPr txBox="1"/>
          <p:nvPr/>
        </p:nvSpPr>
        <p:spPr bwMode="auto">
          <a:xfrm rot="0" flipH="0" flipV="0">
            <a:off x="2934291" y="5764453"/>
            <a:ext cx="328532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Retrato de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15953704" name=""/>
          <p:cNvSpPr txBox="1"/>
          <p:nvPr/>
        </p:nvSpPr>
        <p:spPr bwMode="auto">
          <a:xfrm rot="0" flipH="0" flipV="0">
            <a:off x="6621444" y="5779872"/>
            <a:ext cx="242854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"L'ami des hommes" </a:t>
            </a:r>
            <a:r>
              <a:rPr sz="1200" i="1">
                <a:latin typeface="IBM Plex Sans"/>
              </a:rPr>
              <a:t>(O amigo dos homens)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540289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14045" y="945558"/>
            <a:ext cx="2915624" cy="496688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502008907" name=""/>
          <p:cNvSpPr txBox="1"/>
          <p:nvPr/>
        </p:nvSpPr>
        <p:spPr bwMode="auto">
          <a:xfrm rot="0" flipH="0" flipV="0">
            <a:off x="4198474" y="6103737"/>
            <a:ext cx="3747483" cy="79283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400" i="1">
                <a:latin typeface="IBM Plex Sans"/>
              </a:rPr>
              <a:t>Richard Cantillon, "Essay über das Wesen des Handels" (Ensaio sobre o sentido das mãos)</a:t>
            </a:r>
            <a:endParaRPr sz="14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284563" name=""/>
          <p:cNvSpPr txBox="1"/>
          <p:nvPr/>
        </p:nvSpPr>
        <p:spPr bwMode="auto">
          <a:xfrm rot="0" flipH="0" flipV="0">
            <a:off x="4271145" y="5490666"/>
            <a:ext cx="3262515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Diretrizes económicas e sociais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do Marquês de Mirabeau</a:t>
            </a:r>
          </a:p>
          <a:p>
            <a:pPr algn="ctr"/>
          </a:p>
        </p:txBody>
      </p:sp>
      <p:pic>
        <p:nvPicPr>
          <p:cNvPr id="140561318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271146" y="503216"/>
            <a:ext cx="3323358" cy="490222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7544032" name=""/>
          <p:cNvSpPr txBox="1"/>
          <p:nvPr/>
        </p:nvSpPr>
        <p:spPr bwMode="auto">
          <a:xfrm rot="0" flipH="0" flipV="0">
            <a:off x="4700094" y="5539107"/>
            <a:ext cx="283120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0525270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00455" y="1390186"/>
            <a:ext cx="2830129" cy="407762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600895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43648" y="1368701"/>
            <a:ext cx="2658449" cy="412059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7309764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167061" y="1370527"/>
            <a:ext cx="2739412" cy="411694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47843350" name=""/>
          <p:cNvSpPr txBox="1"/>
          <p:nvPr/>
        </p:nvSpPr>
        <p:spPr bwMode="auto">
          <a:xfrm rot="0" flipH="0" flipV="0">
            <a:off x="6335100" y="5620965"/>
            <a:ext cx="27897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Pierre Samuel Dupont de Nemours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880957488" name=""/>
          <p:cNvSpPr txBox="1"/>
          <p:nvPr/>
        </p:nvSpPr>
        <p:spPr bwMode="auto">
          <a:xfrm rot="0" flipH="0" flipV="0">
            <a:off x="3172797" y="5620964"/>
            <a:ext cx="273979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Mirabeau, "Theorie der Besteuerung" </a:t>
            </a:r>
            <a:r>
              <a:rPr sz="1200" i="1">
                <a:latin typeface="IBM Plex Sans"/>
              </a:rPr>
              <a:t>(Teoria da conquista)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202346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7398181" y="1566404"/>
            <a:ext cx="2264278" cy="3423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423672778" name=""/>
          <p:cNvSpPr txBox="1"/>
          <p:nvPr/>
        </p:nvSpPr>
        <p:spPr bwMode="auto">
          <a:xfrm rot="0" flipH="0" flipV="0">
            <a:off x="7351488" y="5146176"/>
            <a:ext cx="2143511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 arte da economia de François Quesnay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909772607" name=""/>
          <p:cNvSpPr txBox="1"/>
          <p:nvPr/>
        </p:nvSpPr>
        <p:spPr bwMode="auto">
          <a:xfrm rot="0" flipH="0" flipV="0">
            <a:off x="3370627" y="5084856"/>
            <a:ext cx="23526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866037319" name=""/>
          <p:cNvPicPr>
            <a:picLocks noChangeAspect="1"/>
          </p:cNvPicPr>
          <p:nvPr/>
        </p:nvPicPr>
        <p:blipFill>
          <a:blip r:embed="rId4"/>
          <a:srcRect l="16910" t="0" r="23944" b="0"/>
          <a:stretch/>
        </p:blipFill>
        <p:spPr bwMode="auto">
          <a:xfrm flipH="0" flipV="0">
            <a:off x="2510051" y="1579616"/>
            <a:ext cx="4455175" cy="34099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9766573" name=""/>
          <p:cNvSpPr txBox="1"/>
          <p:nvPr/>
        </p:nvSpPr>
        <p:spPr bwMode="auto">
          <a:xfrm rot="0" flipH="0" flipV="0">
            <a:off x="4680035" y="5021432"/>
            <a:ext cx="28319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François Quesnay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14998932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2286000" y="1047749"/>
            <a:ext cx="7619999" cy="38862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80736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86072" y="2114549"/>
            <a:ext cx="3505199" cy="26289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93151826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135941" y="2114892"/>
            <a:ext cx="1748812" cy="262821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170515060" name=""/>
          <p:cNvSpPr txBox="1"/>
          <p:nvPr/>
        </p:nvSpPr>
        <p:spPr bwMode="auto">
          <a:xfrm rot="0" flipH="0" flipV="0">
            <a:off x="2886071" y="4867597"/>
            <a:ext cx="3506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Enzyklopädie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86248363" name=""/>
          <p:cNvSpPr txBox="1"/>
          <p:nvPr/>
        </p:nvSpPr>
        <p:spPr bwMode="auto">
          <a:xfrm rot="0" flipH="0" flipV="0">
            <a:off x="6910167" y="4867596"/>
            <a:ext cx="220503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</a:t>
            </a:r>
            <a:r>
              <a:rPr sz="1200" i="1">
                <a:latin typeface="IBM Plex Sans"/>
              </a:rPr>
              <a:t>Nemours,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"Theorie der Besteuerung"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1280787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11500" y="2009775"/>
            <a:ext cx="1759837" cy="2838449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pic>
        <p:nvPicPr>
          <p:cNvPr id="152948803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93925" y="2009775"/>
            <a:ext cx="1633080" cy="283844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44813895" name=""/>
          <p:cNvSpPr txBox="1"/>
          <p:nvPr/>
        </p:nvSpPr>
        <p:spPr bwMode="auto">
          <a:xfrm rot="0" flipH="0" flipV="0">
            <a:off x="3528747" y="5037696"/>
            <a:ext cx="214600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"Physiokratie", Sammlung von Artikeln von Quesnay, 1768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745085485" name=""/>
          <p:cNvSpPr txBox="1"/>
          <p:nvPr/>
        </p:nvSpPr>
        <p:spPr bwMode="auto">
          <a:xfrm rot="0" flipH="0" flipV="0">
            <a:off x="5924880" y="5037696"/>
            <a:ext cx="2606652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"Ephémérides du Citoyen", Livro oficial dos médicos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127322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403861" y="1793817"/>
            <a:ext cx="1915499" cy="32703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4835461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33797" y="1793111"/>
            <a:ext cx="2239349" cy="327177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612686710" name=""/>
          <p:cNvSpPr txBox="1"/>
          <p:nvPr/>
        </p:nvSpPr>
        <p:spPr bwMode="auto">
          <a:xfrm rot="0" flipH="0" flipV="0">
            <a:off x="3733795" y="5208854"/>
            <a:ext cx="2279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Boisguilbert, "Detail von Frankreich" </a:t>
            </a:r>
            <a:r>
              <a:rPr sz="1200" i="1">
                <a:latin typeface="IBM Plex Sans"/>
              </a:rPr>
              <a:t>(Pormenores da França)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1700346691" name=""/>
          <p:cNvSpPr txBox="1"/>
          <p:nvPr/>
        </p:nvSpPr>
        <p:spPr bwMode="auto">
          <a:xfrm rot="0" flipH="0" flipV="0">
            <a:off x="6341599" y="5208854"/>
            <a:ext cx="2103515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Cantillon, "Essay über die Natur des Handels" </a:t>
            </a:r>
            <a:r>
              <a:rPr sz="1200" i="1">
                <a:latin typeface="IBM Plex Sans"/>
              </a:rPr>
              <a:t>(Ensaio sobre a natureza das mãos)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1036167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860655" y="1660733"/>
            <a:ext cx="1864370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8290357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933807" y="1679835"/>
            <a:ext cx="1875477" cy="281857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19236334" name=""/>
          <p:cNvSpPr txBox="1"/>
          <p:nvPr/>
        </p:nvSpPr>
        <p:spPr bwMode="auto">
          <a:xfrm rot="0" flipH="0" flipV="0">
            <a:off x="2919485" y="4592245"/>
            <a:ext cx="143486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722751012" name=""/>
          <p:cNvSpPr txBox="1"/>
          <p:nvPr/>
        </p:nvSpPr>
        <p:spPr bwMode="auto">
          <a:xfrm rot="0" flipH="0" flipV="0">
            <a:off x="4965435" y="4592245"/>
            <a:ext cx="151934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Diagrama económico de Quesnay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724211289" name=""/>
          <p:cNvSpPr txBox="1"/>
          <p:nvPr/>
        </p:nvSpPr>
        <p:spPr bwMode="auto">
          <a:xfrm rot="0" flipH="0" flipV="0">
            <a:off x="7107106" y="4592243"/>
            <a:ext cx="1534989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Mirabeau, "Theorie der </a:t>
            </a:r>
            <a:r>
              <a:rPr sz="1200" i="1">
                <a:latin typeface="IBM Plex Sans"/>
              </a:rPr>
              <a:t>Besteuerung" (Teoria </a:t>
            </a:r>
            <a:r>
              <a:rPr sz="1200" i="1">
                <a:latin typeface="IBM Plex Sans"/>
              </a:rPr>
              <a:t>da conquista)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pic>
        <p:nvPicPr>
          <p:cNvPr id="252181333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2763468" y="1679835"/>
            <a:ext cx="1929755" cy="2780371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0632886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84152" y="1486932"/>
            <a:ext cx="2806086" cy="3884132"/>
          </a:xfrm>
          <a:prstGeom prst="rect">
            <a:avLst/>
          </a:prstGeom>
        </p:spPr>
      </p:pic>
      <p:sp>
        <p:nvSpPr>
          <p:cNvPr id="613925283" name=""/>
          <p:cNvSpPr txBox="1"/>
          <p:nvPr/>
        </p:nvSpPr>
        <p:spPr bwMode="auto">
          <a:xfrm rot="0" flipH="0" flipV="0">
            <a:off x="4744422" y="5481361"/>
            <a:ext cx="28898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Marquês de Pompadour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5184551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109231" y="1707567"/>
            <a:ext cx="2134574" cy="3442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13662740" name=""/>
          <p:cNvSpPr/>
          <p:nvPr/>
        </p:nvSpPr>
        <p:spPr bwMode="auto">
          <a:xfrm>
            <a:off x="3455440" y="5345761"/>
            <a:ext cx="5442512" cy="274679"/>
          </a:xfrm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upright="0" compatLnSpc="1">
            <a:prstTxWarp prst="textNoShape"/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Ephémérides du Citoyen, revista oficial dos médicos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4791806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14097" y="2700453"/>
            <a:ext cx="7363800" cy="14570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67580663" name=""/>
          <p:cNvSpPr txBox="1"/>
          <p:nvPr/>
        </p:nvSpPr>
        <p:spPr bwMode="auto">
          <a:xfrm rot="0" flipH="0" flipV="0">
            <a:off x="2414097" y="4321262"/>
            <a:ext cx="736559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Os fenómenos da adesão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5037205" name=""/>
          <p:cNvSpPr txBox="1"/>
          <p:nvPr/>
        </p:nvSpPr>
        <p:spPr bwMode="auto">
          <a:xfrm rot="0" flipH="0" flipV="0">
            <a:off x="4885688" y="5464638"/>
            <a:ext cx="2421338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Fisiocracia, Sammlung von Artikeln </a:t>
            </a:r>
            <a:r>
              <a:rPr sz="1200" i="1">
                <a:latin typeface="IBM Plex Sans"/>
              </a:rPr>
              <a:t>von Quesnay, 1768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  <p:pic>
        <p:nvPicPr>
          <p:cNvPr id="14095272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28568" y="238124"/>
            <a:ext cx="2934862" cy="51188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9456713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400013" y="1452562"/>
            <a:ext cx="5391973" cy="310038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29465082" name=""/>
          <p:cNvSpPr txBox="1"/>
          <p:nvPr/>
        </p:nvSpPr>
        <p:spPr bwMode="auto">
          <a:xfrm rot="0" flipH="0" flipV="0">
            <a:off x="4175568" y="4661019"/>
            <a:ext cx="36198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Jean-François Millet, "Die </a:t>
            </a:r>
            <a:r>
              <a:rPr sz="1200" i="1">
                <a:latin typeface="IBM Plex Sans"/>
              </a:rPr>
              <a:t>Bauern" (Os Bairros)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313172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982302" y="1485003"/>
            <a:ext cx="2353649" cy="388799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649110283" name=""/>
          <p:cNvSpPr txBox="1"/>
          <p:nvPr/>
        </p:nvSpPr>
        <p:spPr bwMode="auto">
          <a:xfrm rot="0" flipH="0" flipV="0">
            <a:off x="4897965" y="5483745"/>
            <a:ext cx="2523396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Tocqueville, "O antigo regime e a revolução"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8191295" name=""/>
          <p:cNvSpPr txBox="1"/>
          <p:nvPr/>
        </p:nvSpPr>
        <p:spPr bwMode="auto">
          <a:xfrm rot="0" flipH="0" flipV="0">
            <a:off x="3767247" y="6455965"/>
            <a:ext cx="465894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Ludwig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75656402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67247" y="155951"/>
            <a:ext cx="4657503" cy="623411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4824030" name=""/>
          <p:cNvSpPr txBox="1"/>
          <p:nvPr/>
        </p:nvSpPr>
        <p:spPr bwMode="auto">
          <a:xfrm rot="0" flipH="0" flipV="0">
            <a:off x="4375075" y="6245419"/>
            <a:ext cx="344544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Millet, </a:t>
            </a:r>
            <a:r>
              <a:rPr sz="1200" i="1">
                <a:latin typeface="IBM Plex Sans"/>
              </a:rPr>
              <a:t>"Angelus"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38545372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408933" y="74217"/>
            <a:ext cx="7374133" cy="597415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0634293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167725" y="2207417"/>
            <a:ext cx="3857625" cy="24431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135728965" name=""/>
          <p:cNvSpPr txBox="1"/>
          <p:nvPr/>
        </p:nvSpPr>
        <p:spPr bwMode="auto">
          <a:xfrm rot="0" flipH="0" flipV="0">
            <a:off x="4167183" y="4754975"/>
            <a:ext cx="385906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 porto de Bordéus no 18. Jahrhundert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92005189" name=""/>
          <p:cNvSpPr/>
          <p:nvPr/>
        </p:nvSpPr>
        <p:spPr bwMode="auto">
          <a:xfrm rot="0" flipH="0" flipV="0">
            <a:off x="4500680" y="1709736"/>
            <a:ext cx="2819399" cy="3438524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p>
            <a:pPr>
              <a:defRPr/>
            </a:pPr>
            <a:endParaRPr/>
          </a:p>
        </p:txBody>
      </p:sp>
      <p:pic>
        <p:nvPicPr>
          <p:cNvPr id="1103359127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69274" y="1935605"/>
            <a:ext cx="2282212" cy="2986787"/>
          </a:xfrm>
          <a:prstGeom prst="ellipse">
            <a:avLst/>
          </a:prstGeom>
        </p:spPr>
      </p:pic>
      <p:sp>
        <p:nvSpPr>
          <p:cNvPr id="1975454646" name=""/>
          <p:cNvSpPr txBox="1"/>
          <p:nvPr/>
        </p:nvSpPr>
        <p:spPr bwMode="auto">
          <a:xfrm rot="0" flipH="0" flipV="0">
            <a:off x="3046587" y="5250471"/>
            <a:ext cx="589534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Karl Friedrich, "Großherzog von Baden"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1513222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698550" y="1695598"/>
            <a:ext cx="2782274" cy="3466802"/>
          </a:xfrm>
          <a:prstGeom prst="rect">
            <a:avLst/>
          </a:prstGeom>
        </p:spPr>
      </p:pic>
      <p:pic>
        <p:nvPicPr>
          <p:cNvPr id="4903690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237087" y="1707856"/>
            <a:ext cx="2429848" cy="3442287"/>
          </a:xfrm>
          <a:prstGeom prst="rect">
            <a:avLst/>
          </a:prstGeom>
        </p:spPr>
      </p:pic>
      <p:sp>
        <p:nvSpPr>
          <p:cNvPr id="1569786394" name=""/>
          <p:cNvSpPr txBox="1"/>
          <p:nvPr/>
        </p:nvSpPr>
        <p:spPr bwMode="auto">
          <a:xfrm rot="0" flipH="0" flipV="0">
            <a:off x="2709049" y="5318191"/>
            <a:ext cx="271625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Katharina II. </a:t>
            </a:r>
            <a:r>
              <a:rPr sz="1200" i="1">
                <a:latin typeface="IBM Plex Sans"/>
              </a:rPr>
              <a:t>von Russland</a:t>
            </a:r>
            <a:endParaRPr sz="1200">
              <a:latin typeface="IBM Plex Sans"/>
              <a:cs typeface="IBM Plex Sans"/>
            </a:endParaRPr>
          </a:p>
        </p:txBody>
      </p:sp>
      <p:sp>
        <p:nvSpPr>
          <p:cNvPr id="701207350" name=""/>
          <p:cNvSpPr txBox="1"/>
          <p:nvPr/>
        </p:nvSpPr>
        <p:spPr bwMode="auto">
          <a:xfrm rot="0" flipH="0" flipV="0">
            <a:off x="6003187" y="5318190"/>
            <a:ext cx="2874970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Mercier de la Rivière, </a:t>
            </a:r>
            <a:r>
              <a:rPr sz="1200" i="1">
                <a:latin typeface="IBM Plex Sans"/>
              </a:rPr>
              <a:t>"Die natürliche und wesentliche </a:t>
            </a:r>
            <a:r>
              <a:rPr sz="1200" i="1">
                <a:latin typeface="IBM Plex Sans"/>
              </a:rPr>
              <a:t>Ordnung der politischen Gesellschaften"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40039365" name=""/>
          <p:cNvSpPr txBox="1"/>
          <p:nvPr/>
        </p:nvSpPr>
        <p:spPr bwMode="auto">
          <a:xfrm rot="0" flipH="0" flipV="0">
            <a:off x="4992105" y="6377725"/>
            <a:ext cx="22077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Retrato de 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7323016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593049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00320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99997" y="1810262"/>
            <a:ext cx="4030049" cy="3237473"/>
          </a:xfrm>
          <a:prstGeom prst="rect">
            <a:avLst/>
          </a:prstGeom>
        </p:spPr>
      </p:pic>
      <p:sp>
        <p:nvSpPr>
          <p:cNvPr id="1676668344" name=""/>
          <p:cNvSpPr txBox="1"/>
          <p:nvPr/>
        </p:nvSpPr>
        <p:spPr bwMode="auto">
          <a:xfrm rot="0" flipH="0" flipV="0">
            <a:off x="3983837" y="5047732"/>
            <a:ext cx="394728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Rei do Reino Unido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2630913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20787" y="1912142"/>
            <a:ext cx="4823791" cy="303371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39665588" name=""/>
          <p:cNvSpPr txBox="1"/>
          <p:nvPr/>
        </p:nvSpPr>
        <p:spPr bwMode="auto">
          <a:xfrm rot="0" flipH="0" flipV="0">
            <a:off x="1951167" y="5079618"/>
            <a:ext cx="796698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Abertura dos serviços gerais em Versalhes no ano de 1789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36209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18803" y="1963800"/>
            <a:ext cx="1953599" cy="29303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988915901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812035" y="1963544"/>
            <a:ext cx="3539512" cy="293090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08882711" name=""/>
          <p:cNvSpPr txBox="1"/>
          <p:nvPr/>
        </p:nvSpPr>
        <p:spPr bwMode="auto">
          <a:xfrm rot="0" flipH="0" flipV="0">
            <a:off x="5812032" y="4954842"/>
            <a:ext cx="359722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Smith, "Reichtum der Nationen" (O Reichtsum das Nações)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951186138" name=""/>
          <p:cNvSpPr txBox="1"/>
          <p:nvPr/>
        </p:nvSpPr>
        <p:spPr bwMode="auto">
          <a:xfrm rot="0" flipH="0" flipV="0">
            <a:off x="2522120" y="4954842"/>
            <a:ext cx="249670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Rambaud, "Geschichte der Wirtschaftsdoktrinen" (História dos sectores económicos)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4424658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239348" y="2713018"/>
            <a:ext cx="4675799" cy="1431963"/>
          </a:xfrm>
          <a:prstGeom prst="rect">
            <a:avLst/>
          </a:prstGeom>
        </p:spPr>
      </p:pic>
      <p:pic>
        <p:nvPicPr>
          <p:cNvPr id="197757799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582873" y="2106888"/>
            <a:ext cx="1705950" cy="264422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32325847" name=""/>
          <p:cNvSpPr txBox="1"/>
          <p:nvPr/>
        </p:nvSpPr>
        <p:spPr bwMode="auto">
          <a:xfrm rot="0" flipH="0" flipV="0">
            <a:off x="2239346" y="4940495"/>
            <a:ext cx="441695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Empresa Dupont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60237828" name=""/>
          <p:cNvSpPr txBox="1"/>
          <p:nvPr/>
        </p:nvSpPr>
        <p:spPr bwMode="auto">
          <a:xfrm rot="0" flipH="0" flipV="0">
            <a:off x="7434045" y="4940495"/>
            <a:ext cx="200425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Dupont de Nemours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449743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111319" y="1589667"/>
            <a:ext cx="2687024" cy="367866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66891255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695638" y="1589667"/>
            <a:ext cx="2493776" cy="3678665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34201921" name=""/>
          <p:cNvSpPr txBox="1"/>
          <p:nvPr/>
        </p:nvSpPr>
        <p:spPr bwMode="auto">
          <a:xfrm rot="0" flipH="0" flipV="0">
            <a:off x="3111318" y="5377396"/>
            <a:ext cx="26888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Marquês de Mirabeau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3617164" name=""/>
          <p:cNvSpPr txBox="1"/>
          <p:nvPr/>
        </p:nvSpPr>
        <p:spPr bwMode="auto">
          <a:xfrm rot="0" flipH="0" flipV="0">
            <a:off x="6288937" y="5377395"/>
            <a:ext cx="3334469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Livro de registo da agricultura, </a:t>
            </a:r>
            <a:r>
              <a:rPr sz="1200" i="1">
                <a:latin typeface="IBM Plex Sans"/>
              </a:rPr>
              <a:t>do comércio e das finanças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0366703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852349" y="1976419"/>
            <a:ext cx="1801199" cy="290516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484698254" name=""/>
          <p:cNvSpPr txBox="1"/>
          <p:nvPr/>
        </p:nvSpPr>
        <p:spPr bwMode="auto">
          <a:xfrm rot="0" flipH="0" flipV="0">
            <a:off x="3410044" y="5021555"/>
            <a:ext cx="234736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303337923" name=""/>
          <p:cNvSpPr txBox="1"/>
          <p:nvPr/>
        </p:nvSpPr>
        <p:spPr bwMode="auto">
          <a:xfrm rot="0" flipH="0" flipV="0">
            <a:off x="6279189" y="5021555"/>
            <a:ext cx="294787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Revista de Fisiocracia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973898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39899" y="1956995"/>
            <a:ext cx="2029848" cy="292458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6886797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260304" y="1961006"/>
            <a:ext cx="2382224" cy="2935987"/>
          </a:xfrm>
          <a:prstGeom prst="rect">
            <a:avLst/>
          </a:prstGeom>
        </p:spPr>
      </p:pic>
      <p:pic>
        <p:nvPicPr>
          <p:cNvPr id="107584083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720107" y="1871949"/>
            <a:ext cx="1791674" cy="311410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33655940" name=""/>
          <p:cNvSpPr txBox="1"/>
          <p:nvPr/>
        </p:nvSpPr>
        <p:spPr bwMode="auto">
          <a:xfrm rot="0" flipH="0" flipV="0">
            <a:off x="6260302" y="5139094"/>
            <a:ext cx="261245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167983262" name=""/>
          <p:cNvSpPr txBox="1"/>
          <p:nvPr/>
        </p:nvSpPr>
        <p:spPr bwMode="auto">
          <a:xfrm rot="0" flipH="0" flipV="0">
            <a:off x="3529984" y="5139094"/>
            <a:ext cx="22173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Physiokratie, Sammlung von Texten von Quesnay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9765840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7224116" y="2185987"/>
            <a:ext cx="1457325" cy="24860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1418206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08658" y="2171700"/>
            <a:ext cx="3826564" cy="251459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985118426" name=""/>
          <p:cNvSpPr txBox="1"/>
          <p:nvPr/>
        </p:nvSpPr>
        <p:spPr bwMode="auto">
          <a:xfrm rot="0" flipH="0" flipV="0">
            <a:off x="6807290" y="4826385"/>
            <a:ext cx="236492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Joseph Schumpeter, "Geschichte der wirtschaftlichen Analyse" (História da análise económica)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096497960" name=""/>
          <p:cNvSpPr txBox="1"/>
          <p:nvPr/>
        </p:nvSpPr>
        <p:spPr bwMode="auto">
          <a:xfrm rot="0" flipH="0" flipV="0">
            <a:off x="2608656" y="4797810"/>
            <a:ext cx="37790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Einnahme des </a:t>
            </a:r>
            <a:r>
              <a:rPr sz="1200" i="1">
                <a:latin typeface="IBM Plex Sans"/>
              </a:rPr>
              <a:t>Tuilerienpalastes im </a:t>
            </a:r>
            <a:r>
              <a:rPr sz="1200" i="1">
                <a:latin typeface="IBM Plex Sans"/>
              </a:rPr>
              <a:t>Jahr 1792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6694992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637449" y="2278856"/>
            <a:ext cx="3067049" cy="230028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973402254" name=""/>
          <p:cNvSpPr txBox="1"/>
          <p:nvPr/>
        </p:nvSpPr>
        <p:spPr bwMode="auto">
          <a:xfrm rot="0" flipH="0" flipV="0">
            <a:off x="2792912" y="4705618"/>
            <a:ext cx="221049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Adam Smith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570094749" name=""/>
          <p:cNvSpPr txBox="1"/>
          <p:nvPr/>
        </p:nvSpPr>
        <p:spPr bwMode="auto">
          <a:xfrm rot="0" flipH="0" flipV="0">
            <a:off x="5637448" y="4705618"/>
            <a:ext cx="306848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Enzyklopädie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644057857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925968" y="1471611"/>
            <a:ext cx="2077074" cy="310753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6755822" name=""/>
          <p:cNvSpPr txBox="1"/>
          <p:nvPr/>
        </p:nvSpPr>
        <p:spPr bwMode="auto">
          <a:xfrm rot="0" flipH="0" flipV="0">
            <a:off x="4418876" y="5714403"/>
            <a:ext cx="31590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Denis Diderot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132497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420318" y="1335739"/>
            <a:ext cx="3157274" cy="418651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454051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705473" y="1759888"/>
            <a:ext cx="3885163" cy="3338223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30985377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899130" y="1776701"/>
            <a:ext cx="2048849" cy="330459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61521615" name=""/>
          <p:cNvSpPr txBox="1"/>
          <p:nvPr/>
        </p:nvSpPr>
        <p:spPr bwMode="auto">
          <a:xfrm rot="0" flipH="0" flipV="0">
            <a:off x="5705471" y="5156323"/>
            <a:ext cx="3886601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Diálogo sobre o Weizenhandel, de Galiani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2022602657" name=""/>
          <p:cNvSpPr txBox="1"/>
          <p:nvPr/>
        </p:nvSpPr>
        <p:spPr bwMode="auto">
          <a:xfrm rot="0" flipH="0" flipV="0">
            <a:off x="2899128" y="5156323"/>
            <a:ext cx="20510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Ephemeriden der Bürger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11951579" name=""/>
          <p:cNvSpPr txBox="1"/>
          <p:nvPr/>
        </p:nvSpPr>
        <p:spPr bwMode="auto">
          <a:xfrm rot="0" flipH="0" flipV="0">
            <a:off x="4900562" y="6188518"/>
            <a:ext cx="2390873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72740601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93366" y="333374"/>
            <a:ext cx="4805267" cy="582579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0552909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938712" y="1943100"/>
            <a:ext cx="2314575" cy="297180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0905046" name=""/>
          <p:cNvSpPr txBox="1"/>
          <p:nvPr/>
        </p:nvSpPr>
        <p:spPr bwMode="auto">
          <a:xfrm rot="0" flipH="0" flipV="0">
            <a:off x="3023827" y="4971506"/>
            <a:ext cx="6144344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Voltaire, "L'homme aux quarante écus" </a:t>
            </a:r>
            <a:r>
              <a:rPr sz="1200" i="1">
                <a:latin typeface="IBM Plex Sans"/>
              </a:rPr>
              <a:t>(O homem aos quarenta anos)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8962218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1934922" y="2090736"/>
            <a:ext cx="2171700" cy="2676524"/>
          </a:xfrm>
          <a:prstGeom prst="rect">
            <a:avLst/>
          </a:prstGeom>
        </p:spPr>
      </p:pic>
      <p:pic>
        <p:nvPicPr>
          <p:cNvPr id="88478205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033326" y="2121937"/>
            <a:ext cx="1739921" cy="26141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2089519475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7784901" y="2481262"/>
            <a:ext cx="2527299" cy="1895474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8385075" name=""/>
          <p:cNvSpPr txBox="1"/>
          <p:nvPr/>
        </p:nvSpPr>
        <p:spPr bwMode="auto">
          <a:xfrm rot="0" flipH="0" flipV="0">
            <a:off x="1934921" y="4951861"/>
            <a:ext cx="217350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37056160" name=""/>
          <p:cNvSpPr txBox="1"/>
          <p:nvPr/>
        </p:nvSpPr>
        <p:spPr bwMode="auto">
          <a:xfrm rot="0" flipH="0" flipV="0">
            <a:off x="4792734" y="4875661"/>
            <a:ext cx="2253782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Montesquieu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"O espírito das gestões"</a:t>
            </a:r>
          </a:p>
          <a:p>
            <a:pPr algn="ctr"/>
          </a:p>
        </p:txBody>
      </p:sp>
      <p:sp>
        <p:nvSpPr>
          <p:cNvPr id="1043615154" name=""/>
          <p:cNvSpPr txBox="1"/>
          <p:nvPr/>
        </p:nvSpPr>
        <p:spPr bwMode="auto">
          <a:xfrm rot="0" flipH="0" flipV="0">
            <a:off x="7784901" y="4951861"/>
            <a:ext cx="25283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Enzyklopädie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6434752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5194" y="1780441"/>
            <a:ext cx="2296499" cy="329711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330886043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576636" y="1774353"/>
            <a:ext cx="2072662" cy="330929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28704723" name=""/>
          <p:cNvSpPr txBox="1"/>
          <p:nvPr/>
        </p:nvSpPr>
        <p:spPr bwMode="auto">
          <a:xfrm rot="0" flipH="0" flipV="0">
            <a:off x="3695000" y="5191308"/>
            <a:ext cx="180365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"Loblied </a:t>
            </a:r>
            <a:r>
              <a:rPr sz="1200" i="1">
                <a:latin typeface="IBM Plex Sans"/>
              </a:rPr>
              <a:t>auf Gournay"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909182822" name=""/>
          <p:cNvSpPr txBox="1"/>
          <p:nvPr/>
        </p:nvSpPr>
        <p:spPr bwMode="auto">
          <a:xfrm rot="0" flipH="0" flipV="0">
            <a:off x="5952426" y="5191308"/>
            <a:ext cx="296705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"Überlegungen zur Entstehung und Verteilung des Reichtums"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72799913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506389" y="2025873"/>
            <a:ext cx="1848824" cy="28062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6825477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00785" y="2009234"/>
            <a:ext cx="1796437" cy="2839530"/>
          </a:xfrm>
          <a:prstGeom prst="rect">
            <a:avLst/>
          </a:prstGeom>
          <a:ln w="6349">
            <a:solidFill>
              <a:schemeClr val="tx1"/>
            </a:solidFill>
          </a:ln>
        </p:spPr>
      </p:pic>
      <p:sp>
        <p:nvSpPr>
          <p:cNvPr id="1438129544" name=""/>
          <p:cNvSpPr txBox="1"/>
          <p:nvPr/>
        </p:nvSpPr>
        <p:spPr bwMode="auto">
          <a:xfrm rot="0" flipH="0" flipV="0">
            <a:off x="6014176" y="5052902"/>
            <a:ext cx="2517354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Turgot, "Briefe über die Freiheit des Getreidehandels" (Resumo sobre a liberdade dos trabalhadores de Getreide)</a:t>
            </a:r>
            <a:endParaRPr sz="1200" i="1">
              <a:latin typeface="IBM Plex Sans"/>
            </a:endParaRPr>
          </a:p>
          <a:p>
            <a:pPr algn="ctr"/>
          </a:p>
        </p:txBody>
      </p:sp>
      <p:sp>
        <p:nvSpPr>
          <p:cNvPr id="977429514" name=""/>
          <p:cNvSpPr txBox="1"/>
          <p:nvPr/>
        </p:nvSpPr>
        <p:spPr bwMode="auto">
          <a:xfrm rot="0" flipH="0" flipV="0">
            <a:off x="3231091" y="5052902"/>
            <a:ext cx="2439800" cy="64044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 e Smith,</a:t>
            </a:r>
            <a:endParaRPr sz="1200" i="1">
              <a:latin typeface="IBM Plex Sans"/>
            </a:endParaRPr>
          </a:p>
          <a:p>
            <a:pPr algn="ctr"/>
            <a:r>
              <a:rPr sz="1200" i="1">
                <a:latin typeface="IBM Plex Sans"/>
              </a:rPr>
              <a:t>"Eine seltsame Nähe"</a:t>
            </a: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6280885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35856" y="1786815"/>
            <a:ext cx="2120287" cy="328436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719682168" name=""/>
          <p:cNvSpPr txBox="1"/>
          <p:nvPr/>
        </p:nvSpPr>
        <p:spPr bwMode="auto">
          <a:xfrm rot="0" flipH="0" flipV="0">
            <a:off x="3297670" y="5234148"/>
            <a:ext cx="559701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Turgot, "Denkschrift über </a:t>
            </a:r>
            <a:r>
              <a:rPr sz="1200" i="1">
                <a:latin typeface="IBM Plex Sans"/>
              </a:rPr>
              <a:t>die Geldscheine"</a:t>
            </a:r>
            <a:endParaRPr sz="1200" i="1">
              <a:latin typeface="IBM Plex Sans"/>
              <a:ea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13754858" name=""/>
          <p:cNvSpPr txBox="1"/>
          <p:nvPr/>
        </p:nvSpPr>
        <p:spPr bwMode="auto">
          <a:xfrm rot="0" flipH="0" flipV="0">
            <a:off x="4359042" y="6217345"/>
            <a:ext cx="347391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Friedrich A. Hayek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29835119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724639" y="190499"/>
            <a:ext cx="4742720" cy="597693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0966654" name=""/>
          <p:cNvSpPr txBox="1"/>
          <p:nvPr/>
        </p:nvSpPr>
        <p:spPr bwMode="auto">
          <a:xfrm rot="0" flipH="0" flipV="0">
            <a:off x="4813861" y="5844501"/>
            <a:ext cx="25642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Turgot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84768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835793" y="116798"/>
            <a:ext cx="4520412" cy="567189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65579410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666762" y="1817717"/>
            <a:ext cx="4296749" cy="32225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887843" name=""/>
          <p:cNvSpPr txBox="1"/>
          <p:nvPr/>
        </p:nvSpPr>
        <p:spPr bwMode="auto">
          <a:xfrm rot="0" flipH="0" flipV="0">
            <a:off x="3666402" y="5150531"/>
            <a:ext cx="4302506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J.F. Millet, </a:t>
            </a: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"Die </a:t>
            </a:r>
            <a:r>
              <a:rPr sz="1200" i="1">
                <a:latin typeface="IBM Plex Sans"/>
              </a:rPr>
              <a:t>Sammler", </a:t>
            </a:r>
            <a:r>
              <a:rPr sz="1200" i="1">
                <a:latin typeface="IBM Plex Sans"/>
              </a:rPr>
              <a:t>1857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66822588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21966" y="2214322"/>
            <a:ext cx="3191850" cy="242935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849697761" name=""/>
          <p:cNvSpPr txBox="1"/>
          <p:nvPr/>
        </p:nvSpPr>
        <p:spPr bwMode="auto">
          <a:xfrm rot="0" flipH="0" flipV="0">
            <a:off x="4323031" y="4745557"/>
            <a:ext cx="319007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O Miliz zieht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84422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6319240" y="2281237"/>
            <a:ext cx="2857500" cy="2295524"/>
          </a:xfrm>
          <a:prstGeom prst="rect">
            <a:avLst/>
          </a:prstGeom>
        </p:spPr>
      </p:pic>
      <p:pic>
        <p:nvPicPr>
          <p:cNvPr id="1471338754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2681881" y="2336902"/>
            <a:ext cx="2848949" cy="2184194"/>
          </a:xfrm>
          <a:prstGeom prst="rect">
            <a:avLst/>
          </a:prstGeom>
        </p:spPr>
      </p:pic>
      <p:sp>
        <p:nvSpPr>
          <p:cNvPr id="200566995" name=""/>
          <p:cNvSpPr txBox="1"/>
          <p:nvPr/>
        </p:nvSpPr>
        <p:spPr bwMode="auto">
          <a:xfrm rot="0" flipH="0" flipV="0">
            <a:off x="2365182" y="4711950"/>
            <a:ext cx="3513781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Livro de registo da Baillage von Nemours</a:t>
            </a:r>
            <a:endParaRPr sz="1200" i="1">
              <a:latin typeface="IBM Plex Sans"/>
              <a:cs typeface="IBM Plex Sans"/>
            </a:endParaRPr>
          </a:p>
          <a:p>
            <a:pPr algn="ctr"/>
          </a:p>
        </p:txBody>
      </p:sp>
      <p:sp>
        <p:nvSpPr>
          <p:cNvPr id="1476494168" name=""/>
          <p:cNvSpPr txBox="1"/>
          <p:nvPr/>
        </p:nvSpPr>
        <p:spPr bwMode="auto">
          <a:xfrm rot="0" flipH="0" flipV="0">
            <a:off x="6591901" y="4711950"/>
            <a:ext cx="2471985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Trabalhar com o Roy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1524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6324598" y="1967913"/>
            <a:ext cx="2070830" cy="292217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890767741" name=""/>
          <p:cNvSpPr txBox="1"/>
          <p:nvPr/>
        </p:nvSpPr>
        <p:spPr bwMode="auto">
          <a:xfrm rot="0" flipH="0" flipV="0">
            <a:off x="3441528" y="5045687"/>
            <a:ext cx="228370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Voltaire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2164138" name=""/>
          <p:cNvSpPr txBox="1"/>
          <p:nvPr/>
        </p:nvSpPr>
        <p:spPr bwMode="auto">
          <a:xfrm rot="0" flipH="0" flipV="0">
            <a:off x="6324596" y="5045687"/>
            <a:ext cx="207442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Ludwig XVI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1963636135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3441529" y="1942157"/>
            <a:ext cx="2217996" cy="29736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4082993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2894625" y="1367286"/>
            <a:ext cx="3383324" cy="4123427"/>
          </a:xfrm>
          <a:prstGeom prst="rect">
            <a:avLst/>
          </a:prstGeom>
        </p:spPr>
      </p:pic>
      <p:pic>
        <p:nvPicPr>
          <p:cNvPr id="1352852668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472000" y="1358237"/>
            <a:ext cx="2668446" cy="4141525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723260587" name=""/>
          <p:cNvSpPr txBox="1"/>
          <p:nvPr/>
        </p:nvSpPr>
        <p:spPr bwMode="auto">
          <a:xfrm rot="0" flipH="0" flipV="0">
            <a:off x="2894625" y="5604018"/>
            <a:ext cx="338692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Michel de Montaigne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2043448998" name=""/>
          <p:cNvSpPr txBox="1"/>
          <p:nvPr/>
        </p:nvSpPr>
        <p:spPr bwMode="auto">
          <a:xfrm rot="0" flipH="0" flipV="0">
            <a:off x="6471999" y="5604018"/>
            <a:ext cx="27403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Étienne Bonnot de Condillac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032017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337553" y="2210625"/>
            <a:ext cx="3249000" cy="2436750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75427645" name=""/>
          <p:cNvSpPr txBox="1"/>
          <p:nvPr/>
        </p:nvSpPr>
        <p:spPr bwMode="auto">
          <a:xfrm rot="0" flipH="0" flipV="0">
            <a:off x="2732121" y="4769027"/>
            <a:ext cx="646093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Condillac, Handel und Regierung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96852795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715775" y="1763784"/>
            <a:ext cx="2591775" cy="3330430"/>
          </a:xfrm>
          <a:prstGeom prst="rect">
            <a:avLst/>
          </a:prstGeom>
        </p:spPr>
      </p:pic>
      <p:sp>
        <p:nvSpPr>
          <p:cNvPr id="1341681092" name=""/>
          <p:cNvSpPr txBox="1"/>
          <p:nvPr/>
        </p:nvSpPr>
        <p:spPr bwMode="auto">
          <a:xfrm rot="0" flipH="0" flipV="0">
            <a:off x="4714875" y="5196666"/>
            <a:ext cx="2593935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Jean-Baptiste Say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9206855" name=""/>
          <p:cNvSpPr txBox="1"/>
          <p:nvPr/>
        </p:nvSpPr>
        <p:spPr bwMode="auto">
          <a:xfrm rot="0" flipH="0" flipV="0">
            <a:off x="3930583" y="5602247"/>
            <a:ext cx="3825961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Nicolas de Condorcet</a:t>
            </a:r>
            <a:endParaRPr sz="1600">
              <a:latin typeface="IBM Plex Sans"/>
              <a:cs typeface="IBM Plex Sans"/>
            </a:endParaRPr>
          </a:p>
        </p:txBody>
      </p:sp>
      <p:pic>
        <p:nvPicPr>
          <p:cNvPr id="14845897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>
            <a:off x="4367011" y="802480"/>
            <a:ext cx="2952749" cy="46577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38339100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4636" y="1898436"/>
            <a:ext cx="2448899" cy="3061124"/>
          </a:xfrm>
          <a:prstGeom prst="rect">
            <a:avLst/>
          </a:prstGeom>
        </p:spPr>
      </p:pic>
      <p:sp>
        <p:nvSpPr>
          <p:cNvPr id="1203121228" name=""/>
          <p:cNvSpPr txBox="1"/>
          <p:nvPr/>
        </p:nvSpPr>
        <p:spPr bwMode="auto">
          <a:xfrm rot="0" flipH="0" flipV="0">
            <a:off x="4183592" y="5047664"/>
            <a:ext cx="331994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Anne Robert Jacques Turgot</a:t>
            </a:r>
            <a:endParaRPr sz="18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7475666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73569" y="1494393"/>
            <a:ext cx="2548912" cy="3869211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542991926" name=""/>
          <p:cNvSpPr txBox="1"/>
          <p:nvPr/>
        </p:nvSpPr>
        <p:spPr bwMode="auto">
          <a:xfrm rot="0" flipH="0" flipV="0">
            <a:off x="4302652" y="5555937"/>
            <a:ext cx="3293982" cy="51851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Galiani, "Briefe über </a:t>
            </a:r>
            <a:r>
              <a:rPr sz="1200" i="1">
                <a:latin typeface="IBM Plex Sans"/>
              </a:rPr>
              <a:t>den Getreidehandel"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35231034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52923" y="2074068"/>
            <a:ext cx="4117194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4776362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6334123" y="2074068"/>
            <a:ext cx="4308849" cy="2709862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025920567" name=""/>
          <p:cNvSpPr txBox="1"/>
          <p:nvPr/>
        </p:nvSpPr>
        <p:spPr bwMode="auto">
          <a:xfrm rot="0" flipH="0" flipV="0">
            <a:off x="5924881" y="5148306"/>
            <a:ext cx="5287717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Reunião do Conselho Geral em Versalhes, 5 de maio de 1789</a:t>
            </a:r>
            <a:endParaRPr/>
          </a:p>
          <a:p>
            <a:pPr algn="ctr"/>
          </a:p>
        </p:txBody>
      </p:sp>
      <p:sp>
        <p:nvSpPr>
          <p:cNvPr id="2130158033" name=""/>
          <p:cNvSpPr txBox="1"/>
          <p:nvPr/>
        </p:nvSpPr>
        <p:spPr bwMode="auto">
          <a:xfrm rot="0" flipH="0" flipV="0">
            <a:off x="1350762" y="5148306"/>
            <a:ext cx="4123314" cy="5489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/>
              <a:t>Champagney, "Liste der Beschwerden"</a:t>
            </a:r>
            <a:endParaRPr lang="en-US" sz="1200" i="1"/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324092070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5083324" y="1600809"/>
            <a:ext cx="2091712" cy="3656379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294869393" name=""/>
          <p:cNvSpPr txBox="1"/>
          <p:nvPr/>
        </p:nvSpPr>
        <p:spPr bwMode="auto">
          <a:xfrm rot="0" flipH="0" flipV="0">
            <a:off x="3930582" y="5468130"/>
            <a:ext cx="4401870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"Rede vor der </a:t>
            </a:r>
            <a:r>
              <a:rPr sz="1200" i="1">
                <a:latin typeface="IBM Plex Sans"/>
              </a:rPr>
              <a:t>Nationalversammlung", 1789</a:t>
            </a:r>
            <a:endParaRPr sz="1200" i="1">
              <a:latin typeface="IBM Plex Sans"/>
            </a:endParaRPr>
          </a:p>
          <a:p>
            <a:pPr algn="ctr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83684455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4646312" y="1170099"/>
            <a:ext cx="2721567" cy="4517801"/>
          </a:xfrm>
          <a:prstGeom prst="rect">
            <a:avLst/>
          </a:prstGeom>
          <a:ln w="6349">
            <a:solidFill>
              <a:schemeClr val="accent1">
                <a:lumMod val="50196"/>
              </a:schemeClr>
            </a:solidFill>
            <a:prstDash val="solid"/>
          </a:ln>
        </p:spPr>
      </p:pic>
      <p:sp>
        <p:nvSpPr>
          <p:cNvPr id="1513147937" name=""/>
          <p:cNvSpPr txBox="1"/>
          <p:nvPr/>
        </p:nvSpPr>
        <p:spPr bwMode="auto">
          <a:xfrm rot="0" flipH="0" flipV="0">
            <a:off x="1474920" y="5802311"/>
            <a:ext cx="907083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b="0" i="1" u="none" lang="en-US">
                <a:solidFill>
                  <a:schemeClr val="tx1"/>
                </a:solidFill>
                <a:latin typeface="IBM Plex Sans"/>
              </a:rPr>
              <a:t>Dupont de Nemours, </a:t>
            </a:r>
            <a:r>
              <a:rPr sz="1200" i="1">
                <a:latin typeface="IBM Plex Sans"/>
              </a:rPr>
              <a:t>"Auswirkung der Assignaten </a:t>
            </a:r>
            <a:r>
              <a:rPr sz="1200" i="1">
                <a:latin typeface="IBM Plex Sans"/>
              </a:rPr>
              <a:t>auf den Brotpreis"</a:t>
            </a:r>
            <a:endParaRPr sz="1200" i="1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585124029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3955974" y="2245518"/>
            <a:ext cx="4107950" cy="2366961"/>
          </a:xfrm>
          <a:prstGeom prst="rect">
            <a:avLst/>
          </a:prstGeom>
        </p:spPr>
      </p:pic>
      <p:sp>
        <p:nvSpPr>
          <p:cNvPr id="312220677" name=""/>
          <p:cNvSpPr txBox="1"/>
          <p:nvPr/>
        </p:nvSpPr>
        <p:spPr bwMode="auto">
          <a:xfrm rot="0" flipH="0" flipV="0">
            <a:off x="3955252" y="4674591"/>
            <a:ext cx="4111907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>
                <a:latin typeface="IBM Plex Sans"/>
              </a:rPr>
              <a:t>Zuteilung von 100</a:t>
            </a:r>
            <a:endParaRPr sz="1200">
              <a:latin typeface="IBM Plex Sans"/>
              <a:cs typeface="IBM Plex San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075857416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337774" y="2338733"/>
            <a:ext cx="3329962" cy="2180533"/>
          </a:xfrm>
          <a:prstGeom prst="rect">
            <a:avLst/>
          </a:prstGeom>
        </p:spPr>
      </p:pic>
      <p:pic>
        <p:nvPicPr>
          <p:cNvPr id="811918730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5429250" y="1835771"/>
            <a:ext cx="1870491" cy="318645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790032078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8295786" y="1851835"/>
            <a:ext cx="2035049" cy="3154328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1246411566" name=""/>
          <p:cNvSpPr txBox="1"/>
          <p:nvPr/>
        </p:nvSpPr>
        <p:spPr bwMode="auto">
          <a:xfrm rot="0" flipH="0" flipV="0">
            <a:off x="1337772" y="5264746"/>
            <a:ext cx="3331040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 lang="en-US">
                <a:latin typeface="IBM Plex Sans"/>
              </a:rPr>
              <a:t>Pierre Le Pesant de Boisguilbert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644181952" name=""/>
          <p:cNvSpPr txBox="1"/>
          <p:nvPr/>
        </p:nvSpPr>
        <p:spPr bwMode="auto">
          <a:xfrm rot="0" flipH="0" flipV="0">
            <a:off x="5145937" y="5264745"/>
            <a:ext cx="2549377" cy="7013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Cantillon, "Essay über die Natur des Handels im Allgemeinen" (Ensaio sobre a natureza dos negócios em geral)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/>
          </a:p>
        </p:txBody>
      </p:sp>
      <p:sp>
        <p:nvSpPr>
          <p:cNvPr id="1595953150" name=""/>
          <p:cNvSpPr txBox="1"/>
          <p:nvPr/>
        </p:nvSpPr>
        <p:spPr bwMode="auto">
          <a:xfrm rot="0" flipH="0" flipV="0">
            <a:off x="7993593" y="5264745"/>
            <a:ext cx="2759076" cy="457560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marL="0" marR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lang="en-US" sz="18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0" i="1" u="none" lang="en-US">
                <a:solidFill>
                  <a:srgbClr val="000000"/>
                </a:solidFill>
                <a:latin typeface="IBM Plex Sans"/>
              </a:rPr>
              <a:t>Josiah Child, "Eine Abhandlung </a:t>
            </a:r>
            <a:r>
              <a:rPr sz="1200" i="1">
                <a:latin typeface="IBM Plex Sans"/>
              </a:rPr>
              <a:t>über den Handel"</a:t>
            </a:r>
            <a:endParaRPr sz="1200" i="1">
              <a:latin typeface="IBM Plex Sans"/>
              <a:ea typeface="IBM Plex Sans"/>
              <a:cs typeface="IBM Plex Sans"/>
            </a:endParaRPr>
          </a:p>
          <a:p>
            <a:pPr algn="ctr">
              <a:lnSpc>
                <a:spcPct val="100000"/>
              </a:lnSpc>
            </a:p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02857441" name=""/>
          <p:cNvPicPr>
            <a:picLocks noChangeAspect="1"/>
          </p:cNvPicPr>
          <p:nvPr/>
        </p:nvPicPr>
        <p:blipFill>
          <a:blip r:embed="rId3"/>
          <a:stretch/>
        </p:blipFill>
        <p:spPr bwMode="auto">
          <a:xfrm flipH="0" flipV="0">
            <a:off x="1842243" y="1771036"/>
            <a:ext cx="2239705" cy="3315927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pic>
        <p:nvPicPr>
          <p:cNvPr id="1296130189" name=""/>
          <p:cNvPicPr>
            <a:picLocks noChangeAspect="1"/>
          </p:cNvPicPr>
          <p:nvPr/>
        </p:nvPicPr>
        <p:blipFill>
          <a:blip r:embed="rId4"/>
          <a:stretch/>
        </p:blipFill>
        <p:spPr bwMode="auto">
          <a:xfrm flipH="0" flipV="0">
            <a:off x="7492816" y="1701171"/>
            <a:ext cx="2244111" cy="3455656"/>
          </a:xfrm>
          <a:prstGeom prst="rect">
            <a:avLst/>
          </a:prstGeom>
          <a:ln w="6349">
            <a:solidFill>
              <a:schemeClr val="tx1"/>
            </a:solidFill>
            <a:prstDash val="solid"/>
          </a:ln>
        </p:spPr>
      </p:pic>
      <p:sp>
        <p:nvSpPr>
          <p:cNvPr id="310785906" name=""/>
          <p:cNvSpPr txBox="1"/>
          <p:nvPr/>
        </p:nvSpPr>
        <p:spPr bwMode="auto">
          <a:xfrm rot="0" flipH="0" flipV="0">
            <a:off x="4594602" y="5305748"/>
            <a:ext cx="2494858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Quesnay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693050672" name=""/>
          <p:cNvSpPr txBox="1"/>
          <p:nvPr/>
        </p:nvSpPr>
        <p:spPr bwMode="auto">
          <a:xfrm rot="0" flipH="0" flipV="0">
            <a:off x="7492095" y="5305748"/>
            <a:ext cx="2245189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Condillac</a:t>
            </a:r>
            <a:endParaRPr sz="1200" i="1">
              <a:latin typeface="IBM Plex Sans"/>
              <a:cs typeface="IBM Plex Sans"/>
            </a:endParaRPr>
          </a:p>
        </p:txBody>
      </p:sp>
      <p:sp>
        <p:nvSpPr>
          <p:cNvPr id="1371161700" name=""/>
          <p:cNvSpPr txBox="1"/>
          <p:nvPr/>
        </p:nvSpPr>
        <p:spPr bwMode="auto">
          <a:xfrm rot="0" flipH="0" flipV="0">
            <a:off x="1986120" y="5305748"/>
            <a:ext cx="1978872" cy="27467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upright="0" compatLnSpc="0">
            <a:spAutoFit/>
          </a:bodyPr>
          <a:p>
            <a:pPr algn="ctr">
              <a:defRPr/>
            </a:pPr>
            <a:r>
              <a:rPr sz="1200" i="1">
                <a:latin typeface="IBM Plex Sans"/>
              </a:rPr>
              <a:t>D'Argenson</a:t>
            </a:r>
            <a:endParaRPr sz="1200" i="1">
              <a:latin typeface="IBM Plex Sans"/>
              <a:cs typeface="IBM Plex Sans"/>
            </a:endParaRPr>
          </a:p>
        </p:txBody>
      </p:sp>
      <p:pic>
        <p:nvPicPr>
          <p:cNvPr id="473320744" name=""/>
          <p:cNvPicPr>
            <a:picLocks noChangeAspect="1"/>
          </p:cNvPicPr>
          <p:nvPr/>
        </p:nvPicPr>
        <p:blipFill>
          <a:blip r:embed="rId5"/>
          <a:stretch/>
        </p:blipFill>
        <p:spPr bwMode="auto">
          <a:xfrm flipH="0" flipV="0">
            <a:off x="4595323" y="1688523"/>
            <a:ext cx="2416003" cy="348095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2000" advClick="1"/>
    </mc:Choice>
    <mc:Fallback>
      <p:transition advClick="1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New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ONLYOFFICE/9.0.4.50</Application>
  <PresentationFormat>On-screen Show (4:3)</PresentationFormat>
  <Paragraphs>0</Paragraphs>
  <Slides>95</Slides>
  <Notes>95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96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MariJ</cp:lastModifiedBy>
  <cp:revision>19</cp:revision>
  <dcterms:modified xsi:type="dcterms:W3CDTF">2025-10-15T20:45:10Z</dcterms:modified>
</cp:coreProperties>
</file>