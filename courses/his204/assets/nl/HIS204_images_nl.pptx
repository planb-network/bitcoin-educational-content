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Scène van het plattelandsleven </a:t>
            </a:r>
            <a:r>
              <a:rPr sz="1200" i="1">
                <a:latin typeface="IBM Plex Sans"/>
              </a:rPr>
              <a:t>in de 19e eeuw, </a:t>
            </a:r>
            <a:r>
              <a:rPr sz="1200" i="1">
                <a:latin typeface="IBM Plex Sans"/>
              </a:rPr>
              <a:t>toegeschreven aan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Portret van de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Memoires van de Duc de Sully, minister van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algemeen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controleur van financiën </a:t>
            </a:r>
            <a:r>
              <a:rPr sz="1200" i="1" lang="en-US">
                <a:latin typeface="IBM Plex Sans"/>
              </a:rPr>
              <a:t>onder Lodewijk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18e-eeuwse verenmakerswerkplaats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Haven van Bordeaux in de 18e eeuw door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van de staat </a:t>
            </a:r>
            <a:r>
              <a:rPr sz="1400" i="1" lang="fr-FR">
                <a:latin typeface="IBM Plex Sans"/>
              </a:rPr>
              <a:t>- belastingen of de dood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Oom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van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Citadel van Rijsel door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"Koninklijk tiendenproject"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Volkstelling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"Het oude regime en de revolutie"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drie bevelen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"Verwoest Frankrijk onder Lodewijk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Kaart van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"Opwaarts pad"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"Een Oostenrijks perspectief op de geschiedenis van het economisch denken"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over de aard van de handel"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bankrekening van Law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abt van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van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abt van Saint-Pierre door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 abt van Saint-Pierre, "Project om </a:t>
            </a:r>
            <a:r>
              <a:rPr sz="1200" i="1">
                <a:latin typeface="IBM Plex Sans"/>
              </a:rPr>
              <a:t>de vrede in Europa te herstellen"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Lodewijk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Spiegelzaal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Franse Academie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18e-eeuws Frans pamflet met voorstellen voor hervormingen in de handel en financiën, dat vroege debatten over handel en economisch beleid weerspiegelt.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Markies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Pin Vervaardiging, "Encyclopédie" door </a:t>
            </a:r>
            <a:r>
              <a:rPr sz="1200" i="1">
                <a:latin typeface="IBM Plex Sans"/>
              </a:rPr>
              <a:t>Diderot en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van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Markies d'Argenson, "Dagboek </a:t>
            </a:r>
            <a:r>
              <a:rPr sz="1200" i="1">
                <a:latin typeface="IBM Plex Sans"/>
              </a:rPr>
              <a:t>en herinneringen"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Een verhandeling over handel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Tekst gedateerd </a:t>
            </a:r>
            <a:r>
              <a:rPr sz="1200" i="1">
                <a:latin typeface="IBM Plex Sans"/>
              </a:rPr>
              <a:t>26 juni </a:t>
            </a:r>
            <a:r>
              <a:rPr sz="1200" i="1">
                <a:latin typeface="IBM Plex Sans"/>
              </a:rPr>
              <a:t>1715, geschreven </a:t>
            </a:r>
            <a:r>
              <a:rPr sz="1200" i="1">
                <a:latin typeface="IBM Plex Sans"/>
              </a:rPr>
              <a:t>door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koopman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Officieel verslag over </a:t>
            </a:r>
            <a:r>
              <a:rPr sz="1200" i="1">
                <a:latin typeface="IBM Plex Sans"/>
              </a:rPr>
              <a:t>de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</a:t>
            </a:r>
            <a:r>
              <a:rPr sz="1200" i="1">
                <a:latin typeface="IBM Plex Sans"/>
              </a:rPr>
              <a:t>van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kring van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van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"Commerciële adel"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Essay over de algemene graanpolitiek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over de aard van de 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Studie over economische publicaties in Frankrijk,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 in de Estates-General, Frankrijk,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van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"Essay over de aard van de handel"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Economische en sociale doctrines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van de markies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"Theorie van </a:t>
            </a:r>
            <a:r>
              <a:rPr sz="1200" i="1">
                <a:latin typeface="IBM Plex Sans"/>
              </a:rPr>
              <a:t>de belastingen"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Economische grafiek door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"Theorie van belastingheffing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"Fysiocratie", verzameling artikelen van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officieel tijdschrift van de Fysiocraten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"Detail </a:t>
            </a:r>
            <a:r>
              <a:rPr sz="1200" i="1">
                <a:latin typeface="IBM Plex Sans"/>
              </a:rPr>
              <a:t>van Frankrijk"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"Essay over de </a:t>
            </a:r>
            <a:r>
              <a:rPr sz="1200" i="1">
                <a:latin typeface="IBM Plex Sans"/>
              </a:rPr>
              <a:t>aard van de handel"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economische grafiek van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"Belastingtheorie"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Markies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officieel tijdschrift van de Fysiocraten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Verlichtingseconomen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Fysiocratie, verzameling artikelen </a:t>
            </a:r>
            <a:r>
              <a:rPr sz="1200" i="1">
                <a:latin typeface="IBM Plex Sans"/>
              </a:rPr>
              <a:t>van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"Boeren"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"Het oude regime en de revolutie"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Lodewijk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haven van Bordeaux in de 18e eeuw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Karel Frederik, "Groothertog van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Catharina II </a:t>
            </a:r>
            <a:r>
              <a:rPr sz="1200" i="1">
                <a:latin typeface="IBM Plex Sans"/>
              </a:rPr>
              <a:t>van Rusland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"De natuurlijke en essentiële </a:t>
            </a:r>
            <a:r>
              <a:rPr sz="1200" i="1">
                <a:latin typeface="IBM Plex Sans"/>
              </a:rPr>
              <a:t>orde van politieke samenlevingen"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van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Koninklijk Edict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Bijeenroeping van de Estates General in Versailles in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"Rijkdom der naties"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"Geschiedenis van de economische doctrines"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Onderneming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Markies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Tijdschrift voor landbouw, </a:t>
            </a:r>
            <a:r>
              <a:rPr sz="1200" i="1">
                <a:latin typeface="IBM Plex Sans"/>
              </a:rPr>
              <a:t>handel en financiën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Tijdschrift voor Fysiocraten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Fysiocratie, verzameling teksten van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Schumpeter," Geschiedenis van de economische analyse"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Inname van het </a:t>
            </a:r>
            <a:r>
              <a:rPr sz="1200" i="1">
                <a:latin typeface="IBM Plex Sans"/>
              </a:rPr>
              <a:t>Tuileries Paleis </a:t>
            </a:r>
            <a:r>
              <a:rPr sz="1200" i="1">
                <a:latin typeface="IBM Plex Sans"/>
              </a:rPr>
              <a:t>in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Dialoog over de tarwehandel, door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Efemeriden van burgers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"De geest van wetten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Encyclopedie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"Lof </a:t>
            </a:r>
            <a:r>
              <a:rPr sz="1200" i="1">
                <a:latin typeface="IBM Plex Sans"/>
              </a:rPr>
              <a:t>voor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"Bespiegelingen over de vorming en verdeling van rijkdom"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"Brieven over de vrijheid van graanhandel"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en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"Een vreemde nabijheid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"De </a:t>
            </a:r>
            <a:r>
              <a:rPr sz="1200" i="1">
                <a:latin typeface="IBM Plex Sans"/>
              </a:rPr>
              <a:t>sprokkelaars",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militie trekt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Klachtenboek van de baai van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Bewerken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Lodewijk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Handel en Overheid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"Brieven over </a:t>
            </a:r>
            <a:r>
              <a:rPr sz="1200" i="1">
                <a:latin typeface="IBM Plex Sans"/>
              </a:rPr>
              <a:t>de graanhandel"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Oproeping van de Algemene Vergadering te Versailles, 5 mei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"Lijst van grieven"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"Toespraak tot de </a:t>
            </a:r>
            <a:r>
              <a:rPr sz="1200" i="1">
                <a:latin typeface="IBM Plex Sans"/>
              </a:rPr>
              <a:t>Nationale Vergadering",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"Effect </a:t>
            </a:r>
            <a:r>
              <a:rPr sz="1200" i="1">
                <a:latin typeface="IBM Plex Sans"/>
              </a:rPr>
              <a:t>van Assignats op de </a:t>
            </a:r>
            <a:r>
              <a:rPr sz="1200" i="1">
                <a:latin typeface="IBM Plex Sans"/>
              </a:rPr>
              <a:t>Prijs van Brood"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Toewijzing van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"Essay over de aard van de handel in het algemeen"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"Een </a:t>
            </a:r>
            <a:r>
              <a:rPr sz="1200" i="1">
                <a:latin typeface="IBM Plex Sans"/>
              </a:rPr>
              <a:t>verhandeling over 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