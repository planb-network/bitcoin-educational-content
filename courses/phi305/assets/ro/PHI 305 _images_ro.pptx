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al lui Baruch Spinoza atribuit lui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Gravură a lui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Schiță a "Eticii" lui Spinoza în latină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Statuia lui Satoshi Nakamoto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Gergely, R., &amp;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Gilly, T. (2021). Parcul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Graphisoft, Budapesta, Ungaria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Sigiliu folosit de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Pictură reprezentând excluderea lui Spinoza din comunitatea evreiască din 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"Etica"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"Etica", Partea I, "Cu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privire la Dumnezeu"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Pictură de William Blake, "Dumnezeu creează Universul"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Cutremurul din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Lisabona,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Harta circumpolară nordică, secolul al XIX-lea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"Discurs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asupra metodei"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Statuia lui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Eu gândesc, deci sunt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Apendice la prima parte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 "Eticii" lui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"Etica", partea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 treia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"Drumul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spre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servitute"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Schiță a eticii lui Spinoza în limba latină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Pictură de William Blake, "Dumnezeu creează Universul"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"Scrisori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din Anglia"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"Salonul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doamnei Geoffrin", secolul al XVIII-lea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Prefață la "Tratatul teologic-politic" al lui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al lui Socrate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Frescă a Sfântului Augustin de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"Etica",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Partea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"Etica"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Prefață la Tratatul teologic-politic al lui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Creșterea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Statuia lui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Schiță a eticii lui Spinoza în limba latină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 statuie a lui Rousseau în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"Manifestul Crypto Anarhist" și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"Un Manifest Cypherpunk"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Blocul Bitcoin Genesis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