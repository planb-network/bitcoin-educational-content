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Samuel van Hoogstratenile omistatud Baruch Spinoza portree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 graveering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 "Eetika" ladinakeelne ülevaade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 kuju Gergely,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Ungari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 kasutatud pitser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Maal, mis kujutab Spinoza väljaarvamist Amsterdami juudi kogukonnast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"Eetika"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"Eetika",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osa, "Jumalast"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Blake'i maal "Jumal loob universumi"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Maavärin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Lissabonis,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Põhjapoolse ookeani põhjaosa kaart, 19. sajand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"Diskursus meetodist"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Descartes'i kuju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Ma mõtlen, seega olen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Lisa Spinoza "Eetika"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esimesele osale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kolmas osa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"Tee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pärisorjusse"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 eetika ülevaade ladina keeles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Blake'i maal "Jumal loob universumi"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"Kirjad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Inglismaalt"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Salon", 18. sajand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Eessõna Spinoza "Teoloogilis-poliitilisele traktaadile"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Sokratese portree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Sandro Botticelli Fresko Püha Augustinusest,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"Eetika",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3. osa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"Eetika"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 teoloogilis-poliitilise traktaadi eessõna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Bitcoini kasv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Jupiteri kuju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 eetika ülevaade ladina keeles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Rousseau kuju Genfis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"Krüptoanarhistlik manifest" ja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"Cypherpunki manifest"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