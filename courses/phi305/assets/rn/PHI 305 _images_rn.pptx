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Baruki Spinoza kivugwa ko cakozwe na Samweli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Baruki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Insiguro y’“Inyifato runtu” ya Spinoza mu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“Igitabo c’Ivy’Imana n’Ivya Politike”,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Satoshi Nakamoto cakozwe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na Gergely, R., na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Ibarabara ry'ibishushanyo,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 Budapest, muri Hongiriya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Ikidodo cakoreshejwe na Baruki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kigaragaza ukuntu Spinoza yakuwe mu muryango w’Abayuda wo muri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Yohani Kepleri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Koperinik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Galilée Galilée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umunyamideri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Fridriki Nitische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Imanweli Kanti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 Dideroti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Galilée Galilée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“Inyifato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runtu”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“Igitabo c’Ivya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Tewolojiya n’Ivya Politike”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Gili Deluzi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“Igitabo c’Ivya Tewolojiya n’Ivya Politike”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“Inyifato runtu”, Igice ca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mbere, “Ivyerekeye Imana”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William Blake, “Imana irema Isanzure ry’Ijuru”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Umutingito wo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 Lisbonne,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mu 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Saroli Daruwini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Ikarata y'Uburaruko, mu kinjana ca 19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Galilée Galilée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Alberti Eyinishiteni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Izahaki Nyutoni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Rene Desikate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“Insiguro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yerekeye Uburyo”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Niyumvira, rero ndi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Dekariti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Umugereka w’igice ca mbere c’igitabu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ca Spinoza citwa “Inyifato runtu”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Emanweli Kanti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Umutwe w'Isoko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yavyura intugu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“Inyifato runtu”,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Igice ca gatatu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Yohani Kepleri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Koperinik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Galilée Galilée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Jean-Batista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Jorji Kuvier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“Inzira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ija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mu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Buja”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Insiguro y'inyifato runtu ya Spinoza mu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William Blake, “Imana irema Isanzure ry’Ijuru”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Gili Deluze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“Amakete yava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mu Bwongereza”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“Inzu y’isuku 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Madamu Geoffrin”, mu kinjana ca 18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Intangamarara y’igitabu ca Spinoza citwa “Igitabu c’ivy’Imana n’ivya politike”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Sokarate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Augustin mweranda cakozwe na Sandro Botticelli, mu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“Inyifato runtu”,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Igice ca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Gili Deluzi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“Inyifato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runtu”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Intangamarara y'igitabu ca Spinoza kivuga ivy'Imana n'ivya politike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Iterambere rya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Yupiteri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Insiguro y'inyifato runtu ya Spinoza mu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Igishushanyo ca Rousseau i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Fridriki Nitische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Fridiriki kuri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Frederiki Bastiyati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Militoni Fridimani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“Ikete ry’abanyagihugu b’abanyagitugu” be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n’“Ikete ry’abanyagihugu b’abanyagihugu”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Itanguriro ry'Ibuye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