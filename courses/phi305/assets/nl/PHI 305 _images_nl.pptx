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van Baruch Spinoza toegeschreven aan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Gravure van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Schets van Spinoza's "Ethica" in het Latijn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standbeeld door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Boedapest, Hongarije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Zegel gebruikt door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Schilderij met Spinoza's uitsluiting uit de Amsterdamse Joodse gemeenschap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ethiek"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"Ethiek", deel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"Over God"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Schilderij van William Blake, "God schept het heelal"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 aardbeving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in Lissabon,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Noordelijke Circumpolaire Kaart, 19e eeuw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"Vertoog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over de methode"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 standbeeld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Ik denk, dus ik ben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Appendix bij het eerste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deel van Spinoza's "Ethica"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Het fonteinhoofd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Golf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"Ethica",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deel drie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weg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naar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slavernij"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Overzicht van Spinoza's Ethica in het Latijn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Schilderij van William Blake, "God schept het heelal"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"Brieven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uit Engeland"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van Madame Geoffrin", 18e eeuw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Voorwoord bij Spinoza's "Theologisch-politieke verhandeling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van Socrates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Fresco van St. Augustinus door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"Ethiek",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deel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"De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ethiek"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Voorwoord bij Spinoza's theologisch-politieke verhandeling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Bitcoin-groei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Standbeeld van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Overzicht van Spinoza's Ethica in het Latijn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Een standbeeld van Rousseau in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"Het crypto-anarchistisch manifest"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en "Een cypherpunk-manifest"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