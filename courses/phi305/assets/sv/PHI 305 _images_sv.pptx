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0BF3A4-69C4-42D1-95FA-64C459825D4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C9237-77FB-4EC4-B52E-F4E6CEC8C7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C1DDF-AC7B-442B-80F2-74D96EDBB1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30647-76C2-425C-982F-0868CA7B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95C89-BAF1-4562-A087-D97E468B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7C15-82EC-4903-AA3F-F098EE68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AE20A-3142-4D98-AF2E-CFB79C352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27D80-A93F-4038-88DF-EC4EED218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6DD19-BBE3-4F37-A084-DC4CCE2FB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F0A7-5DB6-43C9-B9C5-848ACCAB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019AA-DF48-410B-818D-66B5CF191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13BBC-5C88-4AE4-B693-B185A4A41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57A7D-36D1-4CD4-8276-F5675C9F0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7B698-EFCD-42A4-9F99-7E6AD351E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4EB7F-0D6B-47D9-BAD5-31DFEA1DC9EA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045080" y="6602040"/>
            <a:ext cx="1010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Porträtt av Baruch Spinoza tillskrivet Samuel van Hoogstraten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45080" y="69480"/>
            <a:ext cx="10101240" cy="65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925080" y="260280"/>
            <a:ext cx="4341240" cy="581760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922560" y="5940720"/>
            <a:ext cx="434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Gravyr av Baruch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15070" r="0" b="23967"/>
          <a:stretch/>
        </p:blipFill>
        <p:spPr>
          <a:xfrm>
            <a:off x="4000680" y="1353240"/>
            <a:ext cx="4190760" cy="3622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52" name=""/>
          <p:cNvSpPr/>
          <p:nvPr/>
        </p:nvSpPr>
        <p:spPr>
          <a:xfrm>
            <a:off x="4000680" y="4976280"/>
            <a:ext cx="419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Disposition av Spinozas "Etik" på latin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12600" y="488880"/>
            <a:ext cx="3166560" cy="528984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3876840" y="5779080"/>
            <a:ext cx="4438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Theologico-Politicus", 1675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194920" y="738720"/>
            <a:ext cx="7801920" cy="52038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194920" y="5942880"/>
            <a:ext cx="780984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Satoshi Nakamoto-statyn av Gergely,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R., &amp; Gilly,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T. (2021). Graphisoft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Park, Budapest, Ungern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7870320" y="5884920"/>
            <a:ext cx="42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Sigill använt av Baruch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680" y="5879520"/>
            <a:ext cx="7857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Målning som skildrar Spinozas uteslutning ur Amsterdams judiska församling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3680" y="-15480"/>
            <a:ext cx="7855560" cy="59000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869600" y="811080"/>
            <a:ext cx="426672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Nicolaus Copernicus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14520" y="1419120"/>
            <a:ext cx="10962360" cy="3765600"/>
          </a:xfrm>
          <a:prstGeom prst="rect">
            <a:avLst/>
          </a:prstGeom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475600" y="5184720"/>
            <a:ext cx="289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Arthur Schopenhauer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14520" y="5144760"/>
            <a:ext cx="21974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70" name=""/>
          <p:cNvSpPr/>
          <p:nvPr/>
        </p:nvSpPr>
        <p:spPr>
          <a:xfrm>
            <a:off x="8364240" y="5184720"/>
            <a:ext cx="321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09080" y="5184720"/>
            <a:ext cx="266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8476" t="0" r="9750" b="0"/>
          <a:stretch/>
        </p:blipFill>
        <p:spPr>
          <a:xfrm>
            <a:off x="1110960" y="1334880"/>
            <a:ext cx="9969840" cy="4187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385160" y="5523120"/>
            <a:ext cx="2971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355160" y="5523120"/>
            <a:ext cx="3734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10960" y="5523120"/>
            <a:ext cx="327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Denis Diderot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562200" y="47160"/>
            <a:ext cx="5067720" cy="63684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3562200" y="6415920"/>
            <a:ext cx="506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425960" y="5921280"/>
            <a:ext cx="934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845280" y="15840"/>
            <a:ext cx="10501200" cy="59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600440" y="780840"/>
            <a:ext cx="2990520" cy="476208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4600440" y="5543280"/>
            <a:ext cx="2991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"Etiken"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736080" y="240480"/>
            <a:ext cx="4719240" cy="6003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3736080" y="6243840"/>
            <a:ext cx="472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Theologico-Politicus"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838680" y="392760"/>
            <a:ext cx="4514400" cy="57337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3838680" y="6162840"/>
            <a:ext cx="451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62640" y="353520"/>
            <a:ext cx="4866120" cy="6026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3662280" y="6381720"/>
            <a:ext cx="48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"Etik", del I,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"Om Gud"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Målning av William Blake, "Gud skapar universum"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332440" y="952560"/>
            <a:ext cx="7526520" cy="464724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396880" y="5552640"/>
            <a:ext cx="739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Jordbävningen i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Lissabon,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1755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914200" y="5835600"/>
            <a:ext cx="6364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824280" y="120600"/>
            <a:ext cx="454320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809080" y="338400"/>
            <a:ext cx="6573600" cy="547776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809080" y="5816520"/>
            <a:ext cx="6574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97080" y="6262560"/>
            <a:ext cx="625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Nicolas Copernic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47040" y="6262560"/>
            <a:ext cx="491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Charles Darwin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7080" y="147600"/>
            <a:ext cx="6249600" cy="6114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647040" y="147600"/>
            <a:ext cx="4915800" cy="61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528360" y="234360"/>
            <a:ext cx="5134680" cy="60087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558240" y="6243840"/>
            <a:ext cx="507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Karta över norra cirkumpolärområdet, 1800-talet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5420880"/>
            <a:ext cx="412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03920" y="5420880"/>
            <a:ext cx="359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Albert Einstein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96840"/>
            <a:ext cx="4172760" cy="5323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125240" y="96840"/>
            <a:ext cx="4384800" cy="53236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8503920" y="96840"/>
            <a:ext cx="3594240" cy="53236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041000" y="5420880"/>
            <a:ext cx="4462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Isaac Newton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955960" y="702720"/>
            <a:ext cx="6279840" cy="523836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4117680" y="5975640"/>
            <a:ext cx="395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220280" y="436320"/>
            <a:ext cx="3751200" cy="55476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220280" y="5794920"/>
            <a:ext cx="3751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Descartes, "Diskurs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om metoden"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60880" y="685440"/>
            <a:ext cx="7470000" cy="560232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360880" y="6288120"/>
            <a:ext cx="7470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Descartes staty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796400" y="5037840"/>
            <a:ext cx="18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76920" y="6067440"/>
            <a:ext cx="4082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8" name="Text Placeholder 2"/>
          <p:cNvSpPr/>
          <p:nvPr/>
        </p:nvSpPr>
        <p:spPr>
          <a:xfrm>
            <a:off x="6345360" y="2656080"/>
            <a:ext cx="3887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200000"/>
              </a:lnSpc>
            </a:pPr>
            <a:r>
              <a:rPr sz="2200" b="0" lang="en-US">
                <a:solidFill>
                  <a:srgbClr val="000000"/>
                </a:solidFill>
                <a:latin typeface="IBM Plex Sans"/>
              </a:rPr>
              <a:t>Jag tänker, därför är jag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9" descr=""/>
          <p:cNvPicPr/>
          <p:nvPr/>
        </p:nvPicPr>
        <p:blipFill>
          <a:blip r:embed="rId1"/>
          <a:stretch/>
        </p:blipFill>
        <p:spPr>
          <a:xfrm>
            <a:off x="6188760" y="2189880"/>
            <a:ext cx="312840" cy="211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0" descr=""/>
          <p:cNvPicPr/>
          <p:nvPr/>
        </p:nvPicPr>
        <p:blipFill>
          <a:blip r:embed="rId2"/>
          <a:stretch/>
        </p:blipFill>
        <p:spPr>
          <a:xfrm rot="10800000">
            <a:off x="10150560" y="3377520"/>
            <a:ext cx="312840" cy="211320"/>
          </a:xfrm>
          <a:prstGeom prst="rect">
            <a:avLst/>
          </a:prstGeom>
          <a:ln w="0">
            <a:noFill/>
          </a:ln>
        </p:spPr>
      </p:pic>
      <p:sp>
        <p:nvSpPr>
          <p:cNvPr id="121" name="Text Placeholder 6"/>
          <p:cNvSpPr/>
          <p:nvPr/>
        </p:nvSpPr>
        <p:spPr>
          <a:xfrm>
            <a:off x="10230840" y="3834000"/>
            <a:ext cx="777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727"/>
              </a:lnSpc>
            </a:pPr>
            <a:r>
              <a:rPr sz="1400" b="0" i="1" lang="en-US">
                <a:solidFill>
                  <a:srgbClr val="000000"/>
                </a:solidFill>
                <a:latin typeface="IBM Plex Sans bold"/>
              </a:rPr>
              <a:t>Descartes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ts val="2727"/>
              </a:lnSpc>
            </a:p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40" y="25920"/>
            <a:ext cx="5352840" cy="68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93120" y="231480"/>
            <a:ext cx="6005160" cy="56818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24" name=""/>
          <p:cNvSpPr/>
          <p:nvPr/>
        </p:nvSpPr>
        <p:spPr>
          <a:xfrm>
            <a:off x="3041640" y="5913720"/>
            <a:ext cx="610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Appendix till första delen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av Spinozas "Etik"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797760" y="6419880"/>
            <a:ext cx="1059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97760" y="90000"/>
            <a:ext cx="1059588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5315400" y="964800"/>
            <a:ext cx="5832000" cy="42984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rcRect l="22335" t="0" r="11841" b="0"/>
          <a:stretch/>
        </p:blipFill>
        <p:spPr>
          <a:xfrm>
            <a:off x="1211400" y="964800"/>
            <a:ext cx="3809520" cy="42984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1210320" y="5263200"/>
            <a:ext cx="381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Ayn Rand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15400" y="5263200"/>
            <a:ext cx="291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Fontänhuvudet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232480" y="5263200"/>
            <a:ext cx="2916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Atlas Shrugged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580120" y="276120"/>
            <a:ext cx="7031160" cy="535392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33" name=""/>
          <p:cNvSpPr/>
          <p:nvPr/>
        </p:nvSpPr>
        <p:spPr>
          <a:xfrm>
            <a:off x="2580120" y="5630040"/>
            <a:ext cx="703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"Etik",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del tre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Nicolaus Copernicus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4319280" y="1210320"/>
            <a:ext cx="3553200" cy="460008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723200" y="5810760"/>
            <a:ext cx="274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Jean-Baptiste Lamarck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1840" y="1238400"/>
            <a:ext cx="3268080" cy="4750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4426200" y="5989320"/>
            <a:ext cx="330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400" b="0" i="1" lang="en-US">
                <a:solidFill>
                  <a:srgbClr val="000000"/>
                </a:solidFill>
                <a:latin typeface="IBM Plex Sans"/>
              </a:rPr>
              <a:t>Georges Cuvier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2905920" y="6429960"/>
            <a:ext cx="6380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F.A.Hayek,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"Vägen </a:t>
            </a:r>
            <a:r>
              <a:rPr sz="1200" b="0" i="1" lang="fr-FR">
                <a:solidFill>
                  <a:srgbClr val="000000"/>
                </a:solidFill>
                <a:latin typeface="IBM Plex Sans"/>
              </a:rPr>
              <a:t>till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träldom"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905920" y="50400"/>
            <a:ext cx="6379560" cy="63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 descr=""/>
          <p:cNvPicPr/>
          <p:nvPr/>
        </p:nvPicPr>
        <p:blipFill>
          <a:blip r:embed="rId1"/>
          <a:srcRect l="0" t="10067" r="0" b="22550"/>
          <a:stretch/>
        </p:blipFill>
        <p:spPr>
          <a:xfrm>
            <a:off x="4207680" y="934200"/>
            <a:ext cx="3776040" cy="36082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47" name=""/>
          <p:cNvSpPr/>
          <p:nvPr/>
        </p:nvSpPr>
        <p:spPr>
          <a:xfrm>
            <a:off x="3893760" y="4542840"/>
            <a:ext cx="4557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Skiss av Spinozas etik på latin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Målning av William Blake, "Gud skapar universum"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333440" y="6543720"/>
            <a:ext cx="952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333440" y="190440"/>
            <a:ext cx="9524520" cy="635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984600" y="6307200"/>
            <a:ext cx="96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Voltaire, "Brev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från England"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86000" y="95400"/>
            <a:ext cx="3861360" cy="62100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984600" y="95400"/>
            <a:ext cx="5801040" cy="621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98520" y="6321240"/>
            <a:ext cx="1139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Anicet Charles Gabriel Lemonnier,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"Madame Geoffrins salong", 1700-tal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1397880" y="97920"/>
            <a:ext cx="9396000" cy="62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1320" y="799920"/>
            <a:ext cx="7629120" cy="52574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58" name=""/>
          <p:cNvSpPr/>
          <p:nvPr/>
        </p:nvSpPr>
        <p:spPr>
          <a:xfrm>
            <a:off x="3178080" y="6057720"/>
            <a:ext cx="583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Förord till Spinozas "Teologisk-politiska avhandling"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719520" y="809640"/>
            <a:ext cx="4752720" cy="523836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4240080" y="6048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Porträtt av Sokrates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66320" y="6438960"/>
            <a:ext cx="4660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Freskomålning av Sankt Augustinus av Sandro Botticelli, 1480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766320" y="19080"/>
            <a:ext cx="4658760" cy="64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574360" y="169200"/>
            <a:ext cx="7043040" cy="57038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4" name=""/>
          <p:cNvSpPr/>
          <p:nvPr/>
        </p:nvSpPr>
        <p:spPr>
          <a:xfrm>
            <a:off x="2574360" y="5880600"/>
            <a:ext cx="704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"Etik",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del 3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776760" y="222120"/>
            <a:ext cx="4638240" cy="6000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8" name=""/>
          <p:cNvSpPr/>
          <p:nvPr/>
        </p:nvSpPr>
        <p:spPr>
          <a:xfrm>
            <a:off x="3776760" y="6222960"/>
            <a:ext cx="4638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"Etiken"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305080" y="502200"/>
            <a:ext cx="7581600" cy="52480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0" name=""/>
          <p:cNvSpPr/>
          <p:nvPr/>
        </p:nvSpPr>
        <p:spPr>
          <a:xfrm>
            <a:off x="3043800" y="5747040"/>
            <a:ext cx="610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Förord till Spinozas Teologisk-politiska traktat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515960" y="304920"/>
            <a:ext cx="9159840" cy="572472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094560" y="6030000"/>
            <a:ext cx="600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Bitcoins tillväxt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730160" y="329400"/>
            <a:ext cx="8731440" cy="518400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730160" y="5513760"/>
            <a:ext cx="873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Staty av Jupiter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rcRect l="0" t="17468" r="0" b="22471"/>
          <a:stretch/>
        </p:blipFill>
        <p:spPr>
          <a:xfrm>
            <a:off x="4000680" y="1495440"/>
            <a:ext cx="4190760" cy="35694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6" name=""/>
          <p:cNvSpPr/>
          <p:nvPr/>
        </p:nvSpPr>
        <p:spPr>
          <a:xfrm>
            <a:off x="3817080" y="5073120"/>
            <a:ext cx="4557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Skiss av Spinozas etik på latin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831640" y="6232680"/>
            <a:ext cx="407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En staty av Rousseau i Genève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178" name=""/>
          <p:cNvSpPr/>
          <p:nvPr/>
        </p:nvSpPr>
        <p:spPr>
          <a:xfrm>
            <a:off x="1011960" y="6232680"/>
            <a:ext cx="47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831640" y="110880"/>
            <a:ext cx="4075920" cy="61214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42920" y="152280"/>
            <a:ext cx="4728600" cy="60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3872160" y="6414840"/>
            <a:ext cx="444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von Hayek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872160" y="443160"/>
            <a:ext cx="4447440" cy="59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2835360" y="6417000"/>
            <a:ext cx="652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Frédéric Bastiat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35360" y="279720"/>
            <a:ext cx="6521040" cy="61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838680" y="681120"/>
            <a:ext cx="4514400" cy="54954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3838680" y="6176880"/>
            <a:ext cx="451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Milton Friedman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062080" y="435240"/>
            <a:ext cx="8067600" cy="56023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2062080" y="6037920"/>
            <a:ext cx="807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"The Crypto Anarchist Manifesto"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och "A Cypherpunk Manifesto"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877400" y="279720"/>
            <a:ext cx="8436960" cy="582516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1877400" y="6104880"/>
            <a:ext cx="843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Bitcoin Genesis Block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2025-12-03T11:55:19Z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56</vt:i4>
  </property>
  <property fmtid="{D5CDD505-2E9C-101B-9397-08002B2CF9AE}" pid="4" name="PresentationFormat">
    <vt:lpwstr>On-screen Show (4:3)</vt:lpwstr>
  </property>
  <property fmtid="{D5CDD505-2E9C-101B-9397-08002B2CF9AE}" pid="5" name="Slides">
    <vt:i4>56</vt:i4>
  </property>
</Properties>
</file>