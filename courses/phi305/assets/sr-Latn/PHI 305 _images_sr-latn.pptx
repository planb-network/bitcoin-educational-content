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Portret Baruha Spinoze pripisan Samjuelu van Hoogstratenu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Gravura Baruha Spinoze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Skelet Spinozine "Etike" na latinskom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“Teološko-politički traktat”,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Statua Satoshija Nakamota autora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Gergely, 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Graphisoft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Park, Budimpešta, Mađarska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Pečat koji je koristio Baruh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Slika koja prikazuje Spinozin isključenje iz amsterdamske jevrejske zajednice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Јоханес Кеплер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 Kopernik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Галилео Галилеј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Артур Шопенхауер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Готфрид Вилхелм Лајбниц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Фридрих Ниче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Žan-Žak Rusou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Дени Дидро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Галилео Галилеј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“Etika”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“Teološko-politički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traktat”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Жил Дериза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“Teološko-politički traktat”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„Etika“, Deo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„O Bogu“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Slika Vilijama Blejka, “Bog stvara Univerzum”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Zemljotres u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Lisabonu,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Готфрид Вилхелм Лајбниц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Žan-Žak Rusou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 Kopernik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Čarls Darvin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Severni cirkumpolarni map, 19. vek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Галилео Галилеј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Алберт Ајнштајн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Isak Njutn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Dekart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Dekart, “Razgovor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o metodi”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Statua Dekarta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Mislim, dakle postojim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Dekart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Dodatak prvoj delu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Spinozine "Etike"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Ajn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Izvorna dela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je slegnuo ramenima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“Etika”,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Treći deo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Јоханес Кеплер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 Kopernik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Галилео Галилеј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Жан-Батист Ламарк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Жорж Кувије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 Hajek,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“Put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do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ropstva”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Osnova Spinozine Etike na latinskom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Slika Vilijama Blejka, “Bog stvara Univerzum”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Жил Дериза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Volter, “Pisma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iz Engleske”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“Salon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Madame Geoffrin”, 18. vek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Predgovor Spinozinom “Teološko-političkom traktatu”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Portret Sokrata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Freska svetog Avgustina od Sandra Bočelija, 1480.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“Etika”,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Deo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Жил Дериза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“Etika”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Predgovor Spinozinom Teološko-političkom traktatu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Rast Bitcoina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Statua Jupitera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Skica Spinozine Etike na latinskom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Statua Rusoa u Ženevi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Фридрих Ниче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Фридрих фон Хајек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Фредерик Бастијат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Милтон Фридман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„Manifest crypto-anarhista“ i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„Manifest cypherpunka“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Genesis blok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