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6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US" sz="1800" spc="-1" strike="noStrike">
                <a:solidFill>
                  <a:srgbClr val="000000"/>
                </a:solidFill>
                <a:latin typeface="Arial"/>
              </a:rPr>
              <a:t>Click to move the slide</a:t>
            </a:r>
            <a:endParaRPr b="0" lang="en-US" sz="1800" spc="-1" strike="noStrike">
              <a:solidFill>
                <a:srgbClr val="000000"/>
              </a:solidFill>
              <a:latin typeface="Arial"/>
            </a:endParaRPr>
          </a:p>
        </p:txBody>
      </p:sp>
      <p:sp>
        <p:nvSpPr>
          <p:cNvPr id="4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0">
              <a:buNone/>
            </a:pPr>
            <a:r>
              <a:rPr b="0" lang="it-IT" sz="2000" spc="-1" strike="noStrike">
                <a:solidFill>
                  <a:srgbClr val="000000"/>
                </a:solidFill>
                <a:latin typeface="Arial"/>
              </a:rPr>
              <a:t>Click to edit the notes format</a:t>
            </a:r>
            <a:endParaRPr b="0" lang="it-IT" sz="2000" spc="-1" strike="noStrike">
              <a:solidFill>
                <a:srgbClr val="000000"/>
              </a:solidFill>
              <a:latin typeface="Arial"/>
            </a:endParaRPr>
          </a:p>
        </p:txBody>
      </p:sp>
      <p:sp>
        <p:nvSpPr>
          <p:cNvPr id="43"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it-IT" sz="1400" spc="-1" strike="noStrike">
                <a:solidFill>
                  <a:srgbClr val="000000"/>
                </a:solidFill>
                <a:latin typeface="Times New Roman"/>
              </a:rPr>
              <a:t>&lt;header&gt;</a:t>
            </a:r>
            <a:endParaRPr b="0" lang="it-IT" sz="1400" spc="-1" strike="noStrike">
              <a:solidFill>
                <a:srgbClr val="000000"/>
              </a:solidFill>
              <a:latin typeface="Times New Roman"/>
            </a:endParaRPr>
          </a:p>
        </p:txBody>
      </p:sp>
      <p:sp>
        <p:nvSpPr>
          <p:cNvPr id="44" name="PlaceHolder 4"/>
          <p:cNvSpPr>
            <a:spLocks noGrp="1"/>
          </p:cNvSpPr>
          <p:nvPr>
            <p:ph type="dt" idx="4"/>
          </p:nvPr>
        </p:nvSpPr>
        <p:spPr>
          <a:xfrm>
            <a:off x="4278960" y="0"/>
            <a:ext cx="3280680" cy="534240"/>
          </a:xfrm>
          <a:prstGeom prst="rect">
            <a:avLst/>
          </a:prstGeom>
          <a:noFill/>
          <a:ln w="0">
            <a:noFill/>
          </a:ln>
        </p:spPr>
        <p:txBody>
          <a:bodyPr lIns="0" rIns="0" tIns="0" bIns="0" anchor="t">
            <a:noAutofit/>
          </a:bodyPr>
          <a:lstStyle>
            <a:lvl1pPr indent="0" algn="r">
              <a:buNone/>
              <a:defRPr b="0" lang="it-IT" sz="1400" spc="-1" strike="noStrike">
                <a:solidFill>
                  <a:srgbClr val="000000"/>
                </a:solidFill>
                <a:latin typeface="Times New Roman"/>
              </a:defRPr>
            </a:lvl1pPr>
          </a:lstStyle>
          <a:p>
            <a:pPr indent="0" algn="r">
              <a:buNone/>
            </a:pPr>
            <a:r>
              <a:rPr b="0" lang="it-IT" sz="1400" spc="-1" strike="noStrike">
                <a:solidFill>
                  <a:srgbClr val="000000"/>
                </a:solidFill>
                <a:latin typeface="Times New Roman"/>
              </a:rPr>
              <a:t>&lt;date/time&gt;</a:t>
            </a:r>
            <a:endParaRPr b="0" lang="it-IT" sz="1400" spc="-1" strike="noStrike">
              <a:solidFill>
                <a:srgbClr val="000000"/>
              </a:solidFill>
              <a:latin typeface="Times New Roman"/>
            </a:endParaRPr>
          </a:p>
        </p:txBody>
      </p:sp>
      <p:sp>
        <p:nvSpPr>
          <p:cNvPr id="45" name="PlaceHolder 5"/>
          <p:cNvSpPr>
            <a:spLocks noGrp="1"/>
          </p:cNvSpPr>
          <p:nvPr>
            <p:ph type="ftr" idx="5"/>
          </p:nvPr>
        </p:nvSpPr>
        <p:spPr>
          <a:xfrm>
            <a:off x="0" y="10157400"/>
            <a:ext cx="3280680" cy="534240"/>
          </a:xfrm>
          <a:prstGeom prst="rect">
            <a:avLst/>
          </a:prstGeom>
          <a:noFill/>
          <a:ln w="0">
            <a:noFill/>
          </a:ln>
        </p:spPr>
        <p:txBody>
          <a:bodyPr lIns="0" rIns="0" tIns="0" bIns="0" anchor="b">
            <a:noAutofit/>
          </a:bodyPr>
          <a:lstStyle>
            <a:lvl1pPr indent="0">
              <a:buNone/>
              <a:defRPr b="0" lang="it-IT" sz="1400" spc="-1" strike="noStrike">
                <a:solidFill>
                  <a:srgbClr val="000000"/>
                </a:solidFill>
                <a:latin typeface="Times New Roman"/>
              </a:defRPr>
            </a:lvl1pPr>
          </a:lstStyle>
          <a:p>
            <a:pPr indent="0">
              <a:buNone/>
            </a:pPr>
            <a:r>
              <a:rPr b="0" lang="it-IT" sz="1400" spc="-1" strike="noStrike">
                <a:solidFill>
                  <a:srgbClr val="000000"/>
                </a:solidFill>
                <a:latin typeface="Times New Roman"/>
              </a:rPr>
              <a:t>&lt;footer&gt;</a:t>
            </a:r>
            <a:endParaRPr b="0" lang="it-IT" sz="1400" spc="-1" strike="noStrike">
              <a:solidFill>
                <a:srgbClr val="000000"/>
              </a:solidFill>
              <a:latin typeface="Times New Roman"/>
            </a:endParaRPr>
          </a:p>
        </p:txBody>
      </p:sp>
      <p:sp>
        <p:nvSpPr>
          <p:cNvPr id="46" name="PlaceHolder 6"/>
          <p:cNvSpPr>
            <a:spLocks noGrp="1"/>
          </p:cNvSpPr>
          <p:nvPr>
            <p:ph type="sldNum" idx="6"/>
          </p:nvPr>
        </p:nvSpPr>
        <p:spPr>
          <a:xfrm>
            <a:off x="4278960" y="10157400"/>
            <a:ext cx="3280680" cy="534240"/>
          </a:xfrm>
          <a:prstGeom prst="rect">
            <a:avLst/>
          </a:prstGeom>
          <a:noFill/>
          <a:ln w="0">
            <a:noFill/>
          </a:ln>
        </p:spPr>
        <p:txBody>
          <a:bodyPr lIns="0" rIns="0" tIns="0" bIns="0" anchor="b">
            <a:noAutofit/>
          </a:bodyPr>
          <a:lstStyle>
            <a:lvl1pPr indent="0" algn="r">
              <a:buNone/>
              <a:defRPr b="0" lang="it-IT" sz="1400" spc="-1" strike="noStrike">
                <a:solidFill>
                  <a:srgbClr val="000000"/>
                </a:solidFill>
                <a:latin typeface="Times New Roman"/>
              </a:defRPr>
            </a:lvl1pPr>
          </a:lstStyle>
          <a:p>
            <a:pPr indent="0" algn="r">
              <a:buNone/>
            </a:pPr>
            <a:fld id="{A30BF3A4-69C4-42D1-95FA-64C459825D43}" type="slidenum">
              <a:rPr b="0" lang="it-IT" sz="1400" spc="-1" strike="noStrike">
                <a:solidFill>
                  <a:srgbClr val="000000"/>
                </a:solidFill>
                <a:latin typeface="Times New Roman"/>
              </a:rPr>
              <a:t>&lt;number&gt;</a:t>
            </a:fld>
            <a:endParaRPr b="0" lang="it-IT"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slide" Target="../slides/slide51.xml"/><Relationship Id="rId2"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slide" Target="../slides/slide52.xml"/><Relationship Id="rId2"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slide" Target="../slides/slide53.xml"/><Relationship Id="rId2"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slide" Target="../slides/slide54.xml"/><Relationship Id="rId2"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slide" Target="../slides/slide55.xml"/><Relationship Id="rId2"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slide" Target="../slides/slide56.xml"/><Relationship Id="rId2" Type="http://schemas.openxmlformats.org/officeDocument/2006/relationships/notesMaster" Target="../notesMasters/notesMaster1.xml"/></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1" name="PlaceHolder 1"/>
          <p:cNvSpPr>
            <a:spLocks noGrp="1"/>
          </p:cNvSpPr>
          <p:nvPr>
            <p:ph type="sldImg"/>
          </p:nvPr>
        </p:nvSpPr>
        <p:spPr>
          <a:xfrm>
            <a:off x="685800" y="1143000"/>
            <a:ext cx="5486040" cy="3085920"/>
          </a:xfrm>
          <a:prstGeom prst="rect">
            <a:avLst/>
          </a:prstGeom>
          <a:ln w="0">
            <a:noFill/>
          </a:ln>
        </p:spPr>
      </p:sp>
      <p:sp>
        <p:nvSpPr>
          <p:cNvPr id="192"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buNone/>
            </a:pPr>
            <a:endParaRPr b="0" lang="it-IT" sz="1800" spc="-1" strike="noStrike">
              <a:solidFill>
                <a:srgbClr val="000000"/>
              </a:solidFill>
              <a:latin typeface="Arial"/>
            </a:endParaRPr>
          </a:p>
        </p:txBody>
      </p:sp>
      <p:sp>
        <p:nvSpPr>
          <p:cNvPr id="193" name="PlaceHolder 3"/>
          <p:cNvSpPr>
            <a:spLocks noGrp="1"/>
          </p:cNvSpPr>
          <p:nvPr>
            <p:ph type="sldNum" idx="7"/>
          </p:nvPr>
        </p:nvSpPr>
        <p:spPr>
          <a:xfrm>
            <a:off x="3884760" y="8685360"/>
            <a:ext cx="2971440" cy="458280"/>
          </a:xfrm>
          <a:prstGeom prst="rect">
            <a:avLst/>
          </a:prstGeom>
          <a:noFill/>
          <a:ln w="0">
            <a:noFill/>
          </a:ln>
        </p:spPr>
        <p:txBody>
          <a:bodyPr anchor="b">
            <a:noAutofit/>
          </a:bodyPr>
          <a:lstStyle>
            <a:lvl1pPr indent="0" algn="r">
              <a:lnSpc>
                <a:spcPct val="100000"/>
              </a:lnSpc>
              <a:buNone/>
              <a:defRPr b="0" lang="en-US" sz="1200" spc="-1" strike="noStrike">
                <a:solidFill>
                  <a:srgbClr val="000000"/>
                </a:solidFill>
                <a:latin typeface="+mn-lt"/>
                <a:ea typeface="+mn-ea"/>
              </a:defRPr>
            </a:lvl1pPr>
          </a:lstStyle>
          <a:p>
            <a:pPr indent="0" algn="r">
              <a:lnSpc>
                <a:spcPct val="100000"/>
              </a:lnSpc>
              <a:buNone/>
            </a:pPr>
            <a:fld id="{176C9237-77FB-4EC4-B52E-F4E6CEC8C743}" type="slidenum">
              <a:rPr b="0" lang="en-US" sz="1200" spc="-1" strike="noStrike">
                <a:solidFill>
                  <a:srgbClr val="000000"/>
                </a:solidFill>
                <a:latin typeface="+mn-lt"/>
                <a:ea typeface="+mn-ea"/>
              </a:rPr>
              <a:t>&lt;number&gt;</a:t>
            </a:fld>
            <a:endParaRPr b="0" lang="it-IT"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4" name="PlaceHolder 1"/>
          <p:cNvSpPr>
            <a:spLocks noGrp="1"/>
          </p:cNvSpPr>
          <p:nvPr>
            <p:ph type="sldImg"/>
          </p:nvPr>
        </p:nvSpPr>
        <p:spPr>
          <a:xfrm>
            <a:off x="685800" y="1143000"/>
            <a:ext cx="5486040" cy="3085920"/>
          </a:xfrm>
          <a:prstGeom prst="rect">
            <a:avLst/>
          </a:prstGeom>
          <a:ln w="0">
            <a:noFill/>
          </a:ln>
        </p:spPr>
      </p:sp>
      <p:sp>
        <p:nvSpPr>
          <p:cNvPr id="195"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buNone/>
            </a:pPr>
            <a:endParaRPr b="0" lang="it-IT" sz="1800" spc="-1" strike="noStrike">
              <a:solidFill>
                <a:srgbClr val="000000"/>
              </a:solidFill>
              <a:latin typeface="Arial"/>
            </a:endParaRPr>
          </a:p>
        </p:txBody>
      </p:sp>
      <p:sp>
        <p:nvSpPr>
          <p:cNvPr id="196" name="PlaceHolder 3"/>
          <p:cNvSpPr>
            <a:spLocks noGrp="1"/>
          </p:cNvSpPr>
          <p:nvPr>
            <p:ph type="sldNum" idx="8"/>
          </p:nvPr>
        </p:nvSpPr>
        <p:spPr>
          <a:xfrm>
            <a:off x="3884760" y="8685360"/>
            <a:ext cx="2971440" cy="458280"/>
          </a:xfrm>
          <a:prstGeom prst="rect">
            <a:avLst/>
          </a:prstGeom>
          <a:noFill/>
          <a:ln w="0">
            <a:noFill/>
          </a:ln>
        </p:spPr>
        <p:txBody>
          <a:bodyPr anchor="b">
            <a:noAutofit/>
          </a:bodyPr>
          <a:p>
            <a:pPr indent="0">
              <a:buNone/>
            </a:pPr>
            <a:endParaRPr b="0" lang="en-US" sz="1200" spc="-1" strike="noStrike">
              <a:solidFill>
                <a:srgbClr val="000000"/>
              </a:solidFill>
              <a:latin typeface="+mn-lt"/>
              <a:ea typeface="+mn-ea"/>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7" name="PlaceHolder 1"/>
          <p:cNvSpPr>
            <a:spLocks noGrp="1"/>
          </p:cNvSpPr>
          <p:nvPr>
            <p:ph type="sldImg"/>
          </p:nvPr>
        </p:nvSpPr>
        <p:spPr>
          <a:xfrm>
            <a:off x="685800" y="1143000"/>
            <a:ext cx="5486040" cy="3085920"/>
          </a:xfrm>
          <a:prstGeom prst="rect">
            <a:avLst/>
          </a:prstGeom>
          <a:ln w="0">
            <a:noFill/>
          </a:ln>
        </p:spPr>
      </p:sp>
      <p:sp>
        <p:nvSpPr>
          <p:cNvPr id="198"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buNone/>
            </a:pPr>
            <a:endParaRPr b="0" lang="it-IT" sz="1800" spc="-1" strike="noStrike">
              <a:solidFill>
                <a:srgbClr val="000000"/>
              </a:solidFill>
              <a:latin typeface="Arial"/>
            </a:endParaRPr>
          </a:p>
        </p:txBody>
      </p:sp>
      <p:sp>
        <p:nvSpPr>
          <p:cNvPr id="199" name="PlaceHolder 3"/>
          <p:cNvSpPr>
            <a:spLocks noGrp="1"/>
          </p:cNvSpPr>
          <p:nvPr>
            <p:ph type="sldNum" idx="9"/>
          </p:nvPr>
        </p:nvSpPr>
        <p:spPr>
          <a:xfrm>
            <a:off x="3884760" y="8685360"/>
            <a:ext cx="2971440" cy="458280"/>
          </a:xfrm>
          <a:prstGeom prst="rect">
            <a:avLst/>
          </a:prstGeom>
          <a:noFill/>
          <a:ln w="0">
            <a:noFill/>
          </a:ln>
        </p:spPr>
        <p:txBody>
          <a:bodyPr anchor="b">
            <a:noAutofit/>
          </a:bodyPr>
          <a:p>
            <a:pPr indent="0">
              <a:buNone/>
            </a:pPr>
            <a:endParaRPr b="0" lang="en-US" sz="1200" spc="-1" strike="noStrike">
              <a:solidFill>
                <a:srgbClr val="000000"/>
              </a:solidFill>
              <a:latin typeface="+mn-lt"/>
              <a:ea typeface="+mn-ea"/>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0" name="PlaceHolder 1"/>
          <p:cNvSpPr>
            <a:spLocks noGrp="1"/>
          </p:cNvSpPr>
          <p:nvPr>
            <p:ph type="sldImg"/>
          </p:nvPr>
        </p:nvSpPr>
        <p:spPr>
          <a:xfrm>
            <a:off x="685800" y="1143000"/>
            <a:ext cx="5486040" cy="3085920"/>
          </a:xfrm>
          <a:prstGeom prst="rect">
            <a:avLst/>
          </a:prstGeom>
          <a:ln w="0">
            <a:noFill/>
          </a:ln>
        </p:spPr>
      </p:sp>
      <p:sp>
        <p:nvSpPr>
          <p:cNvPr id="201"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buNone/>
            </a:pPr>
            <a:endParaRPr b="0" lang="it-IT" sz="1800" spc="-1" strike="noStrike">
              <a:solidFill>
                <a:srgbClr val="000000"/>
              </a:solidFill>
              <a:latin typeface="Arial"/>
            </a:endParaRPr>
          </a:p>
        </p:txBody>
      </p:sp>
      <p:sp>
        <p:nvSpPr>
          <p:cNvPr id="202" name="PlaceHolder 3"/>
          <p:cNvSpPr>
            <a:spLocks noGrp="1"/>
          </p:cNvSpPr>
          <p:nvPr>
            <p:ph type="sldNum" idx="10"/>
          </p:nvPr>
        </p:nvSpPr>
        <p:spPr>
          <a:xfrm>
            <a:off x="3884760" y="8685360"/>
            <a:ext cx="2971440" cy="458280"/>
          </a:xfrm>
          <a:prstGeom prst="rect">
            <a:avLst/>
          </a:prstGeom>
          <a:noFill/>
          <a:ln w="0">
            <a:noFill/>
          </a:ln>
        </p:spPr>
        <p:txBody>
          <a:bodyPr anchor="b">
            <a:noAutofit/>
          </a:bodyPr>
          <a:p>
            <a:pPr indent="0">
              <a:buNone/>
            </a:pPr>
            <a:endParaRPr b="0" lang="en-US" sz="1200" spc="-1" strike="noStrike">
              <a:solidFill>
                <a:srgbClr val="000000"/>
              </a:solidFill>
              <a:latin typeface="+mn-lt"/>
              <a:ea typeface="+mn-ea"/>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3" name="PlaceHolder 1"/>
          <p:cNvSpPr>
            <a:spLocks noGrp="1"/>
          </p:cNvSpPr>
          <p:nvPr>
            <p:ph type="sldImg"/>
          </p:nvPr>
        </p:nvSpPr>
        <p:spPr>
          <a:xfrm>
            <a:off x="685800" y="1143000"/>
            <a:ext cx="5486040" cy="3085920"/>
          </a:xfrm>
          <a:prstGeom prst="rect">
            <a:avLst/>
          </a:prstGeom>
          <a:ln w="0">
            <a:noFill/>
          </a:ln>
        </p:spPr>
      </p:sp>
      <p:sp>
        <p:nvSpPr>
          <p:cNvPr id="204"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buNone/>
            </a:pPr>
            <a:endParaRPr b="0" lang="it-IT" sz="1800" spc="-1" strike="noStrike">
              <a:solidFill>
                <a:srgbClr val="000000"/>
              </a:solidFill>
              <a:latin typeface="Arial"/>
            </a:endParaRPr>
          </a:p>
        </p:txBody>
      </p:sp>
      <p:sp>
        <p:nvSpPr>
          <p:cNvPr id="205" name="PlaceHolder 3"/>
          <p:cNvSpPr>
            <a:spLocks noGrp="1"/>
          </p:cNvSpPr>
          <p:nvPr>
            <p:ph type="sldNum" idx="11"/>
          </p:nvPr>
        </p:nvSpPr>
        <p:spPr>
          <a:xfrm>
            <a:off x="3884760" y="8685360"/>
            <a:ext cx="2971440" cy="458280"/>
          </a:xfrm>
          <a:prstGeom prst="rect">
            <a:avLst/>
          </a:prstGeom>
          <a:noFill/>
          <a:ln w="0">
            <a:noFill/>
          </a:ln>
        </p:spPr>
        <p:txBody>
          <a:bodyPr anchor="b">
            <a:noAutofit/>
          </a:bodyPr>
          <a:p>
            <a:pPr indent="0">
              <a:buNone/>
            </a:pPr>
            <a:endParaRPr b="0" lang="en-US" sz="1200" spc="-1" strike="noStrike">
              <a:solidFill>
                <a:srgbClr val="000000"/>
              </a:solidFill>
              <a:latin typeface="+mn-lt"/>
              <a:ea typeface="+mn-ea"/>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6" name="PlaceHolder 1"/>
          <p:cNvSpPr>
            <a:spLocks noGrp="1"/>
          </p:cNvSpPr>
          <p:nvPr>
            <p:ph type="sldImg"/>
          </p:nvPr>
        </p:nvSpPr>
        <p:spPr>
          <a:xfrm>
            <a:off x="685800" y="1143000"/>
            <a:ext cx="5486040" cy="3085920"/>
          </a:xfrm>
          <a:prstGeom prst="rect">
            <a:avLst/>
          </a:prstGeom>
          <a:ln w="0">
            <a:noFill/>
          </a:ln>
        </p:spPr>
      </p:sp>
      <p:sp>
        <p:nvSpPr>
          <p:cNvPr id="207"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buNone/>
            </a:pPr>
            <a:endParaRPr b="0" lang="it-IT" sz="1800" spc="-1" strike="noStrike">
              <a:solidFill>
                <a:srgbClr val="000000"/>
              </a:solidFill>
              <a:latin typeface="Arial"/>
            </a:endParaRPr>
          </a:p>
        </p:txBody>
      </p:sp>
      <p:sp>
        <p:nvSpPr>
          <p:cNvPr id="208" name="PlaceHolder 3"/>
          <p:cNvSpPr>
            <a:spLocks noGrp="1"/>
          </p:cNvSpPr>
          <p:nvPr>
            <p:ph type="sldNum" idx="12"/>
          </p:nvPr>
        </p:nvSpPr>
        <p:spPr>
          <a:xfrm>
            <a:off x="3884760" y="8685360"/>
            <a:ext cx="2971440" cy="458280"/>
          </a:xfrm>
          <a:prstGeom prst="rect">
            <a:avLst/>
          </a:prstGeom>
          <a:noFill/>
          <a:ln w="0">
            <a:noFill/>
          </a:ln>
        </p:spPr>
        <p:txBody>
          <a:bodyPr anchor="b">
            <a:noAutofit/>
          </a:bodyPr>
          <a:p>
            <a:pPr indent="0">
              <a:buNone/>
            </a:pPr>
            <a:endParaRPr b="0" lang="en-US" sz="1200" spc="-1" strike="noStrike">
              <a:solidFill>
                <a:srgbClr val="000000"/>
              </a:solidFill>
              <a:latin typeface="+mn-lt"/>
              <a:ea typeface="+mn-ea"/>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9" name="PlaceHolder 1"/>
          <p:cNvSpPr>
            <a:spLocks noGrp="1"/>
          </p:cNvSpPr>
          <p:nvPr>
            <p:ph type="sldImg"/>
          </p:nvPr>
        </p:nvSpPr>
        <p:spPr>
          <a:xfrm>
            <a:off x="685800" y="1143000"/>
            <a:ext cx="5486040" cy="3085920"/>
          </a:xfrm>
          <a:prstGeom prst="rect">
            <a:avLst/>
          </a:prstGeom>
          <a:ln w="0">
            <a:noFill/>
          </a:ln>
        </p:spPr>
      </p:sp>
      <p:sp>
        <p:nvSpPr>
          <p:cNvPr id="210"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buNone/>
            </a:pPr>
            <a:endParaRPr b="0" lang="it-IT" sz="1800" spc="-1" strike="noStrike">
              <a:solidFill>
                <a:srgbClr val="000000"/>
              </a:solidFill>
              <a:latin typeface="Arial"/>
            </a:endParaRPr>
          </a:p>
        </p:txBody>
      </p:sp>
      <p:sp>
        <p:nvSpPr>
          <p:cNvPr id="211" name="PlaceHolder 3"/>
          <p:cNvSpPr>
            <a:spLocks noGrp="1"/>
          </p:cNvSpPr>
          <p:nvPr>
            <p:ph type="sldNum" idx="13"/>
          </p:nvPr>
        </p:nvSpPr>
        <p:spPr>
          <a:xfrm>
            <a:off x="3884760" y="8685360"/>
            <a:ext cx="2971440" cy="458280"/>
          </a:xfrm>
          <a:prstGeom prst="rect">
            <a:avLst/>
          </a:prstGeom>
          <a:noFill/>
          <a:ln w="0">
            <a:noFill/>
          </a:ln>
        </p:spPr>
        <p:txBody>
          <a:bodyPr anchor="b">
            <a:noAutofit/>
          </a:bodyPr>
          <a:p>
            <a:pPr indent="0">
              <a:buNone/>
            </a:pPr>
            <a:endParaRPr b="0" lang="en-US" sz="1200" spc="-1" strike="noStrike">
              <a:solidFill>
                <a:srgbClr val="000000"/>
              </a:solidFill>
              <a:latin typeface="+mn-lt"/>
              <a:ea typeface="+mn-ea"/>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2" name="PlaceHolder 1"/>
          <p:cNvSpPr>
            <a:spLocks noGrp="1"/>
          </p:cNvSpPr>
          <p:nvPr>
            <p:ph type="sldImg"/>
          </p:nvPr>
        </p:nvSpPr>
        <p:spPr>
          <a:xfrm>
            <a:off x="685800" y="1143000"/>
            <a:ext cx="5486040" cy="3085920"/>
          </a:xfrm>
          <a:prstGeom prst="rect">
            <a:avLst/>
          </a:prstGeom>
          <a:ln w="0">
            <a:noFill/>
          </a:ln>
        </p:spPr>
      </p:sp>
      <p:sp>
        <p:nvSpPr>
          <p:cNvPr id="213"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buNone/>
            </a:pPr>
            <a:endParaRPr b="0" lang="it-IT" sz="1800" spc="-1" strike="noStrike">
              <a:solidFill>
                <a:srgbClr val="000000"/>
              </a:solidFill>
              <a:latin typeface="Arial"/>
            </a:endParaRPr>
          </a:p>
        </p:txBody>
      </p:sp>
      <p:sp>
        <p:nvSpPr>
          <p:cNvPr id="214" name="PlaceHolder 3"/>
          <p:cNvSpPr>
            <a:spLocks noGrp="1"/>
          </p:cNvSpPr>
          <p:nvPr>
            <p:ph type="sldNum" idx="14"/>
          </p:nvPr>
        </p:nvSpPr>
        <p:spPr>
          <a:xfrm>
            <a:off x="3884760" y="8685360"/>
            <a:ext cx="2971440" cy="458280"/>
          </a:xfrm>
          <a:prstGeom prst="rect">
            <a:avLst/>
          </a:prstGeom>
          <a:noFill/>
          <a:ln w="0">
            <a:noFill/>
          </a:ln>
        </p:spPr>
        <p:txBody>
          <a:bodyPr anchor="b">
            <a:noAutofit/>
          </a:bodyPr>
          <a:p>
            <a:pPr indent="0">
              <a:buNone/>
            </a:pPr>
            <a:endParaRPr b="0" lang="en-US" sz="1200" spc="-1" strike="noStrike">
              <a:solidFill>
                <a:srgbClr val="000000"/>
              </a:solidFill>
              <a:latin typeface="+mn-lt"/>
              <a:ea typeface="+mn-ea"/>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5" name="PlaceHolder 1"/>
          <p:cNvSpPr>
            <a:spLocks noGrp="1"/>
          </p:cNvSpPr>
          <p:nvPr>
            <p:ph type="sldImg"/>
          </p:nvPr>
        </p:nvSpPr>
        <p:spPr>
          <a:xfrm>
            <a:off x="685800" y="1143000"/>
            <a:ext cx="5486040" cy="3085920"/>
          </a:xfrm>
          <a:prstGeom prst="rect">
            <a:avLst/>
          </a:prstGeom>
          <a:ln w="0">
            <a:noFill/>
          </a:ln>
        </p:spPr>
      </p:sp>
      <p:sp>
        <p:nvSpPr>
          <p:cNvPr id="216"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buNone/>
            </a:pPr>
            <a:endParaRPr b="0" lang="it-IT" sz="1800" spc="-1" strike="noStrike">
              <a:solidFill>
                <a:srgbClr val="000000"/>
              </a:solidFill>
              <a:latin typeface="Arial"/>
            </a:endParaRPr>
          </a:p>
        </p:txBody>
      </p:sp>
      <p:sp>
        <p:nvSpPr>
          <p:cNvPr id="217" name="PlaceHolder 3"/>
          <p:cNvSpPr>
            <a:spLocks noGrp="1"/>
          </p:cNvSpPr>
          <p:nvPr>
            <p:ph type="sldNum" idx="15"/>
          </p:nvPr>
        </p:nvSpPr>
        <p:spPr>
          <a:xfrm>
            <a:off x="3884760" y="8685360"/>
            <a:ext cx="2971440" cy="458280"/>
          </a:xfrm>
          <a:prstGeom prst="rect">
            <a:avLst/>
          </a:prstGeom>
          <a:noFill/>
          <a:ln w="0">
            <a:noFill/>
          </a:ln>
        </p:spPr>
        <p:txBody>
          <a:bodyPr anchor="b">
            <a:noAutofit/>
          </a:bodyPr>
          <a:p>
            <a:pPr indent="0">
              <a:buNone/>
            </a:pPr>
            <a:endParaRPr b="0" lang="en-US" sz="1200" spc="-1" strike="noStrike">
              <a:solidFill>
                <a:srgbClr val="000000"/>
              </a:solidFill>
              <a:latin typeface="+mn-lt"/>
              <a:ea typeface="+mn-ea"/>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8" name="PlaceHolder 1"/>
          <p:cNvSpPr>
            <a:spLocks noGrp="1"/>
          </p:cNvSpPr>
          <p:nvPr>
            <p:ph type="sldImg"/>
          </p:nvPr>
        </p:nvSpPr>
        <p:spPr>
          <a:xfrm>
            <a:off x="685800" y="1143000"/>
            <a:ext cx="5486040" cy="3085920"/>
          </a:xfrm>
          <a:prstGeom prst="rect">
            <a:avLst/>
          </a:prstGeom>
          <a:ln w="0">
            <a:noFill/>
          </a:ln>
        </p:spPr>
      </p:sp>
      <p:sp>
        <p:nvSpPr>
          <p:cNvPr id="219"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buNone/>
            </a:pPr>
            <a:endParaRPr b="0" lang="it-IT" sz="1800" spc="-1" strike="noStrike">
              <a:solidFill>
                <a:srgbClr val="000000"/>
              </a:solidFill>
              <a:latin typeface="Arial"/>
            </a:endParaRPr>
          </a:p>
        </p:txBody>
      </p:sp>
      <p:sp>
        <p:nvSpPr>
          <p:cNvPr id="220" name="PlaceHolder 3"/>
          <p:cNvSpPr>
            <a:spLocks noGrp="1"/>
          </p:cNvSpPr>
          <p:nvPr>
            <p:ph type="sldNum" idx="16"/>
          </p:nvPr>
        </p:nvSpPr>
        <p:spPr>
          <a:xfrm>
            <a:off x="3884760" y="8685360"/>
            <a:ext cx="2971440" cy="458280"/>
          </a:xfrm>
          <a:prstGeom prst="rect">
            <a:avLst/>
          </a:prstGeom>
          <a:noFill/>
          <a:ln w="0">
            <a:noFill/>
          </a:ln>
        </p:spPr>
        <p:txBody>
          <a:bodyPr anchor="b">
            <a:noAutofit/>
          </a:bodyPr>
          <a:p>
            <a:pPr indent="0">
              <a:buNone/>
            </a:pPr>
            <a:endParaRPr b="0" lang="en-US" sz="1200" spc="-1" strike="noStrike">
              <a:solidFill>
                <a:srgbClr val="000000"/>
              </a:solidFill>
              <a:latin typeface="+mn-lt"/>
              <a:ea typeface="+mn-ea"/>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1" name="PlaceHolder 1"/>
          <p:cNvSpPr>
            <a:spLocks noGrp="1"/>
          </p:cNvSpPr>
          <p:nvPr>
            <p:ph type="sldImg"/>
          </p:nvPr>
        </p:nvSpPr>
        <p:spPr>
          <a:xfrm>
            <a:off x="685800" y="1143000"/>
            <a:ext cx="5486040" cy="3085920"/>
          </a:xfrm>
          <a:prstGeom prst="rect">
            <a:avLst/>
          </a:prstGeom>
          <a:ln w="0">
            <a:noFill/>
          </a:ln>
        </p:spPr>
      </p:sp>
      <p:sp>
        <p:nvSpPr>
          <p:cNvPr id="222"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buNone/>
            </a:pPr>
            <a:endParaRPr b="0" lang="it-IT" sz="1800" spc="-1" strike="noStrike">
              <a:solidFill>
                <a:srgbClr val="000000"/>
              </a:solidFill>
              <a:latin typeface="Arial"/>
            </a:endParaRPr>
          </a:p>
        </p:txBody>
      </p:sp>
      <p:sp>
        <p:nvSpPr>
          <p:cNvPr id="223" name="PlaceHolder 3"/>
          <p:cNvSpPr>
            <a:spLocks noGrp="1"/>
          </p:cNvSpPr>
          <p:nvPr>
            <p:ph type="sldNum" idx="17"/>
          </p:nvPr>
        </p:nvSpPr>
        <p:spPr>
          <a:xfrm>
            <a:off x="3884760" y="8685360"/>
            <a:ext cx="2971440" cy="458280"/>
          </a:xfrm>
          <a:prstGeom prst="rect">
            <a:avLst/>
          </a:prstGeom>
          <a:noFill/>
          <a:ln w="0">
            <a:noFill/>
          </a:ln>
        </p:spPr>
        <p:txBody>
          <a:bodyPr anchor="b">
            <a:noAutofit/>
          </a:bodyPr>
          <a:p>
            <a:pPr indent="0">
              <a:buNone/>
            </a:pPr>
            <a:endParaRPr b="0" lang="en-US" sz="1200" spc="-1" strike="noStrike">
              <a:solidFill>
                <a:srgbClr val="000000"/>
              </a:solidFill>
              <a:latin typeface="+mn-lt"/>
              <a:ea typeface="+mn-ea"/>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4" name="PlaceHolder 1"/>
          <p:cNvSpPr>
            <a:spLocks noGrp="1"/>
          </p:cNvSpPr>
          <p:nvPr>
            <p:ph type="sldImg"/>
          </p:nvPr>
        </p:nvSpPr>
        <p:spPr>
          <a:xfrm>
            <a:off x="685800" y="1143000"/>
            <a:ext cx="5486040" cy="3085920"/>
          </a:xfrm>
          <a:prstGeom prst="rect">
            <a:avLst/>
          </a:prstGeom>
          <a:ln w="0">
            <a:noFill/>
          </a:ln>
        </p:spPr>
      </p:sp>
      <p:sp>
        <p:nvSpPr>
          <p:cNvPr id="225"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buNone/>
            </a:pPr>
            <a:endParaRPr b="0" lang="it-IT" sz="1800" spc="-1" strike="noStrike">
              <a:solidFill>
                <a:srgbClr val="000000"/>
              </a:solidFill>
              <a:latin typeface="Arial"/>
            </a:endParaRPr>
          </a:p>
        </p:txBody>
      </p:sp>
      <p:sp>
        <p:nvSpPr>
          <p:cNvPr id="226" name="PlaceHolder 3"/>
          <p:cNvSpPr>
            <a:spLocks noGrp="1"/>
          </p:cNvSpPr>
          <p:nvPr>
            <p:ph type="sldNum" idx="18"/>
          </p:nvPr>
        </p:nvSpPr>
        <p:spPr>
          <a:xfrm>
            <a:off x="3884760" y="8685360"/>
            <a:ext cx="2971440" cy="458280"/>
          </a:xfrm>
          <a:prstGeom prst="rect">
            <a:avLst/>
          </a:prstGeom>
          <a:noFill/>
          <a:ln w="0">
            <a:noFill/>
          </a:ln>
        </p:spPr>
        <p:txBody>
          <a:bodyPr anchor="b">
            <a:noAutofit/>
          </a:bodyPr>
          <a:p>
            <a:pPr indent="0">
              <a:buNone/>
            </a:pPr>
            <a:endParaRPr b="0" lang="en-US" sz="1200" spc="-1" strike="noStrike">
              <a:solidFill>
                <a:srgbClr val="000000"/>
              </a:solidFill>
              <a:latin typeface="+mn-lt"/>
              <a:ea typeface="+mn-ea"/>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7" name="PlaceHolder 1"/>
          <p:cNvSpPr>
            <a:spLocks noGrp="1"/>
          </p:cNvSpPr>
          <p:nvPr>
            <p:ph type="sldImg"/>
          </p:nvPr>
        </p:nvSpPr>
        <p:spPr>
          <a:xfrm>
            <a:off x="685800" y="1143000"/>
            <a:ext cx="5486040" cy="3085920"/>
          </a:xfrm>
          <a:prstGeom prst="rect">
            <a:avLst/>
          </a:prstGeom>
          <a:ln w="0">
            <a:noFill/>
          </a:ln>
        </p:spPr>
      </p:sp>
      <p:sp>
        <p:nvSpPr>
          <p:cNvPr id="228"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buNone/>
            </a:pPr>
            <a:endParaRPr b="0" lang="it-IT" sz="1800" spc="-1" strike="noStrike">
              <a:solidFill>
                <a:srgbClr val="000000"/>
              </a:solidFill>
              <a:latin typeface="Arial"/>
            </a:endParaRPr>
          </a:p>
        </p:txBody>
      </p:sp>
      <p:sp>
        <p:nvSpPr>
          <p:cNvPr id="229" name="PlaceHolder 3"/>
          <p:cNvSpPr>
            <a:spLocks noGrp="1"/>
          </p:cNvSpPr>
          <p:nvPr>
            <p:ph type="sldNum" idx="19"/>
          </p:nvPr>
        </p:nvSpPr>
        <p:spPr>
          <a:xfrm>
            <a:off x="3884760" y="8685360"/>
            <a:ext cx="2971440" cy="458280"/>
          </a:xfrm>
          <a:prstGeom prst="rect">
            <a:avLst/>
          </a:prstGeom>
          <a:noFill/>
          <a:ln w="0">
            <a:noFill/>
          </a:ln>
        </p:spPr>
        <p:txBody>
          <a:bodyPr anchor="b">
            <a:noAutofit/>
          </a:bodyPr>
          <a:p>
            <a:pPr indent="0">
              <a:buNone/>
            </a:pPr>
            <a:endParaRPr b="0" lang="en-US" sz="1200" spc="-1" strike="noStrike">
              <a:solidFill>
                <a:srgbClr val="000000"/>
              </a:solidFill>
              <a:latin typeface="+mn-lt"/>
              <a:ea typeface="+mn-ea"/>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0" name="PlaceHolder 1"/>
          <p:cNvSpPr>
            <a:spLocks noGrp="1"/>
          </p:cNvSpPr>
          <p:nvPr>
            <p:ph type="sldImg"/>
          </p:nvPr>
        </p:nvSpPr>
        <p:spPr>
          <a:xfrm>
            <a:off x="685800" y="1143000"/>
            <a:ext cx="5486040" cy="3085920"/>
          </a:xfrm>
          <a:prstGeom prst="rect">
            <a:avLst/>
          </a:prstGeom>
          <a:ln w="0">
            <a:noFill/>
          </a:ln>
        </p:spPr>
      </p:sp>
      <p:sp>
        <p:nvSpPr>
          <p:cNvPr id="231"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buNone/>
            </a:pPr>
            <a:endParaRPr b="0" lang="it-IT" sz="1800" spc="-1" strike="noStrike">
              <a:solidFill>
                <a:srgbClr val="000000"/>
              </a:solidFill>
              <a:latin typeface="Arial"/>
            </a:endParaRPr>
          </a:p>
        </p:txBody>
      </p:sp>
      <p:sp>
        <p:nvSpPr>
          <p:cNvPr id="232" name="PlaceHolder 3"/>
          <p:cNvSpPr>
            <a:spLocks noGrp="1"/>
          </p:cNvSpPr>
          <p:nvPr>
            <p:ph type="sldNum" idx="20"/>
          </p:nvPr>
        </p:nvSpPr>
        <p:spPr>
          <a:xfrm>
            <a:off x="3884760" y="8685360"/>
            <a:ext cx="2971440" cy="458280"/>
          </a:xfrm>
          <a:prstGeom prst="rect">
            <a:avLst/>
          </a:prstGeom>
          <a:noFill/>
          <a:ln w="0">
            <a:noFill/>
          </a:ln>
        </p:spPr>
        <p:txBody>
          <a:bodyPr anchor="b">
            <a:noAutofit/>
          </a:bodyPr>
          <a:p>
            <a:pPr indent="0">
              <a:buNone/>
            </a:pPr>
            <a:endParaRPr b="0" lang="en-US" sz="1200" spc="-1" strike="noStrike">
              <a:solidFill>
                <a:srgbClr val="000000"/>
              </a:solidFill>
              <a:latin typeface="+mn-lt"/>
              <a:ea typeface="+mn-ea"/>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3" name="PlaceHolder 1"/>
          <p:cNvSpPr>
            <a:spLocks noGrp="1"/>
          </p:cNvSpPr>
          <p:nvPr>
            <p:ph type="sldImg"/>
          </p:nvPr>
        </p:nvSpPr>
        <p:spPr>
          <a:xfrm>
            <a:off x="685800" y="1143000"/>
            <a:ext cx="5486040" cy="3085920"/>
          </a:xfrm>
          <a:prstGeom prst="rect">
            <a:avLst/>
          </a:prstGeom>
          <a:ln w="0">
            <a:noFill/>
          </a:ln>
        </p:spPr>
      </p:sp>
      <p:sp>
        <p:nvSpPr>
          <p:cNvPr id="234"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buNone/>
            </a:pPr>
            <a:endParaRPr b="0" lang="it-IT" sz="1800" spc="-1" strike="noStrike">
              <a:solidFill>
                <a:srgbClr val="000000"/>
              </a:solidFill>
              <a:latin typeface="Arial"/>
            </a:endParaRPr>
          </a:p>
        </p:txBody>
      </p:sp>
      <p:sp>
        <p:nvSpPr>
          <p:cNvPr id="235" name="PlaceHolder 3"/>
          <p:cNvSpPr>
            <a:spLocks noGrp="1"/>
          </p:cNvSpPr>
          <p:nvPr>
            <p:ph type="sldNum" idx="21"/>
          </p:nvPr>
        </p:nvSpPr>
        <p:spPr>
          <a:xfrm>
            <a:off x="3884760" y="8685360"/>
            <a:ext cx="2971440" cy="458280"/>
          </a:xfrm>
          <a:prstGeom prst="rect">
            <a:avLst/>
          </a:prstGeom>
          <a:noFill/>
          <a:ln w="0">
            <a:noFill/>
          </a:ln>
        </p:spPr>
        <p:txBody>
          <a:bodyPr anchor="b">
            <a:noAutofit/>
          </a:bodyPr>
          <a:p>
            <a:pPr indent="0">
              <a:buNone/>
            </a:pPr>
            <a:endParaRPr b="0" lang="en-US" sz="1200" spc="-1" strike="noStrike">
              <a:solidFill>
                <a:srgbClr val="000000"/>
              </a:solidFill>
              <a:latin typeface="+mn-lt"/>
              <a:ea typeface="+mn-ea"/>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6" name="PlaceHolder 1"/>
          <p:cNvSpPr>
            <a:spLocks noGrp="1"/>
          </p:cNvSpPr>
          <p:nvPr>
            <p:ph type="sldImg"/>
          </p:nvPr>
        </p:nvSpPr>
        <p:spPr>
          <a:xfrm>
            <a:off x="685800" y="1143000"/>
            <a:ext cx="5486040" cy="3085920"/>
          </a:xfrm>
          <a:prstGeom prst="rect">
            <a:avLst/>
          </a:prstGeom>
          <a:ln w="0">
            <a:noFill/>
          </a:ln>
        </p:spPr>
      </p:sp>
      <p:sp>
        <p:nvSpPr>
          <p:cNvPr id="237"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buNone/>
            </a:pPr>
            <a:endParaRPr b="0" lang="it-IT" sz="1800" spc="-1" strike="noStrike">
              <a:solidFill>
                <a:srgbClr val="000000"/>
              </a:solidFill>
              <a:latin typeface="Arial"/>
            </a:endParaRPr>
          </a:p>
        </p:txBody>
      </p:sp>
      <p:sp>
        <p:nvSpPr>
          <p:cNvPr id="238" name="PlaceHolder 3"/>
          <p:cNvSpPr>
            <a:spLocks noGrp="1"/>
          </p:cNvSpPr>
          <p:nvPr>
            <p:ph type="sldNum" idx="22"/>
          </p:nvPr>
        </p:nvSpPr>
        <p:spPr>
          <a:xfrm>
            <a:off x="3884760" y="8685360"/>
            <a:ext cx="2971440" cy="458280"/>
          </a:xfrm>
          <a:prstGeom prst="rect">
            <a:avLst/>
          </a:prstGeom>
          <a:noFill/>
          <a:ln w="0">
            <a:noFill/>
          </a:ln>
        </p:spPr>
        <p:txBody>
          <a:bodyPr anchor="b">
            <a:noAutofit/>
          </a:bodyPr>
          <a:p>
            <a:pPr indent="0">
              <a:buNone/>
            </a:pPr>
            <a:endParaRPr b="0" lang="en-US" sz="1200" spc="-1" strike="noStrike">
              <a:solidFill>
                <a:srgbClr val="000000"/>
              </a:solidFill>
              <a:latin typeface="+mn-lt"/>
              <a:ea typeface="+mn-ea"/>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9" name="PlaceHolder 1"/>
          <p:cNvSpPr>
            <a:spLocks noGrp="1"/>
          </p:cNvSpPr>
          <p:nvPr>
            <p:ph type="sldImg"/>
          </p:nvPr>
        </p:nvSpPr>
        <p:spPr>
          <a:xfrm>
            <a:off x="685800" y="1143000"/>
            <a:ext cx="5486040" cy="3085920"/>
          </a:xfrm>
          <a:prstGeom prst="rect">
            <a:avLst/>
          </a:prstGeom>
          <a:ln w="0">
            <a:noFill/>
          </a:ln>
        </p:spPr>
      </p:sp>
      <p:sp>
        <p:nvSpPr>
          <p:cNvPr id="240"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buNone/>
            </a:pPr>
            <a:endParaRPr b="0" lang="it-IT" sz="1800" spc="-1" strike="noStrike">
              <a:solidFill>
                <a:srgbClr val="000000"/>
              </a:solidFill>
              <a:latin typeface="Arial"/>
            </a:endParaRPr>
          </a:p>
        </p:txBody>
      </p:sp>
      <p:sp>
        <p:nvSpPr>
          <p:cNvPr id="241" name="PlaceHolder 3"/>
          <p:cNvSpPr>
            <a:spLocks noGrp="1"/>
          </p:cNvSpPr>
          <p:nvPr>
            <p:ph type="sldNum" idx="23"/>
          </p:nvPr>
        </p:nvSpPr>
        <p:spPr>
          <a:xfrm>
            <a:off x="3884760" y="8685360"/>
            <a:ext cx="2971440" cy="458280"/>
          </a:xfrm>
          <a:prstGeom prst="rect">
            <a:avLst/>
          </a:prstGeom>
          <a:noFill/>
          <a:ln w="0">
            <a:noFill/>
          </a:ln>
        </p:spPr>
        <p:txBody>
          <a:bodyPr anchor="b">
            <a:noAutofit/>
          </a:bodyPr>
          <a:p>
            <a:pPr indent="0">
              <a:buNone/>
            </a:pPr>
            <a:endParaRPr b="0" lang="en-US" sz="1200" spc="-1" strike="noStrike">
              <a:solidFill>
                <a:srgbClr val="000000"/>
              </a:solidFill>
              <a:latin typeface="+mn-lt"/>
              <a:ea typeface="+mn-ea"/>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2" name="PlaceHolder 1"/>
          <p:cNvSpPr>
            <a:spLocks noGrp="1"/>
          </p:cNvSpPr>
          <p:nvPr>
            <p:ph type="sldImg"/>
          </p:nvPr>
        </p:nvSpPr>
        <p:spPr>
          <a:xfrm>
            <a:off x="685800" y="1143000"/>
            <a:ext cx="5486040" cy="3085920"/>
          </a:xfrm>
          <a:prstGeom prst="rect">
            <a:avLst/>
          </a:prstGeom>
          <a:ln w="0">
            <a:noFill/>
          </a:ln>
        </p:spPr>
      </p:sp>
      <p:sp>
        <p:nvSpPr>
          <p:cNvPr id="243"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buNone/>
            </a:pPr>
            <a:endParaRPr b="0" lang="it-IT" sz="1800" spc="-1" strike="noStrike">
              <a:solidFill>
                <a:srgbClr val="000000"/>
              </a:solidFill>
              <a:latin typeface="Arial"/>
            </a:endParaRPr>
          </a:p>
        </p:txBody>
      </p:sp>
      <p:sp>
        <p:nvSpPr>
          <p:cNvPr id="244" name="PlaceHolder 3"/>
          <p:cNvSpPr>
            <a:spLocks noGrp="1"/>
          </p:cNvSpPr>
          <p:nvPr>
            <p:ph type="sldNum" idx="24"/>
          </p:nvPr>
        </p:nvSpPr>
        <p:spPr>
          <a:xfrm>
            <a:off x="3884760" y="8685360"/>
            <a:ext cx="2971440" cy="458280"/>
          </a:xfrm>
          <a:prstGeom prst="rect">
            <a:avLst/>
          </a:prstGeom>
          <a:noFill/>
          <a:ln w="0">
            <a:noFill/>
          </a:ln>
        </p:spPr>
        <p:txBody>
          <a:bodyPr anchor="b">
            <a:noAutofit/>
          </a:bodyPr>
          <a:p>
            <a:pPr indent="0">
              <a:buNone/>
            </a:pPr>
            <a:endParaRPr b="0" lang="en-US" sz="1200" spc="-1" strike="noStrike">
              <a:solidFill>
                <a:srgbClr val="000000"/>
              </a:solidFill>
              <a:latin typeface="+mn-lt"/>
              <a:ea typeface="+mn-ea"/>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5" name="PlaceHolder 1"/>
          <p:cNvSpPr>
            <a:spLocks noGrp="1"/>
          </p:cNvSpPr>
          <p:nvPr>
            <p:ph type="sldImg"/>
          </p:nvPr>
        </p:nvSpPr>
        <p:spPr>
          <a:xfrm>
            <a:off x="685800" y="1143000"/>
            <a:ext cx="5486040" cy="3085920"/>
          </a:xfrm>
          <a:prstGeom prst="rect">
            <a:avLst/>
          </a:prstGeom>
          <a:ln w="0">
            <a:noFill/>
          </a:ln>
        </p:spPr>
      </p:sp>
      <p:sp>
        <p:nvSpPr>
          <p:cNvPr id="246"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buNone/>
            </a:pPr>
            <a:endParaRPr b="0" lang="it-IT" sz="1800" spc="-1" strike="noStrike">
              <a:solidFill>
                <a:srgbClr val="000000"/>
              </a:solidFill>
              <a:latin typeface="Arial"/>
            </a:endParaRPr>
          </a:p>
        </p:txBody>
      </p:sp>
      <p:sp>
        <p:nvSpPr>
          <p:cNvPr id="247" name="PlaceHolder 3"/>
          <p:cNvSpPr>
            <a:spLocks noGrp="1"/>
          </p:cNvSpPr>
          <p:nvPr>
            <p:ph type="sldNum" idx="25"/>
          </p:nvPr>
        </p:nvSpPr>
        <p:spPr>
          <a:xfrm>
            <a:off x="3884760" y="8685360"/>
            <a:ext cx="2971440" cy="458280"/>
          </a:xfrm>
          <a:prstGeom prst="rect">
            <a:avLst/>
          </a:prstGeom>
          <a:noFill/>
          <a:ln w="0">
            <a:noFill/>
          </a:ln>
        </p:spPr>
        <p:txBody>
          <a:bodyPr anchor="b">
            <a:noAutofit/>
          </a:bodyPr>
          <a:p>
            <a:pPr indent="0">
              <a:buNone/>
            </a:pPr>
            <a:endParaRPr b="0" lang="en-US" sz="1200" spc="-1" strike="noStrike">
              <a:solidFill>
                <a:srgbClr val="000000"/>
              </a:solidFill>
              <a:latin typeface="+mn-lt"/>
              <a:ea typeface="+mn-ea"/>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8" name="PlaceHolder 1"/>
          <p:cNvSpPr>
            <a:spLocks noGrp="1"/>
          </p:cNvSpPr>
          <p:nvPr>
            <p:ph type="sldImg"/>
          </p:nvPr>
        </p:nvSpPr>
        <p:spPr>
          <a:xfrm>
            <a:off x="685800" y="1143000"/>
            <a:ext cx="5486040" cy="3085920"/>
          </a:xfrm>
          <a:prstGeom prst="rect">
            <a:avLst/>
          </a:prstGeom>
          <a:ln w="0">
            <a:noFill/>
          </a:ln>
        </p:spPr>
      </p:sp>
      <p:sp>
        <p:nvSpPr>
          <p:cNvPr id="249"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buNone/>
            </a:pPr>
            <a:endParaRPr b="0" lang="it-IT" sz="1800" spc="-1" strike="noStrike">
              <a:solidFill>
                <a:srgbClr val="000000"/>
              </a:solidFill>
              <a:latin typeface="Arial"/>
            </a:endParaRPr>
          </a:p>
        </p:txBody>
      </p:sp>
      <p:sp>
        <p:nvSpPr>
          <p:cNvPr id="250" name="PlaceHolder 3"/>
          <p:cNvSpPr>
            <a:spLocks noGrp="1"/>
          </p:cNvSpPr>
          <p:nvPr>
            <p:ph type="sldNum" idx="26"/>
          </p:nvPr>
        </p:nvSpPr>
        <p:spPr>
          <a:xfrm>
            <a:off x="3884760" y="8685360"/>
            <a:ext cx="2971440" cy="458280"/>
          </a:xfrm>
          <a:prstGeom prst="rect">
            <a:avLst/>
          </a:prstGeom>
          <a:noFill/>
          <a:ln w="0">
            <a:noFill/>
          </a:ln>
        </p:spPr>
        <p:txBody>
          <a:bodyPr anchor="b">
            <a:noAutofit/>
          </a:bodyPr>
          <a:p>
            <a:pPr indent="0">
              <a:buNone/>
            </a:pPr>
            <a:endParaRPr b="0" lang="en-US" sz="1200" spc="-1" strike="noStrike">
              <a:solidFill>
                <a:srgbClr val="000000"/>
              </a:solidFill>
              <a:latin typeface="+mn-lt"/>
              <a:ea typeface="+mn-ea"/>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1" name="PlaceHolder 1"/>
          <p:cNvSpPr>
            <a:spLocks noGrp="1"/>
          </p:cNvSpPr>
          <p:nvPr>
            <p:ph type="sldImg"/>
          </p:nvPr>
        </p:nvSpPr>
        <p:spPr>
          <a:xfrm>
            <a:off x="685800" y="1143000"/>
            <a:ext cx="5486040" cy="3085920"/>
          </a:xfrm>
          <a:prstGeom prst="rect">
            <a:avLst/>
          </a:prstGeom>
          <a:ln w="0">
            <a:noFill/>
          </a:ln>
        </p:spPr>
      </p:sp>
      <p:sp>
        <p:nvSpPr>
          <p:cNvPr id="252"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buNone/>
            </a:pPr>
            <a:endParaRPr b="0" lang="it-IT" sz="1800" spc="-1" strike="noStrike">
              <a:solidFill>
                <a:srgbClr val="000000"/>
              </a:solidFill>
              <a:latin typeface="Arial"/>
            </a:endParaRPr>
          </a:p>
        </p:txBody>
      </p:sp>
      <p:sp>
        <p:nvSpPr>
          <p:cNvPr id="253" name="PlaceHolder 3"/>
          <p:cNvSpPr>
            <a:spLocks noGrp="1"/>
          </p:cNvSpPr>
          <p:nvPr>
            <p:ph type="sldNum" idx="27"/>
          </p:nvPr>
        </p:nvSpPr>
        <p:spPr>
          <a:xfrm>
            <a:off x="3884760" y="8685360"/>
            <a:ext cx="2971440" cy="458280"/>
          </a:xfrm>
          <a:prstGeom prst="rect">
            <a:avLst/>
          </a:prstGeom>
          <a:noFill/>
          <a:ln w="0">
            <a:noFill/>
          </a:ln>
        </p:spPr>
        <p:txBody>
          <a:bodyPr anchor="b">
            <a:noAutofit/>
          </a:bodyPr>
          <a:p>
            <a:pPr indent="0">
              <a:buNone/>
            </a:pPr>
            <a:endParaRPr b="0" lang="en-US" sz="1200" spc="-1" strike="noStrike">
              <a:solidFill>
                <a:srgbClr val="000000"/>
              </a:solidFill>
              <a:latin typeface="+mn-lt"/>
              <a:ea typeface="+mn-ea"/>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4" name="PlaceHolder 1"/>
          <p:cNvSpPr>
            <a:spLocks noGrp="1"/>
          </p:cNvSpPr>
          <p:nvPr>
            <p:ph type="sldImg"/>
          </p:nvPr>
        </p:nvSpPr>
        <p:spPr>
          <a:xfrm>
            <a:off x="685800" y="1143000"/>
            <a:ext cx="5486040" cy="3085920"/>
          </a:xfrm>
          <a:prstGeom prst="rect">
            <a:avLst/>
          </a:prstGeom>
          <a:ln w="0">
            <a:noFill/>
          </a:ln>
        </p:spPr>
      </p:sp>
      <p:sp>
        <p:nvSpPr>
          <p:cNvPr id="255"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buNone/>
            </a:pPr>
            <a:endParaRPr b="0" lang="it-IT" sz="1800" spc="-1" strike="noStrike">
              <a:solidFill>
                <a:srgbClr val="000000"/>
              </a:solidFill>
              <a:latin typeface="Arial"/>
            </a:endParaRPr>
          </a:p>
        </p:txBody>
      </p:sp>
      <p:sp>
        <p:nvSpPr>
          <p:cNvPr id="256" name="PlaceHolder 3"/>
          <p:cNvSpPr>
            <a:spLocks noGrp="1"/>
          </p:cNvSpPr>
          <p:nvPr>
            <p:ph type="sldNum" idx="28"/>
          </p:nvPr>
        </p:nvSpPr>
        <p:spPr>
          <a:xfrm>
            <a:off x="3884760" y="8685360"/>
            <a:ext cx="2971440" cy="458280"/>
          </a:xfrm>
          <a:prstGeom prst="rect">
            <a:avLst/>
          </a:prstGeom>
          <a:noFill/>
          <a:ln w="0">
            <a:noFill/>
          </a:ln>
        </p:spPr>
        <p:txBody>
          <a:bodyPr anchor="b">
            <a:noAutofit/>
          </a:bodyPr>
          <a:p>
            <a:pPr indent="0">
              <a:buNone/>
            </a:pPr>
            <a:endParaRPr b="0" lang="en-US" sz="1200" spc="-1" strike="noStrike">
              <a:solidFill>
                <a:srgbClr val="000000"/>
              </a:solidFill>
              <a:latin typeface="+mn-lt"/>
              <a:ea typeface="+mn-ea"/>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7" name="PlaceHolder 1"/>
          <p:cNvSpPr>
            <a:spLocks noGrp="1"/>
          </p:cNvSpPr>
          <p:nvPr>
            <p:ph type="sldImg"/>
          </p:nvPr>
        </p:nvSpPr>
        <p:spPr>
          <a:xfrm>
            <a:off x="685800" y="1143000"/>
            <a:ext cx="5486040" cy="3085920"/>
          </a:xfrm>
          <a:prstGeom prst="rect">
            <a:avLst/>
          </a:prstGeom>
          <a:ln w="0">
            <a:noFill/>
          </a:ln>
        </p:spPr>
      </p:sp>
      <p:sp>
        <p:nvSpPr>
          <p:cNvPr id="258"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buNone/>
            </a:pPr>
            <a:endParaRPr b="0" lang="it-IT" sz="1800" spc="-1" strike="noStrike">
              <a:solidFill>
                <a:srgbClr val="000000"/>
              </a:solidFill>
              <a:latin typeface="Arial"/>
            </a:endParaRPr>
          </a:p>
        </p:txBody>
      </p:sp>
      <p:sp>
        <p:nvSpPr>
          <p:cNvPr id="259" name="PlaceHolder 3"/>
          <p:cNvSpPr>
            <a:spLocks noGrp="1"/>
          </p:cNvSpPr>
          <p:nvPr>
            <p:ph type="sldNum" idx="29"/>
          </p:nvPr>
        </p:nvSpPr>
        <p:spPr>
          <a:xfrm>
            <a:off x="3884760" y="8685360"/>
            <a:ext cx="2971440" cy="458280"/>
          </a:xfrm>
          <a:prstGeom prst="rect">
            <a:avLst/>
          </a:prstGeom>
          <a:noFill/>
          <a:ln w="0">
            <a:noFill/>
          </a:ln>
        </p:spPr>
        <p:txBody>
          <a:bodyPr anchor="b">
            <a:noAutofit/>
          </a:bodyPr>
          <a:p>
            <a:pPr indent="0">
              <a:buNone/>
            </a:pPr>
            <a:endParaRPr b="0" lang="en-US" sz="1200" spc="-1" strike="noStrike">
              <a:solidFill>
                <a:srgbClr val="000000"/>
              </a:solidFill>
              <a:latin typeface="+mn-lt"/>
              <a:ea typeface="+mn-ea"/>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0" name="PlaceHolder 1"/>
          <p:cNvSpPr>
            <a:spLocks noGrp="1"/>
          </p:cNvSpPr>
          <p:nvPr>
            <p:ph type="sldImg"/>
          </p:nvPr>
        </p:nvSpPr>
        <p:spPr>
          <a:xfrm>
            <a:off x="685800" y="1143000"/>
            <a:ext cx="5486040" cy="3085920"/>
          </a:xfrm>
          <a:prstGeom prst="rect">
            <a:avLst/>
          </a:prstGeom>
          <a:ln w="0">
            <a:noFill/>
          </a:ln>
        </p:spPr>
      </p:sp>
      <p:sp>
        <p:nvSpPr>
          <p:cNvPr id="261"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buNone/>
            </a:pPr>
            <a:endParaRPr b="0" lang="it-IT" sz="1800" spc="-1" strike="noStrike">
              <a:solidFill>
                <a:srgbClr val="000000"/>
              </a:solidFill>
              <a:latin typeface="Arial"/>
            </a:endParaRPr>
          </a:p>
        </p:txBody>
      </p:sp>
      <p:sp>
        <p:nvSpPr>
          <p:cNvPr id="262" name="PlaceHolder 3"/>
          <p:cNvSpPr>
            <a:spLocks noGrp="1"/>
          </p:cNvSpPr>
          <p:nvPr>
            <p:ph type="sldNum" idx="30"/>
          </p:nvPr>
        </p:nvSpPr>
        <p:spPr>
          <a:xfrm>
            <a:off x="3884760" y="8685360"/>
            <a:ext cx="2971440" cy="458280"/>
          </a:xfrm>
          <a:prstGeom prst="rect">
            <a:avLst/>
          </a:prstGeom>
          <a:noFill/>
          <a:ln w="0">
            <a:noFill/>
          </a:ln>
        </p:spPr>
        <p:txBody>
          <a:bodyPr anchor="b">
            <a:noAutofit/>
          </a:bodyPr>
          <a:p>
            <a:pPr indent="0">
              <a:buNone/>
            </a:pPr>
            <a:endParaRPr b="0" lang="en-US" sz="1200" spc="-1" strike="noStrike">
              <a:solidFill>
                <a:srgbClr val="000000"/>
              </a:solidFill>
              <a:latin typeface="+mn-lt"/>
              <a:ea typeface="+mn-ea"/>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3" name="PlaceHolder 1"/>
          <p:cNvSpPr>
            <a:spLocks noGrp="1"/>
          </p:cNvSpPr>
          <p:nvPr>
            <p:ph type="sldImg"/>
          </p:nvPr>
        </p:nvSpPr>
        <p:spPr>
          <a:xfrm>
            <a:off x="685800" y="1143000"/>
            <a:ext cx="5486040" cy="3085920"/>
          </a:xfrm>
          <a:prstGeom prst="rect">
            <a:avLst/>
          </a:prstGeom>
          <a:ln w="0">
            <a:noFill/>
          </a:ln>
        </p:spPr>
      </p:sp>
      <p:sp>
        <p:nvSpPr>
          <p:cNvPr id="264"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buNone/>
            </a:pPr>
            <a:endParaRPr b="0" lang="it-IT" sz="1800" spc="-1" strike="noStrike">
              <a:solidFill>
                <a:srgbClr val="000000"/>
              </a:solidFill>
              <a:latin typeface="Arial"/>
            </a:endParaRPr>
          </a:p>
        </p:txBody>
      </p:sp>
      <p:sp>
        <p:nvSpPr>
          <p:cNvPr id="265" name="PlaceHolder 3"/>
          <p:cNvSpPr>
            <a:spLocks noGrp="1"/>
          </p:cNvSpPr>
          <p:nvPr>
            <p:ph type="sldNum" idx="31"/>
          </p:nvPr>
        </p:nvSpPr>
        <p:spPr>
          <a:xfrm>
            <a:off x="3884760" y="8685360"/>
            <a:ext cx="2971440" cy="458280"/>
          </a:xfrm>
          <a:prstGeom prst="rect">
            <a:avLst/>
          </a:prstGeom>
          <a:noFill/>
          <a:ln w="0">
            <a:noFill/>
          </a:ln>
        </p:spPr>
        <p:txBody>
          <a:bodyPr anchor="b">
            <a:noAutofit/>
          </a:bodyPr>
          <a:p>
            <a:pPr indent="0">
              <a:buNone/>
            </a:pPr>
            <a:endParaRPr b="0" lang="en-US" sz="1200" spc="-1" strike="noStrike">
              <a:solidFill>
                <a:srgbClr val="000000"/>
              </a:solidFill>
              <a:latin typeface="+mn-lt"/>
              <a:ea typeface="+mn-ea"/>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6" name="PlaceHolder 1"/>
          <p:cNvSpPr>
            <a:spLocks noGrp="1"/>
          </p:cNvSpPr>
          <p:nvPr>
            <p:ph type="sldImg"/>
          </p:nvPr>
        </p:nvSpPr>
        <p:spPr>
          <a:xfrm>
            <a:off x="685800" y="1143000"/>
            <a:ext cx="5486040" cy="3085920"/>
          </a:xfrm>
          <a:prstGeom prst="rect">
            <a:avLst/>
          </a:prstGeom>
          <a:ln w="0">
            <a:noFill/>
          </a:ln>
        </p:spPr>
      </p:sp>
      <p:sp>
        <p:nvSpPr>
          <p:cNvPr id="267"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buNone/>
            </a:pPr>
            <a:endParaRPr b="0" lang="it-IT" sz="1800" spc="-1" strike="noStrike">
              <a:solidFill>
                <a:srgbClr val="000000"/>
              </a:solidFill>
              <a:latin typeface="Arial"/>
            </a:endParaRPr>
          </a:p>
        </p:txBody>
      </p:sp>
      <p:sp>
        <p:nvSpPr>
          <p:cNvPr id="268" name="PlaceHolder 3"/>
          <p:cNvSpPr>
            <a:spLocks noGrp="1"/>
          </p:cNvSpPr>
          <p:nvPr>
            <p:ph type="sldNum" idx="32"/>
          </p:nvPr>
        </p:nvSpPr>
        <p:spPr>
          <a:xfrm>
            <a:off x="3884760" y="8685360"/>
            <a:ext cx="2971440" cy="458280"/>
          </a:xfrm>
          <a:prstGeom prst="rect">
            <a:avLst/>
          </a:prstGeom>
          <a:noFill/>
          <a:ln w="0">
            <a:noFill/>
          </a:ln>
        </p:spPr>
        <p:txBody>
          <a:bodyPr anchor="b">
            <a:noAutofit/>
          </a:bodyPr>
          <a:p>
            <a:pPr indent="0">
              <a:buNone/>
            </a:pPr>
            <a:endParaRPr b="0" lang="en-US" sz="1200" spc="-1" strike="noStrike">
              <a:solidFill>
                <a:srgbClr val="000000"/>
              </a:solidFill>
              <a:latin typeface="+mn-lt"/>
              <a:ea typeface="+mn-ea"/>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9" name="PlaceHolder 1"/>
          <p:cNvSpPr>
            <a:spLocks noGrp="1"/>
          </p:cNvSpPr>
          <p:nvPr>
            <p:ph type="sldImg"/>
          </p:nvPr>
        </p:nvSpPr>
        <p:spPr>
          <a:xfrm>
            <a:off x="685800" y="1143000"/>
            <a:ext cx="5486040" cy="3085920"/>
          </a:xfrm>
          <a:prstGeom prst="rect">
            <a:avLst/>
          </a:prstGeom>
          <a:ln w="0">
            <a:noFill/>
          </a:ln>
        </p:spPr>
      </p:sp>
      <p:sp>
        <p:nvSpPr>
          <p:cNvPr id="270"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buNone/>
            </a:pPr>
            <a:endParaRPr b="0" lang="it-IT" sz="1800" spc="-1" strike="noStrike">
              <a:solidFill>
                <a:srgbClr val="000000"/>
              </a:solidFill>
              <a:latin typeface="Arial"/>
            </a:endParaRPr>
          </a:p>
        </p:txBody>
      </p:sp>
      <p:sp>
        <p:nvSpPr>
          <p:cNvPr id="271" name="PlaceHolder 3"/>
          <p:cNvSpPr>
            <a:spLocks noGrp="1"/>
          </p:cNvSpPr>
          <p:nvPr>
            <p:ph type="sldNum" idx="33"/>
          </p:nvPr>
        </p:nvSpPr>
        <p:spPr>
          <a:xfrm>
            <a:off x="3884760" y="8685360"/>
            <a:ext cx="2971440" cy="458280"/>
          </a:xfrm>
          <a:prstGeom prst="rect">
            <a:avLst/>
          </a:prstGeom>
          <a:noFill/>
          <a:ln w="0">
            <a:noFill/>
          </a:ln>
        </p:spPr>
        <p:txBody>
          <a:bodyPr anchor="b">
            <a:noAutofit/>
          </a:bodyPr>
          <a:p>
            <a:pPr indent="0">
              <a:buNone/>
            </a:pPr>
            <a:endParaRPr b="0" lang="en-US" sz="1200" spc="-1" strike="noStrike">
              <a:solidFill>
                <a:srgbClr val="000000"/>
              </a:solidFill>
              <a:latin typeface="+mn-lt"/>
              <a:ea typeface="+mn-ea"/>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2" name="PlaceHolder 1"/>
          <p:cNvSpPr>
            <a:spLocks noGrp="1"/>
          </p:cNvSpPr>
          <p:nvPr>
            <p:ph type="sldImg"/>
          </p:nvPr>
        </p:nvSpPr>
        <p:spPr>
          <a:xfrm>
            <a:off x="685800" y="1143000"/>
            <a:ext cx="5486040" cy="3085920"/>
          </a:xfrm>
          <a:prstGeom prst="rect">
            <a:avLst/>
          </a:prstGeom>
          <a:ln w="0">
            <a:noFill/>
          </a:ln>
        </p:spPr>
      </p:sp>
      <p:sp>
        <p:nvSpPr>
          <p:cNvPr id="273"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buNone/>
            </a:pPr>
            <a:endParaRPr b="0" lang="it-IT" sz="1800" spc="-1" strike="noStrike">
              <a:solidFill>
                <a:srgbClr val="000000"/>
              </a:solidFill>
              <a:latin typeface="Arial"/>
            </a:endParaRPr>
          </a:p>
        </p:txBody>
      </p:sp>
      <p:sp>
        <p:nvSpPr>
          <p:cNvPr id="274" name="PlaceHolder 3"/>
          <p:cNvSpPr>
            <a:spLocks noGrp="1"/>
          </p:cNvSpPr>
          <p:nvPr>
            <p:ph type="sldNum" idx="34"/>
          </p:nvPr>
        </p:nvSpPr>
        <p:spPr>
          <a:xfrm>
            <a:off x="3884760" y="8685360"/>
            <a:ext cx="2971440" cy="458280"/>
          </a:xfrm>
          <a:prstGeom prst="rect">
            <a:avLst/>
          </a:prstGeom>
          <a:noFill/>
          <a:ln w="0">
            <a:noFill/>
          </a:ln>
        </p:spPr>
        <p:txBody>
          <a:bodyPr anchor="b">
            <a:noAutofit/>
          </a:bodyPr>
          <a:p>
            <a:pPr indent="0">
              <a:buNone/>
            </a:pPr>
            <a:endParaRPr b="0" lang="en-US" sz="1200" spc="-1" strike="noStrike">
              <a:solidFill>
                <a:srgbClr val="000000"/>
              </a:solidFill>
              <a:latin typeface="+mn-lt"/>
              <a:ea typeface="+mn-ea"/>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5" name="PlaceHolder 1"/>
          <p:cNvSpPr>
            <a:spLocks noGrp="1"/>
          </p:cNvSpPr>
          <p:nvPr>
            <p:ph type="sldImg"/>
          </p:nvPr>
        </p:nvSpPr>
        <p:spPr>
          <a:xfrm>
            <a:off x="685800" y="1143000"/>
            <a:ext cx="5486040" cy="3085920"/>
          </a:xfrm>
          <a:prstGeom prst="rect">
            <a:avLst/>
          </a:prstGeom>
          <a:ln w="0">
            <a:noFill/>
          </a:ln>
        </p:spPr>
      </p:sp>
      <p:sp>
        <p:nvSpPr>
          <p:cNvPr id="276"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buNone/>
            </a:pPr>
            <a:endParaRPr b="0" lang="it-IT" sz="1800" spc="-1" strike="noStrike">
              <a:solidFill>
                <a:srgbClr val="000000"/>
              </a:solidFill>
              <a:latin typeface="Arial"/>
            </a:endParaRPr>
          </a:p>
        </p:txBody>
      </p:sp>
      <p:sp>
        <p:nvSpPr>
          <p:cNvPr id="277" name="PlaceHolder 3"/>
          <p:cNvSpPr>
            <a:spLocks noGrp="1"/>
          </p:cNvSpPr>
          <p:nvPr>
            <p:ph type="sldNum" idx="35"/>
          </p:nvPr>
        </p:nvSpPr>
        <p:spPr>
          <a:xfrm>
            <a:off x="3884760" y="8685360"/>
            <a:ext cx="2971440" cy="458280"/>
          </a:xfrm>
          <a:prstGeom prst="rect">
            <a:avLst/>
          </a:prstGeom>
          <a:noFill/>
          <a:ln w="0">
            <a:noFill/>
          </a:ln>
        </p:spPr>
        <p:txBody>
          <a:bodyPr anchor="b">
            <a:noAutofit/>
          </a:bodyPr>
          <a:p>
            <a:pPr indent="0">
              <a:buNone/>
            </a:pPr>
            <a:endParaRPr b="0" lang="en-US" sz="1200" spc="-1" strike="noStrike">
              <a:solidFill>
                <a:srgbClr val="000000"/>
              </a:solidFill>
              <a:latin typeface="+mn-lt"/>
              <a:ea typeface="+mn-ea"/>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8" name="PlaceHolder 1"/>
          <p:cNvSpPr>
            <a:spLocks noGrp="1"/>
          </p:cNvSpPr>
          <p:nvPr>
            <p:ph type="sldImg"/>
          </p:nvPr>
        </p:nvSpPr>
        <p:spPr>
          <a:xfrm>
            <a:off x="685800" y="1143000"/>
            <a:ext cx="5486040" cy="3085920"/>
          </a:xfrm>
          <a:prstGeom prst="rect">
            <a:avLst/>
          </a:prstGeom>
          <a:ln w="0">
            <a:noFill/>
          </a:ln>
        </p:spPr>
      </p:sp>
      <p:sp>
        <p:nvSpPr>
          <p:cNvPr id="279"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buNone/>
            </a:pPr>
            <a:endParaRPr b="0" lang="it-IT" sz="1800" spc="-1" strike="noStrike">
              <a:solidFill>
                <a:srgbClr val="000000"/>
              </a:solidFill>
              <a:latin typeface="Arial"/>
            </a:endParaRPr>
          </a:p>
        </p:txBody>
      </p:sp>
      <p:sp>
        <p:nvSpPr>
          <p:cNvPr id="280" name="PlaceHolder 3"/>
          <p:cNvSpPr>
            <a:spLocks noGrp="1"/>
          </p:cNvSpPr>
          <p:nvPr>
            <p:ph type="sldNum" idx="36"/>
          </p:nvPr>
        </p:nvSpPr>
        <p:spPr>
          <a:xfrm>
            <a:off x="3884760" y="8685360"/>
            <a:ext cx="2971440" cy="458280"/>
          </a:xfrm>
          <a:prstGeom prst="rect">
            <a:avLst/>
          </a:prstGeom>
          <a:noFill/>
          <a:ln w="0">
            <a:noFill/>
          </a:ln>
        </p:spPr>
        <p:txBody>
          <a:bodyPr anchor="b">
            <a:noAutofit/>
          </a:bodyPr>
          <a:p>
            <a:pPr indent="0">
              <a:buNone/>
            </a:pPr>
            <a:endParaRPr b="0" lang="en-US" sz="1200" spc="-1" strike="noStrike">
              <a:solidFill>
                <a:srgbClr val="000000"/>
              </a:solidFill>
              <a:latin typeface="+mn-lt"/>
              <a:ea typeface="+mn-ea"/>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1" name="PlaceHolder 1"/>
          <p:cNvSpPr>
            <a:spLocks noGrp="1"/>
          </p:cNvSpPr>
          <p:nvPr>
            <p:ph type="sldImg"/>
          </p:nvPr>
        </p:nvSpPr>
        <p:spPr>
          <a:xfrm>
            <a:off x="685800" y="1143000"/>
            <a:ext cx="5486040" cy="3085920"/>
          </a:xfrm>
          <a:prstGeom prst="rect">
            <a:avLst/>
          </a:prstGeom>
          <a:ln w="0">
            <a:noFill/>
          </a:ln>
        </p:spPr>
      </p:sp>
      <p:sp>
        <p:nvSpPr>
          <p:cNvPr id="282"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buNone/>
            </a:pPr>
            <a:endParaRPr b="0" lang="it-IT" sz="1800" spc="-1" strike="noStrike">
              <a:solidFill>
                <a:srgbClr val="000000"/>
              </a:solidFill>
              <a:latin typeface="Arial"/>
            </a:endParaRPr>
          </a:p>
        </p:txBody>
      </p:sp>
      <p:sp>
        <p:nvSpPr>
          <p:cNvPr id="283" name="PlaceHolder 3"/>
          <p:cNvSpPr>
            <a:spLocks noGrp="1"/>
          </p:cNvSpPr>
          <p:nvPr>
            <p:ph type="sldNum" idx="37"/>
          </p:nvPr>
        </p:nvSpPr>
        <p:spPr>
          <a:xfrm>
            <a:off x="3884760" y="8685360"/>
            <a:ext cx="2971440" cy="458280"/>
          </a:xfrm>
          <a:prstGeom prst="rect">
            <a:avLst/>
          </a:prstGeom>
          <a:noFill/>
          <a:ln w="0">
            <a:noFill/>
          </a:ln>
        </p:spPr>
        <p:txBody>
          <a:bodyPr anchor="b">
            <a:noAutofit/>
          </a:bodyPr>
          <a:p>
            <a:pPr indent="0">
              <a:buNone/>
            </a:pPr>
            <a:endParaRPr b="0" lang="en-US" sz="1200" spc="-1" strike="noStrike">
              <a:solidFill>
                <a:srgbClr val="000000"/>
              </a:solidFill>
              <a:latin typeface="+mn-lt"/>
              <a:ea typeface="+mn-ea"/>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4" name="PlaceHolder 1"/>
          <p:cNvSpPr>
            <a:spLocks noGrp="1"/>
          </p:cNvSpPr>
          <p:nvPr>
            <p:ph type="sldImg"/>
          </p:nvPr>
        </p:nvSpPr>
        <p:spPr>
          <a:xfrm>
            <a:off x="685800" y="1143000"/>
            <a:ext cx="5486040" cy="3085920"/>
          </a:xfrm>
          <a:prstGeom prst="rect">
            <a:avLst/>
          </a:prstGeom>
          <a:ln w="0">
            <a:noFill/>
          </a:ln>
        </p:spPr>
      </p:sp>
      <p:sp>
        <p:nvSpPr>
          <p:cNvPr id="285"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buNone/>
            </a:pPr>
            <a:endParaRPr b="0" lang="it-IT" sz="1800" spc="-1" strike="noStrike">
              <a:solidFill>
                <a:srgbClr val="000000"/>
              </a:solidFill>
              <a:latin typeface="Arial"/>
            </a:endParaRPr>
          </a:p>
        </p:txBody>
      </p:sp>
      <p:sp>
        <p:nvSpPr>
          <p:cNvPr id="286" name="PlaceHolder 3"/>
          <p:cNvSpPr>
            <a:spLocks noGrp="1"/>
          </p:cNvSpPr>
          <p:nvPr>
            <p:ph type="sldNum" idx="38"/>
          </p:nvPr>
        </p:nvSpPr>
        <p:spPr>
          <a:xfrm>
            <a:off x="3884760" y="8685360"/>
            <a:ext cx="2971440" cy="458280"/>
          </a:xfrm>
          <a:prstGeom prst="rect">
            <a:avLst/>
          </a:prstGeom>
          <a:noFill/>
          <a:ln w="0">
            <a:noFill/>
          </a:ln>
        </p:spPr>
        <p:txBody>
          <a:bodyPr anchor="b">
            <a:noAutofit/>
          </a:bodyPr>
          <a:p>
            <a:pPr indent="0">
              <a:buNone/>
            </a:pPr>
            <a:endParaRPr b="0" lang="en-US" sz="1200" spc="-1" strike="noStrike">
              <a:solidFill>
                <a:srgbClr val="000000"/>
              </a:solidFill>
              <a:latin typeface="+mn-lt"/>
              <a:ea typeface="+mn-ea"/>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7" name="PlaceHolder 1"/>
          <p:cNvSpPr>
            <a:spLocks noGrp="1"/>
          </p:cNvSpPr>
          <p:nvPr>
            <p:ph type="sldImg"/>
          </p:nvPr>
        </p:nvSpPr>
        <p:spPr>
          <a:xfrm>
            <a:off x="685800" y="1143000"/>
            <a:ext cx="5486040" cy="3085920"/>
          </a:xfrm>
          <a:prstGeom prst="rect">
            <a:avLst/>
          </a:prstGeom>
          <a:ln w="0">
            <a:noFill/>
          </a:ln>
        </p:spPr>
      </p:sp>
      <p:sp>
        <p:nvSpPr>
          <p:cNvPr id="288"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buNone/>
            </a:pPr>
            <a:endParaRPr b="0" lang="it-IT" sz="1800" spc="-1" strike="noStrike">
              <a:solidFill>
                <a:srgbClr val="000000"/>
              </a:solidFill>
              <a:latin typeface="Arial"/>
            </a:endParaRPr>
          </a:p>
        </p:txBody>
      </p:sp>
      <p:sp>
        <p:nvSpPr>
          <p:cNvPr id="289" name="PlaceHolder 3"/>
          <p:cNvSpPr>
            <a:spLocks noGrp="1"/>
          </p:cNvSpPr>
          <p:nvPr>
            <p:ph type="sldNum" idx="39"/>
          </p:nvPr>
        </p:nvSpPr>
        <p:spPr>
          <a:xfrm>
            <a:off x="3884760" y="8685360"/>
            <a:ext cx="2971440" cy="458280"/>
          </a:xfrm>
          <a:prstGeom prst="rect">
            <a:avLst/>
          </a:prstGeom>
          <a:noFill/>
          <a:ln w="0">
            <a:noFill/>
          </a:ln>
        </p:spPr>
        <p:txBody>
          <a:bodyPr anchor="b">
            <a:noAutofit/>
          </a:bodyPr>
          <a:p>
            <a:pPr indent="0">
              <a:buNone/>
            </a:pPr>
            <a:endParaRPr b="0" lang="en-US" sz="1200" spc="-1" strike="noStrike">
              <a:solidFill>
                <a:srgbClr val="000000"/>
              </a:solidFill>
              <a:latin typeface="+mn-lt"/>
              <a:ea typeface="+mn-ea"/>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0" name="PlaceHolder 1"/>
          <p:cNvSpPr>
            <a:spLocks noGrp="1"/>
          </p:cNvSpPr>
          <p:nvPr>
            <p:ph type="sldImg"/>
          </p:nvPr>
        </p:nvSpPr>
        <p:spPr>
          <a:xfrm>
            <a:off x="685800" y="1143000"/>
            <a:ext cx="5486040" cy="3085920"/>
          </a:xfrm>
          <a:prstGeom prst="rect">
            <a:avLst/>
          </a:prstGeom>
          <a:ln w="0">
            <a:noFill/>
          </a:ln>
        </p:spPr>
      </p:sp>
      <p:sp>
        <p:nvSpPr>
          <p:cNvPr id="291"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buNone/>
            </a:pPr>
            <a:endParaRPr b="0" lang="it-IT" sz="1800" spc="-1" strike="noStrike">
              <a:solidFill>
                <a:srgbClr val="000000"/>
              </a:solidFill>
              <a:latin typeface="Arial"/>
            </a:endParaRPr>
          </a:p>
        </p:txBody>
      </p:sp>
      <p:sp>
        <p:nvSpPr>
          <p:cNvPr id="292" name="PlaceHolder 3"/>
          <p:cNvSpPr>
            <a:spLocks noGrp="1"/>
          </p:cNvSpPr>
          <p:nvPr>
            <p:ph type="sldNum" idx="40"/>
          </p:nvPr>
        </p:nvSpPr>
        <p:spPr>
          <a:xfrm>
            <a:off x="3884760" y="8685360"/>
            <a:ext cx="2971440" cy="458280"/>
          </a:xfrm>
          <a:prstGeom prst="rect">
            <a:avLst/>
          </a:prstGeom>
          <a:noFill/>
          <a:ln w="0">
            <a:noFill/>
          </a:ln>
        </p:spPr>
        <p:txBody>
          <a:bodyPr anchor="b">
            <a:noAutofit/>
          </a:bodyPr>
          <a:p>
            <a:pPr indent="0">
              <a:buNone/>
            </a:pPr>
            <a:endParaRPr b="0" lang="en-US" sz="1200" spc="-1" strike="noStrike">
              <a:solidFill>
                <a:srgbClr val="000000"/>
              </a:solidFill>
              <a:latin typeface="+mn-lt"/>
              <a:ea typeface="+mn-ea"/>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3" name="PlaceHolder 1"/>
          <p:cNvSpPr>
            <a:spLocks noGrp="1"/>
          </p:cNvSpPr>
          <p:nvPr>
            <p:ph type="sldImg"/>
          </p:nvPr>
        </p:nvSpPr>
        <p:spPr>
          <a:xfrm>
            <a:off x="685800" y="1143000"/>
            <a:ext cx="5486040" cy="3085920"/>
          </a:xfrm>
          <a:prstGeom prst="rect">
            <a:avLst/>
          </a:prstGeom>
          <a:ln w="0">
            <a:noFill/>
          </a:ln>
        </p:spPr>
      </p:sp>
      <p:sp>
        <p:nvSpPr>
          <p:cNvPr id="294"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buNone/>
            </a:pPr>
            <a:endParaRPr b="0" lang="it-IT" sz="1800" spc="-1" strike="noStrike">
              <a:solidFill>
                <a:srgbClr val="000000"/>
              </a:solidFill>
              <a:latin typeface="Arial"/>
            </a:endParaRPr>
          </a:p>
        </p:txBody>
      </p:sp>
      <p:sp>
        <p:nvSpPr>
          <p:cNvPr id="295" name="PlaceHolder 3"/>
          <p:cNvSpPr>
            <a:spLocks noGrp="1"/>
          </p:cNvSpPr>
          <p:nvPr>
            <p:ph type="sldNum" idx="41"/>
          </p:nvPr>
        </p:nvSpPr>
        <p:spPr>
          <a:xfrm>
            <a:off x="3884760" y="8685360"/>
            <a:ext cx="2971440" cy="458280"/>
          </a:xfrm>
          <a:prstGeom prst="rect">
            <a:avLst/>
          </a:prstGeom>
          <a:noFill/>
          <a:ln w="0">
            <a:noFill/>
          </a:ln>
        </p:spPr>
        <p:txBody>
          <a:bodyPr anchor="b">
            <a:noAutofit/>
          </a:bodyPr>
          <a:p>
            <a:pPr indent="0">
              <a:buNone/>
            </a:pPr>
            <a:endParaRPr b="0" lang="en-US" sz="1200" spc="-1" strike="noStrike">
              <a:solidFill>
                <a:srgbClr val="000000"/>
              </a:solidFill>
              <a:latin typeface="+mn-lt"/>
              <a:ea typeface="+mn-ea"/>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6" name="PlaceHolder 1"/>
          <p:cNvSpPr>
            <a:spLocks noGrp="1"/>
          </p:cNvSpPr>
          <p:nvPr>
            <p:ph type="sldImg"/>
          </p:nvPr>
        </p:nvSpPr>
        <p:spPr>
          <a:xfrm>
            <a:off x="685800" y="1143000"/>
            <a:ext cx="5486040" cy="3085920"/>
          </a:xfrm>
          <a:prstGeom prst="rect">
            <a:avLst/>
          </a:prstGeom>
          <a:ln w="0">
            <a:noFill/>
          </a:ln>
        </p:spPr>
      </p:sp>
      <p:sp>
        <p:nvSpPr>
          <p:cNvPr id="297"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buNone/>
            </a:pPr>
            <a:endParaRPr b="0" lang="it-IT" sz="1800" spc="-1" strike="noStrike">
              <a:solidFill>
                <a:srgbClr val="000000"/>
              </a:solidFill>
              <a:latin typeface="Arial"/>
            </a:endParaRPr>
          </a:p>
        </p:txBody>
      </p:sp>
      <p:sp>
        <p:nvSpPr>
          <p:cNvPr id="298" name="PlaceHolder 3"/>
          <p:cNvSpPr>
            <a:spLocks noGrp="1"/>
          </p:cNvSpPr>
          <p:nvPr>
            <p:ph type="sldNum" idx="42"/>
          </p:nvPr>
        </p:nvSpPr>
        <p:spPr>
          <a:xfrm>
            <a:off x="3884760" y="8685360"/>
            <a:ext cx="2971440" cy="458280"/>
          </a:xfrm>
          <a:prstGeom prst="rect">
            <a:avLst/>
          </a:prstGeom>
          <a:noFill/>
          <a:ln w="0">
            <a:noFill/>
          </a:ln>
        </p:spPr>
        <p:txBody>
          <a:bodyPr anchor="b">
            <a:noAutofit/>
          </a:bodyPr>
          <a:p>
            <a:pPr indent="0">
              <a:buNone/>
            </a:pPr>
            <a:endParaRPr b="0" lang="en-US" sz="1200" spc="-1" strike="noStrike">
              <a:solidFill>
                <a:srgbClr val="000000"/>
              </a:solidFill>
              <a:latin typeface="+mn-lt"/>
              <a:ea typeface="+mn-ea"/>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9" name="PlaceHolder 1"/>
          <p:cNvSpPr>
            <a:spLocks noGrp="1"/>
          </p:cNvSpPr>
          <p:nvPr>
            <p:ph type="sldImg"/>
          </p:nvPr>
        </p:nvSpPr>
        <p:spPr>
          <a:xfrm>
            <a:off x="685800" y="1143000"/>
            <a:ext cx="5486040" cy="3085920"/>
          </a:xfrm>
          <a:prstGeom prst="rect">
            <a:avLst/>
          </a:prstGeom>
          <a:ln w="0">
            <a:noFill/>
          </a:ln>
        </p:spPr>
      </p:sp>
      <p:sp>
        <p:nvSpPr>
          <p:cNvPr id="300"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buNone/>
            </a:pPr>
            <a:endParaRPr b="0" lang="it-IT" sz="1800" spc="-1" strike="noStrike">
              <a:solidFill>
                <a:srgbClr val="000000"/>
              </a:solidFill>
              <a:latin typeface="Arial"/>
            </a:endParaRPr>
          </a:p>
        </p:txBody>
      </p:sp>
      <p:sp>
        <p:nvSpPr>
          <p:cNvPr id="301" name="PlaceHolder 3"/>
          <p:cNvSpPr>
            <a:spLocks noGrp="1"/>
          </p:cNvSpPr>
          <p:nvPr>
            <p:ph type="sldNum" idx="43"/>
          </p:nvPr>
        </p:nvSpPr>
        <p:spPr>
          <a:xfrm>
            <a:off x="3884760" y="8685360"/>
            <a:ext cx="2971440" cy="458280"/>
          </a:xfrm>
          <a:prstGeom prst="rect">
            <a:avLst/>
          </a:prstGeom>
          <a:noFill/>
          <a:ln w="0">
            <a:noFill/>
          </a:ln>
        </p:spPr>
        <p:txBody>
          <a:bodyPr anchor="b">
            <a:noAutofit/>
          </a:bodyPr>
          <a:p>
            <a:pPr indent="0">
              <a:buNone/>
            </a:pPr>
            <a:endParaRPr b="0" lang="en-US" sz="1200" spc="-1" strike="noStrike">
              <a:solidFill>
                <a:srgbClr val="000000"/>
              </a:solidFill>
              <a:latin typeface="+mn-lt"/>
              <a:ea typeface="+mn-ea"/>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2" name="PlaceHolder 1"/>
          <p:cNvSpPr>
            <a:spLocks noGrp="1"/>
          </p:cNvSpPr>
          <p:nvPr>
            <p:ph type="sldImg"/>
          </p:nvPr>
        </p:nvSpPr>
        <p:spPr>
          <a:xfrm>
            <a:off x="685800" y="1143000"/>
            <a:ext cx="5486040" cy="3085920"/>
          </a:xfrm>
          <a:prstGeom prst="rect">
            <a:avLst/>
          </a:prstGeom>
          <a:ln w="0">
            <a:noFill/>
          </a:ln>
        </p:spPr>
      </p:sp>
      <p:sp>
        <p:nvSpPr>
          <p:cNvPr id="303"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buNone/>
            </a:pPr>
            <a:endParaRPr b="0" lang="it-IT" sz="1800" spc="-1" strike="noStrike">
              <a:solidFill>
                <a:srgbClr val="000000"/>
              </a:solidFill>
              <a:latin typeface="Arial"/>
            </a:endParaRPr>
          </a:p>
        </p:txBody>
      </p:sp>
      <p:sp>
        <p:nvSpPr>
          <p:cNvPr id="304" name="PlaceHolder 3"/>
          <p:cNvSpPr>
            <a:spLocks noGrp="1"/>
          </p:cNvSpPr>
          <p:nvPr>
            <p:ph type="sldNum" idx="44"/>
          </p:nvPr>
        </p:nvSpPr>
        <p:spPr>
          <a:xfrm>
            <a:off x="3884760" y="8685360"/>
            <a:ext cx="2971440" cy="458280"/>
          </a:xfrm>
          <a:prstGeom prst="rect">
            <a:avLst/>
          </a:prstGeom>
          <a:noFill/>
          <a:ln w="0">
            <a:noFill/>
          </a:ln>
        </p:spPr>
        <p:txBody>
          <a:bodyPr anchor="b">
            <a:noAutofit/>
          </a:bodyPr>
          <a:p>
            <a:pPr indent="0">
              <a:buNone/>
            </a:pPr>
            <a:endParaRPr b="0" lang="en-US" sz="1200" spc="-1" strike="noStrike">
              <a:solidFill>
                <a:srgbClr val="000000"/>
              </a:solidFill>
              <a:latin typeface="+mn-lt"/>
              <a:ea typeface="+mn-ea"/>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5" name="PlaceHolder 1"/>
          <p:cNvSpPr>
            <a:spLocks noGrp="1"/>
          </p:cNvSpPr>
          <p:nvPr>
            <p:ph type="sldImg"/>
          </p:nvPr>
        </p:nvSpPr>
        <p:spPr>
          <a:xfrm>
            <a:off x="685800" y="1143000"/>
            <a:ext cx="5486040" cy="3085920"/>
          </a:xfrm>
          <a:prstGeom prst="rect">
            <a:avLst/>
          </a:prstGeom>
          <a:ln w="0">
            <a:noFill/>
          </a:ln>
        </p:spPr>
      </p:sp>
      <p:sp>
        <p:nvSpPr>
          <p:cNvPr id="306"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buNone/>
            </a:pPr>
            <a:endParaRPr b="0" lang="it-IT" sz="1800" spc="-1" strike="noStrike">
              <a:solidFill>
                <a:srgbClr val="000000"/>
              </a:solidFill>
              <a:latin typeface="Arial"/>
            </a:endParaRPr>
          </a:p>
        </p:txBody>
      </p:sp>
      <p:sp>
        <p:nvSpPr>
          <p:cNvPr id="307" name="PlaceHolder 3"/>
          <p:cNvSpPr>
            <a:spLocks noGrp="1"/>
          </p:cNvSpPr>
          <p:nvPr>
            <p:ph type="sldNum" idx="45"/>
          </p:nvPr>
        </p:nvSpPr>
        <p:spPr>
          <a:xfrm>
            <a:off x="3884760" y="8685360"/>
            <a:ext cx="2971440" cy="458280"/>
          </a:xfrm>
          <a:prstGeom prst="rect">
            <a:avLst/>
          </a:prstGeom>
          <a:noFill/>
          <a:ln w="0">
            <a:noFill/>
          </a:ln>
        </p:spPr>
        <p:txBody>
          <a:bodyPr anchor="b">
            <a:noAutofit/>
          </a:bodyPr>
          <a:p>
            <a:pPr indent="0">
              <a:buNone/>
            </a:pPr>
            <a:endParaRPr b="0" lang="en-US" sz="1200" spc="-1" strike="noStrike">
              <a:solidFill>
                <a:srgbClr val="000000"/>
              </a:solidFill>
              <a:latin typeface="+mn-lt"/>
              <a:ea typeface="+mn-ea"/>
            </a:endParaRP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8" name="PlaceHolder 1"/>
          <p:cNvSpPr>
            <a:spLocks noGrp="1"/>
          </p:cNvSpPr>
          <p:nvPr>
            <p:ph type="sldImg"/>
          </p:nvPr>
        </p:nvSpPr>
        <p:spPr>
          <a:xfrm>
            <a:off x="685800" y="1143000"/>
            <a:ext cx="5486040" cy="3085920"/>
          </a:xfrm>
          <a:prstGeom prst="rect">
            <a:avLst/>
          </a:prstGeom>
          <a:ln w="0">
            <a:noFill/>
          </a:ln>
        </p:spPr>
      </p:sp>
      <p:sp>
        <p:nvSpPr>
          <p:cNvPr id="309"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buNone/>
            </a:pPr>
            <a:endParaRPr b="0" lang="it-IT" sz="1800" spc="-1" strike="noStrike">
              <a:solidFill>
                <a:srgbClr val="000000"/>
              </a:solidFill>
              <a:latin typeface="Arial"/>
            </a:endParaRPr>
          </a:p>
        </p:txBody>
      </p:sp>
      <p:sp>
        <p:nvSpPr>
          <p:cNvPr id="310" name="PlaceHolder 3"/>
          <p:cNvSpPr>
            <a:spLocks noGrp="1"/>
          </p:cNvSpPr>
          <p:nvPr>
            <p:ph type="sldNum" idx="46"/>
          </p:nvPr>
        </p:nvSpPr>
        <p:spPr>
          <a:xfrm>
            <a:off x="3884760" y="8685360"/>
            <a:ext cx="2971440" cy="458280"/>
          </a:xfrm>
          <a:prstGeom prst="rect">
            <a:avLst/>
          </a:prstGeom>
          <a:noFill/>
          <a:ln w="0">
            <a:noFill/>
          </a:ln>
        </p:spPr>
        <p:txBody>
          <a:bodyPr anchor="b">
            <a:noAutofit/>
          </a:bodyPr>
          <a:p>
            <a:pPr indent="0">
              <a:buNone/>
            </a:pPr>
            <a:endParaRPr b="0" lang="en-US" sz="1200" spc="-1" strike="noStrike">
              <a:solidFill>
                <a:srgbClr val="000000"/>
              </a:solidFill>
              <a:latin typeface="+mn-lt"/>
              <a:ea typeface="+mn-ea"/>
            </a:endParaRPr>
          </a:p>
        </p:txBody>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1" name="PlaceHolder 1"/>
          <p:cNvSpPr>
            <a:spLocks noGrp="1"/>
          </p:cNvSpPr>
          <p:nvPr>
            <p:ph type="sldImg"/>
          </p:nvPr>
        </p:nvSpPr>
        <p:spPr>
          <a:xfrm>
            <a:off x="685800" y="1143000"/>
            <a:ext cx="5486040" cy="3085920"/>
          </a:xfrm>
          <a:prstGeom prst="rect">
            <a:avLst/>
          </a:prstGeom>
          <a:ln w="0">
            <a:noFill/>
          </a:ln>
        </p:spPr>
      </p:sp>
      <p:sp>
        <p:nvSpPr>
          <p:cNvPr id="312"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buNone/>
            </a:pPr>
            <a:endParaRPr b="0" lang="it-IT" sz="1800" spc="-1" strike="noStrike">
              <a:solidFill>
                <a:srgbClr val="000000"/>
              </a:solidFill>
              <a:latin typeface="Arial"/>
            </a:endParaRPr>
          </a:p>
        </p:txBody>
      </p:sp>
      <p:sp>
        <p:nvSpPr>
          <p:cNvPr id="313" name="PlaceHolder 3"/>
          <p:cNvSpPr>
            <a:spLocks noGrp="1"/>
          </p:cNvSpPr>
          <p:nvPr>
            <p:ph type="sldNum" idx="47"/>
          </p:nvPr>
        </p:nvSpPr>
        <p:spPr>
          <a:xfrm>
            <a:off x="3884760" y="8685360"/>
            <a:ext cx="2971440" cy="458280"/>
          </a:xfrm>
          <a:prstGeom prst="rect">
            <a:avLst/>
          </a:prstGeom>
          <a:noFill/>
          <a:ln w="0">
            <a:noFill/>
          </a:ln>
        </p:spPr>
        <p:txBody>
          <a:bodyPr anchor="b">
            <a:noAutofit/>
          </a:bodyPr>
          <a:p>
            <a:pPr indent="0">
              <a:buNone/>
            </a:pPr>
            <a:endParaRPr b="0" lang="en-US" sz="1200" spc="-1" strike="noStrike">
              <a:solidFill>
                <a:srgbClr val="000000"/>
              </a:solidFill>
              <a:latin typeface="+mn-lt"/>
              <a:ea typeface="+mn-ea"/>
            </a:endParaRPr>
          </a:p>
        </p:txBody>
      </p:sp>
    </p:spTree>
  </p:cSld>
</p:notes>
</file>

<file path=ppt/notesSlides/notesSlide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4" name="PlaceHolder 1"/>
          <p:cNvSpPr>
            <a:spLocks noGrp="1"/>
          </p:cNvSpPr>
          <p:nvPr>
            <p:ph type="sldImg"/>
          </p:nvPr>
        </p:nvSpPr>
        <p:spPr>
          <a:xfrm>
            <a:off x="685800" y="1143000"/>
            <a:ext cx="5486040" cy="3085920"/>
          </a:xfrm>
          <a:prstGeom prst="rect">
            <a:avLst/>
          </a:prstGeom>
          <a:ln w="0">
            <a:noFill/>
          </a:ln>
        </p:spPr>
      </p:sp>
      <p:sp>
        <p:nvSpPr>
          <p:cNvPr id="315"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buNone/>
            </a:pPr>
            <a:endParaRPr b="0" lang="it-IT" sz="1800" spc="-1" strike="noStrike">
              <a:solidFill>
                <a:srgbClr val="000000"/>
              </a:solidFill>
              <a:latin typeface="Arial"/>
            </a:endParaRPr>
          </a:p>
        </p:txBody>
      </p:sp>
      <p:sp>
        <p:nvSpPr>
          <p:cNvPr id="316" name="PlaceHolder 3"/>
          <p:cNvSpPr>
            <a:spLocks noGrp="1"/>
          </p:cNvSpPr>
          <p:nvPr>
            <p:ph type="sldNum" idx="48"/>
          </p:nvPr>
        </p:nvSpPr>
        <p:spPr>
          <a:xfrm>
            <a:off x="3884760" y="8685360"/>
            <a:ext cx="2971440" cy="458280"/>
          </a:xfrm>
          <a:prstGeom prst="rect">
            <a:avLst/>
          </a:prstGeom>
          <a:noFill/>
          <a:ln w="0">
            <a:noFill/>
          </a:ln>
        </p:spPr>
        <p:txBody>
          <a:bodyPr anchor="b">
            <a:noAutofit/>
          </a:bodyPr>
          <a:p>
            <a:pPr indent="0">
              <a:buNone/>
            </a:pPr>
            <a:endParaRPr b="0" lang="en-US" sz="1200" spc="-1" strike="noStrike">
              <a:solidFill>
                <a:srgbClr val="000000"/>
              </a:solidFill>
              <a:latin typeface="+mn-lt"/>
              <a:ea typeface="+mn-ea"/>
            </a:endParaRPr>
          </a:p>
        </p:txBody>
      </p:sp>
    </p:spTree>
  </p:cSld>
</p:notes>
</file>

<file path=ppt/notesSlides/notesSlide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7" name="PlaceHolder 1"/>
          <p:cNvSpPr>
            <a:spLocks noGrp="1"/>
          </p:cNvSpPr>
          <p:nvPr>
            <p:ph type="sldImg"/>
          </p:nvPr>
        </p:nvSpPr>
        <p:spPr>
          <a:xfrm>
            <a:off x="685800" y="1143000"/>
            <a:ext cx="5486040" cy="3085920"/>
          </a:xfrm>
          <a:prstGeom prst="rect">
            <a:avLst/>
          </a:prstGeom>
          <a:ln w="0">
            <a:noFill/>
          </a:ln>
        </p:spPr>
      </p:sp>
      <p:sp>
        <p:nvSpPr>
          <p:cNvPr id="318"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buNone/>
            </a:pPr>
            <a:endParaRPr b="0" lang="it-IT" sz="1800" spc="-1" strike="noStrike">
              <a:solidFill>
                <a:srgbClr val="000000"/>
              </a:solidFill>
              <a:latin typeface="Arial"/>
            </a:endParaRPr>
          </a:p>
        </p:txBody>
      </p:sp>
      <p:sp>
        <p:nvSpPr>
          <p:cNvPr id="319" name="PlaceHolder 3"/>
          <p:cNvSpPr>
            <a:spLocks noGrp="1"/>
          </p:cNvSpPr>
          <p:nvPr>
            <p:ph type="sldNum" idx="49"/>
          </p:nvPr>
        </p:nvSpPr>
        <p:spPr>
          <a:xfrm>
            <a:off x="3884760" y="8685360"/>
            <a:ext cx="2971440" cy="458280"/>
          </a:xfrm>
          <a:prstGeom prst="rect">
            <a:avLst/>
          </a:prstGeom>
          <a:noFill/>
          <a:ln w="0">
            <a:noFill/>
          </a:ln>
        </p:spPr>
        <p:txBody>
          <a:bodyPr anchor="b">
            <a:noAutofit/>
          </a:bodyPr>
          <a:p>
            <a:pPr indent="0">
              <a:buNone/>
            </a:pPr>
            <a:endParaRPr b="0" lang="en-US" sz="1200" spc="-1" strike="noStrike">
              <a:solidFill>
                <a:srgbClr val="000000"/>
              </a:solidFill>
              <a:latin typeface="+mn-lt"/>
              <a:ea typeface="+mn-ea"/>
            </a:endParaRPr>
          </a:p>
        </p:txBody>
      </p:sp>
    </p:spTree>
  </p:cSld>
</p:notes>
</file>

<file path=ppt/notesSlides/notesSlide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0" name="PlaceHolder 1"/>
          <p:cNvSpPr>
            <a:spLocks noGrp="1"/>
          </p:cNvSpPr>
          <p:nvPr>
            <p:ph type="sldImg"/>
          </p:nvPr>
        </p:nvSpPr>
        <p:spPr>
          <a:xfrm>
            <a:off x="685800" y="1143000"/>
            <a:ext cx="5486040" cy="3085920"/>
          </a:xfrm>
          <a:prstGeom prst="rect">
            <a:avLst/>
          </a:prstGeom>
          <a:ln w="0">
            <a:noFill/>
          </a:ln>
        </p:spPr>
      </p:sp>
      <p:sp>
        <p:nvSpPr>
          <p:cNvPr id="321"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buNone/>
            </a:pPr>
            <a:endParaRPr b="0" lang="it-IT" sz="1800" spc="-1" strike="noStrike">
              <a:solidFill>
                <a:srgbClr val="000000"/>
              </a:solidFill>
              <a:latin typeface="Arial"/>
            </a:endParaRPr>
          </a:p>
        </p:txBody>
      </p:sp>
      <p:sp>
        <p:nvSpPr>
          <p:cNvPr id="322" name="PlaceHolder 3"/>
          <p:cNvSpPr>
            <a:spLocks noGrp="1"/>
          </p:cNvSpPr>
          <p:nvPr>
            <p:ph type="sldNum" idx="50"/>
          </p:nvPr>
        </p:nvSpPr>
        <p:spPr>
          <a:xfrm>
            <a:off x="3884760" y="8685360"/>
            <a:ext cx="2971440" cy="458280"/>
          </a:xfrm>
          <a:prstGeom prst="rect">
            <a:avLst/>
          </a:prstGeom>
          <a:noFill/>
          <a:ln w="0">
            <a:noFill/>
          </a:ln>
        </p:spPr>
        <p:txBody>
          <a:bodyPr anchor="b">
            <a:noAutofit/>
          </a:bodyPr>
          <a:p>
            <a:pPr indent="0">
              <a:buNone/>
            </a:pPr>
            <a:endParaRPr b="0" lang="en-US" sz="1200" spc="-1" strike="noStrike">
              <a:solidFill>
                <a:srgbClr val="000000"/>
              </a:solidFill>
              <a:latin typeface="+mn-lt"/>
              <a:ea typeface="+mn-ea"/>
            </a:endParaRPr>
          </a:p>
        </p:txBody>
      </p:sp>
    </p:spTree>
  </p:cSld>
</p:notes>
</file>

<file path=ppt/notesSlides/notesSlide4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3" name="PlaceHolder 1"/>
          <p:cNvSpPr>
            <a:spLocks noGrp="1"/>
          </p:cNvSpPr>
          <p:nvPr>
            <p:ph type="sldImg"/>
          </p:nvPr>
        </p:nvSpPr>
        <p:spPr>
          <a:xfrm>
            <a:off x="685800" y="1143000"/>
            <a:ext cx="5486040" cy="3085920"/>
          </a:xfrm>
          <a:prstGeom prst="rect">
            <a:avLst/>
          </a:prstGeom>
          <a:ln w="0">
            <a:noFill/>
          </a:ln>
        </p:spPr>
      </p:sp>
      <p:sp>
        <p:nvSpPr>
          <p:cNvPr id="324"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buNone/>
            </a:pPr>
            <a:endParaRPr b="0" lang="it-IT" sz="1800" spc="-1" strike="noStrike">
              <a:solidFill>
                <a:srgbClr val="000000"/>
              </a:solidFill>
              <a:latin typeface="Arial"/>
            </a:endParaRPr>
          </a:p>
        </p:txBody>
      </p:sp>
      <p:sp>
        <p:nvSpPr>
          <p:cNvPr id="325" name="PlaceHolder 3"/>
          <p:cNvSpPr>
            <a:spLocks noGrp="1"/>
          </p:cNvSpPr>
          <p:nvPr>
            <p:ph type="sldNum" idx="51"/>
          </p:nvPr>
        </p:nvSpPr>
        <p:spPr>
          <a:xfrm>
            <a:off x="3884760" y="8685360"/>
            <a:ext cx="2971440" cy="458280"/>
          </a:xfrm>
          <a:prstGeom prst="rect">
            <a:avLst/>
          </a:prstGeom>
          <a:noFill/>
          <a:ln w="0">
            <a:noFill/>
          </a:ln>
        </p:spPr>
        <p:txBody>
          <a:bodyPr anchor="b">
            <a:noAutofit/>
          </a:bodyPr>
          <a:p>
            <a:pPr indent="0">
              <a:buNone/>
            </a:pPr>
            <a:endParaRPr b="0" lang="en-US" sz="1200" spc="-1" strike="noStrike">
              <a:solidFill>
                <a:srgbClr val="000000"/>
              </a:solidFill>
              <a:latin typeface="+mn-lt"/>
              <a:ea typeface="+mn-ea"/>
            </a:endParaRPr>
          </a:p>
        </p:txBody>
      </p:sp>
    </p:spTree>
  </p:cSld>
</p:notes>
</file>

<file path=ppt/notesSlides/notesSlide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6" name="PlaceHolder 1"/>
          <p:cNvSpPr>
            <a:spLocks noGrp="1"/>
          </p:cNvSpPr>
          <p:nvPr>
            <p:ph type="sldImg"/>
          </p:nvPr>
        </p:nvSpPr>
        <p:spPr>
          <a:xfrm>
            <a:off x="685800" y="1143000"/>
            <a:ext cx="5486040" cy="3085920"/>
          </a:xfrm>
          <a:prstGeom prst="rect">
            <a:avLst/>
          </a:prstGeom>
          <a:ln w="0">
            <a:noFill/>
          </a:ln>
        </p:spPr>
      </p:sp>
      <p:sp>
        <p:nvSpPr>
          <p:cNvPr id="327"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buNone/>
            </a:pPr>
            <a:endParaRPr b="0" lang="it-IT" sz="1800" spc="-1" strike="noStrike">
              <a:solidFill>
                <a:srgbClr val="000000"/>
              </a:solidFill>
              <a:latin typeface="Arial"/>
            </a:endParaRPr>
          </a:p>
        </p:txBody>
      </p:sp>
      <p:sp>
        <p:nvSpPr>
          <p:cNvPr id="328" name="PlaceHolder 3"/>
          <p:cNvSpPr>
            <a:spLocks noGrp="1"/>
          </p:cNvSpPr>
          <p:nvPr>
            <p:ph type="sldNum" idx="52"/>
          </p:nvPr>
        </p:nvSpPr>
        <p:spPr>
          <a:xfrm>
            <a:off x="3884760" y="8685360"/>
            <a:ext cx="2971440" cy="458280"/>
          </a:xfrm>
          <a:prstGeom prst="rect">
            <a:avLst/>
          </a:prstGeom>
          <a:noFill/>
          <a:ln w="0">
            <a:noFill/>
          </a:ln>
        </p:spPr>
        <p:txBody>
          <a:bodyPr anchor="b">
            <a:noAutofit/>
          </a:bodyPr>
          <a:p>
            <a:pPr indent="0">
              <a:buNone/>
            </a:pPr>
            <a:endParaRPr b="0" lang="en-US" sz="1200" spc="-1" strike="noStrike">
              <a:solidFill>
                <a:srgbClr val="000000"/>
              </a:solidFill>
              <a:latin typeface="+mn-lt"/>
              <a:ea typeface="+mn-ea"/>
            </a:endParaRPr>
          </a:p>
        </p:txBody>
      </p:sp>
    </p:spTree>
  </p:cSld>
</p:notes>
</file>

<file path=ppt/notesSlides/notesSlide4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9" name="PlaceHolder 1"/>
          <p:cNvSpPr>
            <a:spLocks noGrp="1"/>
          </p:cNvSpPr>
          <p:nvPr>
            <p:ph type="sldImg"/>
          </p:nvPr>
        </p:nvSpPr>
        <p:spPr>
          <a:xfrm>
            <a:off x="685800" y="1143000"/>
            <a:ext cx="5486040" cy="3085920"/>
          </a:xfrm>
          <a:prstGeom prst="rect">
            <a:avLst/>
          </a:prstGeom>
          <a:ln w="0">
            <a:noFill/>
          </a:ln>
        </p:spPr>
      </p:sp>
      <p:sp>
        <p:nvSpPr>
          <p:cNvPr id="330"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buNone/>
            </a:pPr>
            <a:endParaRPr b="0" lang="it-IT" sz="1800" spc="-1" strike="noStrike">
              <a:solidFill>
                <a:srgbClr val="000000"/>
              </a:solidFill>
              <a:latin typeface="Arial"/>
            </a:endParaRPr>
          </a:p>
        </p:txBody>
      </p:sp>
      <p:sp>
        <p:nvSpPr>
          <p:cNvPr id="331" name="PlaceHolder 3"/>
          <p:cNvSpPr>
            <a:spLocks noGrp="1"/>
          </p:cNvSpPr>
          <p:nvPr>
            <p:ph type="sldNum" idx="53"/>
          </p:nvPr>
        </p:nvSpPr>
        <p:spPr>
          <a:xfrm>
            <a:off x="3884760" y="8685360"/>
            <a:ext cx="2971440" cy="458280"/>
          </a:xfrm>
          <a:prstGeom prst="rect">
            <a:avLst/>
          </a:prstGeom>
          <a:noFill/>
          <a:ln w="0">
            <a:noFill/>
          </a:ln>
        </p:spPr>
        <p:txBody>
          <a:bodyPr anchor="b">
            <a:noAutofit/>
          </a:bodyPr>
          <a:p>
            <a:pPr indent="0">
              <a:buNone/>
            </a:pPr>
            <a:endParaRPr b="0" lang="en-US" sz="1200" spc="-1" strike="noStrike">
              <a:solidFill>
                <a:srgbClr val="000000"/>
              </a:solidFill>
              <a:latin typeface="+mn-lt"/>
              <a:ea typeface="+mn-ea"/>
            </a:endParaRPr>
          </a:p>
        </p:txBody>
      </p:sp>
    </p:spTree>
  </p:cSld>
</p:notes>
</file>

<file path=ppt/notesSlides/notesSlide4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2" name="PlaceHolder 1"/>
          <p:cNvSpPr>
            <a:spLocks noGrp="1"/>
          </p:cNvSpPr>
          <p:nvPr>
            <p:ph type="sldImg"/>
          </p:nvPr>
        </p:nvSpPr>
        <p:spPr>
          <a:xfrm>
            <a:off x="685800" y="1143000"/>
            <a:ext cx="5486040" cy="3085920"/>
          </a:xfrm>
          <a:prstGeom prst="rect">
            <a:avLst/>
          </a:prstGeom>
          <a:ln w="0">
            <a:noFill/>
          </a:ln>
        </p:spPr>
      </p:sp>
      <p:sp>
        <p:nvSpPr>
          <p:cNvPr id="333"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buNone/>
            </a:pPr>
            <a:endParaRPr b="0" lang="it-IT" sz="1800" spc="-1" strike="noStrike">
              <a:solidFill>
                <a:srgbClr val="000000"/>
              </a:solidFill>
              <a:latin typeface="Arial"/>
            </a:endParaRPr>
          </a:p>
        </p:txBody>
      </p:sp>
      <p:sp>
        <p:nvSpPr>
          <p:cNvPr id="334" name="PlaceHolder 3"/>
          <p:cNvSpPr>
            <a:spLocks noGrp="1"/>
          </p:cNvSpPr>
          <p:nvPr>
            <p:ph type="sldNum" idx="54"/>
          </p:nvPr>
        </p:nvSpPr>
        <p:spPr>
          <a:xfrm>
            <a:off x="3884760" y="8685360"/>
            <a:ext cx="2971440" cy="458280"/>
          </a:xfrm>
          <a:prstGeom prst="rect">
            <a:avLst/>
          </a:prstGeom>
          <a:noFill/>
          <a:ln w="0">
            <a:noFill/>
          </a:ln>
        </p:spPr>
        <p:txBody>
          <a:bodyPr anchor="b">
            <a:noAutofit/>
          </a:bodyPr>
          <a:p>
            <a:pPr indent="0">
              <a:buNone/>
            </a:pPr>
            <a:endParaRPr b="0" lang="en-US" sz="1200" spc="-1" strike="noStrike">
              <a:solidFill>
                <a:srgbClr val="000000"/>
              </a:solidFill>
              <a:latin typeface="+mn-lt"/>
              <a:ea typeface="+mn-ea"/>
            </a:endParaRPr>
          </a:p>
        </p:txBody>
      </p:sp>
    </p:spTree>
  </p:cSld>
</p:notes>
</file>

<file path=ppt/notesSlides/notesSlide4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5" name="PlaceHolder 1"/>
          <p:cNvSpPr>
            <a:spLocks noGrp="1"/>
          </p:cNvSpPr>
          <p:nvPr>
            <p:ph type="sldImg"/>
          </p:nvPr>
        </p:nvSpPr>
        <p:spPr>
          <a:xfrm>
            <a:off x="685800" y="1143000"/>
            <a:ext cx="5486040" cy="3085920"/>
          </a:xfrm>
          <a:prstGeom prst="rect">
            <a:avLst/>
          </a:prstGeom>
          <a:ln w="0">
            <a:noFill/>
          </a:ln>
        </p:spPr>
      </p:sp>
      <p:sp>
        <p:nvSpPr>
          <p:cNvPr id="336"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buNone/>
            </a:pPr>
            <a:endParaRPr b="0" lang="it-IT" sz="1800" spc="-1" strike="noStrike">
              <a:solidFill>
                <a:srgbClr val="000000"/>
              </a:solidFill>
              <a:latin typeface="Arial"/>
            </a:endParaRPr>
          </a:p>
        </p:txBody>
      </p:sp>
      <p:sp>
        <p:nvSpPr>
          <p:cNvPr id="337" name="PlaceHolder 3"/>
          <p:cNvSpPr>
            <a:spLocks noGrp="1"/>
          </p:cNvSpPr>
          <p:nvPr>
            <p:ph type="sldNum" idx="55"/>
          </p:nvPr>
        </p:nvSpPr>
        <p:spPr>
          <a:xfrm>
            <a:off x="3884760" y="8685360"/>
            <a:ext cx="2971440" cy="458280"/>
          </a:xfrm>
          <a:prstGeom prst="rect">
            <a:avLst/>
          </a:prstGeom>
          <a:noFill/>
          <a:ln w="0">
            <a:noFill/>
          </a:ln>
        </p:spPr>
        <p:txBody>
          <a:bodyPr anchor="b">
            <a:noAutofit/>
          </a:bodyPr>
          <a:p>
            <a:pPr indent="0">
              <a:buNone/>
            </a:pPr>
            <a:endParaRPr b="0" lang="en-US" sz="1200" spc="-1" strike="noStrike">
              <a:solidFill>
                <a:srgbClr val="000000"/>
              </a:solidFill>
              <a:latin typeface="+mn-lt"/>
              <a:ea typeface="+mn-ea"/>
            </a:endParaRPr>
          </a:p>
        </p:txBody>
      </p:sp>
    </p:spTree>
  </p:cSld>
</p:notes>
</file>

<file path=ppt/notesSlides/notesSlide5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8" name="PlaceHolder 1"/>
          <p:cNvSpPr>
            <a:spLocks noGrp="1"/>
          </p:cNvSpPr>
          <p:nvPr>
            <p:ph type="sldImg"/>
          </p:nvPr>
        </p:nvSpPr>
        <p:spPr>
          <a:xfrm>
            <a:off x="685800" y="1143000"/>
            <a:ext cx="5486040" cy="3085920"/>
          </a:xfrm>
          <a:prstGeom prst="rect">
            <a:avLst/>
          </a:prstGeom>
          <a:ln w="0">
            <a:noFill/>
          </a:ln>
        </p:spPr>
      </p:sp>
      <p:sp>
        <p:nvSpPr>
          <p:cNvPr id="339"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buNone/>
            </a:pPr>
            <a:endParaRPr b="0" lang="it-IT" sz="1800" spc="-1" strike="noStrike">
              <a:solidFill>
                <a:srgbClr val="000000"/>
              </a:solidFill>
              <a:latin typeface="Arial"/>
            </a:endParaRPr>
          </a:p>
        </p:txBody>
      </p:sp>
      <p:sp>
        <p:nvSpPr>
          <p:cNvPr id="340" name="PlaceHolder 3"/>
          <p:cNvSpPr>
            <a:spLocks noGrp="1"/>
          </p:cNvSpPr>
          <p:nvPr>
            <p:ph type="sldNum" idx="56"/>
          </p:nvPr>
        </p:nvSpPr>
        <p:spPr>
          <a:xfrm>
            <a:off x="3884760" y="8685360"/>
            <a:ext cx="2971440" cy="458280"/>
          </a:xfrm>
          <a:prstGeom prst="rect">
            <a:avLst/>
          </a:prstGeom>
          <a:noFill/>
          <a:ln w="0">
            <a:noFill/>
          </a:ln>
        </p:spPr>
        <p:txBody>
          <a:bodyPr anchor="b">
            <a:noAutofit/>
          </a:bodyPr>
          <a:p>
            <a:pPr indent="0">
              <a:buNone/>
            </a:pPr>
            <a:endParaRPr b="0" lang="en-US" sz="1200" spc="-1" strike="noStrike">
              <a:solidFill>
                <a:srgbClr val="000000"/>
              </a:solidFill>
              <a:latin typeface="+mn-lt"/>
              <a:ea typeface="+mn-ea"/>
            </a:endParaRPr>
          </a:p>
        </p:txBody>
      </p:sp>
    </p:spTree>
  </p:cSld>
</p:notes>
</file>

<file path=ppt/notesSlides/notesSlide5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1" name="PlaceHolder 1"/>
          <p:cNvSpPr>
            <a:spLocks noGrp="1"/>
          </p:cNvSpPr>
          <p:nvPr>
            <p:ph type="sldImg"/>
          </p:nvPr>
        </p:nvSpPr>
        <p:spPr>
          <a:xfrm>
            <a:off x="685800" y="1143000"/>
            <a:ext cx="5486040" cy="3085920"/>
          </a:xfrm>
          <a:prstGeom prst="rect">
            <a:avLst/>
          </a:prstGeom>
          <a:ln w="0">
            <a:noFill/>
          </a:ln>
        </p:spPr>
      </p:sp>
      <p:sp>
        <p:nvSpPr>
          <p:cNvPr id="342"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buNone/>
            </a:pPr>
            <a:endParaRPr b="0" lang="it-IT" sz="1800" spc="-1" strike="noStrike">
              <a:solidFill>
                <a:srgbClr val="000000"/>
              </a:solidFill>
              <a:latin typeface="Arial"/>
            </a:endParaRPr>
          </a:p>
        </p:txBody>
      </p:sp>
      <p:sp>
        <p:nvSpPr>
          <p:cNvPr id="343" name="PlaceHolder 3"/>
          <p:cNvSpPr>
            <a:spLocks noGrp="1"/>
          </p:cNvSpPr>
          <p:nvPr>
            <p:ph type="sldNum" idx="57"/>
          </p:nvPr>
        </p:nvSpPr>
        <p:spPr>
          <a:xfrm>
            <a:off x="3884760" y="8685360"/>
            <a:ext cx="2971440" cy="458280"/>
          </a:xfrm>
          <a:prstGeom prst="rect">
            <a:avLst/>
          </a:prstGeom>
          <a:noFill/>
          <a:ln w="0">
            <a:noFill/>
          </a:ln>
        </p:spPr>
        <p:txBody>
          <a:bodyPr anchor="b">
            <a:noAutofit/>
          </a:bodyPr>
          <a:p>
            <a:pPr indent="0">
              <a:buNone/>
            </a:pPr>
            <a:endParaRPr b="0" lang="en-US" sz="1200" spc="-1" strike="noStrike">
              <a:solidFill>
                <a:srgbClr val="000000"/>
              </a:solidFill>
              <a:latin typeface="+mn-lt"/>
              <a:ea typeface="+mn-ea"/>
            </a:endParaRPr>
          </a:p>
        </p:txBody>
      </p:sp>
    </p:spTree>
  </p:cSld>
</p:notes>
</file>

<file path=ppt/notesSlides/notesSlide5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4" name="PlaceHolder 1"/>
          <p:cNvSpPr>
            <a:spLocks noGrp="1"/>
          </p:cNvSpPr>
          <p:nvPr>
            <p:ph type="sldImg"/>
          </p:nvPr>
        </p:nvSpPr>
        <p:spPr>
          <a:xfrm>
            <a:off x="685800" y="1143000"/>
            <a:ext cx="5486040" cy="3085920"/>
          </a:xfrm>
          <a:prstGeom prst="rect">
            <a:avLst/>
          </a:prstGeom>
          <a:ln w="0">
            <a:noFill/>
          </a:ln>
        </p:spPr>
      </p:sp>
      <p:sp>
        <p:nvSpPr>
          <p:cNvPr id="345"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buNone/>
            </a:pPr>
            <a:endParaRPr b="0" lang="it-IT" sz="1800" spc="-1" strike="noStrike">
              <a:solidFill>
                <a:srgbClr val="000000"/>
              </a:solidFill>
              <a:latin typeface="Arial"/>
            </a:endParaRPr>
          </a:p>
        </p:txBody>
      </p:sp>
      <p:sp>
        <p:nvSpPr>
          <p:cNvPr id="346" name="PlaceHolder 3"/>
          <p:cNvSpPr>
            <a:spLocks noGrp="1"/>
          </p:cNvSpPr>
          <p:nvPr>
            <p:ph type="sldNum" idx="58"/>
          </p:nvPr>
        </p:nvSpPr>
        <p:spPr>
          <a:xfrm>
            <a:off x="3884760" y="8685360"/>
            <a:ext cx="2971440" cy="458280"/>
          </a:xfrm>
          <a:prstGeom prst="rect">
            <a:avLst/>
          </a:prstGeom>
          <a:noFill/>
          <a:ln w="0">
            <a:noFill/>
          </a:ln>
        </p:spPr>
        <p:txBody>
          <a:bodyPr anchor="b">
            <a:noAutofit/>
          </a:bodyPr>
          <a:p>
            <a:pPr indent="0">
              <a:buNone/>
            </a:pPr>
            <a:endParaRPr b="0" lang="en-US" sz="1200" spc="-1" strike="noStrike">
              <a:solidFill>
                <a:srgbClr val="000000"/>
              </a:solidFill>
              <a:latin typeface="+mn-lt"/>
              <a:ea typeface="+mn-ea"/>
            </a:endParaRPr>
          </a:p>
        </p:txBody>
      </p:sp>
    </p:spTree>
  </p:cSld>
</p:notes>
</file>

<file path=ppt/notesSlides/notesSlide5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7" name="PlaceHolder 1"/>
          <p:cNvSpPr>
            <a:spLocks noGrp="1"/>
          </p:cNvSpPr>
          <p:nvPr>
            <p:ph type="sldImg"/>
          </p:nvPr>
        </p:nvSpPr>
        <p:spPr>
          <a:xfrm>
            <a:off x="685800" y="1143000"/>
            <a:ext cx="5486040" cy="3085920"/>
          </a:xfrm>
          <a:prstGeom prst="rect">
            <a:avLst/>
          </a:prstGeom>
          <a:ln w="0">
            <a:noFill/>
          </a:ln>
        </p:spPr>
      </p:sp>
      <p:sp>
        <p:nvSpPr>
          <p:cNvPr id="348"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buNone/>
            </a:pPr>
            <a:endParaRPr b="0" lang="it-IT" sz="1800" spc="-1" strike="noStrike">
              <a:solidFill>
                <a:srgbClr val="000000"/>
              </a:solidFill>
              <a:latin typeface="Arial"/>
            </a:endParaRPr>
          </a:p>
        </p:txBody>
      </p:sp>
      <p:sp>
        <p:nvSpPr>
          <p:cNvPr id="349" name="PlaceHolder 3"/>
          <p:cNvSpPr>
            <a:spLocks noGrp="1"/>
          </p:cNvSpPr>
          <p:nvPr>
            <p:ph type="sldNum" idx="59"/>
          </p:nvPr>
        </p:nvSpPr>
        <p:spPr>
          <a:xfrm>
            <a:off x="3884760" y="8685360"/>
            <a:ext cx="2971440" cy="458280"/>
          </a:xfrm>
          <a:prstGeom prst="rect">
            <a:avLst/>
          </a:prstGeom>
          <a:noFill/>
          <a:ln w="0">
            <a:noFill/>
          </a:ln>
        </p:spPr>
        <p:txBody>
          <a:bodyPr anchor="b">
            <a:noAutofit/>
          </a:bodyPr>
          <a:p>
            <a:pPr indent="0">
              <a:buNone/>
            </a:pPr>
            <a:endParaRPr b="0" lang="en-US" sz="1200" spc="-1" strike="noStrike">
              <a:solidFill>
                <a:srgbClr val="000000"/>
              </a:solidFill>
              <a:latin typeface="+mn-lt"/>
              <a:ea typeface="+mn-ea"/>
            </a:endParaRPr>
          </a:p>
        </p:txBody>
      </p:sp>
    </p:spTree>
  </p:cSld>
</p:notes>
</file>

<file path=ppt/notesSlides/notesSlide5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0" name="PlaceHolder 1"/>
          <p:cNvSpPr>
            <a:spLocks noGrp="1"/>
          </p:cNvSpPr>
          <p:nvPr>
            <p:ph type="sldImg"/>
          </p:nvPr>
        </p:nvSpPr>
        <p:spPr>
          <a:xfrm>
            <a:off x="685800" y="1143000"/>
            <a:ext cx="5486040" cy="3085920"/>
          </a:xfrm>
          <a:prstGeom prst="rect">
            <a:avLst/>
          </a:prstGeom>
          <a:ln w="0">
            <a:noFill/>
          </a:ln>
        </p:spPr>
      </p:sp>
      <p:sp>
        <p:nvSpPr>
          <p:cNvPr id="351"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buNone/>
            </a:pPr>
            <a:endParaRPr b="0" lang="it-IT" sz="1800" spc="-1" strike="noStrike">
              <a:solidFill>
                <a:srgbClr val="000000"/>
              </a:solidFill>
              <a:latin typeface="Arial"/>
            </a:endParaRPr>
          </a:p>
        </p:txBody>
      </p:sp>
      <p:sp>
        <p:nvSpPr>
          <p:cNvPr id="352" name="PlaceHolder 3"/>
          <p:cNvSpPr>
            <a:spLocks noGrp="1"/>
          </p:cNvSpPr>
          <p:nvPr>
            <p:ph type="sldNum" idx="60"/>
          </p:nvPr>
        </p:nvSpPr>
        <p:spPr>
          <a:xfrm>
            <a:off x="3884760" y="8685360"/>
            <a:ext cx="2971440" cy="458280"/>
          </a:xfrm>
          <a:prstGeom prst="rect">
            <a:avLst/>
          </a:prstGeom>
          <a:noFill/>
          <a:ln w="0">
            <a:noFill/>
          </a:ln>
        </p:spPr>
        <p:txBody>
          <a:bodyPr anchor="b">
            <a:noAutofit/>
          </a:bodyPr>
          <a:p>
            <a:pPr indent="0">
              <a:buNone/>
            </a:pPr>
            <a:endParaRPr b="0" lang="en-US" sz="1200" spc="-1" strike="noStrike">
              <a:solidFill>
                <a:srgbClr val="000000"/>
              </a:solidFill>
              <a:latin typeface="+mn-lt"/>
              <a:ea typeface="+mn-ea"/>
            </a:endParaRPr>
          </a:p>
        </p:txBody>
      </p:sp>
    </p:spTree>
  </p:cSld>
</p:notes>
</file>

<file path=ppt/notesSlides/notesSlide5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3" name="PlaceHolder 1"/>
          <p:cNvSpPr>
            <a:spLocks noGrp="1"/>
          </p:cNvSpPr>
          <p:nvPr>
            <p:ph type="sldImg"/>
          </p:nvPr>
        </p:nvSpPr>
        <p:spPr>
          <a:xfrm>
            <a:off x="685800" y="1143000"/>
            <a:ext cx="5486040" cy="3085920"/>
          </a:xfrm>
          <a:prstGeom prst="rect">
            <a:avLst/>
          </a:prstGeom>
          <a:ln w="0">
            <a:noFill/>
          </a:ln>
        </p:spPr>
      </p:sp>
      <p:sp>
        <p:nvSpPr>
          <p:cNvPr id="354"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buNone/>
            </a:pPr>
            <a:endParaRPr b="0" lang="it-IT" sz="1800" spc="-1" strike="noStrike">
              <a:solidFill>
                <a:srgbClr val="000000"/>
              </a:solidFill>
              <a:latin typeface="Arial"/>
            </a:endParaRPr>
          </a:p>
        </p:txBody>
      </p:sp>
      <p:sp>
        <p:nvSpPr>
          <p:cNvPr id="355" name="PlaceHolder 3"/>
          <p:cNvSpPr>
            <a:spLocks noGrp="1"/>
          </p:cNvSpPr>
          <p:nvPr>
            <p:ph type="sldNum" idx="61"/>
          </p:nvPr>
        </p:nvSpPr>
        <p:spPr>
          <a:xfrm>
            <a:off x="3884760" y="8685360"/>
            <a:ext cx="2971440" cy="458280"/>
          </a:xfrm>
          <a:prstGeom prst="rect">
            <a:avLst/>
          </a:prstGeom>
          <a:noFill/>
          <a:ln w="0">
            <a:noFill/>
          </a:ln>
        </p:spPr>
        <p:txBody>
          <a:bodyPr anchor="b">
            <a:noAutofit/>
          </a:bodyPr>
          <a:p>
            <a:pPr indent="0">
              <a:buNone/>
            </a:pPr>
            <a:endParaRPr b="0" lang="en-US" sz="1200" spc="-1" strike="noStrike">
              <a:solidFill>
                <a:srgbClr val="000000"/>
              </a:solidFill>
              <a:latin typeface="+mn-lt"/>
              <a:ea typeface="+mn-ea"/>
            </a:endParaRPr>
          </a:p>
        </p:txBody>
      </p:sp>
    </p:spTree>
  </p:cSld>
</p:notes>
</file>

<file path=ppt/notesSlides/notesSlide5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6" name="PlaceHolder 1"/>
          <p:cNvSpPr>
            <a:spLocks noGrp="1"/>
          </p:cNvSpPr>
          <p:nvPr>
            <p:ph type="sldImg"/>
          </p:nvPr>
        </p:nvSpPr>
        <p:spPr>
          <a:xfrm>
            <a:off x="685800" y="1143000"/>
            <a:ext cx="5486040" cy="3085920"/>
          </a:xfrm>
          <a:prstGeom prst="rect">
            <a:avLst/>
          </a:prstGeom>
          <a:ln w="0">
            <a:noFill/>
          </a:ln>
        </p:spPr>
      </p:sp>
      <p:sp>
        <p:nvSpPr>
          <p:cNvPr id="357"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buNone/>
            </a:pPr>
            <a:endParaRPr b="0" lang="it-IT" sz="1800" spc="-1" strike="noStrike">
              <a:solidFill>
                <a:srgbClr val="000000"/>
              </a:solidFill>
              <a:latin typeface="Arial"/>
            </a:endParaRPr>
          </a:p>
        </p:txBody>
      </p:sp>
      <p:sp>
        <p:nvSpPr>
          <p:cNvPr id="358" name="PlaceHolder 3"/>
          <p:cNvSpPr>
            <a:spLocks noGrp="1"/>
          </p:cNvSpPr>
          <p:nvPr>
            <p:ph type="sldNum" idx="62"/>
          </p:nvPr>
        </p:nvSpPr>
        <p:spPr>
          <a:xfrm>
            <a:off x="3884760" y="8685360"/>
            <a:ext cx="2971440" cy="458280"/>
          </a:xfrm>
          <a:prstGeom prst="rect">
            <a:avLst/>
          </a:prstGeom>
          <a:noFill/>
          <a:ln w="0">
            <a:noFill/>
          </a:ln>
        </p:spPr>
        <p:txBody>
          <a:bodyPr anchor="b">
            <a:noAutofit/>
          </a:bodyPr>
          <a:p>
            <a:pPr indent="0">
              <a:buNone/>
            </a:pPr>
            <a:endParaRPr b="0" lang="en-US" sz="1200" spc="-1" strike="noStrike">
              <a:solidFill>
                <a:srgbClr val="000000"/>
              </a:solidFill>
              <a:latin typeface="+mn-lt"/>
              <a:ea typeface="+mn-ea"/>
            </a:endParaRPr>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025C1DDF-AC7B-442B-80F2-74D96EDBB131}" type="slidenum">
              <a:t>&lt;#&gt;</a:t>
            </a:fld>
          </a:p>
        </p:txBody>
      </p:sp>
      <p:sp>
        <p:nvSpPr>
          <p:cNvPr id="4" name="PlaceHolder 3"/>
          <p:cNvSpPr>
            <a:spLocks noGrp="1"/>
          </p:cNvSpPr>
          <p:nvPr>
            <p:ph type="dt" idx="1"/>
          </p:nvPr>
        </p:nvSpPr>
        <p:spPr/>
        <p:txBody>
          <a:bodyPr/>
          <a:p>
            <a:r>
              <a:rPr lang="it-IT"/>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1523880" y="1122480"/>
            <a:ext cx="9143640" cy="2387160"/>
          </a:xfrm>
          <a:prstGeom prst="rect">
            <a:avLst/>
          </a:prstGeom>
          <a:noFill/>
          <a:ln w="0">
            <a:noFill/>
          </a:ln>
        </p:spPr>
        <p:txBody>
          <a:bodyPr lIns="0" rIns="0" tIns="0" bIns="0" anchor="ctr">
            <a:noAutofit/>
          </a:bodyPr>
          <a:p>
            <a:pPr indent="0">
              <a:buNone/>
            </a:pPr>
            <a:endParaRPr b="0" lang="en-US" sz="1800" spc="-1" strike="noStrike">
              <a:solidFill>
                <a:srgbClr val="000000"/>
              </a:solidFill>
              <a:latin typeface="Arial"/>
            </a:endParaRPr>
          </a:p>
        </p:txBody>
      </p:sp>
      <p:sp>
        <p:nvSpPr>
          <p:cNvPr id="6"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it-IT" sz="32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39C30647-76C2-425C-982F-0868CA7BEB78}" type="slidenum">
              <a:t>&lt;#&gt;</a:t>
            </a:fld>
          </a:p>
        </p:txBody>
      </p:sp>
      <p:sp>
        <p:nvSpPr>
          <p:cNvPr id="6" name="PlaceHolder 5"/>
          <p:cNvSpPr>
            <a:spLocks noGrp="1"/>
          </p:cNvSpPr>
          <p:nvPr>
            <p:ph type="dt" idx="1"/>
          </p:nvPr>
        </p:nvSpPr>
        <p:spPr/>
        <p:txBody>
          <a:bodyPr/>
          <a:p>
            <a:r>
              <a:rPr lang="it-IT"/>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1523880" y="1122480"/>
            <a:ext cx="9143640" cy="2387160"/>
          </a:xfrm>
          <a:prstGeom prst="rect">
            <a:avLst/>
          </a:prstGeom>
          <a:noFill/>
          <a:ln w="0">
            <a:noFill/>
          </a:ln>
        </p:spPr>
        <p:txBody>
          <a:bodyPr lIns="0" rIns="0" tIns="0" bIns="0" anchor="ctr">
            <a:noAutofit/>
          </a:bodyPr>
          <a:p>
            <a:pPr indent="0">
              <a:buNone/>
            </a:pPr>
            <a:endParaRPr b="0" lang="en-US" sz="1800" spc="-1" strike="noStrike">
              <a:solidFill>
                <a:srgbClr val="000000"/>
              </a:solidFill>
              <a:latin typeface="Arial"/>
            </a:endParaRPr>
          </a:p>
        </p:txBody>
      </p:sp>
      <p:sp>
        <p:nvSpPr>
          <p:cNvPr id="8"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16B95C89-BAF1-4562-A087-D97E468B80BF}" type="slidenum">
              <a:t>&lt;#&gt;</a:t>
            </a:fld>
          </a:p>
        </p:txBody>
      </p:sp>
      <p:sp>
        <p:nvSpPr>
          <p:cNvPr id="6" name="PlaceHolder 5"/>
          <p:cNvSpPr>
            <a:spLocks noGrp="1"/>
          </p:cNvSpPr>
          <p:nvPr>
            <p:ph type="dt" idx="1"/>
          </p:nvPr>
        </p:nvSpPr>
        <p:spPr/>
        <p:txBody>
          <a:bodyPr/>
          <a:p>
            <a:r>
              <a:rPr lang="it-IT"/>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1523880" y="1122480"/>
            <a:ext cx="9143640" cy="2387160"/>
          </a:xfrm>
          <a:prstGeom prst="rect">
            <a:avLst/>
          </a:prstGeom>
          <a:noFill/>
          <a:ln w="0">
            <a:noFill/>
          </a:ln>
        </p:spPr>
        <p:txBody>
          <a:bodyPr lIns="0" rIns="0" tIns="0" bIns="0" anchor="ctr">
            <a:noAutofit/>
          </a:bodyPr>
          <a:p>
            <a:pPr indent="0">
              <a:buNone/>
            </a:pPr>
            <a:endParaRPr b="0" lang="en-US" sz="1800" spc="-1" strike="noStrike">
              <a:solidFill>
                <a:srgbClr val="000000"/>
              </a:solidFill>
              <a:latin typeface="Arial"/>
            </a:endParaRPr>
          </a:p>
        </p:txBody>
      </p:sp>
      <p:sp>
        <p:nvSpPr>
          <p:cNvPr id="10"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rgbClr val="000000"/>
              </a:solidFill>
              <a:latin typeface="Arial"/>
            </a:endParaRPr>
          </a:p>
        </p:txBody>
      </p:sp>
      <p:sp>
        <p:nvSpPr>
          <p:cNvPr id="11"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rgbClr val="000000"/>
              </a:solidFill>
              <a:latin typeface="Arial"/>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79557C15-82EC-4903-AA3F-F098EE6848F4}" type="slidenum">
              <a:t>&lt;#&gt;</a:t>
            </a:fld>
          </a:p>
        </p:txBody>
      </p:sp>
      <p:sp>
        <p:nvSpPr>
          <p:cNvPr id="7" name="PlaceHolder 6"/>
          <p:cNvSpPr>
            <a:spLocks noGrp="1"/>
          </p:cNvSpPr>
          <p:nvPr>
            <p:ph type="dt" idx="1"/>
          </p:nvPr>
        </p:nvSpPr>
        <p:spPr/>
        <p:txBody>
          <a:bodyPr/>
          <a:p>
            <a:r>
              <a:rPr lang="it-IT"/>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1523880" y="1122480"/>
            <a:ext cx="9143640" cy="2387160"/>
          </a:xfrm>
          <a:prstGeom prst="rect">
            <a:avLst/>
          </a:prstGeom>
          <a:noFill/>
          <a:ln w="0">
            <a:noFill/>
          </a:ln>
        </p:spPr>
        <p:txBody>
          <a:bodyPr lIns="0" rIns="0" tIns="0" bIns="0" anchor="ctr">
            <a:noAutofit/>
          </a:bodyPr>
          <a:p>
            <a:pPr indent="0">
              <a:buNone/>
            </a:pPr>
            <a:endParaRPr b="0" lang="en-US" sz="1800" spc="-1" strike="noStrike">
              <a:solidFill>
                <a:srgbClr val="000000"/>
              </a:solidFill>
              <a:latin typeface="Arial"/>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F7CAE20A-3142-4D98-AF2E-CFB79C352B0E}" type="slidenum">
              <a:t>&lt;#&gt;</a:t>
            </a:fld>
          </a:p>
        </p:txBody>
      </p:sp>
      <p:sp>
        <p:nvSpPr>
          <p:cNvPr id="5" name="PlaceHolder 4"/>
          <p:cNvSpPr>
            <a:spLocks noGrp="1"/>
          </p:cNvSpPr>
          <p:nvPr>
            <p:ph type="dt" idx="1"/>
          </p:nvPr>
        </p:nvSpPr>
        <p:spPr/>
        <p:txBody>
          <a:bodyPr/>
          <a:p>
            <a:r>
              <a:rPr lang="it-IT"/>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1523880" y="1122480"/>
            <a:ext cx="9143640" cy="11066760"/>
          </a:xfrm>
          <a:prstGeom prst="rect">
            <a:avLst/>
          </a:prstGeom>
          <a:noFill/>
          <a:ln w="0">
            <a:noFill/>
          </a:ln>
        </p:spPr>
        <p:txBody>
          <a:bodyPr lIns="0" rIns="0" tIns="0" bIns="0" anchor="ctr">
            <a:noAutofit/>
          </a:bodyPr>
          <a:p>
            <a:pPr algn="ctr"/>
            <a:endParaRPr b="0" lang="it-IT" sz="3200" spc="-1" strike="noStrike">
              <a:solidFill>
                <a:srgbClr val="000000"/>
              </a:solidFill>
              <a:latin typeface="Arial"/>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38627D80-A93F-4038-88DF-EC4EED21840E}" type="slidenum">
              <a:t>&lt;#&gt;</a:t>
            </a:fld>
          </a:p>
        </p:txBody>
      </p:sp>
      <p:sp>
        <p:nvSpPr>
          <p:cNvPr id="5" name="PlaceHolder 4"/>
          <p:cNvSpPr>
            <a:spLocks noGrp="1"/>
          </p:cNvSpPr>
          <p:nvPr>
            <p:ph type="dt" idx="1"/>
          </p:nvPr>
        </p:nvSpPr>
        <p:spPr/>
        <p:txBody>
          <a:bodyPr/>
          <a:p>
            <a:r>
              <a:rPr lang="it-IT"/>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1523880" y="1122480"/>
            <a:ext cx="9143640" cy="2387160"/>
          </a:xfrm>
          <a:prstGeom prst="rect">
            <a:avLst/>
          </a:prstGeom>
          <a:noFill/>
          <a:ln w="0">
            <a:noFill/>
          </a:ln>
        </p:spPr>
        <p:txBody>
          <a:bodyPr lIns="0" rIns="0" tIns="0" bIns="0" anchor="ctr">
            <a:noAutofit/>
          </a:bodyPr>
          <a:p>
            <a:pPr indent="0">
              <a:buNone/>
            </a:pPr>
            <a:endParaRPr b="0" lang="en-US" sz="1800" spc="-1" strike="noStrike">
              <a:solidFill>
                <a:srgbClr val="000000"/>
              </a:solidFill>
              <a:latin typeface="Arial"/>
            </a:endParaRPr>
          </a:p>
        </p:txBody>
      </p:sp>
      <p:sp>
        <p:nvSpPr>
          <p:cNvPr id="15"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rgbClr val="000000"/>
              </a:solidFill>
              <a:latin typeface="Arial"/>
            </a:endParaRPr>
          </a:p>
        </p:txBody>
      </p:sp>
      <p:sp>
        <p:nvSpPr>
          <p:cNvPr id="16"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rgbClr val="000000"/>
              </a:solidFill>
              <a:latin typeface="Arial"/>
            </a:endParaRPr>
          </a:p>
        </p:txBody>
      </p:sp>
      <p:sp>
        <p:nvSpPr>
          <p:cNvPr id="17"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rgbClr val="000000"/>
              </a:solidFill>
              <a:latin typeface="Arial"/>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9126DD19-BBE3-4F37-A084-DC4CCE2FB76F}" type="slidenum">
              <a:t>&lt;#&gt;</a:t>
            </a:fld>
          </a:p>
        </p:txBody>
      </p:sp>
      <p:sp>
        <p:nvSpPr>
          <p:cNvPr id="8" name="PlaceHolder 7"/>
          <p:cNvSpPr>
            <a:spLocks noGrp="1"/>
          </p:cNvSpPr>
          <p:nvPr>
            <p:ph type="dt" idx="1"/>
          </p:nvPr>
        </p:nvSpPr>
        <p:spPr/>
        <p:txBody>
          <a:bodyPr/>
          <a:p>
            <a:r>
              <a:rPr lang="it-IT"/>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1523880" y="1122480"/>
            <a:ext cx="9143640" cy="2387160"/>
          </a:xfrm>
          <a:prstGeom prst="rect">
            <a:avLst/>
          </a:prstGeom>
          <a:noFill/>
          <a:ln w="0">
            <a:noFill/>
          </a:ln>
        </p:spPr>
        <p:txBody>
          <a:bodyPr lIns="0" rIns="0" tIns="0" bIns="0" anchor="ctr">
            <a:noAutofit/>
          </a:bodyPr>
          <a:p>
            <a:pPr indent="0">
              <a:buNone/>
            </a:pPr>
            <a:endParaRPr b="0" lang="en-US" sz="1800" spc="-1" strike="noStrike">
              <a:solidFill>
                <a:srgbClr val="000000"/>
              </a:solidFill>
              <a:latin typeface="Arial"/>
            </a:endParaRPr>
          </a:p>
        </p:txBody>
      </p:sp>
      <p:sp>
        <p:nvSpPr>
          <p:cNvPr id="19"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rgbClr val="000000"/>
              </a:solidFill>
              <a:latin typeface="Arial"/>
            </a:endParaRPr>
          </a:p>
        </p:txBody>
      </p:sp>
      <p:sp>
        <p:nvSpPr>
          <p:cNvPr id="20"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rgbClr val="000000"/>
              </a:solidFill>
              <a:latin typeface="Arial"/>
            </a:endParaRPr>
          </a:p>
        </p:txBody>
      </p:sp>
      <p:sp>
        <p:nvSpPr>
          <p:cNvPr id="21"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rgbClr val="000000"/>
              </a:solidFill>
              <a:latin typeface="Arial"/>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2B1BF0A7-5DB6-43C9-B9C5-848ACCAB0C9B}" type="slidenum">
              <a:t>&lt;#&gt;</a:t>
            </a:fld>
          </a:p>
        </p:txBody>
      </p:sp>
      <p:sp>
        <p:nvSpPr>
          <p:cNvPr id="8" name="PlaceHolder 7"/>
          <p:cNvSpPr>
            <a:spLocks noGrp="1"/>
          </p:cNvSpPr>
          <p:nvPr>
            <p:ph type="dt" idx="1"/>
          </p:nvPr>
        </p:nvSpPr>
        <p:spPr/>
        <p:txBody>
          <a:bodyPr/>
          <a:p>
            <a:r>
              <a:rPr lang="it-IT"/>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1523880" y="1122480"/>
            <a:ext cx="9143640" cy="2387160"/>
          </a:xfrm>
          <a:prstGeom prst="rect">
            <a:avLst/>
          </a:prstGeom>
          <a:noFill/>
          <a:ln w="0">
            <a:noFill/>
          </a:ln>
        </p:spPr>
        <p:txBody>
          <a:bodyPr lIns="0" rIns="0" tIns="0" bIns="0" anchor="ctr">
            <a:noAutofit/>
          </a:bodyPr>
          <a:p>
            <a:pPr indent="0">
              <a:buNone/>
            </a:pPr>
            <a:endParaRPr b="0" lang="en-US" sz="1800" spc="-1" strike="noStrike">
              <a:solidFill>
                <a:srgbClr val="000000"/>
              </a:solidFill>
              <a:latin typeface="Arial"/>
            </a:endParaRPr>
          </a:p>
        </p:txBody>
      </p:sp>
      <p:sp>
        <p:nvSpPr>
          <p:cNvPr id="23"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rgbClr val="000000"/>
              </a:solidFill>
              <a:latin typeface="Arial"/>
            </a:endParaRPr>
          </a:p>
        </p:txBody>
      </p:sp>
      <p:sp>
        <p:nvSpPr>
          <p:cNvPr id="24"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rgbClr val="000000"/>
              </a:solidFill>
              <a:latin typeface="Arial"/>
            </a:endParaRPr>
          </a:p>
        </p:txBody>
      </p:sp>
      <p:sp>
        <p:nvSpPr>
          <p:cNvPr id="25"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rgbClr val="000000"/>
              </a:solidFill>
              <a:latin typeface="Arial"/>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03D019AA-DF48-410B-818D-66B5CF19174A}" type="slidenum">
              <a:t>&lt;#&gt;</a:t>
            </a:fld>
          </a:p>
        </p:txBody>
      </p:sp>
      <p:sp>
        <p:nvSpPr>
          <p:cNvPr id="8" name="PlaceHolder 7"/>
          <p:cNvSpPr>
            <a:spLocks noGrp="1"/>
          </p:cNvSpPr>
          <p:nvPr>
            <p:ph type="dt" idx="1"/>
          </p:nvPr>
        </p:nvSpPr>
        <p:spPr/>
        <p:txBody>
          <a:bodyPr/>
          <a:p>
            <a:r>
              <a:rPr lang="it-IT"/>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1523880" y="1122480"/>
            <a:ext cx="9143640" cy="2387160"/>
          </a:xfrm>
          <a:prstGeom prst="rect">
            <a:avLst/>
          </a:prstGeom>
          <a:noFill/>
          <a:ln w="0">
            <a:noFill/>
          </a:ln>
        </p:spPr>
        <p:txBody>
          <a:bodyPr lIns="0" rIns="0" tIns="0" bIns="0" anchor="ctr">
            <a:noAutofit/>
          </a:bodyPr>
          <a:p>
            <a:pPr indent="0">
              <a:buNone/>
            </a:pPr>
            <a:endParaRPr b="0" lang="en-US" sz="1800" spc="-1" strike="noStrike">
              <a:solidFill>
                <a:srgbClr val="000000"/>
              </a:solidFill>
              <a:latin typeface="Arial"/>
            </a:endParaRPr>
          </a:p>
        </p:txBody>
      </p:sp>
      <p:sp>
        <p:nvSpPr>
          <p:cNvPr id="27"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rgbClr val="000000"/>
              </a:solidFill>
              <a:latin typeface="Arial"/>
            </a:endParaRPr>
          </a:p>
        </p:txBody>
      </p:sp>
      <p:sp>
        <p:nvSpPr>
          <p:cNvPr id="28"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rgbClr val="000000"/>
              </a:solidFill>
              <a:latin typeface="Arial"/>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87F13BBC-5C88-4AE4-B693-B185A4A41CD1}" type="slidenum">
              <a:t>&lt;#&gt;</a:t>
            </a:fld>
          </a:p>
        </p:txBody>
      </p:sp>
      <p:sp>
        <p:nvSpPr>
          <p:cNvPr id="7" name="PlaceHolder 6"/>
          <p:cNvSpPr>
            <a:spLocks noGrp="1"/>
          </p:cNvSpPr>
          <p:nvPr>
            <p:ph type="dt" idx="1"/>
          </p:nvPr>
        </p:nvSpPr>
        <p:spPr/>
        <p:txBody>
          <a:bodyPr/>
          <a:p>
            <a:r>
              <a:rPr lang="it-IT"/>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1523880" y="1122480"/>
            <a:ext cx="9143640" cy="2387160"/>
          </a:xfrm>
          <a:prstGeom prst="rect">
            <a:avLst/>
          </a:prstGeom>
          <a:noFill/>
          <a:ln w="0">
            <a:noFill/>
          </a:ln>
        </p:spPr>
        <p:txBody>
          <a:bodyPr lIns="0" rIns="0" tIns="0" bIns="0" anchor="ctr">
            <a:noAutofit/>
          </a:bodyPr>
          <a:p>
            <a:pPr indent="0">
              <a:buNone/>
            </a:pPr>
            <a:endParaRPr b="0" lang="en-US" sz="1800" spc="-1" strike="noStrike">
              <a:solidFill>
                <a:srgbClr val="000000"/>
              </a:solidFill>
              <a:latin typeface="Arial"/>
            </a:endParaRPr>
          </a:p>
        </p:txBody>
      </p:sp>
      <p:sp>
        <p:nvSpPr>
          <p:cNvPr id="30"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rgbClr val="000000"/>
              </a:solidFill>
              <a:latin typeface="Arial"/>
            </a:endParaRPr>
          </a:p>
        </p:txBody>
      </p:sp>
      <p:sp>
        <p:nvSpPr>
          <p:cNvPr id="31"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rgbClr val="000000"/>
              </a:solidFill>
              <a:latin typeface="Arial"/>
            </a:endParaRPr>
          </a:p>
        </p:txBody>
      </p:sp>
      <p:sp>
        <p:nvSpPr>
          <p:cNvPr id="32"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rgbClr val="000000"/>
              </a:solidFill>
              <a:latin typeface="Arial"/>
            </a:endParaRPr>
          </a:p>
        </p:txBody>
      </p:sp>
      <p:sp>
        <p:nvSpPr>
          <p:cNvPr id="33"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rgbClr val="000000"/>
              </a:solidFill>
              <a:latin typeface="Arial"/>
            </a:endParaRPr>
          </a:p>
        </p:txBody>
      </p:sp>
      <p:sp>
        <p:nvSpPr>
          <p:cNvPr id="7" name="PlaceHolder 6"/>
          <p:cNvSpPr>
            <a:spLocks noGrp="1"/>
          </p:cNvSpPr>
          <p:nvPr>
            <p:ph type="ftr" idx="2"/>
          </p:nvPr>
        </p:nvSpPr>
        <p:spPr/>
        <p:txBody>
          <a:bodyPr/>
          <a:p>
            <a:r>
              <a:t>Footer</a:t>
            </a:r>
          </a:p>
        </p:txBody>
      </p:sp>
      <p:sp>
        <p:nvSpPr>
          <p:cNvPr id="8" name="PlaceHolder 7"/>
          <p:cNvSpPr>
            <a:spLocks noGrp="1"/>
          </p:cNvSpPr>
          <p:nvPr>
            <p:ph type="sldNum" idx="3"/>
          </p:nvPr>
        </p:nvSpPr>
        <p:spPr/>
        <p:txBody>
          <a:bodyPr/>
          <a:p>
            <a:fld id="{FD857A7D-36D1-4CD4-8276-F5675C9F0E61}" type="slidenum">
              <a:t>&lt;#&gt;</a:t>
            </a:fld>
          </a:p>
        </p:txBody>
      </p:sp>
      <p:sp>
        <p:nvSpPr>
          <p:cNvPr id="9" name="PlaceHolder 8"/>
          <p:cNvSpPr>
            <a:spLocks noGrp="1"/>
          </p:cNvSpPr>
          <p:nvPr>
            <p:ph type="dt" idx="1"/>
          </p:nvPr>
        </p:nvSpPr>
        <p:spPr/>
        <p:txBody>
          <a:bodyPr/>
          <a:p>
            <a:r>
              <a:rPr lang="it-IT"/>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1523880" y="1122480"/>
            <a:ext cx="9143640" cy="2387160"/>
          </a:xfrm>
          <a:prstGeom prst="rect">
            <a:avLst/>
          </a:prstGeom>
          <a:noFill/>
          <a:ln w="0">
            <a:noFill/>
          </a:ln>
        </p:spPr>
        <p:txBody>
          <a:bodyPr lIns="0" rIns="0" tIns="0" bIns="0" anchor="ctr">
            <a:noAutofit/>
          </a:bodyPr>
          <a:p>
            <a:pPr indent="0">
              <a:buNone/>
            </a:pPr>
            <a:endParaRPr b="0" lang="en-US" sz="1800" spc="-1" strike="noStrike">
              <a:solidFill>
                <a:srgbClr val="000000"/>
              </a:solidFill>
              <a:latin typeface="Arial"/>
            </a:endParaRPr>
          </a:p>
        </p:txBody>
      </p:sp>
      <p:sp>
        <p:nvSpPr>
          <p:cNvPr id="35"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rgbClr val="000000"/>
              </a:solidFill>
              <a:latin typeface="Arial"/>
            </a:endParaRPr>
          </a:p>
        </p:txBody>
      </p:sp>
      <p:sp>
        <p:nvSpPr>
          <p:cNvPr id="36"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rgbClr val="000000"/>
              </a:solidFill>
              <a:latin typeface="Arial"/>
            </a:endParaRPr>
          </a:p>
        </p:txBody>
      </p:sp>
      <p:sp>
        <p:nvSpPr>
          <p:cNvPr id="37"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rgbClr val="000000"/>
              </a:solidFill>
              <a:latin typeface="Arial"/>
            </a:endParaRPr>
          </a:p>
        </p:txBody>
      </p:sp>
      <p:sp>
        <p:nvSpPr>
          <p:cNvPr id="38"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rgbClr val="000000"/>
              </a:solidFill>
              <a:latin typeface="Arial"/>
            </a:endParaRPr>
          </a:p>
        </p:txBody>
      </p:sp>
      <p:sp>
        <p:nvSpPr>
          <p:cNvPr id="39"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rgbClr val="000000"/>
              </a:solidFill>
              <a:latin typeface="Arial"/>
            </a:endParaRPr>
          </a:p>
        </p:txBody>
      </p:sp>
      <p:sp>
        <p:nvSpPr>
          <p:cNvPr id="40"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rgbClr val="000000"/>
              </a:solidFill>
              <a:latin typeface="Arial"/>
            </a:endParaRPr>
          </a:p>
        </p:txBody>
      </p:sp>
      <p:sp>
        <p:nvSpPr>
          <p:cNvPr id="9" name="PlaceHolder 8"/>
          <p:cNvSpPr>
            <a:spLocks noGrp="1"/>
          </p:cNvSpPr>
          <p:nvPr>
            <p:ph type="ftr" idx="2"/>
          </p:nvPr>
        </p:nvSpPr>
        <p:spPr/>
        <p:txBody>
          <a:bodyPr/>
          <a:p>
            <a:r>
              <a:t>Footer</a:t>
            </a:r>
          </a:p>
        </p:txBody>
      </p:sp>
      <p:sp>
        <p:nvSpPr>
          <p:cNvPr id="10" name="PlaceHolder 9"/>
          <p:cNvSpPr>
            <a:spLocks noGrp="1"/>
          </p:cNvSpPr>
          <p:nvPr>
            <p:ph type="sldNum" idx="3"/>
          </p:nvPr>
        </p:nvSpPr>
        <p:spPr/>
        <p:txBody>
          <a:bodyPr/>
          <a:p>
            <a:fld id="{22E7B698-EFCD-42A4-9F99-7E6AD351EF16}" type="slidenum">
              <a:t>&lt;#&gt;</a:t>
            </a:fld>
          </a:p>
        </p:txBody>
      </p:sp>
      <p:sp>
        <p:nvSpPr>
          <p:cNvPr id="11" name="PlaceHolder 10"/>
          <p:cNvSpPr>
            <a:spLocks noGrp="1"/>
          </p:cNvSpPr>
          <p:nvPr>
            <p:ph type="dt" idx="1"/>
          </p:nvPr>
        </p:nvSpPr>
        <p:spPr/>
        <p:txBody>
          <a:bodyPr/>
          <a:p>
            <a:r>
              <a:rPr lang="it-IT"/>
              <a:t/>
            </a:r>
          </a:p>
        </p:txBody>
      </p:sp>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1523880" y="1122480"/>
            <a:ext cx="9143640" cy="2387160"/>
          </a:xfrm>
          <a:prstGeom prst="rect">
            <a:avLst/>
          </a:prstGeom>
          <a:noFill/>
          <a:ln w="0">
            <a:noFill/>
          </a:ln>
        </p:spPr>
        <p:txBody>
          <a:bodyPr anchor="b">
            <a:noAutofit/>
          </a:bodyPr>
          <a:p>
            <a:pPr indent="0" algn="ctr">
              <a:lnSpc>
                <a:spcPct val="90000"/>
              </a:lnSpc>
              <a:buNone/>
            </a:pPr>
            <a:r>
              <a:rPr b="0" lang="en-US" sz="6000" spc="-1" strike="noStrike">
                <a:solidFill>
                  <a:srgbClr val="000000"/>
                </a:solidFill>
                <a:latin typeface="Arial"/>
                <a:ea typeface="Arial"/>
              </a:rPr>
              <a:t>Click to edit </a:t>
            </a:r>
            <a:r>
              <a:rPr b="0" lang="en-US" sz="6000" spc="-1" strike="noStrike">
                <a:solidFill>
                  <a:srgbClr val="000000"/>
                </a:solidFill>
                <a:latin typeface="Arial"/>
                <a:ea typeface="Arial"/>
              </a:rPr>
              <a:t>Master title style</a:t>
            </a:r>
            <a:endParaRPr b="0" lang="en-US" sz="6000" spc="-1" strike="noStrike">
              <a:solidFill>
                <a:srgbClr val="000000"/>
              </a:solidFill>
              <a:latin typeface="Arial"/>
            </a:endParaRPr>
          </a:p>
        </p:txBody>
      </p:sp>
      <p:sp>
        <p:nvSpPr>
          <p:cNvPr id="1" name="PlaceHolder 2"/>
          <p:cNvSpPr>
            <a:spLocks noGrp="1"/>
          </p:cNvSpPr>
          <p:nvPr>
            <p:ph type="dt" idx="1"/>
          </p:nvPr>
        </p:nvSpPr>
        <p:spPr>
          <a:xfrm>
            <a:off x="838080" y="6356520"/>
            <a:ext cx="2742840" cy="364680"/>
          </a:xfrm>
          <a:prstGeom prst="rect">
            <a:avLst/>
          </a:prstGeom>
          <a:noFill/>
          <a:ln w="0">
            <a:noFill/>
          </a:ln>
        </p:spPr>
        <p:txBody>
          <a:bodyPr anchor="ctr">
            <a:noAutofit/>
          </a:bodyPr>
          <a:lstStyle>
            <a:lvl1pPr indent="0">
              <a:lnSpc>
                <a:spcPct val="100000"/>
              </a:lnSpc>
              <a:buNone/>
              <a:defRPr b="0" lang="en-US" sz="1200" spc="-1" strike="noStrike">
                <a:solidFill>
                  <a:srgbClr val="8b8b8b"/>
                </a:solidFill>
                <a:latin typeface="Arial"/>
                <a:ea typeface="Arial"/>
              </a:defRPr>
            </a:lvl1pPr>
          </a:lstStyle>
          <a:p>
            <a:pPr indent="0">
              <a:lnSpc>
                <a:spcPct val="100000"/>
              </a:lnSpc>
              <a:buNone/>
            </a:pPr>
            <a:r>
              <a:rPr b="0" lang="en-US" sz="1200" spc="-1" strike="noStrike">
                <a:solidFill>
                  <a:srgbClr val="8b8b8b"/>
                </a:solidFill>
                <a:latin typeface="Arial"/>
                <a:ea typeface="Arial"/>
              </a:rPr>
              <a:t>&lt;date/time&gt;</a:t>
            </a:r>
            <a:endParaRPr b="0" lang="it-IT" sz="1200" spc="-1" strike="noStrike">
              <a:solidFill>
                <a:srgbClr val="000000"/>
              </a:solidFill>
              <a:latin typeface="Times New Roman"/>
            </a:endParaRPr>
          </a:p>
        </p:txBody>
      </p:sp>
      <p:sp>
        <p:nvSpPr>
          <p:cNvPr id="2" name="PlaceHolder 3"/>
          <p:cNvSpPr>
            <a:spLocks noGrp="1"/>
          </p:cNvSpPr>
          <p:nvPr>
            <p:ph type="ftr" idx="2"/>
          </p:nvPr>
        </p:nvSpPr>
        <p:spPr>
          <a:xfrm>
            <a:off x="4038480" y="6356520"/>
            <a:ext cx="4114440" cy="364680"/>
          </a:xfrm>
          <a:prstGeom prst="rect">
            <a:avLst/>
          </a:prstGeom>
          <a:noFill/>
          <a:ln w="0">
            <a:noFill/>
          </a:ln>
        </p:spPr>
        <p:txBody>
          <a:bodyPr anchor="ctr">
            <a:noAutofit/>
          </a:bodyPr>
          <a:lstStyle>
            <a:lvl1pPr indent="0" algn="ctr">
              <a:buNone/>
              <a:defRPr b="0" lang="it-IT" sz="1400" spc="-1" strike="noStrike">
                <a:solidFill>
                  <a:srgbClr val="000000"/>
                </a:solidFill>
                <a:latin typeface="Times New Roman"/>
              </a:defRPr>
            </a:lvl1pPr>
          </a:lstStyle>
          <a:p>
            <a:pPr indent="0" algn="ctr">
              <a:buNone/>
            </a:pPr>
            <a:r>
              <a:rPr b="0" lang="it-IT" sz="1400" spc="-1" strike="noStrike">
                <a:solidFill>
                  <a:srgbClr val="000000"/>
                </a:solidFill>
                <a:latin typeface="Times New Roman"/>
              </a:rPr>
              <a:t>&lt;footer&gt;</a:t>
            </a:r>
            <a:endParaRPr b="0" lang="it-IT" sz="1400" spc="-1" strike="noStrike">
              <a:solidFill>
                <a:srgbClr val="000000"/>
              </a:solidFill>
              <a:latin typeface="Times New Roman"/>
            </a:endParaRPr>
          </a:p>
        </p:txBody>
      </p:sp>
      <p:sp>
        <p:nvSpPr>
          <p:cNvPr id="3" name="PlaceHolder 4"/>
          <p:cNvSpPr>
            <a:spLocks noGrp="1"/>
          </p:cNvSpPr>
          <p:nvPr>
            <p:ph type="sldNum" idx="3"/>
          </p:nvPr>
        </p:nvSpPr>
        <p:spPr>
          <a:xfrm>
            <a:off x="8610480" y="6356520"/>
            <a:ext cx="2742840" cy="364680"/>
          </a:xfrm>
          <a:prstGeom prst="rect">
            <a:avLst/>
          </a:prstGeom>
          <a:noFill/>
          <a:ln w="0">
            <a:noFill/>
          </a:ln>
        </p:spPr>
        <p:txBody>
          <a:bodyPr anchor="ctr">
            <a:noAutofit/>
          </a:bodyPr>
          <a:lstStyle>
            <a:lvl1pPr indent="0" algn="r">
              <a:lnSpc>
                <a:spcPct val="100000"/>
              </a:lnSpc>
              <a:buNone/>
              <a:defRPr b="0" lang="en-US" sz="1200" spc="-1" strike="noStrike">
                <a:solidFill>
                  <a:srgbClr val="8b8b8b"/>
                </a:solidFill>
                <a:latin typeface="Arial"/>
                <a:ea typeface="Arial"/>
              </a:defRPr>
            </a:lvl1pPr>
          </a:lstStyle>
          <a:p>
            <a:pPr indent="0" algn="r">
              <a:lnSpc>
                <a:spcPct val="100000"/>
              </a:lnSpc>
              <a:buNone/>
            </a:pPr>
            <a:fld id="{2444EB7F-0D6B-47D9-BAD5-31DFEA1DC9EA}" type="slidenum">
              <a:rPr b="0" lang="en-US" sz="1200" spc="-1" strike="noStrike">
                <a:solidFill>
                  <a:srgbClr val="8b8b8b"/>
                </a:solidFill>
                <a:latin typeface="Arial"/>
                <a:ea typeface="Arial"/>
              </a:rPr>
              <a:t>&lt;number&gt;</a:t>
            </a:fld>
            <a:endParaRPr b="0" lang="it-IT" sz="1200" spc="-1" strike="noStrike">
              <a:solidFill>
                <a:srgbClr val="000000"/>
              </a:solidFill>
              <a:latin typeface="Times New Roman"/>
            </a:endParaRPr>
          </a:p>
        </p:txBody>
      </p:sp>
      <p:sp>
        <p:nvSpPr>
          <p:cNvPr id="4"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2800" spc="-1" strike="noStrike">
                <a:solidFill>
                  <a:srgbClr val="000000"/>
                </a:solidFill>
                <a:latin typeface="Arial"/>
              </a:rPr>
              <a:t>Click to edit the outline text format</a:t>
            </a:r>
            <a:endParaRPr b="0" lang="en-US" sz="2800" spc="-1" strike="noStrike">
              <a:solidFill>
                <a:srgbClr val="000000"/>
              </a:solidFill>
              <a:latin typeface="Arial"/>
            </a:endParaRPr>
          </a:p>
          <a:p>
            <a:pPr lvl="1" marL="864000" indent="-324000">
              <a:lnSpc>
                <a:spcPct val="90000"/>
              </a:lnSpc>
              <a:spcBef>
                <a:spcPts val="1134"/>
              </a:spcBef>
              <a:buClr>
                <a:srgbClr val="000000"/>
              </a:buClr>
              <a:buSzPct val="75000"/>
              <a:buFont typeface="Symbol" charset="2"/>
              <a:buChar char=""/>
            </a:pPr>
            <a:r>
              <a:rPr b="0" lang="en-US" sz="2000" spc="-1" strike="noStrike">
                <a:solidFill>
                  <a:srgbClr val="000000"/>
                </a:solidFill>
                <a:latin typeface="Arial"/>
              </a:rPr>
              <a:t>Second Outline Level</a:t>
            </a:r>
            <a:endParaRPr b="0" lang="en-US" sz="2000" spc="-1" strike="noStrike">
              <a:solidFill>
                <a:srgbClr val="000000"/>
              </a:solidFill>
              <a:latin typeface="Arial"/>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lnSpc>
                <a:spcPct val="90000"/>
              </a:lnSpc>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lnSpc>
                <a:spcPct val="90000"/>
              </a:lnSpc>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lnSpc>
                <a:spcPct val="90000"/>
              </a:lnSpc>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lnSpc>
                <a:spcPct val="90000"/>
              </a:lnSpc>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jpeg"/><Relationship Id="rId2" Type="http://schemas.openxmlformats.org/officeDocument/2006/relationships/image" Target="../media/image7.jpe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8.jpeg"/><Relationship Id="rId2" Type="http://schemas.openxmlformats.org/officeDocument/2006/relationships/image" Target="../media/image9.jpeg"/><Relationship Id="rId3" Type="http://schemas.openxmlformats.org/officeDocument/2006/relationships/image" Target="../media/image10.jpe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12.jpe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3.jpe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4.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5.jpe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6.jpe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7.jpe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8.jpe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9.jpe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20.jpe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22.jpe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3.jpe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4.jpeg"/><Relationship Id="rId2" Type="http://schemas.openxmlformats.org/officeDocument/2006/relationships/image" Target="../media/image25.jpeg"/><Relationship Id="rId3" Type="http://schemas.openxmlformats.org/officeDocument/2006/relationships/slideLayout" Target="../slideLayouts/slideLayout2.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6.jpe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7.jpeg"/><Relationship Id="rId2" Type="http://schemas.openxmlformats.org/officeDocument/2006/relationships/image" Target="../media/image28.jpeg"/><Relationship Id="rId3" Type="http://schemas.openxmlformats.org/officeDocument/2006/relationships/image" Target="../media/image29.jpeg"/><Relationship Id="rId4" Type="http://schemas.openxmlformats.org/officeDocument/2006/relationships/slideLayout" Target="../slideLayouts/slideLayout2.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30.jpe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32.jpe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33.png"/><Relationship Id="rId2" Type="http://schemas.openxmlformats.org/officeDocument/2006/relationships/image" Target="../media/image33.png"/><Relationship Id="rId3" Type="http://schemas.openxmlformats.org/officeDocument/2006/relationships/image" Target="../media/image34.jpeg"/><Relationship Id="rId4" Type="http://schemas.openxmlformats.org/officeDocument/2006/relationships/slideLayout" Target="../slideLayouts/slideLayout2.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35.jpe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36.jpe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7.jpeg"/><Relationship Id="rId2" Type="http://schemas.openxmlformats.org/officeDocument/2006/relationships/image" Target="../media/image38.jpeg"/><Relationship Id="rId3" Type="http://schemas.openxmlformats.org/officeDocument/2006/relationships/slideLayout" Target="../slideLayouts/slideLayout2.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9.jpe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8.jpeg"/><Relationship Id="rId2" Type="http://schemas.openxmlformats.org/officeDocument/2006/relationships/image" Target="../media/image9.jpeg"/><Relationship Id="rId3" Type="http://schemas.openxmlformats.org/officeDocument/2006/relationships/image" Target="../media/image10.jpeg"/><Relationship Id="rId4" Type="http://schemas.openxmlformats.org/officeDocument/2006/relationships/slideLayout" Target="../slideLayouts/slideLayout2.xml"/><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40.jpe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42.jpe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20.jpe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43.jpe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44.jpeg"/><Relationship Id="rId2" Type="http://schemas.openxmlformats.org/officeDocument/2006/relationships/image" Target="../media/image45.png"/><Relationship Id="rId3" Type="http://schemas.openxmlformats.org/officeDocument/2006/relationships/slideLayout" Target="../slideLayouts/slideLayout2.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6.jpe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7.jpe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8.jpe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9.jpe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50.jpe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17.jpe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52.jpe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53.jpe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54.jpe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5.jpeg"/><Relationship Id="rId2" Type="http://schemas.openxmlformats.org/officeDocument/2006/relationships/image" Target="../media/image56.jpeg"/><Relationship Id="rId3" Type="http://schemas.openxmlformats.org/officeDocument/2006/relationships/slideLayout" Target="../slideLayouts/slideLayout2.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7.jpe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8.jpe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9.jpe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60.jpe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 name=""/>
          <p:cNvSpPr/>
          <p:nvPr/>
        </p:nvSpPr>
        <p:spPr>
          <a:xfrm>
            <a:off x="1045080" y="6602040"/>
            <a:ext cx="10101960" cy="273600"/>
          </a:xfrm>
          <a:prstGeom prst="rect">
            <a:avLst/>
          </a:prstGeom>
          <a:noFill/>
          <a:ln w="0">
            <a:noFill/>
          </a:ln>
        </p:spPr>
        <p:style>
          <a:lnRef idx="0"/>
          <a:fillRef idx="0"/>
          <a:effectRef idx="0"/>
          <a:fontRef idx="minor"/>
        </p:style>
        <p:txBody>
          <a:bodyPr numCol="1" spcCol="0" horzOverflow="overflow" vertOverflow="overflow" anchor="t">
            <a:spAutoFit/>
          </a:bodyPr>
          <a:p>
            <a:pPr algn="ctr">
              <a:lnSpc>
                <a:spcPct val="100000"/>
              </a:lnSpc>
            </a:pPr>
            <a:r>
              <a:rPr sz="1200" b="0" i="1" lang="en-US">
                <a:solidFill>
                  <a:srgbClr val="000000"/>
                </a:solidFill>
                <a:latin typeface="IBM Plex Sans"/>
              </a:rPr>
              <a:t>サミュエル・ファン・ホーホストラーテン作とされるスピノザの肖像画</a:t>
            </a:r>
            <a:endParaRPr b="0" lang="it-IT" sz="1200" spc="-1" strike="noStrike">
              <a:solidFill>
                <a:srgbClr val="000000"/>
              </a:solidFill>
              <a:latin typeface="Arial"/>
            </a:endParaRPr>
          </a:p>
        </p:txBody>
      </p:sp>
      <p:pic>
        <p:nvPicPr>
          <p:cNvPr id="48" name="" descr=""/>
          <p:cNvPicPr/>
          <p:nvPr/>
        </p:nvPicPr>
        <p:blipFill>
          <a:blip r:embed="rId1"/>
          <a:stretch/>
        </p:blipFill>
        <p:spPr>
          <a:xfrm>
            <a:off x="1045080" y="69480"/>
            <a:ext cx="10101240" cy="6532200"/>
          </a:xfrm>
          <a:prstGeom prst="rect">
            <a:avLst/>
          </a:prstGeom>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9" name="" descr=""/>
          <p:cNvPicPr/>
          <p:nvPr/>
        </p:nvPicPr>
        <p:blipFill>
          <a:blip r:embed="rId1"/>
          <a:stretch/>
        </p:blipFill>
        <p:spPr>
          <a:xfrm>
            <a:off x="3925080" y="260280"/>
            <a:ext cx="4341240" cy="5817600"/>
          </a:xfrm>
          <a:prstGeom prst="rect">
            <a:avLst/>
          </a:prstGeom>
          <a:ln w="0">
            <a:noFill/>
          </a:ln>
        </p:spPr>
      </p:pic>
      <p:sp>
        <p:nvSpPr>
          <p:cNvPr id="50" name=""/>
          <p:cNvSpPr/>
          <p:nvPr/>
        </p:nvSpPr>
        <p:spPr>
          <a:xfrm>
            <a:off x="3922560" y="5940720"/>
            <a:ext cx="4343760" cy="273600"/>
          </a:xfrm>
          <a:prstGeom prst="rect">
            <a:avLst/>
          </a:prstGeom>
          <a:noFill/>
          <a:ln w="0">
            <a:noFill/>
          </a:ln>
        </p:spPr>
        <p:style>
          <a:lnRef idx="0"/>
          <a:fillRef idx="0"/>
          <a:effectRef idx="0"/>
          <a:fontRef idx="minor"/>
        </p:style>
        <p:txBody>
          <a:bodyPr numCol="1" spcCol="0" horzOverflow="overflow" vertOverflow="overflow" anchor="t">
            <a:spAutoFit/>
          </a:bodyPr>
          <a:p>
            <a:pPr algn="ctr">
              <a:lnSpc>
                <a:spcPct val="100000"/>
              </a:lnSpc>
            </a:pPr>
            <a:r>
              <a:rPr sz="1200" b="0" i="1" lang="en-US">
                <a:solidFill>
                  <a:srgbClr val="000000"/>
                </a:solidFill>
                <a:latin typeface="IBM Plex Sans"/>
              </a:rPr>
              <a:t>バルーク・スピノザのエングレーヴィング</a:t>
            </a:r>
            <a:endParaRPr b="0" lang="it-IT"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1" name="" descr=""/>
          <p:cNvPicPr/>
          <p:nvPr/>
        </p:nvPicPr>
        <p:blipFill>
          <a:blip r:embed="rId1"/>
          <a:srcRect l="0" t="15070" r="0" b="23967"/>
          <a:stretch/>
        </p:blipFill>
        <p:spPr>
          <a:xfrm>
            <a:off x="4000680" y="1353240"/>
            <a:ext cx="4190760" cy="3622680"/>
          </a:xfrm>
          <a:prstGeom prst="rect">
            <a:avLst/>
          </a:prstGeom>
          <a:ln w="6349">
            <a:solidFill>
              <a:srgbClr val="5b9bd5">
                <a:lumMod val="50196"/>
              </a:srgbClr>
            </a:solidFill>
            <a:round/>
          </a:ln>
        </p:spPr>
      </p:pic>
      <p:sp>
        <p:nvSpPr>
          <p:cNvPr id="52" name=""/>
          <p:cNvSpPr/>
          <p:nvPr/>
        </p:nvSpPr>
        <p:spPr>
          <a:xfrm>
            <a:off x="4000680" y="4976280"/>
            <a:ext cx="4191480" cy="273600"/>
          </a:xfrm>
          <a:prstGeom prst="rect">
            <a:avLst/>
          </a:prstGeom>
          <a:noFill/>
          <a:ln w="0">
            <a:noFill/>
          </a:ln>
        </p:spPr>
        <p:style>
          <a:lnRef idx="0"/>
          <a:fillRef idx="0"/>
          <a:effectRef idx="0"/>
          <a:fontRef idx="minor"/>
        </p:style>
        <p:txBody>
          <a:bodyPr numCol="1" spcCol="0" horzOverflow="overflow" vertOverflow="overflow" anchor="t">
            <a:spAutoFit/>
          </a:bodyPr>
          <a:p>
            <a:pPr algn="ctr">
              <a:lnSpc>
                <a:spcPct val="100000"/>
              </a:lnSpc>
            </a:pPr>
            <a:r>
              <a:rPr sz="1200" b="0" i="1" lang="en-US">
                <a:solidFill>
                  <a:srgbClr val="000000"/>
                </a:solidFill>
                <a:latin typeface="IBM Plex Sans"/>
              </a:rPr>
              <a:t>ラテン語によるスピノザ『倫理学』の概要</a:t>
            </a:r>
            <a:endParaRPr b="0" lang="it-IT"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3" name="" descr=""/>
          <p:cNvPicPr/>
          <p:nvPr/>
        </p:nvPicPr>
        <p:blipFill>
          <a:blip r:embed="rId1"/>
          <a:stretch/>
        </p:blipFill>
        <p:spPr>
          <a:xfrm>
            <a:off x="4512600" y="488880"/>
            <a:ext cx="3166560" cy="5289840"/>
          </a:xfrm>
          <a:prstGeom prst="rect">
            <a:avLst/>
          </a:prstGeom>
          <a:ln w="0">
            <a:noFill/>
          </a:ln>
        </p:spPr>
      </p:pic>
      <p:sp>
        <p:nvSpPr>
          <p:cNvPr id="54" name=""/>
          <p:cNvSpPr/>
          <p:nvPr/>
        </p:nvSpPr>
        <p:spPr>
          <a:xfrm>
            <a:off x="3876840" y="5779080"/>
            <a:ext cx="4438080" cy="441000"/>
          </a:xfrm>
          <a:prstGeom prst="rect">
            <a:avLst/>
          </a:prstGeom>
          <a:noFill/>
          <a:ln w="0">
            <a:noFill/>
          </a:ln>
        </p:spPr>
        <p:style>
          <a:lnRef idx="0"/>
          <a:fillRef idx="0"/>
          <a:effectRef idx="0"/>
          <a:fontRef idx="minor"/>
        </p:style>
        <p:txBody>
          <a:bodyPr numCol="1" spcCol="0" horzOverflow="overflow" vertOverflow="overflow" anchor="t">
            <a:spAutoFit/>
          </a:bodyPr>
          <a:p>
            <a:pPr algn="ctr">
              <a:lnSpc>
                <a:spcPct val="100000"/>
              </a:lnSpc>
            </a:pPr>
            <a:r>
              <a:rPr sz="1200" b="0" i="1" lang="en-US">
                <a:solidFill>
                  <a:srgbClr val="000000"/>
                </a:solidFill>
                <a:latin typeface="IBM Plex Sans"/>
              </a:rPr>
              <a:t>スピノザ『神学政治学綱要』1675年</a:t>
            </a:r>
            <a:endParaRPr b="0" lang="it-IT" sz="1200" spc="-1" strike="noStrike">
              <a:solidFill>
                <a:srgbClr val="000000"/>
              </a:solidFill>
              <a:latin typeface="Arial"/>
            </a:endParaRPr>
          </a:p>
          <a:p>
            <a:pPr algn="ctr">
              <a:lnSpc>
                <a:spcPct val="100000"/>
              </a:lnSpc>
            </a:p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5" name="" descr=""/>
          <p:cNvPicPr/>
          <p:nvPr/>
        </p:nvPicPr>
        <p:blipFill>
          <a:blip r:embed="rId1"/>
          <a:stretch/>
        </p:blipFill>
        <p:spPr>
          <a:xfrm>
            <a:off x="2194920" y="738720"/>
            <a:ext cx="7801920" cy="5203800"/>
          </a:xfrm>
          <a:prstGeom prst="rect">
            <a:avLst/>
          </a:prstGeom>
          <a:ln w="0">
            <a:noFill/>
          </a:ln>
        </p:spPr>
      </p:pic>
      <p:sp>
        <p:nvSpPr>
          <p:cNvPr id="56" name=""/>
          <p:cNvSpPr/>
          <p:nvPr/>
        </p:nvSpPr>
        <p:spPr>
          <a:xfrm>
            <a:off x="2194920" y="5942880"/>
            <a:ext cx="7809840" cy="456840"/>
          </a:xfrm>
          <a:noFill/>
          <a:ln w="0">
            <a:noFill/>
          </a:ln>
        </p:spPr>
        <p:style>
          <a:lnRef idx="0"/>
          <a:fillRef idx="0"/>
          <a:effectRef idx="0"/>
          <a:fontRef idx="minor"/>
        </p:style>
        <p:txBody>
          <a:bodyPr numCol="1" spcCol="0" horzOverflow="overflow" vertOverflow="overflow" anchor="t">
            <a:spAutoFit/>
          </a:bodyPr>
          <a:p>
            <a:pPr algn="ctr">
              <a:lnSpc>
                <a:spcPct val="100000"/>
              </a:lnSpc>
            </a:pPr>
            <a:r>
              <a:rPr sz="1200" b="0" i="1" lang="en-US">
                <a:solidFill>
                  <a:srgbClr val="000000"/>
                </a:solidFill>
                <a:latin typeface="IBM Plex Sans"/>
              </a:rPr>
              <a:t>サトシ・ナカモト像 Gergely, </a:t>
            </a:r>
            <a:r>
              <a:rPr sz="1200" b="0" i="1" lang="en-US">
                <a:solidFill>
                  <a:srgbClr val="000000"/>
                </a:solidFill>
                <a:latin typeface="IBM Plex Sans"/>
              </a:rPr>
              <a:t>R., &amp; </a:t>
            </a:r>
            <a:r>
              <a:rPr sz="1200" b="0" i="1" lang="en-US">
                <a:solidFill>
                  <a:srgbClr val="000000"/>
                </a:solidFill>
                <a:latin typeface="IBM Plex Sans"/>
              </a:rPr>
              <a:t>Gilly, T. </a:t>
            </a:r>
            <a:r>
              <a:rPr sz="1200" b="0" i="1" lang="en-US">
                <a:solidFill>
                  <a:srgbClr val="000000"/>
                </a:solidFill>
                <a:latin typeface="IBM Plex Sans"/>
              </a:rPr>
              <a:t>(2021).グラフィソフトパーク、ブダペスト、ハンガリー</a:t>
            </a:r>
            <a:endParaRPr b="0" lang="it-IT" sz="1200" spc="-1" strike="noStrike">
              <a:solidFill>
                <a:srgbClr val="000000"/>
              </a:solidFill>
              <a:latin typeface="Arial"/>
            </a:endParaRPr>
          </a:p>
          <a:p>
            <a:pPr algn="ctr">
              <a:lnSpc>
                <a:spcPct val="100000"/>
              </a:lnSpc>
            </a:p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 name=""/>
          <p:cNvSpPr/>
          <p:nvPr/>
        </p:nvSpPr>
        <p:spPr>
          <a:xfrm>
            <a:off x="7870320" y="5884920"/>
            <a:ext cx="4267080" cy="273600"/>
          </a:xfrm>
          <a:prstGeom prst="rect">
            <a:avLst/>
          </a:prstGeom>
          <a:noFill/>
          <a:ln w="0">
            <a:noFill/>
          </a:ln>
        </p:spPr>
        <p:style>
          <a:lnRef idx="0"/>
          <a:fillRef idx="0"/>
          <a:effectRef idx="0"/>
          <a:fontRef idx="minor"/>
        </p:style>
        <p:txBody>
          <a:bodyPr numCol="1" spcCol="0" horzOverflow="overflow" vertOverflow="overflow" anchor="t">
            <a:spAutoFit/>
          </a:bodyPr>
          <a:p>
            <a:pPr algn="ctr">
              <a:lnSpc>
                <a:spcPct val="100000"/>
              </a:lnSpc>
            </a:pPr>
            <a:r>
              <a:rPr sz="1200" b="0" i="1" lang="en-US">
                <a:solidFill>
                  <a:srgbClr val="000000"/>
                </a:solidFill>
                <a:latin typeface="IBM Plex Sans"/>
              </a:rPr>
              <a:t>バルーク・スピノザが使用した印章</a:t>
            </a:r>
            <a:endParaRPr b="0" lang="it-IT" sz="1200" spc="-1" strike="noStrike">
              <a:solidFill>
                <a:srgbClr val="000000"/>
              </a:solidFill>
              <a:latin typeface="Arial"/>
            </a:endParaRPr>
          </a:p>
        </p:txBody>
      </p:sp>
      <p:sp>
        <p:nvSpPr>
          <p:cNvPr id="58" name=""/>
          <p:cNvSpPr/>
          <p:nvPr/>
        </p:nvSpPr>
        <p:spPr>
          <a:xfrm>
            <a:off x="13680" y="5879520"/>
            <a:ext cx="7857360" cy="456120"/>
          </a:xfrm>
          <a:prstGeom prst="rect">
            <a:avLst/>
          </a:prstGeom>
          <a:noFill/>
          <a:ln w="0">
            <a:noFill/>
          </a:ln>
        </p:spPr>
        <p:style>
          <a:lnRef idx="0"/>
          <a:fillRef idx="0"/>
          <a:effectRef idx="0"/>
          <a:fontRef idx="minor"/>
        </p:style>
        <p:txBody>
          <a:bodyPr numCol="1" spcCol="0" horzOverflow="overflow" vertOverflow="overflow" anchor="t">
            <a:spAutoFit/>
          </a:bodyPr>
          <a:p>
            <a:pPr algn="ctr">
              <a:lnSpc>
                <a:spcPct val="100000"/>
              </a:lnSpc>
            </a:pPr>
            <a:r>
              <a:rPr sz="1200" b="0" i="1" lang="en-US">
                <a:solidFill>
                  <a:srgbClr val="000000"/>
                </a:solidFill>
                <a:latin typeface="IBM Plex Sans"/>
              </a:rPr>
              <a:t>スピノザがアムステルダムのユダヤ人社会から排除されたことを描いた絵画</a:t>
            </a:r>
            <a:endParaRPr b="0" lang="it-IT" sz="1200" spc="-1" strike="noStrike">
              <a:solidFill>
                <a:srgbClr val="000000"/>
              </a:solidFill>
              <a:latin typeface="Arial"/>
            </a:endParaRPr>
          </a:p>
          <a:p>
            <a:pPr algn="ctr">
              <a:lnSpc>
                <a:spcPct val="100000"/>
              </a:lnSpc>
            </a:pPr>
          </a:p>
        </p:txBody>
      </p:sp>
      <p:pic>
        <p:nvPicPr>
          <p:cNvPr id="59" name="" descr=""/>
          <p:cNvPicPr/>
          <p:nvPr/>
        </p:nvPicPr>
        <p:blipFill>
          <a:blip r:embed="rId1"/>
          <a:stretch/>
        </p:blipFill>
        <p:spPr>
          <a:xfrm>
            <a:off x="13680" y="-15480"/>
            <a:ext cx="7855560" cy="5900040"/>
          </a:xfrm>
          <a:prstGeom prst="rect">
            <a:avLst/>
          </a:prstGeom>
          <a:ln w="0">
            <a:noFill/>
          </a:ln>
        </p:spPr>
      </p:pic>
      <p:pic>
        <p:nvPicPr>
          <p:cNvPr id="60" name="" descr=""/>
          <p:cNvPicPr/>
          <p:nvPr/>
        </p:nvPicPr>
        <p:blipFill>
          <a:blip r:embed="rId2"/>
          <a:stretch/>
        </p:blipFill>
        <p:spPr>
          <a:xfrm>
            <a:off x="7869600" y="811080"/>
            <a:ext cx="4266720" cy="4266720"/>
          </a:xfrm>
          <a:prstGeom prst="rect">
            <a:avLst/>
          </a:prstGeom>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
          <p:cNvSpPr/>
          <p:nvPr/>
        </p:nvSpPr>
        <p:spPr>
          <a:xfrm>
            <a:off x="8340840" y="6185160"/>
            <a:ext cx="3712320" cy="273600"/>
          </a:xfrm>
          <a:prstGeom prst="rect">
            <a:avLst/>
          </a:prstGeom>
          <a:noFill/>
          <a:ln w="0">
            <a:noFill/>
          </a:ln>
        </p:spPr>
        <p:style>
          <a:lnRef idx="0"/>
          <a:fillRef idx="0"/>
          <a:effectRef idx="0"/>
          <a:fontRef idx="minor"/>
        </p:style>
        <p:txBody>
          <a:bodyPr numCol="1" spcCol="0" horzOverflow="overflow" vertOverflow="overflow" anchor="t">
            <a:spAutoFit/>
          </a:bodyPr>
          <a:p>
            <a:pPr algn="ctr">
              <a:lnSpc>
                <a:spcPct val="100000"/>
              </a:lnSpc>
            </a:pPr>
            <a:r>
              <a:rPr sz="1200" b="0" i="1" lang="en-US">
                <a:solidFill>
                  <a:srgbClr val="000000"/>
                </a:solidFill>
                <a:latin typeface="IBM Plex Sans"/>
              </a:rPr>
              <a:t>ヨハネス・ケプラー</a:t>
            </a:r>
            <a:endParaRPr b="0" lang="it-IT" sz="1200" spc="-1" strike="noStrike">
              <a:solidFill>
                <a:srgbClr val="000000"/>
              </a:solidFill>
              <a:latin typeface="Arial"/>
            </a:endParaRPr>
          </a:p>
        </p:txBody>
      </p:sp>
      <p:pic>
        <p:nvPicPr>
          <p:cNvPr id="62" name="" descr=""/>
          <p:cNvPicPr/>
          <p:nvPr/>
        </p:nvPicPr>
        <p:blipFill>
          <a:blip r:embed="rId1"/>
          <a:stretch/>
        </p:blipFill>
        <p:spPr>
          <a:xfrm>
            <a:off x="17640" y="1094040"/>
            <a:ext cx="4110120" cy="5090400"/>
          </a:xfrm>
          <a:prstGeom prst="rect">
            <a:avLst/>
          </a:prstGeom>
          <a:ln w="0">
            <a:noFill/>
          </a:ln>
        </p:spPr>
      </p:pic>
      <p:pic>
        <p:nvPicPr>
          <p:cNvPr id="63" name="" descr=""/>
          <p:cNvPicPr/>
          <p:nvPr/>
        </p:nvPicPr>
        <p:blipFill>
          <a:blip r:embed="rId2"/>
          <a:stretch/>
        </p:blipFill>
        <p:spPr>
          <a:xfrm>
            <a:off x="4128120" y="1094040"/>
            <a:ext cx="4269600" cy="5090400"/>
          </a:xfrm>
          <a:prstGeom prst="rect">
            <a:avLst/>
          </a:prstGeom>
          <a:ln w="0">
            <a:noFill/>
          </a:ln>
        </p:spPr>
      </p:pic>
      <p:pic>
        <p:nvPicPr>
          <p:cNvPr id="64" name="" descr=""/>
          <p:cNvPicPr/>
          <p:nvPr/>
        </p:nvPicPr>
        <p:blipFill>
          <a:blip r:embed="rId3"/>
          <a:stretch/>
        </p:blipFill>
        <p:spPr>
          <a:xfrm>
            <a:off x="8340840" y="1094040"/>
            <a:ext cx="3710160" cy="5090400"/>
          </a:xfrm>
          <a:prstGeom prst="rect">
            <a:avLst/>
          </a:prstGeom>
          <a:ln w="0">
            <a:noFill/>
          </a:ln>
        </p:spPr>
      </p:pic>
      <p:sp>
        <p:nvSpPr>
          <p:cNvPr id="65" name=""/>
          <p:cNvSpPr/>
          <p:nvPr/>
        </p:nvSpPr>
        <p:spPr>
          <a:xfrm>
            <a:off x="17640" y="6185160"/>
            <a:ext cx="4111920" cy="273600"/>
          </a:xfrm>
          <a:prstGeom prst="rect">
            <a:avLst/>
          </a:prstGeom>
          <a:noFill/>
          <a:ln w="0">
            <a:noFill/>
          </a:ln>
        </p:spPr>
        <p:style>
          <a:lnRef idx="0"/>
          <a:fillRef idx="0"/>
          <a:effectRef idx="0"/>
          <a:fontRef idx="minor"/>
        </p:style>
        <p:txBody>
          <a:bodyPr numCol="1" spcCol="0" horzOverflow="overflow" vertOverflow="overflow" anchor="t">
            <a:spAutoFit/>
          </a:bodyPr>
          <a:p>
            <a:pPr algn="ctr">
              <a:lnSpc>
                <a:spcPct val="100000"/>
              </a:lnSpc>
            </a:pPr>
            <a:r>
              <a:rPr sz="1200" b="0" i="1" lang="en-US">
                <a:solidFill>
                  <a:srgbClr val="000000"/>
                </a:solidFill>
                <a:latin typeface="IBM Plex Sans"/>
              </a:rPr>
              <a:t>ニコラウス・コペルニクス</a:t>
            </a:r>
            <a:endParaRPr b="0" lang="it-IT" sz="1200" spc="-1" strike="noStrike">
              <a:solidFill>
                <a:srgbClr val="000000"/>
              </a:solidFill>
              <a:latin typeface="Arial"/>
            </a:endParaRPr>
          </a:p>
        </p:txBody>
      </p:sp>
      <p:sp>
        <p:nvSpPr>
          <p:cNvPr id="66" name=""/>
          <p:cNvSpPr/>
          <p:nvPr/>
        </p:nvSpPr>
        <p:spPr>
          <a:xfrm>
            <a:off x="4129920" y="6185160"/>
            <a:ext cx="4219200" cy="273600"/>
          </a:xfrm>
          <a:prstGeom prst="rect">
            <a:avLst/>
          </a:prstGeom>
          <a:noFill/>
          <a:ln w="0">
            <a:noFill/>
          </a:ln>
        </p:spPr>
        <p:style>
          <a:lnRef idx="0"/>
          <a:fillRef idx="0"/>
          <a:effectRef idx="0"/>
          <a:fontRef idx="minor"/>
        </p:style>
        <p:txBody>
          <a:bodyPr numCol="1" spcCol="0" horzOverflow="overflow" vertOverflow="overflow" anchor="t">
            <a:spAutoFit/>
          </a:bodyPr>
          <a:p>
            <a:pPr algn="ctr">
              <a:lnSpc>
                <a:spcPct val="100000"/>
              </a:lnSpc>
            </a:pPr>
            <a:r>
              <a:rPr sz="1200" b="0" i="1" lang="en-US">
                <a:solidFill>
                  <a:srgbClr val="000000"/>
                </a:solidFill>
                <a:latin typeface="IBM Plex Sans"/>
              </a:rPr>
              <a:t>ガリレオ・ガリレイ</a:t>
            </a:r>
            <a:endParaRPr b="0" lang="it-IT"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7" name="" descr=""/>
          <p:cNvPicPr/>
          <p:nvPr/>
        </p:nvPicPr>
        <p:blipFill>
          <a:blip r:embed="rId1"/>
          <a:stretch/>
        </p:blipFill>
        <p:spPr>
          <a:xfrm>
            <a:off x="614520" y="1419120"/>
            <a:ext cx="10962360" cy="3765600"/>
          </a:xfrm>
          <a:prstGeom prst="rect">
            <a:avLst/>
          </a:prstGeom>
          <a:ln w="0">
            <a:noFill/>
          </a:ln>
        </p:spPr>
      </p:pic>
      <p:sp>
        <p:nvSpPr>
          <p:cNvPr id="68" name=""/>
          <p:cNvSpPr/>
          <p:nvPr/>
        </p:nvSpPr>
        <p:spPr>
          <a:xfrm>
            <a:off x="5475600" y="5184720"/>
            <a:ext cx="2890080" cy="273600"/>
          </a:xfrm>
          <a:prstGeom prst="rect">
            <a:avLst/>
          </a:prstGeom>
          <a:noFill/>
          <a:ln w="0">
            <a:noFill/>
          </a:ln>
        </p:spPr>
        <p:style>
          <a:lnRef idx="0"/>
          <a:fillRef idx="0"/>
          <a:effectRef idx="0"/>
          <a:fontRef idx="minor"/>
        </p:style>
        <p:txBody>
          <a:bodyPr numCol="1" spcCol="0" horzOverflow="overflow" vertOverflow="overflow" anchor="t">
            <a:spAutoFit/>
          </a:bodyPr>
          <a:p>
            <a:pPr algn="ctr">
              <a:lnSpc>
                <a:spcPct val="100000"/>
              </a:lnSpc>
            </a:pPr>
            <a:r>
              <a:rPr sz="1200" b="0" i="1" lang="en-US">
                <a:solidFill>
                  <a:srgbClr val="000000"/>
                </a:solidFill>
                <a:latin typeface="IBM Plex Sans"/>
              </a:rPr>
              <a:t>アーサー・ショーペンハウアー</a:t>
            </a:r>
            <a:endParaRPr b="0" lang="it-IT" sz="1200" spc="-1" strike="noStrike">
              <a:solidFill>
                <a:srgbClr val="000000"/>
              </a:solidFill>
              <a:latin typeface="Arial"/>
            </a:endParaRPr>
          </a:p>
        </p:txBody>
      </p:sp>
      <p:sp>
        <p:nvSpPr>
          <p:cNvPr id="69" name=""/>
          <p:cNvSpPr/>
          <p:nvPr/>
        </p:nvSpPr>
        <p:spPr>
          <a:xfrm>
            <a:off x="614520" y="5144760"/>
            <a:ext cx="2197440" cy="441000"/>
          </a:xfrm>
          <a:prstGeom prst="rect">
            <a:avLst/>
          </a:prstGeom>
          <a:noFill/>
          <a:ln w="0">
            <a:noFill/>
          </a:ln>
        </p:spPr>
        <p:style>
          <a:lnRef idx="0"/>
          <a:fillRef idx="0"/>
          <a:effectRef idx="0"/>
          <a:fontRef idx="minor"/>
        </p:style>
        <p:txBody>
          <a:bodyPr numCol="1" spcCol="0" horzOverflow="overflow" vertOverflow="overflow" anchor="t">
            <a:spAutoFit/>
          </a:bodyPr>
          <a:p>
            <a:pPr algn="ctr">
              <a:lnSpc>
                <a:spcPct val="100000"/>
              </a:lnSpc>
            </a:pPr>
            <a:r>
              <a:rPr sz="1200" b="0" i="1" lang="en-US">
                <a:solidFill>
                  <a:srgbClr val="000000"/>
                </a:solidFill>
                <a:latin typeface="IBM Plex Sans"/>
              </a:rPr>
              <a:t>ゴットフリート・ヴィルヘルム・ライプニッツ</a:t>
            </a:r>
            <a:endParaRPr b="0" lang="it-IT" sz="1200" spc="-1" strike="noStrike">
              <a:solidFill>
                <a:srgbClr val="000000"/>
              </a:solidFill>
              <a:latin typeface="Arial"/>
            </a:endParaRPr>
          </a:p>
          <a:p>
            <a:pPr algn="ctr">
              <a:lnSpc>
                <a:spcPct val="100000"/>
              </a:lnSpc>
            </a:pPr>
          </a:p>
        </p:txBody>
      </p:sp>
      <p:sp>
        <p:nvSpPr>
          <p:cNvPr id="70" name=""/>
          <p:cNvSpPr/>
          <p:nvPr/>
        </p:nvSpPr>
        <p:spPr>
          <a:xfrm>
            <a:off x="8364240" y="5184720"/>
            <a:ext cx="3213000" cy="273600"/>
          </a:xfrm>
          <a:prstGeom prst="rect">
            <a:avLst/>
          </a:prstGeom>
          <a:noFill/>
          <a:ln w="0">
            <a:noFill/>
          </a:ln>
        </p:spPr>
        <p:style>
          <a:lnRef idx="0"/>
          <a:fillRef idx="0"/>
          <a:effectRef idx="0"/>
          <a:fontRef idx="minor"/>
        </p:style>
        <p:txBody>
          <a:bodyPr numCol="1" spcCol="0" horzOverflow="overflow" vertOverflow="overflow" anchor="t">
            <a:spAutoFit/>
          </a:bodyPr>
          <a:p>
            <a:pPr algn="ctr">
              <a:lnSpc>
                <a:spcPct val="100000"/>
              </a:lnSpc>
            </a:pPr>
            <a:r>
              <a:rPr sz="1200" b="0" i="1" lang="en-US">
                <a:solidFill>
                  <a:srgbClr val="000000"/>
                </a:solidFill>
                <a:latin typeface="IBM Plex Sans"/>
              </a:rPr>
              <a:t>フリードリヒ・ニーチェ</a:t>
            </a:r>
            <a:endParaRPr b="0" lang="it-IT" sz="1200" spc="-1" strike="noStrike">
              <a:solidFill>
                <a:srgbClr val="000000"/>
              </a:solidFill>
              <a:latin typeface="Arial"/>
            </a:endParaRPr>
          </a:p>
        </p:txBody>
      </p:sp>
      <p:sp>
        <p:nvSpPr>
          <p:cNvPr id="71" name=""/>
          <p:cNvSpPr/>
          <p:nvPr/>
        </p:nvSpPr>
        <p:spPr>
          <a:xfrm>
            <a:off x="2809080" y="5184720"/>
            <a:ext cx="2666880" cy="273600"/>
          </a:xfrm>
          <a:prstGeom prst="rect">
            <a:avLst/>
          </a:prstGeom>
          <a:noFill/>
          <a:ln w="0">
            <a:noFill/>
          </a:ln>
        </p:spPr>
        <p:style>
          <a:lnRef idx="0"/>
          <a:fillRef idx="0"/>
          <a:effectRef idx="0"/>
          <a:fontRef idx="minor"/>
        </p:style>
        <p:txBody>
          <a:bodyPr numCol="1" spcCol="0" horzOverflow="overflow" vertOverflow="overflow" anchor="t">
            <a:spAutoFit/>
          </a:bodyPr>
          <a:p>
            <a:pPr algn="ctr">
              <a:lnSpc>
                <a:spcPct val="100000"/>
              </a:lnSpc>
            </a:pPr>
            <a:r>
              <a:rPr sz="1200" b="0" i="1" lang="en-US">
                <a:solidFill>
                  <a:srgbClr val="000000"/>
                </a:solidFill>
                <a:latin typeface="IBM Plex Sans"/>
              </a:rPr>
              <a:t>イマヌエル・カント</a:t>
            </a:r>
            <a:endParaRPr b="0" lang="it-IT"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2" name="" descr=""/>
          <p:cNvPicPr/>
          <p:nvPr/>
        </p:nvPicPr>
        <p:blipFill>
          <a:blip r:embed="rId1"/>
          <a:srcRect l="8476" t="0" r="9750" b="0"/>
          <a:stretch/>
        </p:blipFill>
        <p:spPr>
          <a:xfrm>
            <a:off x="1110960" y="1334880"/>
            <a:ext cx="9969840" cy="4187880"/>
          </a:xfrm>
          <a:prstGeom prst="rect">
            <a:avLst/>
          </a:prstGeom>
          <a:ln w="0">
            <a:noFill/>
          </a:ln>
        </p:spPr>
      </p:pic>
      <p:sp>
        <p:nvSpPr>
          <p:cNvPr id="73" name=""/>
          <p:cNvSpPr/>
          <p:nvPr/>
        </p:nvSpPr>
        <p:spPr>
          <a:xfrm>
            <a:off x="4385160" y="5523120"/>
            <a:ext cx="2971800" cy="273600"/>
          </a:xfrm>
          <a:prstGeom prst="rect">
            <a:avLst/>
          </a:prstGeom>
          <a:noFill/>
          <a:ln w="0">
            <a:noFill/>
          </a:ln>
        </p:spPr>
        <p:style>
          <a:lnRef idx="0"/>
          <a:fillRef idx="0"/>
          <a:effectRef idx="0"/>
          <a:fontRef idx="minor"/>
        </p:style>
        <p:txBody>
          <a:bodyPr numCol="1" spcCol="0" horzOverflow="overflow" vertOverflow="overflow" anchor="t">
            <a:spAutoFit/>
          </a:bodyPr>
          <a:p>
            <a:pPr algn="ctr">
              <a:lnSpc>
                <a:spcPct val="100000"/>
              </a:lnSpc>
            </a:pPr>
            <a:r>
              <a:rPr sz="1200" b="0" i="1" lang="en-US">
                <a:solidFill>
                  <a:srgbClr val="000000"/>
                </a:solidFill>
                <a:latin typeface="IBM Plex Sans"/>
              </a:rPr>
              <a:t>ヴォルテール</a:t>
            </a:r>
            <a:endParaRPr b="0" lang="it-IT" sz="1200" spc="-1" strike="noStrike">
              <a:solidFill>
                <a:srgbClr val="000000"/>
              </a:solidFill>
              <a:latin typeface="Arial"/>
            </a:endParaRPr>
          </a:p>
        </p:txBody>
      </p:sp>
      <p:sp>
        <p:nvSpPr>
          <p:cNvPr id="74" name=""/>
          <p:cNvSpPr/>
          <p:nvPr/>
        </p:nvSpPr>
        <p:spPr>
          <a:xfrm>
            <a:off x="7355160" y="5523120"/>
            <a:ext cx="3734280" cy="273600"/>
          </a:xfrm>
          <a:prstGeom prst="rect">
            <a:avLst/>
          </a:prstGeom>
          <a:noFill/>
          <a:ln w="0">
            <a:noFill/>
          </a:ln>
        </p:spPr>
        <p:style>
          <a:lnRef idx="0"/>
          <a:fillRef idx="0"/>
          <a:effectRef idx="0"/>
          <a:fontRef idx="minor"/>
        </p:style>
        <p:txBody>
          <a:bodyPr numCol="1" spcCol="0" horzOverflow="overflow" vertOverflow="overflow" anchor="t">
            <a:spAutoFit/>
          </a:bodyPr>
          <a:p>
            <a:pPr algn="ctr">
              <a:lnSpc>
                <a:spcPct val="100000"/>
              </a:lnSpc>
            </a:pPr>
            <a:r>
              <a:rPr sz="1200" b="0" i="1" lang="en-US">
                <a:solidFill>
                  <a:srgbClr val="000000"/>
                </a:solidFill>
                <a:latin typeface="IBM Plex Sans"/>
              </a:rPr>
              <a:t>ジャン＝ジャック・ルソー</a:t>
            </a:r>
            <a:endParaRPr b="0" lang="it-IT" sz="1200" spc="-1" strike="noStrike">
              <a:solidFill>
                <a:srgbClr val="000000"/>
              </a:solidFill>
              <a:latin typeface="Arial"/>
            </a:endParaRPr>
          </a:p>
        </p:txBody>
      </p:sp>
      <p:sp>
        <p:nvSpPr>
          <p:cNvPr id="75" name=""/>
          <p:cNvSpPr/>
          <p:nvPr/>
        </p:nvSpPr>
        <p:spPr>
          <a:xfrm>
            <a:off x="1110960" y="5523120"/>
            <a:ext cx="3273840" cy="273600"/>
          </a:xfrm>
          <a:prstGeom prst="rect">
            <a:avLst/>
          </a:prstGeom>
          <a:noFill/>
          <a:ln w="0">
            <a:noFill/>
          </a:ln>
        </p:spPr>
        <p:style>
          <a:lnRef idx="0"/>
          <a:fillRef idx="0"/>
          <a:effectRef idx="0"/>
          <a:fontRef idx="minor"/>
        </p:style>
        <p:txBody>
          <a:bodyPr numCol="1" spcCol="0" horzOverflow="overflow" vertOverflow="overflow" anchor="t">
            <a:spAutoFit/>
          </a:bodyPr>
          <a:p>
            <a:pPr algn="ctr">
              <a:lnSpc>
                <a:spcPct val="100000"/>
              </a:lnSpc>
            </a:pPr>
            <a:r>
              <a:rPr sz="1200" b="0" i="1" lang="en-US">
                <a:solidFill>
                  <a:srgbClr val="000000"/>
                </a:solidFill>
                <a:latin typeface="IBM Plex Sans"/>
              </a:rPr>
              <a:t>ドゥニ・ディドロ</a:t>
            </a:r>
            <a:endParaRPr b="0" lang="it-IT"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6" name="" descr=""/>
          <p:cNvPicPr/>
          <p:nvPr/>
        </p:nvPicPr>
        <p:blipFill>
          <a:blip r:embed="rId1"/>
          <a:stretch/>
        </p:blipFill>
        <p:spPr>
          <a:xfrm>
            <a:off x="3562200" y="47160"/>
            <a:ext cx="5067720" cy="6368400"/>
          </a:xfrm>
          <a:prstGeom prst="rect">
            <a:avLst/>
          </a:prstGeom>
          <a:ln w="0">
            <a:noFill/>
          </a:ln>
        </p:spPr>
      </p:pic>
      <p:sp>
        <p:nvSpPr>
          <p:cNvPr id="77" name=""/>
          <p:cNvSpPr/>
          <p:nvPr/>
        </p:nvSpPr>
        <p:spPr>
          <a:xfrm>
            <a:off x="3562200" y="6415920"/>
            <a:ext cx="5068800" cy="273600"/>
          </a:xfrm>
          <a:prstGeom prst="rect">
            <a:avLst/>
          </a:prstGeom>
          <a:noFill/>
          <a:ln w="0">
            <a:noFill/>
          </a:ln>
        </p:spPr>
        <p:style>
          <a:lnRef idx="0"/>
          <a:fillRef idx="0"/>
          <a:effectRef idx="0"/>
          <a:fontRef idx="minor"/>
        </p:style>
        <p:txBody>
          <a:bodyPr numCol="1" spcCol="0" horzOverflow="overflow" vertOverflow="overflow" anchor="t">
            <a:spAutoFit/>
          </a:bodyPr>
          <a:p>
            <a:pPr algn="ctr">
              <a:lnSpc>
                <a:spcPct val="100000"/>
              </a:lnSpc>
            </a:pPr>
            <a:r>
              <a:rPr sz="1200" b="0" i="1" lang="en-US">
                <a:solidFill>
                  <a:srgbClr val="000000"/>
                </a:solidFill>
                <a:latin typeface="IBM Plex Sans"/>
              </a:rPr>
              <a:t>ヴォルテール</a:t>
            </a:r>
            <a:endParaRPr b="0" lang="it-IT"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 name=""/>
          <p:cNvSpPr/>
          <p:nvPr/>
        </p:nvSpPr>
        <p:spPr>
          <a:xfrm>
            <a:off x="1425960" y="5921280"/>
            <a:ext cx="9340920" cy="273600"/>
          </a:xfrm>
          <a:prstGeom prst="rect">
            <a:avLst/>
          </a:prstGeom>
          <a:noFill/>
          <a:ln w="0">
            <a:noFill/>
          </a:ln>
        </p:spPr>
        <p:style>
          <a:lnRef idx="0"/>
          <a:fillRef idx="0"/>
          <a:effectRef idx="0"/>
          <a:fontRef idx="minor"/>
        </p:style>
        <p:txBody>
          <a:bodyPr numCol="1" spcCol="0" horzOverflow="overflow" vertOverflow="overflow" anchor="t">
            <a:spAutoFit/>
          </a:bodyPr>
          <a:p>
            <a:pPr algn="ctr">
              <a:lnSpc>
                <a:spcPct val="100000"/>
              </a:lnSpc>
            </a:pPr>
            <a:r>
              <a:rPr sz="1200" b="0" i="1" lang="en-US">
                <a:solidFill>
                  <a:srgbClr val="000000"/>
                </a:solidFill>
                <a:latin typeface="IBM Plex Sans"/>
              </a:rPr>
              <a:t>ガリレオ・ガリレイ</a:t>
            </a:r>
            <a:endParaRPr b="0" lang="it-IT" sz="1200" spc="-1" strike="noStrike">
              <a:solidFill>
                <a:srgbClr val="000000"/>
              </a:solidFill>
              <a:latin typeface="Arial"/>
            </a:endParaRPr>
          </a:p>
        </p:txBody>
      </p:sp>
      <p:pic>
        <p:nvPicPr>
          <p:cNvPr id="79" name="" descr=""/>
          <p:cNvPicPr/>
          <p:nvPr/>
        </p:nvPicPr>
        <p:blipFill>
          <a:blip r:embed="rId1"/>
          <a:stretch/>
        </p:blipFill>
        <p:spPr>
          <a:xfrm>
            <a:off x="845280" y="15840"/>
            <a:ext cx="10501200" cy="5905080"/>
          </a:xfrm>
          <a:prstGeom prst="rect">
            <a:avLst/>
          </a:prstGeom>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0" name="" descr=""/>
          <p:cNvPicPr/>
          <p:nvPr/>
        </p:nvPicPr>
        <p:blipFill>
          <a:blip r:embed="rId1"/>
          <a:stretch/>
        </p:blipFill>
        <p:spPr>
          <a:xfrm>
            <a:off x="4600440" y="780840"/>
            <a:ext cx="2990520" cy="4762080"/>
          </a:xfrm>
          <a:prstGeom prst="rect">
            <a:avLst/>
          </a:prstGeom>
          <a:ln w="0">
            <a:noFill/>
          </a:ln>
        </p:spPr>
      </p:pic>
      <p:sp>
        <p:nvSpPr>
          <p:cNvPr id="81" name=""/>
          <p:cNvSpPr/>
          <p:nvPr/>
        </p:nvSpPr>
        <p:spPr>
          <a:xfrm>
            <a:off x="4600440" y="5543280"/>
            <a:ext cx="2991240" cy="273600"/>
          </a:xfrm>
          <a:prstGeom prst="rect">
            <a:avLst/>
          </a:prstGeom>
          <a:noFill/>
          <a:ln w="0">
            <a:noFill/>
          </a:ln>
        </p:spPr>
        <p:style>
          <a:lnRef idx="0"/>
          <a:fillRef idx="0"/>
          <a:effectRef idx="0"/>
          <a:fontRef idx="minor"/>
        </p:style>
        <p:txBody>
          <a:bodyPr numCol="1" spcCol="0" horzOverflow="overflow" vertOverflow="overflow" anchor="t">
            <a:spAutoFit/>
          </a:bodyPr>
          <a:p>
            <a:pPr algn="ctr">
              <a:lnSpc>
                <a:spcPct val="100000"/>
              </a:lnSpc>
            </a:pPr>
            <a:r>
              <a:rPr sz="1200" b="0" i="1" lang="en-US">
                <a:solidFill>
                  <a:srgbClr val="000000"/>
                </a:solidFill>
                <a:latin typeface="IBM Plex Sans"/>
              </a:rPr>
              <a:t>スピノザ『倫理学 </a:t>
            </a:r>
            <a:r>
              <a:rPr sz="1200" b="0" i="1" lang="en-US">
                <a:solidFill>
                  <a:srgbClr val="000000"/>
                </a:solidFill>
                <a:latin typeface="IBM Plex Sans"/>
              </a:rPr>
              <a:t/>
            </a:r>
            <a:endParaRPr b="0" lang="it-IT"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2" name="" descr=""/>
          <p:cNvPicPr/>
          <p:nvPr/>
        </p:nvPicPr>
        <p:blipFill>
          <a:blip r:embed="rId1"/>
          <a:stretch/>
        </p:blipFill>
        <p:spPr>
          <a:xfrm>
            <a:off x="3736080" y="240480"/>
            <a:ext cx="4719240" cy="6003000"/>
          </a:xfrm>
          <a:prstGeom prst="rect">
            <a:avLst/>
          </a:prstGeom>
          <a:ln w="0">
            <a:noFill/>
          </a:ln>
        </p:spPr>
      </p:pic>
      <p:sp>
        <p:nvSpPr>
          <p:cNvPr id="83" name=""/>
          <p:cNvSpPr/>
          <p:nvPr/>
        </p:nvSpPr>
        <p:spPr>
          <a:xfrm>
            <a:off x="3736080" y="6243840"/>
            <a:ext cx="4720680" cy="456120"/>
          </a:xfrm>
          <a:prstGeom prst="rect">
            <a:avLst/>
          </a:prstGeom>
          <a:noFill/>
          <a:ln w="0">
            <a:noFill/>
          </a:ln>
        </p:spPr>
        <p:style>
          <a:lnRef idx="0"/>
          <a:fillRef idx="0"/>
          <a:effectRef idx="0"/>
          <a:fontRef idx="minor"/>
        </p:style>
        <p:txBody>
          <a:bodyPr numCol="1" spcCol="0" horzOverflow="overflow" vertOverflow="overflow" anchor="t">
            <a:spAutoFit/>
          </a:bodyPr>
          <a:p>
            <a:pPr algn="ctr">
              <a:lnSpc>
                <a:spcPct val="100000"/>
              </a:lnSpc>
            </a:pPr>
            <a:r>
              <a:rPr sz="1200" b="0" i="1" lang="en-US">
                <a:solidFill>
                  <a:srgbClr val="000000"/>
                </a:solidFill>
                <a:latin typeface="IBM Plex Sans"/>
              </a:rPr>
              <a:t>スピノザ『神学政治学綱要 </a:t>
            </a:r>
            <a:r>
              <a:rPr sz="1200" b="0" i="1" lang="en-US">
                <a:solidFill>
                  <a:srgbClr val="000000"/>
                </a:solidFill>
                <a:latin typeface="IBM Plex Sans"/>
              </a:rPr>
              <a:t/>
            </a:r>
            <a:endParaRPr b="0" lang="it-IT" sz="1200" spc="-1" strike="noStrike">
              <a:solidFill>
                <a:srgbClr val="000000"/>
              </a:solidFill>
              <a:latin typeface="Arial"/>
            </a:endParaRPr>
          </a:p>
          <a:p>
            <a:pPr algn="ctr">
              <a:lnSpc>
                <a:spcPct val="100000"/>
              </a:lnSpc>
            </a:p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
          <p:cNvSpPr/>
          <p:nvPr/>
        </p:nvSpPr>
        <p:spPr>
          <a:xfrm>
            <a:off x="2033280" y="6616800"/>
            <a:ext cx="8125560" cy="273600"/>
          </a:xfrm>
          <a:prstGeom prst="rect">
            <a:avLst/>
          </a:prstGeom>
          <a:noFill/>
          <a:ln w="0">
            <a:noFill/>
          </a:ln>
        </p:spPr>
        <p:style>
          <a:lnRef idx="0"/>
          <a:fillRef idx="0"/>
          <a:effectRef idx="0"/>
          <a:fontRef idx="minor"/>
        </p:style>
        <p:txBody>
          <a:bodyPr numCol="1" spcCol="0" horzOverflow="overflow" vertOverflow="overflow" anchor="t">
            <a:spAutoFit/>
          </a:bodyPr>
          <a:p>
            <a:pPr algn="ctr">
              <a:lnSpc>
                <a:spcPct val="100000"/>
              </a:lnSpc>
            </a:pPr>
            <a:r>
              <a:rPr sz="1200" b="0" i="1" lang="en-US">
                <a:solidFill>
                  <a:srgbClr val="000000"/>
                </a:solidFill>
                <a:latin typeface="IBM Plex Sans"/>
              </a:rPr>
              <a:t>ジル・ドゥルーズ</a:t>
            </a:r>
            <a:endParaRPr b="0" lang="it-IT" sz="1200" spc="-1" strike="noStrike">
              <a:solidFill>
                <a:srgbClr val="000000"/>
              </a:solidFill>
              <a:latin typeface="Arial"/>
            </a:endParaRPr>
          </a:p>
        </p:txBody>
      </p:sp>
      <p:pic>
        <p:nvPicPr>
          <p:cNvPr id="85" name="" descr=""/>
          <p:cNvPicPr/>
          <p:nvPr/>
        </p:nvPicPr>
        <p:blipFill>
          <a:blip r:embed="rId1"/>
          <a:stretch/>
        </p:blipFill>
        <p:spPr>
          <a:xfrm>
            <a:off x="2058840" y="23760"/>
            <a:ext cx="8073720" cy="6596640"/>
          </a:xfrm>
          <a:prstGeom prst="rect">
            <a:avLst/>
          </a:prstGeom>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6" name="" descr=""/>
          <p:cNvPicPr/>
          <p:nvPr/>
        </p:nvPicPr>
        <p:blipFill>
          <a:blip r:embed="rId1"/>
          <a:stretch/>
        </p:blipFill>
        <p:spPr>
          <a:xfrm>
            <a:off x="3838680" y="392760"/>
            <a:ext cx="4514400" cy="5733720"/>
          </a:xfrm>
          <a:prstGeom prst="rect">
            <a:avLst/>
          </a:prstGeom>
          <a:ln w="0">
            <a:noFill/>
          </a:ln>
        </p:spPr>
      </p:pic>
      <p:sp>
        <p:nvSpPr>
          <p:cNvPr id="87" name=""/>
          <p:cNvSpPr/>
          <p:nvPr/>
        </p:nvSpPr>
        <p:spPr>
          <a:xfrm>
            <a:off x="3838680" y="6162840"/>
            <a:ext cx="4515840" cy="273600"/>
          </a:xfrm>
          <a:prstGeom prst="rect">
            <a:avLst/>
          </a:prstGeom>
          <a:noFill/>
          <a:ln w="0">
            <a:noFill/>
          </a:ln>
        </p:spPr>
        <p:style>
          <a:lnRef idx="0"/>
          <a:fillRef idx="0"/>
          <a:effectRef idx="0"/>
          <a:fontRef idx="minor"/>
        </p:style>
        <p:txBody>
          <a:bodyPr numCol="1" spcCol="0" horzOverflow="overflow" vertOverflow="overflow" anchor="t">
            <a:spAutoFit/>
          </a:bodyPr>
          <a:p>
            <a:pPr algn="ctr">
              <a:lnSpc>
                <a:spcPct val="100000"/>
              </a:lnSpc>
            </a:pPr>
            <a:r>
              <a:rPr sz="1200" b="0" i="1" lang="en-US">
                <a:solidFill>
                  <a:srgbClr val="000000"/>
                </a:solidFill>
                <a:latin typeface="IBM Plex Sans"/>
              </a:rPr>
              <a:t>スピノザ『神学政治学綱要</a:t>
            </a:r>
            <a:endParaRPr b="0" lang="it-IT"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8" name="" descr=""/>
          <p:cNvPicPr/>
          <p:nvPr/>
        </p:nvPicPr>
        <p:blipFill>
          <a:blip r:embed="rId1"/>
          <a:stretch/>
        </p:blipFill>
        <p:spPr>
          <a:xfrm>
            <a:off x="3662640" y="353520"/>
            <a:ext cx="4866120" cy="6026040"/>
          </a:xfrm>
          <a:prstGeom prst="rect">
            <a:avLst/>
          </a:prstGeom>
          <a:ln w="0">
            <a:noFill/>
          </a:ln>
        </p:spPr>
      </p:pic>
      <p:sp>
        <p:nvSpPr>
          <p:cNvPr id="89" name=""/>
          <p:cNvSpPr/>
          <p:nvPr/>
        </p:nvSpPr>
        <p:spPr>
          <a:xfrm>
            <a:off x="3662280" y="6381720"/>
            <a:ext cx="4876920" cy="273600"/>
          </a:xfrm>
          <a:prstGeom prst="rect">
            <a:avLst/>
          </a:prstGeom>
          <a:noFill/>
          <a:ln w="0">
            <a:noFill/>
          </a:ln>
        </p:spPr>
        <p:style>
          <a:lnRef idx="0"/>
          <a:fillRef idx="0"/>
          <a:effectRef idx="0"/>
          <a:fontRef idx="minor"/>
        </p:style>
        <p:txBody>
          <a:bodyPr numCol="1" spcCol="0" horzOverflow="overflow" vertOverflow="overflow" anchor="t">
            <a:spAutoFit/>
          </a:bodyPr>
          <a:p>
            <a:pPr algn="ctr">
              <a:lnSpc>
                <a:spcPct val="100000"/>
              </a:lnSpc>
            </a:pPr>
            <a:r>
              <a:rPr sz="1200" b="0" i="1" lang="en-US">
                <a:solidFill>
                  <a:srgbClr val="000000"/>
                </a:solidFill>
                <a:latin typeface="IBM Plex Sans"/>
              </a:rPr>
              <a:t>「倫理」第1部「神について </a:t>
            </a:r>
            <a:r>
              <a:rPr sz="1200" b="0" i="1" lang="en-US">
                <a:solidFill>
                  <a:srgbClr val="000000"/>
                </a:solidFill>
                <a:latin typeface="IBM Plex Sans"/>
              </a:rPr>
              <a:t/>
            </a:r>
            <a:endParaRPr b="0" lang="it-IT"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0" name="" descr=""/>
          <p:cNvPicPr/>
          <p:nvPr/>
        </p:nvPicPr>
        <p:blipFill>
          <a:blip r:embed="rId1"/>
          <a:stretch/>
        </p:blipFill>
        <p:spPr>
          <a:xfrm>
            <a:off x="3818880" y="31680"/>
            <a:ext cx="4553640" cy="6292440"/>
          </a:xfrm>
          <a:prstGeom prst="rect">
            <a:avLst/>
          </a:prstGeom>
          <a:ln w="0">
            <a:noFill/>
          </a:ln>
        </p:spPr>
      </p:pic>
      <p:sp>
        <p:nvSpPr>
          <p:cNvPr id="91" name=""/>
          <p:cNvSpPr/>
          <p:nvPr/>
        </p:nvSpPr>
        <p:spPr>
          <a:xfrm>
            <a:off x="3818880" y="6324480"/>
            <a:ext cx="4555080" cy="456120"/>
          </a:xfrm>
          <a:prstGeom prst="rect">
            <a:avLst/>
          </a:prstGeom>
          <a:noFill/>
          <a:ln w="0">
            <a:noFill/>
          </a:ln>
        </p:spPr>
        <p:style>
          <a:lnRef idx="0"/>
          <a:fillRef idx="0"/>
          <a:effectRef idx="0"/>
          <a:fontRef idx="minor"/>
        </p:style>
        <p:txBody>
          <a:bodyPr numCol="1" spcCol="0" horzOverflow="overflow" vertOverflow="overflow" anchor="t">
            <a:spAutoFit/>
          </a:bodyPr>
          <a:p>
            <a:pPr algn="ctr">
              <a:lnSpc>
                <a:spcPct val="100000"/>
              </a:lnSpc>
            </a:pPr>
            <a:r>
              <a:rPr sz="1200" b="0" i="1" lang="en-US">
                <a:solidFill>
                  <a:srgbClr val="000000"/>
                </a:solidFill>
                <a:latin typeface="IBM Plex Sans"/>
              </a:rPr>
              <a:t>ウィリアム・ブレイクの絵画 "宇宙を創造する神"</a:t>
            </a:r>
            <a:endParaRPr b="0" lang="it-IT" sz="1200" spc="-1" strike="noStrike">
              <a:solidFill>
                <a:srgbClr val="000000"/>
              </a:solidFill>
              <a:latin typeface="Arial"/>
            </a:endParaRPr>
          </a:p>
          <a:p>
            <a:pPr algn="ctr">
              <a:lnSpc>
                <a:spcPct val="100000"/>
              </a:lnSpc>
            </a:p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2" name="" descr=""/>
          <p:cNvPicPr/>
          <p:nvPr/>
        </p:nvPicPr>
        <p:blipFill>
          <a:blip r:embed="rId1"/>
          <a:stretch/>
        </p:blipFill>
        <p:spPr>
          <a:xfrm>
            <a:off x="2332440" y="952560"/>
            <a:ext cx="7526520" cy="4647240"/>
          </a:xfrm>
          <a:prstGeom prst="rect">
            <a:avLst/>
          </a:prstGeom>
          <a:ln w="0">
            <a:noFill/>
          </a:ln>
        </p:spPr>
      </p:pic>
      <p:sp>
        <p:nvSpPr>
          <p:cNvPr id="93" name=""/>
          <p:cNvSpPr/>
          <p:nvPr/>
        </p:nvSpPr>
        <p:spPr>
          <a:xfrm>
            <a:off x="2396880" y="5552640"/>
            <a:ext cx="7398000" cy="273600"/>
          </a:xfrm>
          <a:prstGeom prst="rect">
            <a:avLst/>
          </a:prstGeom>
          <a:noFill/>
          <a:ln w="0">
            <a:noFill/>
          </a:ln>
        </p:spPr>
        <p:style>
          <a:lnRef idx="0"/>
          <a:fillRef idx="0"/>
          <a:effectRef idx="0"/>
          <a:fontRef idx="minor"/>
        </p:style>
        <p:txBody>
          <a:bodyPr numCol="1" spcCol="0" horzOverflow="overflow" vertOverflow="overflow" anchor="t">
            <a:spAutoFit/>
          </a:bodyPr>
          <a:p>
            <a:pPr algn="ctr">
              <a:lnSpc>
                <a:spcPct val="100000"/>
              </a:lnSpc>
            </a:pPr>
            <a:r>
              <a:rPr sz="1200" b="0" i="1" lang="en-US">
                <a:solidFill>
                  <a:srgbClr val="000000"/>
                </a:solidFill>
                <a:latin typeface="IBM Plex Sans"/>
              </a:rPr>
              <a:t>リスボンの地震（1755年 </a:t>
            </a:r>
            <a:r>
              <a:rPr sz="1200" b="0" i="1" lang="en-US">
                <a:solidFill>
                  <a:srgbClr val="000000"/>
                </a:solidFill>
                <a:latin typeface="IBM Plex Sans"/>
              </a:rPr>
              <a:t/>
            </a:r>
            <a:endParaRPr b="0" lang="it-IT"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 name=""/>
          <p:cNvSpPr/>
          <p:nvPr/>
        </p:nvSpPr>
        <p:spPr>
          <a:xfrm>
            <a:off x="2914200" y="5835600"/>
            <a:ext cx="6364800" cy="273600"/>
          </a:xfrm>
          <a:prstGeom prst="rect">
            <a:avLst/>
          </a:prstGeom>
          <a:noFill/>
          <a:ln w="0">
            <a:noFill/>
          </a:ln>
        </p:spPr>
        <p:style>
          <a:lnRef idx="0"/>
          <a:fillRef idx="0"/>
          <a:effectRef idx="0"/>
          <a:fontRef idx="minor"/>
        </p:style>
        <p:txBody>
          <a:bodyPr numCol="1" spcCol="0" horzOverflow="overflow" vertOverflow="overflow" anchor="t">
            <a:spAutoFit/>
          </a:bodyPr>
          <a:p>
            <a:pPr algn="ctr">
              <a:lnSpc>
                <a:spcPct val="100000"/>
              </a:lnSpc>
            </a:pPr>
            <a:r>
              <a:rPr sz="1200" b="0" i="1" lang="en-US">
                <a:solidFill>
                  <a:srgbClr val="000000"/>
                </a:solidFill>
                <a:latin typeface="IBM Plex Sans"/>
              </a:rPr>
              <a:t>ゴットフリート・ヴィルヘルム・ライプニッツ</a:t>
            </a:r>
            <a:endParaRPr b="0" lang="it-IT" sz="1200" spc="-1" strike="noStrike">
              <a:solidFill>
                <a:srgbClr val="000000"/>
              </a:solidFill>
              <a:latin typeface="Arial"/>
            </a:endParaRPr>
          </a:p>
        </p:txBody>
      </p:sp>
      <p:pic>
        <p:nvPicPr>
          <p:cNvPr id="95" name="" descr=""/>
          <p:cNvPicPr/>
          <p:nvPr/>
        </p:nvPicPr>
        <p:blipFill>
          <a:blip r:embed="rId1"/>
          <a:stretch/>
        </p:blipFill>
        <p:spPr>
          <a:xfrm>
            <a:off x="3824280" y="120600"/>
            <a:ext cx="4543200" cy="5714640"/>
          </a:xfrm>
          <a:prstGeom prst="rect">
            <a:avLst/>
          </a:prstGeom>
          <a:ln w="0">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6" name="" descr=""/>
          <p:cNvPicPr/>
          <p:nvPr/>
        </p:nvPicPr>
        <p:blipFill>
          <a:blip r:embed="rId1"/>
          <a:stretch/>
        </p:blipFill>
        <p:spPr>
          <a:xfrm>
            <a:off x="2809080" y="338400"/>
            <a:ext cx="6573600" cy="5477760"/>
          </a:xfrm>
          <a:prstGeom prst="rect">
            <a:avLst/>
          </a:prstGeom>
          <a:ln w="0">
            <a:noFill/>
          </a:ln>
        </p:spPr>
      </p:pic>
      <p:sp>
        <p:nvSpPr>
          <p:cNvPr id="97" name=""/>
          <p:cNvSpPr/>
          <p:nvPr/>
        </p:nvSpPr>
        <p:spPr>
          <a:xfrm>
            <a:off x="2809080" y="5816520"/>
            <a:ext cx="6574680" cy="273600"/>
          </a:xfrm>
          <a:prstGeom prst="rect">
            <a:avLst/>
          </a:prstGeom>
          <a:noFill/>
          <a:ln w="0">
            <a:noFill/>
          </a:ln>
        </p:spPr>
        <p:style>
          <a:lnRef idx="0"/>
          <a:fillRef idx="0"/>
          <a:effectRef idx="0"/>
          <a:fontRef idx="minor"/>
        </p:style>
        <p:txBody>
          <a:bodyPr numCol="1" spcCol="0" horzOverflow="overflow" vertOverflow="overflow" anchor="t">
            <a:spAutoFit/>
          </a:bodyPr>
          <a:p>
            <a:pPr algn="ctr">
              <a:lnSpc>
                <a:spcPct val="100000"/>
              </a:lnSpc>
            </a:pPr>
            <a:r>
              <a:rPr sz="1200" b="0" i="1" lang="en-US">
                <a:solidFill>
                  <a:srgbClr val="000000"/>
                </a:solidFill>
                <a:latin typeface="IBM Plex Sans"/>
              </a:rPr>
              <a:t>ジャン＝ジャック・ルソー</a:t>
            </a:r>
            <a:endParaRPr b="0" lang="it-IT"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
          <p:cNvSpPr/>
          <p:nvPr/>
        </p:nvSpPr>
        <p:spPr>
          <a:xfrm>
            <a:off x="397080" y="6262560"/>
            <a:ext cx="6250680" cy="273600"/>
          </a:xfrm>
          <a:prstGeom prst="rect">
            <a:avLst/>
          </a:prstGeom>
          <a:noFill/>
          <a:ln w="0">
            <a:noFill/>
          </a:ln>
        </p:spPr>
        <p:style>
          <a:lnRef idx="0"/>
          <a:fillRef idx="0"/>
          <a:effectRef idx="0"/>
          <a:fontRef idx="minor"/>
        </p:style>
        <p:txBody>
          <a:bodyPr numCol="1" spcCol="0" horzOverflow="overflow" vertOverflow="overflow" anchor="t">
            <a:spAutoFit/>
          </a:bodyPr>
          <a:p>
            <a:pPr algn="ctr">
              <a:lnSpc>
                <a:spcPct val="100000"/>
              </a:lnSpc>
            </a:pPr>
            <a:r>
              <a:rPr sz="1200" b="0" i="1" lang="en-US">
                <a:solidFill>
                  <a:srgbClr val="000000"/>
                </a:solidFill>
                <a:latin typeface="IBM Plex Sans"/>
              </a:rPr>
              <a:t>ニコラス・コペルニック</a:t>
            </a:r>
            <a:endParaRPr b="0" lang="it-IT" sz="1200" spc="-1" strike="noStrike">
              <a:solidFill>
                <a:srgbClr val="000000"/>
              </a:solidFill>
              <a:latin typeface="Arial"/>
            </a:endParaRPr>
          </a:p>
        </p:txBody>
      </p:sp>
      <p:sp>
        <p:nvSpPr>
          <p:cNvPr id="99" name=""/>
          <p:cNvSpPr/>
          <p:nvPr/>
        </p:nvSpPr>
        <p:spPr>
          <a:xfrm>
            <a:off x="6647040" y="6262560"/>
            <a:ext cx="4916880" cy="273600"/>
          </a:xfrm>
          <a:prstGeom prst="rect">
            <a:avLst/>
          </a:prstGeom>
          <a:noFill/>
          <a:ln w="0">
            <a:noFill/>
          </a:ln>
        </p:spPr>
        <p:style>
          <a:lnRef idx="0"/>
          <a:fillRef idx="0"/>
          <a:effectRef idx="0"/>
          <a:fontRef idx="minor"/>
        </p:style>
        <p:txBody>
          <a:bodyPr numCol="1" spcCol="0" horzOverflow="overflow" vertOverflow="overflow" anchor="t">
            <a:spAutoFit/>
          </a:bodyPr>
          <a:p>
            <a:pPr algn="ctr">
              <a:lnSpc>
                <a:spcPct val="100000"/>
              </a:lnSpc>
            </a:pPr>
            <a:r>
              <a:rPr sz="1200" b="0" i="1" lang="en-US">
                <a:solidFill>
                  <a:srgbClr val="000000"/>
                </a:solidFill>
                <a:latin typeface="IBM Plex Sans"/>
              </a:rPr>
              <a:t>チャールズ・ダーウィン</a:t>
            </a:r>
            <a:endParaRPr b="0" lang="it-IT" sz="1200" spc="-1" strike="noStrike">
              <a:solidFill>
                <a:srgbClr val="000000"/>
              </a:solidFill>
              <a:latin typeface="Arial"/>
            </a:endParaRPr>
          </a:p>
        </p:txBody>
      </p:sp>
      <p:pic>
        <p:nvPicPr>
          <p:cNvPr id="100" name="" descr=""/>
          <p:cNvPicPr/>
          <p:nvPr/>
        </p:nvPicPr>
        <p:blipFill>
          <a:blip r:embed="rId1"/>
          <a:stretch/>
        </p:blipFill>
        <p:spPr>
          <a:xfrm>
            <a:off x="397080" y="147600"/>
            <a:ext cx="6249600" cy="6114600"/>
          </a:xfrm>
          <a:prstGeom prst="rect">
            <a:avLst/>
          </a:prstGeom>
          <a:ln w="0">
            <a:noFill/>
          </a:ln>
        </p:spPr>
      </p:pic>
      <p:pic>
        <p:nvPicPr>
          <p:cNvPr id="101" name="" descr=""/>
          <p:cNvPicPr/>
          <p:nvPr/>
        </p:nvPicPr>
        <p:blipFill>
          <a:blip r:embed="rId2"/>
          <a:stretch/>
        </p:blipFill>
        <p:spPr>
          <a:xfrm>
            <a:off x="6647040" y="147600"/>
            <a:ext cx="4915800" cy="6114600"/>
          </a:xfrm>
          <a:prstGeom prst="rect">
            <a:avLst/>
          </a:prstGeom>
          <a:ln w="0">
            <a:noFill/>
          </a:ln>
        </p:spPr>
      </p:pic>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2" name="" descr=""/>
          <p:cNvPicPr/>
          <p:nvPr/>
        </p:nvPicPr>
        <p:blipFill>
          <a:blip r:embed="rId1"/>
          <a:stretch/>
        </p:blipFill>
        <p:spPr>
          <a:xfrm>
            <a:off x="3528360" y="234360"/>
            <a:ext cx="5134680" cy="6008760"/>
          </a:xfrm>
          <a:prstGeom prst="rect">
            <a:avLst/>
          </a:prstGeom>
          <a:ln w="0">
            <a:noFill/>
          </a:ln>
        </p:spPr>
      </p:pic>
      <p:sp>
        <p:nvSpPr>
          <p:cNvPr id="103" name=""/>
          <p:cNvSpPr/>
          <p:nvPr/>
        </p:nvSpPr>
        <p:spPr>
          <a:xfrm>
            <a:off x="3558240" y="6243840"/>
            <a:ext cx="5076000" cy="456120"/>
          </a:xfrm>
          <a:prstGeom prst="rect">
            <a:avLst/>
          </a:prstGeom>
          <a:noFill/>
          <a:ln w="0">
            <a:noFill/>
          </a:ln>
        </p:spPr>
        <p:style>
          <a:lnRef idx="0"/>
          <a:fillRef idx="0"/>
          <a:effectRef idx="0"/>
          <a:fontRef idx="minor"/>
        </p:style>
        <p:txBody>
          <a:bodyPr numCol="1" spcCol="0" horzOverflow="overflow" vertOverflow="overflow" anchor="t">
            <a:spAutoFit/>
          </a:bodyPr>
          <a:p>
            <a:pPr algn="ctr">
              <a:lnSpc>
                <a:spcPct val="100000"/>
              </a:lnSpc>
            </a:pPr>
            <a:r>
              <a:rPr sz="1200" b="0" i="1" lang="en-US">
                <a:solidFill>
                  <a:srgbClr val="000000"/>
                </a:solidFill>
                <a:latin typeface="IBM Plex Sans"/>
              </a:rPr>
              <a:t>北半球地図、19世紀</a:t>
            </a:r>
            <a:endParaRPr b="0" lang="it-IT" sz="1200" spc="-1" strike="noStrike">
              <a:solidFill>
                <a:srgbClr val="000000"/>
              </a:solidFill>
              <a:latin typeface="Arial"/>
            </a:endParaRPr>
          </a:p>
          <a:p>
            <a:pPr algn="ctr">
              <a:lnSpc>
                <a:spcPct val="100000"/>
              </a:lnSpc>
            </a:p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 name=""/>
          <p:cNvSpPr/>
          <p:nvPr/>
        </p:nvSpPr>
        <p:spPr>
          <a:xfrm>
            <a:off x="0" y="5420880"/>
            <a:ext cx="4126320" cy="273600"/>
          </a:xfrm>
          <a:prstGeom prst="rect">
            <a:avLst/>
          </a:prstGeom>
          <a:noFill/>
          <a:ln w="0">
            <a:noFill/>
          </a:ln>
        </p:spPr>
        <p:style>
          <a:lnRef idx="0"/>
          <a:fillRef idx="0"/>
          <a:effectRef idx="0"/>
          <a:fontRef idx="minor"/>
        </p:style>
        <p:txBody>
          <a:bodyPr numCol="1" spcCol="0" horzOverflow="overflow" vertOverflow="overflow" anchor="t">
            <a:spAutoFit/>
          </a:bodyPr>
          <a:p>
            <a:pPr algn="ctr">
              <a:lnSpc>
                <a:spcPct val="100000"/>
              </a:lnSpc>
            </a:pPr>
            <a:r>
              <a:rPr sz="1200" b="0" i="1" lang="en-US">
                <a:solidFill>
                  <a:srgbClr val="000000"/>
                </a:solidFill>
                <a:latin typeface="IBM Plex Sans"/>
              </a:rPr>
              <a:t>ガリレオ・ガリレイ</a:t>
            </a:r>
            <a:endParaRPr b="0" lang="it-IT" sz="1200" spc="-1" strike="noStrike">
              <a:solidFill>
                <a:srgbClr val="000000"/>
              </a:solidFill>
              <a:latin typeface="Arial"/>
            </a:endParaRPr>
          </a:p>
        </p:txBody>
      </p:sp>
      <p:sp>
        <p:nvSpPr>
          <p:cNvPr id="105" name=""/>
          <p:cNvSpPr/>
          <p:nvPr/>
        </p:nvSpPr>
        <p:spPr>
          <a:xfrm>
            <a:off x="8503920" y="5420880"/>
            <a:ext cx="3595320" cy="273600"/>
          </a:xfrm>
          <a:prstGeom prst="rect">
            <a:avLst/>
          </a:prstGeom>
          <a:noFill/>
          <a:ln w="0">
            <a:noFill/>
          </a:ln>
        </p:spPr>
        <p:style>
          <a:lnRef idx="0"/>
          <a:fillRef idx="0"/>
          <a:effectRef idx="0"/>
          <a:fontRef idx="minor"/>
        </p:style>
        <p:txBody>
          <a:bodyPr numCol="1" spcCol="0" horzOverflow="overflow" vertOverflow="overflow" anchor="t">
            <a:spAutoFit/>
          </a:bodyPr>
          <a:p>
            <a:pPr algn="ctr">
              <a:lnSpc>
                <a:spcPct val="100000"/>
              </a:lnSpc>
            </a:pPr>
            <a:r>
              <a:rPr sz="1200" b="0" i="1" lang="en-US">
                <a:solidFill>
                  <a:srgbClr val="000000"/>
                </a:solidFill>
                <a:latin typeface="IBM Plex Sans"/>
              </a:rPr>
              <a:t>アルバート・アインシュタイン</a:t>
            </a:r>
            <a:endParaRPr b="0" lang="it-IT" sz="1200" spc="-1" strike="noStrike">
              <a:solidFill>
                <a:srgbClr val="000000"/>
              </a:solidFill>
              <a:latin typeface="Arial"/>
            </a:endParaRPr>
          </a:p>
        </p:txBody>
      </p:sp>
      <p:pic>
        <p:nvPicPr>
          <p:cNvPr id="106" name="" descr=""/>
          <p:cNvPicPr/>
          <p:nvPr/>
        </p:nvPicPr>
        <p:blipFill>
          <a:blip r:embed="rId1"/>
          <a:stretch/>
        </p:blipFill>
        <p:spPr>
          <a:xfrm>
            <a:off x="0" y="96840"/>
            <a:ext cx="4172760" cy="5323680"/>
          </a:xfrm>
          <a:prstGeom prst="rect">
            <a:avLst/>
          </a:prstGeom>
          <a:ln w="0">
            <a:noFill/>
          </a:ln>
        </p:spPr>
      </p:pic>
      <p:pic>
        <p:nvPicPr>
          <p:cNvPr id="107" name="" descr=""/>
          <p:cNvPicPr/>
          <p:nvPr/>
        </p:nvPicPr>
        <p:blipFill>
          <a:blip r:embed="rId2"/>
          <a:stretch/>
        </p:blipFill>
        <p:spPr>
          <a:xfrm>
            <a:off x="4125240" y="96840"/>
            <a:ext cx="4384800" cy="5323680"/>
          </a:xfrm>
          <a:prstGeom prst="rect">
            <a:avLst/>
          </a:prstGeom>
          <a:ln w="0">
            <a:noFill/>
          </a:ln>
        </p:spPr>
      </p:pic>
      <p:pic>
        <p:nvPicPr>
          <p:cNvPr id="108" name="" descr=""/>
          <p:cNvPicPr/>
          <p:nvPr/>
        </p:nvPicPr>
        <p:blipFill>
          <a:blip r:embed="rId3"/>
          <a:stretch/>
        </p:blipFill>
        <p:spPr>
          <a:xfrm>
            <a:off x="8503920" y="96840"/>
            <a:ext cx="3594240" cy="5323680"/>
          </a:xfrm>
          <a:prstGeom prst="rect">
            <a:avLst/>
          </a:prstGeom>
          <a:ln w="0">
            <a:noFill/>
          </a:ln>
        </p:spPr>
      </p:pic>
      <p:sp>
        <p:nvSpPr>
          <p:cNvPr id="109" name=""/>
          <p:cNvSpPr/>
          <p:nvPr/>
        </p:nvSpPr>
        <p:spPr>
          <a:xfrm>
            <a:off x="4041000" y="5420880"/>
            <a:ext cx="4462920" cy="273600"/>
          </a:xfrm>
          <a:prstGeom prst="rect">
            <a:avLst/>
          </a:prstGeom>
          <a:noFill/>
          <a:ln w="0">
            <a:noFill/>
          </a:ln>
        </p:spPr>
        <p:style>
          <a:lnRef idx="0"/>
          <a:fillRef idx="0"/>
          <a:effectRef idx="0"/>
          <a:fontRef idx="minor"/>
        </p:style>
        <p:txBody>
          <a:bodyPr numCol="1" spcCol="0" horzOverflow="overflow" vertOverflow="overflow" anchor="t">
            <a:spAutoFit/>
          </a:bodyPr>
          <a:p>
            <a:pPr algn="ctr">
              <a:lnSpc>
                <a:spcPct val="100000"/>
              </a:lnSpc>
            </a:pPr>
            <a:r>
              <a:rPr sz="1200" b="0" i="1" lang="en-US">
                <a:solidFill>
                  <a:srgbClr val="000000"/>
                </a:solidFill>
                <a:latin typeface="IBM Plex Sans"/>
              </a:rPr>
              <a:t>アイザック・ニュートン</a:t>
            </a:r>
            <a:endParaRPr b="0" lang="it-IT"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10" name="" descr=""/>
          <p:cNvPicPr/>
          <p:nvPr/>
        </p:nvPicPr>
        <p:blipFill>
          <a:blip r:embed="rId1"/>
          <a:stretch/>
        </p:blipFill>
        <p:spPr>
          <a:xfrm>
            <a:off x="2955960" y="702720"/>
            <a:ext cx="6279840" cy="5238360"/>
          </a:xfrm>
          <a:prstGeom prst="rect">
            <a:avLst/>
          </a:prstGeom>
          <a:ln w="0">
            <a:noFill/>
          </a:ln>
        </p:spPr>
      </p:pic>
      <p:sp>
        <p:nvSpPr>
          <p:cNvPr id="111" name=""/>
          <p:cNvSpPr/>
          <p:nvPr/>
        </p:nvSpPr>
        <p:spPr>
          <a:xfrm>
            <a:off x="4117680" y="5975640"/>
            <a:ext cx="3958920" cy="273600"/>
          </a:xfrm>
          <a:prstGeom prst="rect">
            <a:avLst/>
          </a:prstGeom>
          <a:noFill/>
          <a:ln w="0">
            <a:noFill/>
          </a:ln>
        </p:spPr>
        <p:style>
          <a:lnRef idx="0"/>
          <a:fillRef idx="0"/>
          <a:effectRef idx="0"/>
          <a:fontRef idx="minor"/>
        </p:style>
        <p:txBody>
          <a:bodyPr numCol="1" spcCol="0" horzOverflow="overflow" vertOverflow="overflow" anchor="t">
            <a:spAutoFit/>
          </a:bodyPr>
          <a:p>
            <a:pPr algn="ctr">
              <a:lnSpc>
                <a:spcPct val="100000"/>
              </a:lnSpc>
            </a:pPr>
            <a:r>
              <a:rPr sz="1200" b="0" i="1" lang="en-US">
                <a:solidFill>
                  <a:srgbClr val="000000"/>
                </a:solidFill>
                <a:latin typeface="IBM Plex Sans"/>
              </a:rPr>
              <a:t>ルネ・デカルト</a:t>
            </a:r>
            <a:endParaRPr b="0" lang="it-IT"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12" name="" descr=""/>
          <p:cNvPicPr/>
          <p:nvPr/>
        </p:nvPicPr>
        <p:blipFill>
          <a:blip r:embed="rId1"/>
          <a:stretch/>
        </p:blipFill>
        <p:spPr>
          <a:xfrm>
            <a:off x="4220280" y="436320"/>
            <a:ext cx="3751200" cy="5547600"/>
          </a:xfrm>
          <a:prstGeom prst="rect">
            <a:avLst/>
          </a:prstGeom>
          <a:ln w="0">
            <a:noFill/>
          </a:ln>
        </p:spPr>
      </p:pic>
      <p:sp>
        <p:nvSpPr>
          <p:cNvPr id="113" name=""/>
          <p:cNvSpPr/>
          <p:nvPr/>
        </p:nvSpPr>
        <p:spPr>
          <a:xfrm>
            <a:off x="4220280" y="5794920"/>
            <a:ext cx="3751920" cy="456120"/>
          </a:xfrm>
          <a:prstGeom prst="rect">
            <a:avLst/>
          </a:prstGeom>
          <a:noFill/>
          <a:ln w="0">
            <a:noFill/>
          </a:ln>
        </p:spPr>
        <p:style>
          <a:lnRef idx="0"/>
          <a:fillRef idx="0"/>
          <a:effectRef idx="0"/>
          <a:fontRef idx="minor"/>
        </p:style>
        <p:txBody>
          <a:bodyPr numCol="1" spcCol="0" horzOverflow="overflow" vertOverflow="overflow" anchor="t">
            <a:spAutoFit/>
          </a:bodyPr>
          <a:p>
            <a:pPr algn="ctr">
              <a:lnSpc>
                <a:spcPct val="100000"/>
              </a:lnSpc>
            </a:pPr>
            <a:r>
              <a:rPr sz="1200" b="0" i="1" lang="en-US">
                <a:solidFill>
                  <a:srgbClr val="000000"/>
                </a:solidFill>
                <a:latin typeface="IBM Plex Sans"/>
              </a:rPr>
              <a:t>ルネ・デカルト『方法論講義 </a:t>
            </a:r>
            <a:r>
              <a:rPr sz="1200" b="0" i="1" lang="en-US">
                <a:solidFill>
                  <a:srgbClr val="000000"/>
                </a:solidFill>
                <a:latin typeface="IBM Plex Sans"/>
              </a:rPr>
              <a:t/>
            </a:r>
            <a:endParaRPr b="0" lang="it-IT" sz="1200" spc="-1" strike="noStrike">
              <a:solidFill>
                <a:srgbClr val="000000"/>
              </a:solidFill>
              <a:latin typeface="Arial"/>
            </a:endParaRPr>
          </a:p>
          <a:p>
            <a:pPr algn="ctr">
              <a:lnSpc>
                <a:spcPct val="100000"/>
              </a:lnSpc>
            </a:p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14" name="" descr=""/>
          <p:cNvPicPr/>
          <p:nvPr/>
        </p:nvPicPr>
        <p:blipFill>
          <a:blip r:embed="rId1"/>
          <a:stretch/>
        </p:blipFill>
        <p:spPr>
          <a:xfrm>
            <a:off x="2360880" y="685440"/>
            <a:ext cx="7470000" cy="5602320"/>
          </a:xfrm>
          <a:prstGeom prst="rect">
            <a:avLst/>
          </a:prstGeom>
          <a:ln w="0">
            <a:noFill/>
          </a:ln>
        </p:spPr>
      </p:pic>
      <p:sp>
        <p:nvSpPr>
          <p:cNvPr id="115" name=""/>
          <p:cNvSpPr/>
          <p:nvPr/>
        </p:nvSpPr>
        <p:spPr>
          <a:xfrm>
            <a:off x="2360880" y="6288120"/>
            <a:ext cx="7470720" cy="273600"/>
          </a:xfrm>
          <a:prstGeom prst="rect">
            <a:avLst/>
          </a:prstGeom>
          <a:noFill/>
          <a:ln w="0">
            <a:noFill/>
          </a:ln>
        </p:spPr>
        <p:style>
          <a:lnRef idx="0"/>
          <a:fillRef idx="0"/>
          <a:effectRef idx="0"/>
          <a:fontRef idx="minor"/>
        </p:style>
        <p:txBody>
          <a:bodyPr numCol="1" spcCol="0" horzOverflow="overflow" vertOverflow="overflow" anchor="t">
            <a:spAutoFit/>
          </a:bodyPr>
          <a:p>
            <a:pPr algn="ctr">
              <a:lnSpc>
                <a:spcPct val="100000"/>
              </a:lnSpc>
            </a:pPr>
            <a:r>
              <a:rPr sz="1200" b="0" i="1" lang="en-US">
                <a:solidFill>
                  <a:srgbClr val="000000"/>
                </a:solidFill>
                <a:latin typeface="IBM Plex Sans"/>
              </a:rPr>
              <a:t>デカルト像</a:t>
            </a:r>
            <a:endParaRPr b="0" lang="it-IT"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 name=""/>
          <p:cNvSpPr/>
          <p:nvPr/>
        </p:nvSpPr>
        <p:spPr>
          <a:xfrm>
            <a:off x="1796400" y="5037840"/>
            <a:ext cx="183240" cy="365760"/>
          </a:xfrm>
          <a:prstGeom prst="rect">
            <a:avLst/>
          </a:prstGeom>
          <a:noFill/>
          <a:ln w="0">
            <a:noFill/>
          </a:ln>
        </p:spPr>
        <p:style>
          <a:lnRef idx="0"/>
          <a:fillRef idx="0"/>
          <a:effectRef idx="0"/>
          <a:fontRef idx="minor"/>
        </p:style>
        <p:txBody>
          <a:bodyPr numCol="1" spcCol="0" wrap="none" horzOverflow="overflow" vertOverflow="overflow" anchor="t">
            <a:spAutoFit/>
          </a:bodyPr>
          <a:p>
            <a:pPr>
              <a:lnSpc>
                <a:spcPct val="100000"/>
              </a:lnSpc>
            </a:pPr>
            <a:endParaRPr b="0" lang="en-US" sz="1800" spc="-1" strike="noStrike">
              <a:solidFill>
                <a:srgbClr val="000000"/>
              </a:solidFill>
              <a:latin typeface="Arial"/>
              <a:ea typeface="Arial"/>
            </a:endParaRPr>
          </a:p>
        </p:txBody>
      </p:sp>
      <p:sp>
        <p:nvSpPr>
          <p:cNvPr id="117" name=""/>
          <p:cNvSpPr/>
          <p:nvPr/>
        </p:nvSpPr>
        <p:spPr>
          <a:xfrm>
            <a:off x="1276920" y="6067440"/>
            <a:ext cx="4082760" cy="365760"/>
          </a:xfrm>
          <a:prstGeom prst="rect">
            <a:avLst/>
          </a:prstGeom>
          <a:noFill/>
          <a:ln w="0">
            <a:noFill/>
          </a:ln>
        </p:spPr>
        <p:style>
          <a:lnRef idx="0"/>
          <a:fillRef idx="0"/>
          <a:effectRef idx="0"/>
          <a:fontRef idx="minor"/>
        </p:style>
        <p:txBody>
          <a:bodyPr numCol="1" spcCol="0" horzOverflow="overflow" vertOverflow="overflow" anchor="t">
            <a:spAutoFit/>
          </a:bodyPr>
          <a:p>
            <a:pPr>
              <a:lnSpc>
                <a:spcPct val="100000"/>
              </a:lnSpc>
            </a:pPr>
            <a:endParaRPr b="0" lang="en-US" sz="1800" spc="-1" strike="noStrike">
              <a:solidFill>
                <a:srgbClr val="000000"/>
              </a:solidFill>
              <a:latin typeface="Arial"/>
              <a:ea typeface="Arial"/>
            </a:endParaRPr>
          </a:p>
        </p:txBody>
      </p:sp>
      <p:sp>
        <p:nvSpPr>
          <p:cNvPr id="118" name="Text Placeholder 2"/>
          <p:cNvSpPr/>
          <p:nvPr/>
        </p:nvSpPr>
        <p:spPr>
          <a:xfrm>
            <a:off x="6345360" y="2656080"/>
            <a:ext cx="3887280" cy="670680"/>
          </a:xfrm>
          <a:prstGeom prst="rect">
            <a:avLst/>
          </a:prstGeom>
          <a:noFill/>
          <a:ln w="0">
            <a:noFill/>
          </a:ln>
        </p:spPr>
        <p:style>
          <a:lnRef idx="0"/>
          <a:fillRef idx="0"/>
          <a:effectRef idx="0"/>
          <a:fontRef idx="minor"/>
        </p:style>
        <p:txBody>
          <a:bodyPr lIns="0" rIns="0" tIns="0" bIns="0" anchor="t">
            <a:spAutoFit/>
          </a:bodyPr>
          <a:p>
            <a:pPr algn="ctr">
              <a:lnSpc>
                <a:spcPct val="200000"/>
              </a:lnSpc>
            </a:pPr>
            <a:r>
              <a:rPr sz="2200" b="0" lang="en-US">
                <a:solidFill>
                  <a:srgbClr val="000000"/>
                </a:solidFill>
                <a:latin typeface="IBM Plex Sans"/>
              </a:rPr>
              <a:t>我思う、ゆえに我あり</a:t>
            </a:r>
            <a:endParaRPr b="0" lang="it-IT" sz="2200" spc="-1" strike="noStrike">
              <a:solidFill>
                <a:srgbClr val="000000"/>
              </a:solidFill>
              <a:latin typeface="Arial"/>
            </a:endParaRPr>
          </a:p>
        </p:txBody>
      </p:sp>
      <p:pic>
        <p:nvPicPr>
          <p:cNvPr id="119" name="Picture 9" descr=""/>
          <p:cNvPicPr/>
          <p:nvPr/>
        </p:nvPicPr>
        <p:blipFill>
          <a:blip r:embed="rId1"/>
          <a:stretch/>
        </p:blipFill>
        <p:spPr>
          <a:xfrm>
            <a:off x="6188760" y="2189880"/>
            <a:ext cx="312840" cy="211320"/>
          </a:xfrm>
          <a:prstGeom prst="rect">
            <a:avLst/>
          </a:prstGeom>
          <a:ln w="0">
            <a:noFill/>
          </a:ln>
        </p:spPr>
      </p:pic>
      <p:pic>
        <p:nvPicPr>
          <p:cNvPr id="120" name="Picture 10" descr=""/>
          <p:cNvPicPr/>
          <p:nvPr/>
        </p:nvPicPr>
        <p:blipFill>
          <a:blip r:embed="rId2"/>
          <a:stretch/>
        </p:blipFill>
        <p:spPr>
          <a:xfrm rot="10800000">
            <a:off x="10150560" y="3377520"/>
            <a:ext cx="312840" cy="211320"/>
          </a:xfrm>
          <a:prstGeom prst="rect">
            <a:avLst/>
          </a:prstGeom>
          <a:ln w="0">
            <a:noFill/>
          </a:ln>
        </p:spPr>
      </p:pic>
      <p:sp>
        <p:nvSpPr>
          <p:cNvPr id="121" name="Text Placeholder 6"/>
          <p:cNvSpPr/>
          <p:nvPr/>
        </p:nvSpPr>
        <p:spPr>
          <a:xfrm>
            <a:off x="10230840" y="3834000"/>
            <a:ext cx="777600" cy="332640"/>
          </a:xfrm>
          <a:prstGeom prst="rect">
            <a:avLst/>
          </a:prstGeom>
          <a:noFill/>
          <a:ln w="0">
            <a:noFill/>
          </a:ln>
        </p:spPr>
        <p:style>
          <a:lnRef idx="0"/>
          <a:fillRef idx="0"/>
          <a:effectRef idx="0"/>
          <a:fontRef idx="minor"/>
        </p:style>
        <p:txBody>
          <a:bodyPr wrap="none" lIns="0" rIns="0" tIns="0" bIns="0" anchor="t">
            <a:noAutofit/>
          </a:bodyPr>
          <a:p>
            <a:pPr algn="r">
              <a:lnSpc>
                <a:spcPts val="2727"/>
              </a:lnSpc>
            </a:pPr>
            <a:r>
              <a:rPr sz="1400" b="0" i="1" lang="en-US">
                <a:solidFill>
                  <a:srgbClr val="000000"/>
                </a:solidFill>
                <a:latin typeface="IBM Plex Sans bold"/>
              </a:rPr>
              <a:t>デカルト</a:t>
            </a:r>
            <a:endParaRPr b="0" lang="it-IT" sz="1400" spc="-1" strike="noStrike">
              <a:solidFill>
                <a:srgbClr val="000000"/>
              </a:solidFill>
              <a:latin typeface="Arial"/>
            </a:endParaRPr>
          </a:p>
          <a:p>
            <a:pPr algn="r">
              <a:lnSpc>
                <a:spcPts val="2727"/>
              </a:lnSpc>
            </a:pPr>
          </a:p>
        </p:txBody>
      </p:sp>
      <p:pic>
        <p:nvPicPr>
          <p:cNvPr id="122" name="" descr=""/>
          <p:cNvPicPr/>
          <p:nvPr/>
        </p:nvPicPr>
        <p:blipFill>
          <a:blip r:embed="rId3"/>
          <a:stretch/>
        </p:blipFill>
        <p:spPr>
          <a:xfrm>
            <a:off x="6840" y="25920"/>
            <a:ext cx="5352840" cy="6805440"/>
          </a:xfrm>
          <a:prstGeom prst="rect">
            <a:avLst/>
          </a:prstGeom>
          <a:ln w="0">
            <a:noFill/>
          </a:ln>
        </p:spPr>
      </p:pic>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23" name="" descr=""/>
          <p:cNvPicPr/>
          <p:nvPr/>
        </p:nvPicPr>
        <p:blipFill>
          <a:blip r:embed="rId1"/>
          <a:stretch/>
        </p:blipFill>
        <p:spPr>
          <a:xfrm>
            <a:off x="3093120" y="231480"/>
            <a:ext cx="6005160" cy="5681880"/>
          </a:xfrm>
          <a:prstGeom prst="rect">
            <a:avLst/>
          </a:prstGeom>
          <a:ln w="6349">
            <a:solidFill>
              <a:srgbClr val="5b9bd5">
                <a:lumMod val="50196"/>
              </a:srgbClr>
            </a:solidFill>
            <a:round/>
          </a:ln>
        </p:spPr>
      </p:pic>
      <p:sp>
        <p:nvSpPr>
          <p:cNvPr id="124" name=""/>
          <p:cNvSpPr/>
          <p:nvPr/>
        </p:nvSpPr>
        <p:spPr>
          <a:xfrm>
            <a:off x="3041640" y="5913720"/>
            <a:ext cx="6109560" cy="273600"/>
          </a:xfrm>
          <a:prstGeom prst="rect">
            <a:avLst/>
          </a:prstGeom>
          <a:noFill/>
          <a:ln w="0">
            <a:noFill/>
          </a:ln>
        </p:spPr>
        <p:style>
          <a:lnRef idx="0"/>
          <a:fillRef idx="0"/>
          <a:effectRef idx="0"/>
          <a:fontRef idx="minor"/>
        </p:style>
        <p:txBody>
          <a:bodyPr numCol="1" spcCol="0" horzOverflow="overflow" vertOverflow="overflow" anchor="t">
            <a:spAutoFit/>
          </a:bodyPr>
          <a:p>
            <a:pPr algn="ctr">
              <a:lnSpc>
                <a:spcPct val="100000"/>
              </a:lnSpc>
            </a:pPr>
            <a:r>
              <a:rPr sz="1200" b="0" i="1" lang="en-US">
                <a:solidFill>
                  <a:srgbClr val="000000"/>
                </a:solidFill>
                <a:latin typeface="IBM Plex Sans"/>
              </a:rPr>
              <a:t>スピノザ『倫理学』第1部の付録 </a:t>
            </a:r>
            <a:r>
              <a:rPr sz="1200" b="0" i="1" lang="en-US">
                <a:solidFill>
                  <a:srgbClr val="000000"/>
                </a:solidFill>
                <a:latin typeface="IBM Plex Sans"/>
              </a:rPr>
              <a:t/>
            </a:r>
            <a:endParaRPr b="0" lang="it-IT"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 name=""/>
          <p:cNvSpPr/>
          <p:nvPr/>
        </p:nvSpPr>
        <p:spPr>
          <a:xfrm>
            <a:off x="797760" y="6419880"/>
            <a:ext cx="10596600" cy="273600"/>
          </a:xfrm>
          <a:prstGeom prst="rect">
            <a:avLst/>
          </a:prstGeom>
          <a:noFill/>
          <a:ln w="0">
            <a:noFill/>
          </a:ln>
        </p:spPr>
        <p:style>
          <a:lnRef idx="0"/>
          <a:fillRef idx="0"/>
          <a:effectRef idx="0"/>
          <a:fontRef idx="minor"/>
        </p:style>
        <p:txBody>
          <a:bodyPr numCol="1" spcCol="0" horzOverflow="overflow" vertOverflow="overflow" anchor="t">
            <a:spAutoFit/>
          </a:bodyPr>
          <a:p>
            <a:pPr algn="ctr">
              <a:lnSpc>
                <a:spcPct val="100000"/>
              </a:lnSpc>
            </a:pPr>
            <a:r>
              <a:rPr sz="1200" b="0" i="1" lang="en-US">
                <a:solidFill>
                  <a:srgbClr val="000000"/>
                </a:solidFill>
                <a:latin typeface="IBM Plex Sans"/>
              </a:rPr>
              <a:t>エマニュエル・カント</a:t>
            </a:r>
            <a:endParaRPr b="0" lang="it-IT" sz="1200" spc="-1" strike="noStrike">
              <a:solidFill>
                <a:srgbClr val="000000"/>
              </a:solidFill>
              <a:latin typeface="Arial"/>
            </a:endParaRPr>
          </a:p>
        </p:txBody>
      </p:sp>
      <p:pic>
        <p:nvPicPr>
          <p:cNvPr id="126" name="" descr=""/>
          <p:cNvPicPr/>
          <p:nvPr/>
        </p:nvPicPr>
        <p:blipFill>
          <a:blip r:embed="rId1"/>
          <a:stretch/>
        </p:blipFill>
        <p:spPr>
          <a:xfrm>
            <a:off x="797760" y="90000"/>
            <a:ext cx="10595880" cy="6329520"/>
          </a:xfrm>
          <a:prstGeom prst="rect">
            <a:avLst/>
          </a:prstGeom>
          <a:ln w="0">
            <a:noFill/>
          </a:ln>
        </p:spPr>
      </p:pic>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27" name="" descr=""/>
          <p:cNvPicPr/>
          <p:nvPr/>
        </p:nvPicPr>
        <p:blipFill>
          <a:blip r:embed="rId1"/>
          <a:stretch/>
        </p:blipFill>
        <p:spPr>
          <a:xfrm>
            <a:off x="5315400" y="964800"/>
            <a:ext cx="5832000" cy="4298400"/>
          </a:xfrm>
          <a:prstGeom prst="rect">
            <a:avLst/>
          </a:prstGeom>
          <a:ln w="0">
            <a:noFill/>
          </a:ln>
        </p:spPr>
      </p:pic>
      <p:pic>
        <p:nvPicPr>
          <p:cNvPr id="128" name="" descr=""/>
          <p:cNvPicPr/>
          <p:nvPr/>
        </p:nvPicPr>
        <p:blipFill>
          <a:blip r:embed="rId2"/>
          <a:srcRect l="22335" t="0" r="11841" b="0"/>
          <a:stretch/>
        </p:blipFill>
        <p:spPr>
          <a:xfrm>
            <a:off x="1211400" y="964800"/>
            <a:ext cx="3809520" cy="4298400"/>
          </a:xfrm>
          <a:prstGeom prst="rect">
            <a:avLst/>
          </a:prstGeom>
          <a:ln w="0">
            <a:noFill/>
          </a:ln>
        </p:spPr>
      </p:pic>
      <p:sp>
        <p:nvSpPr>
          <p:cNvPr id="129" name=""/>
          <p:cNvSpPr/>
          <p:nvPr/>
        </p:nvSpPr>
        <p:spPr>
          <a:xfrm>
            <a:off x="1210320" y="5263200"/>
            <a:ext cx="3810600" cy="273600"/>
          </a:xfrm>
          <a:prstGeom prst="rect">
            <a:avLst/>
          </a:prstGeom>
          <a:noFill/>
          <a:ln w="0">
            <a:noFill/>
          </a:ln>
        </p:spPr>
        <p:style>
          <a:lnRef idx="0"/>
          <a:fillRef idx="0"/>
          <a:effectRef idx="0"/>
          <a:fontRef idx="minor"/>
        </p:style>
        <p:txBody>
          <a:bodyPr numCol="1" spcCol="0" horzOverflow="overflow" vertOverflow="overflow" anchor="t">
            <a:spAutoFit/>
          </a:bodyPr>
          <a:p>
            <a:pPr algn="ctr">
              <a:lnSpc>
                <a:spcPct val="100000"/>
              </a:lnSpc>
            </a:pPr>
            <a:r>
              <a:rPr sz="1200" b="0" i="1" lang="en-US">
                <a:solidFill>
                  <a:srgbClr val="000000"/>
                </a:solidFill>
                <a:latin typeface="IBM Plex Sans"/>
              </a:rPr>
              <a:t>アイン・ランド</a:t>
            </a:r>
            <a:endParaRPr b="0" lang="it-IT" sz="1200" spc="-1" strike="noStrike">
              <a:solidFill>
                <a:srgbClr val="000000"/>
              </a:solidFill>
              <a:latin typeface="Arial"/>
            </a:endParaRPr>
          </a:p>
        </p:txBody>
      </p:sp>
      <p:sp>
        <p:nvSpPr>
          <p:cNvPr id="130" name=""/>
          <p:cNvSpPr/>
          <p:nvPr/>
        </p:nvSpPr>
        <p:spPr>
          <a:xfrm>
            <a:off x="5315400" y="5263200"/>
            <a:ext cx="2917080" cy="273600"/>
          </a:xfrm>
          <a:prstGeom prst="rect">
            <a:avLst/>
          </a:prstGeom>
          <a:noFill/>
          <a:ln w="0">
            <a:noFill/>
          </a:ln>
        </p:spPr>
        <p:style>
          <a:lnRef idx="0"/>
          <a:fillRef idx="0"/>
          <a:effectRef idx="0"/>
          <a:fontRef idx="minor"/>
        </p:style>
        <p:txBody>
          <a:bodyPr numCol="1" spcCol="0" horzOverflow="overflow" vertOverflow="overflow" anchor="t">
            <a:spAutoFit/>
          </a:bodyPr>
          <a:p>
            <a:pPr algn="ctr">
              <a:lnSpc>
                <a:spcPct val="100000"/>
              </a:lnSpc>
            </a:pPr>
            <a:r>
              <a:rPr sz="1200" b="0" i="1" lang="en-US">
                <a:solidFill>
                  <a:srgbClr val="000000"/>
                </a:solidFill>
                <a:latin typeface="IBM Plex Sans"/>
              </a:rPr>
              <a:t>ザ・ファウンテンヘッド</a:t>
            </a:r>
            <a:endParaRPr b="0" lang="it-IT" sz="1200" spc="-1" strike="noStrike">
              <a:solidFill>
                <a:srgbClr val="000000"/>
              </a:solidFill>
              <a:latin typeface="Arial"/>
            </a:endParaRPr>
          </a:p>
        </p:txBody>
      </p:sp>
      <p:sp>
        <p:nvSpPr>
          <p:cNvPr id="131" name=""/>
          <p:cNvSpPr/>
          <p:nvPr/>
        </p:nvSpPr>
        <p:spPr>
          <a:xfrm>
            <a:off x="8232480" y="5263200"/>
            <a:ext cx="2916360" cy="273600"/>
          </a:xfrm>
          <a:prstGeom prst="rect">
            <a:avLst/>
          </a:prstGeom>
          <a:noFill/>
          <a:ln w="0">
            <a:noFill/>
          </a:ln>
        </p:spPr>
        <p:style>
          <a:lnRef idx="0"/>
          <a:fillRef idx="0"/>
          <a:effectRef idx="0"/>
          <a:fontRef idx="minor"/>
        </p:style>
        <p:txBody>
          <a:bodyPr numCol="1" spcCol="0" horzOverflow="overflow" vertOverflow="overflow" anchor="t">
            <a:spAutoFit/>
          </a:bodyPr>
          <a:p>
            <a:pPr algn="ctr">
              <a:lnSpc>
                <a:spcPct val="100000"/>
              </a:lnSpc>
            </a:pPr>
            <a:r>
              <a:rPr sz="1200" b="0" i="1" lang="en-US">
                <a:solidFill>
                  <a:srgbClr val="000000"/>
                </a:solidFill>
                <a:latin typeface="IBM Plex Sans"/>
              </a:rPr>
              <a:t>アトラス・シュラグド</a:t>
            </a:r>
            <a:endParaRPr b="0" lang="it-IT"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32" name="" descr=""/>
          <p:cNvPicPr/>
          <p:nvPr/>
        </p:nvPicPr>
        <p:blipFill>
          <a:blip r:embed="rId1"/>
          <a:stretch/>
        </p:blipFill>
        <p:spPr>
          <a:xfrm>
            <a:off x="2580120" y="276120"/>
            <a:ext cx="7031160" cy="5353920"/>
          </a:xfrm>
          <a:prstGeom prst="rect">
            <a:avLst/>
          </a:prstGeom>
          <a:ln w="6349">
            <a:solidFill>
              <a:srgbClr val="5b9bd5">
                <a:lumMod val="50196"/>
              </a:srgbClr>
            </a:solidFill>
            <a:round/>
          </a:ln>
        </p:spPr>
      </p:pic>
      <p:sp>
        <p:nvSpPr>
          <p:cNvPr id="133" name=""/>
          <p:cNvSpPr/>
          <p:nvPr/>
        </p:nvSpPr>
        <p:spPr>
          <a:xfrm>
            <a:off x="2580120" y="5630040"/>
            <a:ext cx="7036560" cy="273600"/>
          </a:xfrm>
          <a:prstGeom prst="rect">
            <a:avLst/>
          </a:prstGeom>
          <a:noFill/>
          <a:ln w="0">
            <a:noFill/>
          </a:ln>
        </p:spPr>
        <p:style>
          <a:lnRef idx="0"/>
          <a:fillRef idx="0"/>
          <a:effectRef idx="0"/>
          <a:fontRef idx="minor"/>
        </p:style>
        <p:txBody>
          <a:bodyPr numCol="1" spcCol="0" horzOverflow="overflow" vertOverflow="overflow" anchor="t">
            <a:spAutoFit/>
          </a:bodyPr>
          <a:p>
            <a:pPr algn="ctr">
              <a:lnSpc>
                <a:spcPct val="100000"/>
              </a:lnSpc>
            </a:pPr>
            <a:r>
              <a:rPr sz="1200" b="0" i="1" lang="en-US">
                <a:solidFill>
                  <a:srgbClr val="000000"/>
                </a:solidFill>
                <a:latin typeface="IBM Plex Sans"/>
              </a:rPr>
              <a:t>スピノザ『倫理学』第三部 </a:t>
            </a:r>
            <a:r>
              <a:rPr sz="1200" b="0" i="1" lang="en-US">
                <a:solidFill>
                  <a:srgbClr val="000000"/>
                </a:solidFill>
                <a:latin typeface="IBM Plex Sans"/>
              </a:rPr>
              <a:t/>
            </a:r>
            <a:endParaRPr b="0" lang="it-IT"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 name=""/>
          <p:cNvSpPr/>
          <p:nvPr/>
        </p:nvSpPr>
        <p:spPr>
          <a:xfrm>
            <a:off x="8340840" y="6185160"/>
            <a:ext cx="3712320" cy="273600"/>
          </a:xfrm>
          <a:prstGeom prst="rect">
            <a:avLst/>
          </a:prstGeom>
          <a:noFill/>
          <a:ln w="0">
            <a:noFill/>
          </a:ln>
        </p:spPr>
        <p:style>
          <a:lnRef idx="0"/>
          <a:fillRef idx="0"/>
          <a:effectRef idx="0"/>
          <a:fontRef idx="minor"/>
        </p:style>
        <p:txBody>
          <a:bodyPr numCol="1" spcCol="0" horzOverflow="overflow" vertOverflow="overflow" anchor="t">
            <a:spAutoFit/>
          </a:bodyPr>
          <a:p>
            <a:pPr algn="ctr">
              <a:lnSpc>
                <a:spcPct val="100000"/>
              </a:lnSpc>
            </a:pPr>
            <a:r>
              <a:rPr sz="1200" b="0" i="1" lang="en-US">
                <a:solidFill>
                  <a:srgbClr val="000000"/>
                </a:solidFill>
                <a:latin typeface="IBM Plex Sans"/>
              </a:rPr>
              <a:t>ヨハネス・ケプラー</a:t>
            </a:r>
            <a:endParaRPr b="0" lang="it-IT" sz="1200" spc="-1" strike="noStrike">
              <a:solidFill>
                <a:srgbClr val="000000"/>
              </a:solidFill>
              <a:latin typeface="Arial"/>
            </a:endParaRPr>
          </a:p>
        </p:txBody>
      </p:sp>
      <p:pic>
        <p:nvPicPr>
          <p:cNvPr id="135" name="" descr=""/>
          <p:cNvPicPr/>
          <p:nvPr/>
        </p:nvPicPr>
        <p:blipFill>
          <a:blip r:embed="rId1"/>
          <a:stretch/>
        </p:blipFill>
        <p:spPr>
          <a:xfrm>
            <a:off x="17640" y="1094040"/>
            <a:ext cx="4110120" cy="5090400"/>
          </a:xfrm>
          <a:prstGeom prst="rect">
            <a:avLst/>
          </a:prstGeom>
          <a:ln w="0">
            <a:noFill/>
          </a:ln>
        </p:spPr>
      </p:pic>
      <p:pic>
        <p:nvPicPr>
          <p:cNvPr id="136" name="" descr=""/>
          <p:cNvPicPr/>
          <p:nvPr/>
        </p:nvPicPr>
        <p:blipFill>
          <a:blip r:embed="rId2"/>
          <a:stretch/>
        </p:blipFill>
        <p:spPr>
          <a:xfrm>
            <a:off x="4128120" y="1094040"/>
            <a:ext cx="4269600" cy="5090400"/>
          </a:xfrm>
          <a:prstGeom prst="rect">
            <a:avLst/>
          </a:prstGeom>
          <a:ln w="0">
            <a:noFill/>
          </a:ln>
        </p:spPr>
      </p:pic>
      <p:pic>
        <p:nvPicPr>
          <p:cNvPr id="137" name="" descr=""/>
          <p:cNvPicPr/>
          <p:nvPr/>
        </p:nvPicPr>
        <p:blipFill>
          <a:blip r:embed="rId3"/>
          <a:stretch/>
        </p:blipFill>
        <p:spPr>
          <a:xfrm>
            <a:off x="8340840" y="1094040"/>
            <a:ext cx="3710160" cy="5090400"/>
          </a:xfrm>
          <a:prstGeom prst="rect">
            <a:avLst/>
          </a:prstGeom>
          <a:ln w="0">
            <a:noFill/>
          </a:ln>
        </p:spPr>
      </p:pic>
      <p:sp>
        <p:nvSpPr>
          <p:cNvPr id="138" name=""/>
          <p:cNvSpPr/>
          <p:nvPr/>
        </p:nvSpPr>
        <p:spPr>
          <a:xfrm>
            <a:off x="17640" y="6185160"/>
            <a:ext cx="4111920" cy="273600"/>
          </a:xfrm>
          <a:prstGeom prst="rect">
            <a:avLst/>
          </a:prstGeom>
          <a:noFill/>
          <a:ln w="0">
            <a:noFill/>
          </a:ln>
        </p:spPr>
        <p:style>
          <a:lnRef idx="0"/>
          <a:fillRef idx="0"/>
          <a:effectRef idx="0"/>
          <a:fontRef idx="minor"/>
        </p:style>
        <p:txBody>
          <a:bodyPr numCol="1" spcCol="0" horzOverflow="overflow" vertOverflow="overflow" anchor="t">
            <a:spAutoFit/>
          </a:bodyPr>
          <a:p>
            <a:pPr algn="ctr">
              <a:lnSpc>
                <a:spcPct val="100000"/>
              </a:lnSpc>
            </a:pPr>
            <a:r>
              <a:rPr sz="1200" b="0" i="1" lang="en-US">
                <a:solidFill>
                  <a:srgbClr val="000000"/>
                </a:solidFill>
                <a:latin typeface="IBM Plex Sans"/>
              </a:rPr>
              <a:t>ニコラウス・コペルニクス</a:t>
            </a:r>
            <a:endParaRPr b="0" lang="it-IT" sz="1200" spc="-1" strike="noStrike">
              <a:solidFill>
                <a:srgbClr val="000000"/>
              </a:solidFill>
              <a:latin typeface="Arial"/>
            </a:endParaRPr>
          </a:p>
        </p:txBody>
      </p:sp>
      <p:sp>
        <p:nvSpPr>
          <p:cNvPr id="139" name=""/>
          <p:cNvSpPr/>
          <p:nvPr/>
        </p:nvSpPr>
        <p:spPr>
          <a:xfrm>
            <a:off x="4129920" y="6185160"/>
            <a:ext cx="4219200" cy="273600"/>
          </a:xfrm>
          <a:prstGeom prst="rect">
            <a:avLst/>
          </a:prstGeom>
          <a:noFill/>
          <a:ln w="0">
            <a:noFill/>
          </a:ln>
        </p:spPr>
        <p:style>
          <a:lnRef idx="0"/>
          <a:fillRef idx="0"/>
          <a:effectRef idx="0"/>
          <a:fontRef idx="minor"/>
        </p:style>
        <p:txBody>
          <a:bodyPr numCol="1" spcCol="0" horzOverflow="overflow" vertOverflow="overflow" anchor="t">
            <a:spAutoFit/>
          </a:bodyPr>
          <a:p>
            <a:pPr algn="ctr">
              <a:lnSpc>
                <a:spcPct val="100000"/>
              </a:lnSpc>
            </a:pPr>
            <a:r>
              <a:rPr sz="1200" b="0" i="1" lang="en-US">
                <a:solidFill>
                  <a:srgbClr val="000000"/>
                </a:solidFill>
                <a:latin typeface="IBM Plex Sans"/>
              </a:rPr>
              <a:t>ガリレオ・ガリレイ</a:t>
            </a:r>
            <a:endParaRPr b="0" lang="it-IT"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40" name="" descr=""/>
          <p:cNvPicPr/>
          <p:nvPr/>
        </p:nvPicPr>
        <p:blipFill>
          <a:blip r:embed="rId1"/>
          <a:stretch/>
        </p:blipFill>
        <p:spPr>
          <a:xfrm>
            <a:off x="4319280" y="1210320"/>
            <a:ext cx="3553200" cy="4600080"/>
          </a:xfrm>
          <a:prstGeom prst="rect">
            <a:avLst/>
          </a:prstGeom>
          <a:ln w="0">
            <a:noFill/>
          </a:ln>
        </p:spPr>
      </p:pic>
      <p:sp>
        <p:nvSpPr>
          <p:cNvPr id="141" name=""/>
          <p:cNvSpPr/>
          <p:nvPr/>
        </p:nvSpPr>
        <p:spPr>
          <a:xfrm>
            <a:off x="4723200" y="5810760"/>
            <a:ext cx="2746080" cy="273600"/>
          </a:xfrm>
          <a:prstGeom prst="rect">
            <a:avLst/>
          </a:prstGeom>
          <a:noFill/>
          <a:ln w="0">
            <a:noFill/>
          </a:ln>
        </p:spPr>
        <p:style>
          <a:lnRef idx="0"/>
          <a:fillRef idx="0"/>
          <a:effectRef idx="0"/>
          <a:fontRef idx="minor"/>
        </p:style>
        <p:txBody>
          <a:bodyPr numCol="1" spcCol="0" horzOverflow="overflow" vertOverflow="overflow" anchor="t">
            <a:spAutoFit/>
          </a:bodyPr>
          <a:p>
            <a:pPr algn="ctr">
              <a:lnSpc>
                <a:spcPct val="100000"/>
              </a:lnSpc>
            </a:pPr>
            <a:r>
              <a:rPr sz="1200" b="0" i="1" lang="en-US">
                <a:solidFill>
                  <a:srgbClr val="000000"/>
                </a:solidFill>
                <a:latin typeface="IBM Plex Sans"/>
              </a:rPr>
              <a:t>ジャン＝バティスト・ラマルク</a:t>
            </a:r>
            <a:endParaRPr b="0" lang="it-IT"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42" name="" descr=""/>
          <p:cNvPicPr/>
          <p:nvPr/>
        </p:nvPicPr>
        <p:blipFill>
          <a:blip r:embed="rId1"/>
          <a:stretch/>
        </p:blipFill>
        <p:spPr>
          <a:xfrm>
            <a:off x="4461840" y="1238400"/>
            <a:ext cx="3268080" cy="4750560"/>
          </a:xfrm>
          <a:prstGeom prst="rect">
            <a:avLst/>
          </a:prstGeom>
          <a:ln w="0">
            <a:noFill/>
          </a:ln>
        </p:spPr>
      </p:pic>
      <p:sp>
        <p:nvSpPr>
          <p:cNvPr id="143" name=""/>
          <p:cNvSpPr/>
          <p:nvPr/>
        </p:nvSpPr>
        <p:spPr>
          <a:xfrm>
            <a:off x="4426200" y="5989320"/>
            <a:ext cx="3303720" cy="304200"/>
          </a:xfrm>
          <a:prstGeom prst="rect">
            <a:avLst/>
          </a:prstGeom>
          <a:noFill/>
          <a:ln w="0">
            <a:noFill/>
          </a:ln>
        </p:spPr>
        <p:style>
          <a:lnRef idx="0"/>
          <a:fillRef idx="0"/>
          <a:effectRef idx="0"/>
          <a:fontRef idx="minor"/>
        </p:style>
        <p:txBody>
          <a:bodyPr numCol="1" spcCol="0" horzOverflow="overflow" vertOverflow="overflow" anchor="t">
            <a:spAutoFit/>
          </a:bodyPr>
          <a:p>
            <a:pPr algn="ctr">
              <a:lnSpc>
                <a:spcPct val="100000"/>
              </a:lnSpc>
            </a:pPr>
            <a:r>
              <a:rPr sz="1400" b="0" i="1" lang="en-US">
                <a:solidFill>
                  <a:srgbClr val="000000"/>
                </a:solidFill>
                <a:latin typeface="IBM Plex Sans"/>
              </a:rPr>
              <a:t>ジョルジュ・キュヴィエ</a:t>
            </a:r>
            <a:endParaRPr b="0" lang="it-IT"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 name=""/>
          <p:cNvSpPr/>
          <p:nvPr/>
        </p:nvSpPr>
        <p:spPr>
          <a:xfrm>
            <a:off x="2905920" y="6429960"/>
            <a:ext cx="6380280" cy="273600"/>
          </a:xfrm>
          <a:prstGeom prst="rect">
            <a:avLst/>
          </a:prstGeom>
          <a:noFill/>
          <a:ln w="0">
            <a:noFill/>
          </a:ln>
        </p:spPr>
        <p:style>
          <a:lnRef idx="0"/>
          <a:fillRef idx="0"/>
          <a:effectRef idx="0"/>
          <a:fontRef idx="minor"/>
        </p:style>
        <p:txBody>
          <a:bodyPr numCol="1" spcCol="0" horzOverflow="overflow" vertOverflow="overflow" anchor="t">
            <a:spAutoFit/>
          </a:bodyPr>
          <a:p>
            <a:pPr algn="ctr">
              <a:lnSpc>
                <a:spcPct val="100000"/>
              </a:lnSpc>
            </a:pPr>
            <a:r>
              <a:rPr sz="1200" b="0" i="1" lang="en-US">
                <a:solidFill>
                  <a:srgbClr val="000000"/>
                </a:solidFill>
                <a:latin typeface="IBM Plex Sans"/>
              </a:rPr>
              <a:t>F.A.ハイエク「農奴制への道 </a:t>
            </a:r>
            <a:r>
              <a:rPr sz="1200" b="0" i="1" lang="en-US">
                <a:solidFill>
                  <a:srgbClr val="000000"/>
                </a:solidFill>
                <a:latin typeface="IBM Plex Sans"/>
              </a:rPr>
              <a:t/>
            </a:r>
            <a:endParaRPr b="0" lang="it-IT" sz="1200" spc="-1" strike="noStrike">
              <a:solidFill>
                <a:srgbClr val="000000"/>
              </a:solidFill>
              <a:latin typeface="Arial"/>
            </a:endParaRPr>
          </a:p>
        </p:txBody>
      </p:sp>
      <p:pic>
        <p:nvPicPr>
          <p:cNvPr id="145" name="" descr=""/>
          <p:cNvPicPr/>
          <p:nvPr/>
        </p:nvPicPr>
        <p:blipFill>
          <a:blip r:embed="rId1"/>
          <a:stretch/>
        </p:blipFill>
        <p:spPr>
          <a:xfrm>
            <a:off x="2905920" y="50400"/>
            <a:ext cx="6379560" cy="6379560"/>
          </a:xfrm>
          <a:prstGeom prst="rect">
            <a:avLst/>
          </a:prstGeom>
          <a:ln w="0">
            <a:noFill/>
          </a:ln>
        </p:spPr>
      </p:pic>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46" name="" descr=""/>
          <p:cNvPicPr/>
          <p:nvPr/>
        </p:nvPicPr>
        <p:blipFill>
          <a:blip r:embed="rId1"/>
          <a:srcRect l="0" t="10067" r="0" b="22550"/>
          <a:stretch/>
        </p:blipFill>
        <p:spPr>
          <a:xfrm>
            <a:off x="4207680" y="934200"/>
            <a:ext cx="3776040" cy="3608280"/>
          </a:xfrm>
          <a:prstGeom prst="rect">
            <a:avLst/>
          </a:prstGeom>
          <a:ln w="6349">
            <a:solidFill>
              <a:srgbClr val="5b9bd5">
                <a:lumMod val="50196"/>
              </a:srgbClr>
            </a:solidFill>
            <a:round/>
          </a:ln>
        </p:spPr>
      </p:pic>
      <p:sp>
        <p:nvSpPr>
          <p:cNvPr id="147" name=""/>
          <p:cNvSpPr/>
          <p:nvPr/>
        </p:nvSpPr>
        <p:spPr>
          <a:xfrm>
            <a:off x="3893760" y="4542840"/>
            <a:ext cx="4557240" cy="273600"/>
          </a:xfrm>
          <a:prstGeom prst="rect">
            <a:avLst/>
          </a:prstGeom>
          <a:noFill/>
          <a:ln w="0">
            <a:noFill/>
          </a:ln>
        </p:spPr>
        <p:style>
          <a:lnRef idx="0"/>
          <a:fillRef idx="0"/>
          <a:effectRef idx="0"/>
          <a:fontRef idx="minor"/>
        </p:style>
        <p:txBody>
          <a:bodyPr numCol="1" spcCol="0" horzOverflow="overflow" vertOverflow="overflow" anchor="t">
            <a:spAutoFit/>
          </a:bodyPr>
          <a:p>
            <a:pPr algn="ctr">
              <a:lnSpc>
                <a:spcPct val="100000"/>
              </a:lnSpc>
            </a:pPr>
            <a:r>
              <a:rPr sz="1200" b="0" i="1" lang="en-US">
                <a:solidFill>
                  <a:srgbClr val="000000"/>
                </a:solidFill>
                <a:latin typeface="IBM Plex Sans"/>
              </a:rPr>
              <a:t>ラテン語によるスピノザ倫理学概説</a:t>
            </a:r>
            <a:endParaRPr b="0" lang="it-IT"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48" name="" descr=""/>
          <p:cNvPicPr/>
          <p:nvPr/>
        </p:nvPicPr>
        <p:blipFill>
          <a:blip r:embed="rId1"/>
          <a:stretch/>
        </p:blipFill>
        <p:spPr>
          <a:xfrm>
            <a:off x="3818880" y="31680"/>
            <a:ext cx="4553640" cy="6292440"/>
          </a:xfrm>
          <a:prstGeom prst="rect">
            <a:avLst/>
          </a:prstGeom>
          <a:ln w="0">
            <a:noFill/>
          </a:ln>
        </p:spPr>
      </p:pic>
      <p:sp>
        <p:nvSpPr>
          <p:cNvPr id="149" name=""/>
          <p:cNvSpPr/>
          <p:nvPr/>
        </p:nvSpPr>
        <p:spPr>
          <a:xfrm>
            <a:off x="3818880" y="6324480"/>
            <a:ext cx="4555080" cy="456120"/>
          </a:xfrm>
          <a:prstGeom prst="rect">
            <a:avLst/>
          </a:prstGeom>
          <a:noFill/>
          <a:ln w="0">
            <a:noFill/>
          </a:ln>
        </p:spPr>
        <p:style>
          <a:lnRef idx="0"/>
          <a:fillRef idx="0"/>
          <a:effectRef idx="0"/>
          <a:fontRef idx="minor"/>
        </p:style>
        <p:txBody>
          <a:bodyPr numCol="1" spcCol="0" horzOverflow="overflow" vertOverflow="overflow" anchor="t">
            <a:spAutoFit/>
          </a:bodyPr>
          <a:p>
            <a:pPr algn="ctr">
              <a:lnSpc>
                <a:spcPct val="100000"/>
              </a:lnSpc>
            </a:pPr>
            <a:r>
              <a:rPr sz="1200" b="0" i="1" lang="en-US">
                <a:solidFill>
                  <a:srgbClr val="000000"/>
                </a:solidFill>
                <a:latin typeface="IBM Plex Sans"/>
              </a:rPr>
              <a:t>ウィリアム・ブレイクの絵画 "宇宙を創造する神"</a:t>
            </a:r>
            <a:endParaRPr b="0" lang="it-IT" sz="1200" spc="-1" strike="noStrike">
              <a:solidFill>
                <a:srgbClr val="000000"/>
              </a:solidFill>
              <a:latin typeface="Arial"/>
            </a:endParaRPr>
          </a:p>
          <a:p>
            <a:pPr algn="ctr">
              <a:lnSpc>
                <a:spcPct val="100000"/>
              </a:lnSpc>
            </a:p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 name=""/>
          <p:cNvSpPr/>
          <p:nvPr/>
        </p:nvSpPr>
        <p:spPr>
          <a:xfrm>
            <a:off x="1333440" y="6543720"/>
            <a:ext cx="9525240" cy="273600"/>
          </a:xfrm>
          <a:prstGeom prst="rect">
            <a:avLst/>
          </a:prstGeom>
          <a:noFill/>
          <a:ln w="0">
            <a:noFill/>
          </a:ln>
        </p:spPr>
        <p:style>
          <a:lnRef idx="0"/>
          <a:fillRef idx="0"/>
          <a:effectRef idx="0"/>
          <a:fontRef idx="minor"/>
        </p:style>
        <p:txBody>
          <a:bodyPr numCol="1" spcCol="0" horzOverflow="overflow" vertOverflow="overflow" anchor="t">
            <a:spAutoFit/>
          </a:bodyPr>
          <a:p>
            <a:pPr algn="ctr">
              <a:lnSpc>
                <a:spcPct val="100000"/>
              </a:lnSpc>
            </a:pPr>
            <a:r>
              <a:rPr sz="1200" b="0" i="1" lang="en-US">
                <a:solidFill>
                  <a:srgbClr val="000000"/>
                </a:solidFill>
                <a:latin typeface="IBM Plex Sans"/>
              </a:rPr>
              <a:t>ジル・ドゥルーズ</a:t>
            </a:r>
            <a:endParaRPr b="0" lang="it-IT" sz="1200" spc="-1" strike="noStrike">
              <a:solidFill>
                <a:srgbClr val="000000"/>
              </a:solidFill>
              <a:latin typeface="Arial"/>
            </a:endParaRPr>
          </a:p>
        </p:txBody>
      </p:sp>
      <p:pic>
        <p:nvPicPr>
          <p:cNvPr id="151" name="" descr=""/>
          <p:cNvPicPr/>
          <p:nvPr/>
        </p:nvPicPr>
        <p:blipFill>
          <a:blip r:embed="rId1"/>
          <a:stretch/>
        </p:blipFill>
        <p:spPr>
          <a:xfrm>
            <a:off x="1333440" y="190440"/>
            <a:ext cx="9524520" cy="6352920"/>
          </a:xfrm>
          <a:prstGeom prst="rect">
            <a:avLst/>
          </a:prstGeom>
          <a:ln w="0">
            <a:noFill/>
          </a:ln>
        </p:spPr>
      </p:pic>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 name=""/>
          <p:cNvSpPr/>
          <p:nvPr/>
        </p:nvSpPr>
        <p:spPr>
          <a:xfrm>
            <a:off x="984600" y="6307200"/>
            <a:ext cx="9667080" cy="273600"/>
          </a:xfrm>
          <a:prstGeom prst="rect">
            <a:avLst/>
          </a:prstGeom>
          <a:noFill/>
          <a:ln w="0">
            <a:noFill/>
          </a:ln>
        </p:spPr>
        <p:style>
          <a:lnRef idx="0"/>
          <a:fillRef idx="0"/>
          <a:effectRef idx="0"/>
          <a:fontRef idx="minor"/>
        </p:style>
        <p:txBody>
          <a:bodyPr numCol="1" spcCol="0" horzOverflow="overflow" vertOverflow="overflow" anchor="t">
            <a:spAutoFit/>
          </a:bodyPr>
          <a:p>
            <a:pPr algn="ctr">
              <a:lnSpc>
                <a:spcPct val="100000"/>
              </a:lnSpc>
            </a:pPr>
            <a:r>
              <a:rPr sz="1200" b="0" i="1" lang="en-US">
                <a:solidFill>
                  <a:srgbClr val="000000"/>
                </a:solidFill>
                <a:latin typeface="IBM Plex Sans"/>
              </a:rPr>
              <a:t>ヴォルテール「イギリスからの手紙 </a:t>
            </a:r>
            <a:r>
              <a:rPr sz="1200" b="0" i="1" lang="en-US">
                <a:solidFill>
                  <a:srgbClr val="000000"/>
                </a:solidFill>
                <a:latin typeface="IBM Plex Sans"/>
              </a:rPr>
              <a:t/>
            </a:r>
            <a:endParaRPr b="0" lang="it-IT" sz="1200" spc="-1" strike="noStrike">
              <a:solidFill>
                <a:srgbClr val="000000"/>
              </a:solidFill>
              <a:latin typeface="Arial"/>
            </a:endParaRPr>
          </a:p>
        </p:txBody>
      </p:sp>
      <p:pic>
        <p:nvPicPr>
          <p:cNvPr id="153" name="" descr=""/>
          <p:cNvPicPr/>
          <p:nvPr/>
        </p:nvPicPr>
        <p:blipFill>
          <a:blip r:embed="rId1"/>
          <a:stretch/>
        </p:blipFill>
        <p:spPr>
          <a:xfrm>
            <a:off x="6786000" y="95400"/>
            <a:ext cx="3861360" cy="6210000"/>
          </a:xfrm>
          <a:prstGeom prst="rect">
            <a:avLst/>
          </a:prstGeom>
          <a:ln w="0">
            <a:noFill/>
          </a:ln>
        </p:spPr>
      </p:pic>
      <p:pic>
        <p:nvPicPr>
          <p:cNvPr id="154" name="" descr=""/>
          <p:cNvPicPr/>
          <p:nvPr/>
        </p:nvPicPr>
        <p:blipFill>
          <a:blip r:embed="rId2"/>
          <a:stretch/>
        </p:blipFill>
        <p:spPr>
          <a:xfrm>
            <a:off x="984600" y="95400"/>
            <a:ext cx="5801040" cy="6211440"/>
          </a:xfrm>
          <a:prstGeom prst="rect">
            <a:avLst/>
          </a:prstGeom>
          <a:ln w="0">
            <a:noFill/>
          </a:ln>
        </p:spPr>
      </p:pic>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 name=""/>
          <p:cNvSpPr/>
          <p:nvPr/>
        </p:nvSpPr>
        <p:spPr>
          <a:xfrm>
            <a:off x="398520" y="6321240"/>
            <a:ext cx="11397960" cy="456120"/>
          </a:xfrm>
          <a:prstGeom prst="rect">
            <a:avLst/>
          </a:prstGeom>
          <a:noFill/>
          <a:ln w="0">
            <a:noFill/>
          </a:ln>
        </p:spPr>
        <p:style>
          <a:lnRef idx="0"/>
          <a:fillRef idx="0"/>
          <a:effectRef idx="0"/>
          <a:fontRef idx="minor"/>
        </p:style>
        <p:txBody>
          <a:bodyPr numCol="1" spcCol="0" horzOverflow="overflow" vertOverflow="overflow" anchor="t">
            <a:spAutoFit/>
          </a:bodyPr>
          <a:p>
            <a:pPr algn="ctr">
              <a:lnSpc>
                <a:spcPct val="100000"/>
              </a:lnSpc>
            </a:pPr>
            <a:r>
              <a:rPr sz="1200" b="0" i="1" lang="en-US">
                <a:solidFill>
                  <a:srgbClr val="000000"/>
                </a:solidFill>
                <a:latin typeface="IBM Plex Sans"/>
              </a:rPr>
              <a:t>アニセット・シャルル・ガブリエル・ルモニエ《ジョフラン夫人のサロン》18世紀 </a:t>
            </a:r>
            <a:r>
              <a:rPr sz="1200" b="0" i="1" lang="en-US">
                <a:solidFill>
                  <a:srgbClr val="000000"/>
                </a:solidFill>
                <a:latin typeface="IBM Plex Sans"/>
              </a:rPr>
              <a:t/>
            </a:r>
            <a:endParaRPr b="0" lang="it-IT" sz="1200" spc="-1" strike="noStrike">
              <a:solidFill>
                <a:srgbClr val="000000"/>
              </a:solidFill>
              <a:latin typeface="Arial"/>
            </a:endParaRPr>
          </a:p>
          <a:p>
            <a:pPr algn="ctr">
              <a:lnSpc>
                <a:spcPct val="100000"/>
              </a:lnSpc>
            </a:pPr>
          </a:p>
        </p:txBody>
      </p:sp>
      <p:pic>
        <p:nvPicPr>
          <p:cNvPr id="156" name="" descr=""/>
          <p:cNvPicPr/>
          <p:nvPr/>
        </p:nvPicPr>
        <p:blipFill>
          <a:blip r:embed="rId1"/>
          <a:stretch/>
        </p:blipFill>
        <p:spPr>
          <a:xfrm>
            <a:off x="1397880" y="97920"/>
            <a:ext cx="9396000" cy="6225480"/>
          </a:xfrm>
          <a:prstGeom prst="rect">
            <a:avLst/>
          </a:prstGeom>
          <a:ln w="0">
            <a:noFill/>
          </a:ln>
        </p:spPr>
      </p:pic>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57" name="" descr=""/>
          <p:cNvPicPr/>
          <p:nvPr/>
        </p:nvPicPr>
        <p:blipFill>
          <a:blip r:embed="rId1"/>
          <a:stretch/>
        </p:blipFill>
        <p:spPr>
          <a:xfrm>
            <a:off x="2281320" y="799920"/>
            <a:ext cx="7629120" cy="5257440"/>
          </a:xfrm>
          <a:prstGeom prst="rect">
            <a:avLst/>
          </a:prstGeom>
          <a:ln w="6349">
            <a:solidFill>
              <a:srgbClr val="5b9bd5">
                <a:lumMod val="50196"/>
              </a:srgbClr>
            </a:solidFill>
            <a:round/>
          </a:ln>
        </p:spPr>
      </p:pic>
      <p:sp>
        <p:nvSpPr>
          <p:cNvPr id="158" name=""/>
          <p:cNvSpPr/>
          <p:nvPr/>
        </p:nvSpPr>
        <p:spPr>
          <a:xfrm>
            <a:off x="3178080" y="6057720"/>
            <a:ext cx="5836320" cy="273600"/>
          </a:xfrm>
          <a:prstGeom prst="rect">
            <a:avLst/>
          </a:prstGeom>
          <a:noFill/>
          <a:ln w="0">
            <a:noFill/>
          </a:ln>
        </p:spPr>
        <p:style>
          <a:lnRef idx="0"/>
          <a:fillRef idx="0"/>
          <a:effectRef idx="0"/>
          <a:fontRef idx="minor"/>
        </p:style>
        <p:txBody>
          <a:bodyPr numCol="1" spcCol="0" horzOverflow="overflow" vertOverflow="overflow" anchor="t">
            <a:spAutoFit/>
          </a:bodyPr>
          <a:p>
            <a:pPr algn="ctr">
              <a:lnSpc>
                <a:spcPct val="100000"/>
              </a:lnSpc>
            </a:pPr>
            <a:r>
              <a:rPr sz="1200" b="0" i="1" lang="en-US">
                <a:solidFill>
                  <a:srgbClr val="000000"/>
                </a:solidFill>
                <a:latin typeface="IBM Plex Sans"/>
              </a:rPr>
              <a:t>スピノザ『神学政治学論考』序文</a:t>
            </a:r>
            <a:endParaRPr b="0" lang="it-IT"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59" name="" descr=""/>
          <p:cNvPicPr/>
          <p:nvPr/>
        </p:nvPicPr>
        <p:blipFill>
          <a:blip r:embed="rId1"/>
          <a:stretch/>
        </p:blipFill>
        <p:spPr>
          <a:xfrm>
            <a:off x="3719520" y="809640"/>
            <a:ext cx="4752720" cy="5238360"/>
          </a:xfrm>
          <a:prstGeom prst="rect">
            <a:avLst/>
          </a:prstGeom>
          <a:ln w="0">
            <a:noFill/>
          </a:ln>
        </p:spPr>
      </p:pic>
      <p:sp>
        <p:nvSpPr>
          <p:cNvPr id="160" name=""/>
          <p:cNvSpPr/>
          <p:nvPr/>
        </p:nvSpPr>
        <p:spPr>
          <a:xfrm>
            <a:off x="4240080" y="6048360"/>
            <a:ext cx="3711600" cy="273600"/>
          </a:xfrm>
          <a:prstGeom prst="rect">
            <a:avLst/>
          </a:prstGeom>
          <a:noFill/>
          <a:ln w="0">
            <a:noFill/>
          </a:ln>
        </p:spPr>
        <p:style>
          <a:lnRef idx="0"/>
          <a:fillRef idx="0"/>
          <a:effectRef idx="0"/>
          <a:fontRef idx="minor"/>
        </p:style>
        <p:txBody>
          <a:bodyPr numCol="1" spcCol="0" horzOverflow="overflow" vertOverflow="overflow" anchor="t">
            <a:spAutoFit/>
          </a:bodyPr>
          <a:p>
            <a:pPr algn="ctr">
              <a:lnSpc>
                <a:spcPct val="100000"/>
              </a:lnSpc>
            </a:pPr>
            <a:r>
              <a:rPr sz="1200" b="0" i="1" lang="en-US">
                <a:solidFill>
                  <a:srgbClr val="000000"/>
                </a:solidFill>
                <a:latin typeface="IBM Plex Sans"/>
              </a:rPr>
              <a:t>ソクラテスの肖像</a:t>
            </a:r>
            <a:endParaRPr b="0" lang="it-IT"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1" name=""/>
          <p:cNvSpPr/>
          <p:nvPr/>
        </p:nvSpPr>
        <p:spPr>
          <a:xfrm>
            <a:off x="3766320" y="6438960"/>
            <a:ext cx="4660200" cy="456120"/>
          </a:xfrm>
          <a:prstGeom prst="rect">
            <a:avLst/>
          </a:prstGeom>
          <a:noFill/>
          <a:ln w="0">
            <a:noFill/>
          </a:ln>
        </p:spPr>
        <p:style>
          <a:lnRef idx="0"/>
          <a:fillRef idx="0"/>
          <a:effectRef idx="0"/>
          <a:fontRef idx="minor"/>
        </p:style>
        <p:txBody>
          <a:bodyPr numCol="1" spcCol="0" horzOverflow="overflow" vertOverflow="overflow" anchor="t">
            <a:spAutoFit/>
          </a:bodyPr>
          <a:p>
            <a:pPr algn="ctr">
              <a:lnSpc>
                <a:spcPct val="100000"/>
              </a:lnSpc>
            </a:pPr>
            <a:r>
              <a:rPr sz="1200" b="0" i="1" lang="en-US">
                <a:solidFill>
                  <a:srgbClr val="000000"/>
                </a:solidFill>
                <a:latin typeface="IBM Plex Sans"/>
              </a:rPr>
              <a:t>聖アウグスティヌスのフレスコ画 サンドロ・ボッティチェッリ作 1480年</a:t>
            </a:r>
            <a:endParaRPr b="0" lang="it-IT" sz="1200" spc="-1" strike="noStrike">
              <a:solidFill>
                <a:srgbClr val="000000"/>
              </a:solidFill>
              <a:latin typeface="Arial"/>
            </a:endParaRPr>
          </a:p>
          <a:p>
            <a:pPr algn="ctr">
              <a:lnSpc>
                <a:spcPct val="100000"/>
              </a:lnSpc>
            </a:pPr>
          </a:p>
        </p:txBody>
      </p:sp>
      <p:pic>
        <p:nvPicPr>
          <p:cNvPr id="162" name="" descr=""/>
          <p:cNvPicPr/>
          <p:nvPr/>
        </p:nvPicPr>
        <p:blipFill>
          <a:blip r:embed="rId1"/>
          <a:stretch/>
        </p:blipFill>
        <p:spPr>
          <a:xfrm>
            <a:off x="3766320" y="19080"/>
            <a:ext cx="4658760" cy="6446160"/>
          </a:xfrm>
          <a:prstGeom prst="rect">
            <a:avLst/>
          </a:prstGeom>
          <a:ln w="0">
            <a:noFill/>
          </a:ln>
        </p:spPr>
      </p:pic>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63" name="" descr=""/>
          <p:cNvPicPr/>
          <p:nvPr/>
        </p:nvPicPr>
        <p:blipFill>
          <a:blip r:embed="rId1"/>
          <a:stretch/>
        </p:blipFill>
        <p:spPr>
          <a:xfrm>
            <a:off x="2574360" y="169200"/>
            <a:ext cx="7043040" cy="5703840"/>
          </a:xfrm>
          <a:prstGeom prst="rect">
            <a:avLst/>
          </a:prstGeom>
          <a:ln w="6349">
            <a:solidFill>
              <a:srgbClr val="5b9bd5">
                <a:lumMod val="50196"/>
              </a:srgbClr>
            </a:solidFill>
            <a:round/>
          </a:ln>
        </p:spPr>
      </p:pic>
      <p:sp>
        <p:nvSpPr>
          <p:cNvPr id="164" name=""/>
          <p:cNvSpPr/>
          <p:nvPr/>
        </p:nvSpPr>
        <p:spPr>
          <a:xfrm>
            <a:off x="2574360" y="5880600"/>
            <a:ext cx="7048440" cy="273600"/>
          </a:xfrm>
          <a:prstGeom prst="rect">
            <a:avLst/>
          </a:prstGeom>
          <a:noFill/>
          <a:ln w="0">
            <a:noFill/>
          </a:ln>
        </p:spPr>
        <p:style>
          <a:lnRef idx="0"/>
          <a:fillRef idx="0"/>
          <a:effectRef idx="0"/>
          <a:fontRef idx="minor"/>
        </p:style>
        <p:txBody>
          <a:bodyPr numCol="1" spcCol="0" horzOverflow="overflow" vertOverflow="overflow" anchor="t">
            <a:spAutoFit/>
          </a:bodyPr>
          <a:p>
            <a:pPr algn="ctr">
              <a:lnSpc>
                <a:spcPct val="100000"/>
              </a:lnSpc>
            </a:pPr>
            <a:r>
              <a:rPr sz="1200" b="0" i="1" lang="en-US">
                <a:solidFill>
                  <a:srgbClr val="000000"/>
                </a:solidFill>
                <a:latin typeface="IBM Plex Sans"/>
              </a:rPr>
              <a:t>スピノザ『倫理学』第3部 </a:t>
            </a:r>
            <a:r>
              <a:rPr sz="1200" b="0" i="1" lang="en-US">
                <a:solidFill>
                  <a:srgbClr val="000000"/>
                </a:solidFill>
                <a:latin typeface="IBM Plex Sans"/>
              </a:rPr>
              <a:t/>
            </a:r>
            <a:endParaRPr b="0" lang="it-IT"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 name=""/>
          <p:cNvSpPr/>
          <p:nvPr/>
        </p:nvSpPr>
        <p:spPr>
          <a:xfrm>
            <a:off x="2033280" y="6616800"/>
            <a:ext cx="8125560" cy="273600"/>
          </a:xfrm>
          <a:prstGeom prst="rect">
            <a:avLst/>
          </a:prstGeom>
          <a:noFill/>
          <a:ln w="0">
            <a:noFill/>
          </a:ln>
        </p:spPr>
        <p:style>
          <a:lnRef idx="0"/>
          <a:fillRef idx="0"/>
          <a:effectRef idx="0"/>
          <a:fontRef idx="minor"/>
        </p:style>
        <p:txBody>
          <a:bodyPr numCol="1" spcCol="0" horzOverflow="overflow" vertOverflow="overflow" anchor="t">
            <a:spAutoFit/>
          </a:bodyPr>
          <a:p>
            <a:pPr algn="ctr">
              <a:lnSpc>
                <a:spcPct val="100000"/>
              </a:lnSpc>
            </a:pPr>
            <a:r>
              <a:rPr sz="1200" b="0" i="1" lang="en-US">
                <a:solidFill>
                  <a:srgbClr val="000000"/>
                </a:solidFill>
                <a:latin typeface="IBM Plex Sans"/>
              </a:rPr>
              <a:t>ジル・ドゥルーズ</a:t>
            </a:r>
            <a:endParaRPr b="0" lang="it-IT" sz="1200" spc="-1" strike="noStrike">
              <a:solidFill>
                <a:srgbClr val="000000"/>
              </a:solidFill>
              <a:latin typeface="Arial"/>
            </a:endParaRPr>
          </a:p>
        </p:txBody>
      </p:sp>
      <p:pic>
        <p:nvPicPr>
          <p:cNvPr id="166" name="" descr=""/>
          <p:cNvPicPr/>
          <p:nvPr/>
        </p:nvPicPr>
        <p:blipFill>
          <a:blip r:embed="rId1"/>
          <a:stretch/>
        </p:blipFill>
        <p:spPr>
          <a:xfrm>
            <a:off x="2058840" y="23760"/>
            <a:ext cx="8073720" cy="6596640"/>
          </a:xfrm>
          <a:prstGeom prst="rect">
            <a:avLst/>
          </a:prstGeom>
          <a:ln w="0">
            <a:noFill/>
          </a:ln>
        </p:spPr>
      </p:pic>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67" name="" descr=""/>
          <p:cNvPicPr/>
          <p:nvPr/>
        </p:nvPicPr>
        <p:blipFill>
          <a:blip r:embed="rId1"/>
          <a:stretch/>
        </p:blipFill>
        <p:spPr>
          <a:xfrm>
            <a:off x="3776760" y="222120"/>
            <a:ext cx="4638240" cy="6000480"/>
          </a:xfrm>
          <a:prstGeom prst="rect">
            <a:avLst/>
          </a:prstGeom>
          <a:ln w="6349">
            <a:solidFill>
              <a:srgbClr val="5b9bd5">
                <a:lumMod val="50196"/>
              </a:srgbClr>
            </a:solidFill>
            <a:round/>
          </a:ln>
        </p:spPr>
      </p:pic>
      <p:sp>
        <p:nvSpPr>
          <p:cNvPr id="168" name=""/>
          <p:cNvSpPr/>
          <p:nvPr/>
        </p:nvSpPr>
        <p:spPr>
          <a:xfrm>
            <a:off x="3776760" y="6222960"/>
            <a:ext cx="4638960" cy="273600"/>
          </a:xfrm>
          <a:prstGeom prst="rect">
            <a:avLst/>
          </a:prstGeom>
          <a:noFill/>
          <a:ln w="0">
            <a:noFill/>
          </a:ln>
        </p:spPr>
        <p:style>
          <a:lnRef idx="0"/>
          <a:fillRef idx="0"/>
          <a:effectRef idx="0"/>
          <a:fontRef idx="minor"/>
        </p:style>
        <p:txBody>
          <a:bodyPr numCol="1" spcCol="0" horzOverflow="overflow" vertOverflow="overflow" anchor="t">
            <a:spAutoFit/>
          </a:bodyPr>
          <a:p>
            <a:pPr algn="ctr">
              <a:lnSpc>
                <a:spcPct val="100000"/>
              </a:lnSpc>
            </a:pPr>
            <a:r>
              <a:rPr sz="1200" b="0" i="1" lang="en-US">
                <a:solidFill>
                  <a:srgbClr val="000000"/>
                </a:solidFill>
                <a:latin typeface="IBM Plex Sans"/>
              </a:rPr>
              <a:t>スピノザ『倫理学 </a:t>
            </a:r>
            <a:r>
              <a:rPr sz="1200" b="0" i="1" lang="en-US">
                <a:solidFill>
                  <a:srgbClr val="000000"/>
                </a:solidFill>
                <a:latin typeface="IBM Plex Sans"/>
              </a:rPr>
              <a:t/>
            </a:r>
            <a:endParaRPr b="0" lang="it-IT"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69" name="" descr=""/>
          <p:cNvPicPr/>
          <p:nvPr/>
        </p:nvPicPr>
        <p:blipFill>
          <a:blip r:embed="rId1"/>
          <a:stretch/>
        </p:blipFill>
        <p:spPr>
          <a:xfrm>
            <a:off x="2305080" y="502200"/>
            <a:ext cx="7581600" cy="5248080"/>
          </a:xfrm>
          <a:prstGeom prst="rect">
            <a:avLst/>
          </a:prstGeom>
          <a:ln w="6349">
            <a:solidFill>
              <a:srgbClr val="5b9bd5">
                <a:lumMod val="50196"/>
              </a:srgbClr>
            </a:solidFill>
            <a:round/>
          </a:ln>
        </p:spPr>
      </p:pic>
      <p:sp>
        <p:nvSpPr>
          <p:cNvPr id="170" name=""/>
          <p:cNvSpPr/>
          <p:nvPr/>
        </p:nvSpPr>
        <p:spPr>
          <a:xfrm>
            <a:off x="3043800" y="5747040"/>
            <a:ext cx="6104520" cy="273600"/>
          </a:xfrm>
          <a:prstGeom prst="rect">
            <a:avLst/>
          </a:prstGeom>
          <a:noFill/>
          <a:ln w="0">
            <a:noFill/>
          </a:ln>
        </p:spPr>
        <p:style>
          <a:lnRef idx="0"/>
          <a:fillRef idx="0"/>
          <a:effectRef idx="0"/>
          <a:fontRef idx="minor"/>
        </p:style>
        <p:txBody>
          <a:bodyPr numCol="1" spcCol="0" horzOverflow="overflow" vertOverflow="overflow" anchor="t">
            <a:spAutoFit/>
          </a:bodyPr>
          <a:p>
            <a:pPr algn="ctr">
              <a:lnSpc>
                <a:spcPct val="100000"/>
              </a:lnSpc>
            </a:pPr>
            <a:r>
              <a:rPr sz="1200" b="0" i="1" lang="en-US">
                <a:solidFill>
                  <a:srgbClr val="000000"/>
                </a:solidFill>
                <a:latin typeface="IBM Plex Sans"/>
              </a:rPr>
              <a:t>スピノザ『神学政治学論考』序文</a:t>
            </a:r>
            <a:endParaRPr b="0" lang="it-IT"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71" name="" descr=""/>
          <p:cNvPicPr/>
          <p:nvPr/>
        </p:nvPicPr>
        <p:blipFill>
          <a:blip r:embed="rId1"/>
          <a:stretch/>
        </p:blipFill>
        <p:spPr>
          <a:xfrm>
            <a:off x="1515960" y="304920"/>
            <a:ext cx="9159840" cy="5724720"/>
          </a:xfrm>
          <a:prstGeom prst="rect">
            <a:avLst/>
          </a:prstGeom>
          <a:ln w="0">
            <a:noFill/>
          </a:ln>
        </p:spPr>
      </p:pic>
      <p:sp>
        <p:nvSpPr>
          <p:cNvPr id="172" name=""/>
          <p:cNvSpPr/>
          <p:nvPr/>
        </p:nvSpPr>
        <p:spPr>
          <a:xfrm>
            <a:off x="3094560" y="6030000"/>
            <a:ext cx="6003720" cy="273600"/>
          </a:xfrm>
          <a:prstGeom prst="rect">
            <a:avLst/>
          </a:prstGeom>
          <a:noFill/>
          <a:ln w="0">
            <a:noFill/>
          </a:ln>
        </p:spPr>
        <p:style>
          <a:lnRef idx="0"/>
          <a:fillRef idx="0"/>
          <a:effectRef idx="0"/>
          <a:fontRef idx="minor"/>
        </p:style>
        <p:txBody>
          <a:bodyPr numCol="1" spcCol="0" horzOverflow="overflow" vertOverflow="overflow" anchor="t">
            <a:spAutoFit/>
          </a:bodyPr>
          <a:p>
            <a:pPr algn="ctr">
              <a:lnSpc>
                <a:spcPct val="100000"/>
              </a:lnSpc>
            </a:pPr>
            <a:r>
              <a:rPr sz="1200" b="0" i="1" lang="en-US">
                <a:solidFill>
                  <a:srgbClr val="000000"/>
                </a:solidFill>
                <a:latin typeface="IBM Plex Sans"/>
              </a:rPr>
              <a:t>ビットコインの成長</a:t>
            </a:r>
            <a:endParaRPr b="0" lang="it-IT"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73" name="" descr=""/>
          <p:cNvPicPr/>
          <p:nvPr/>
        </p:nvPicPr>
        <p:blipFill>
          <a:blip r:embed="rId1"/>
          <a:stretch/>
        </p:blipFill>
        <p:spPr>
          <a:xfrm>
            <a:off x="1730160" y="329400"/>
            <a:ext cx="8731440" cy="5184000"/>
          </a:xfrm>
          <a:prstGeom prst="rect">
            <a:avLst/>
          </a:prstGeom>
          <a:ln w="0">
            <a:noFill/>
          </a:ln>
        </p:spPr>
      </p:pic>
      <p:sp>
        <p:nvSpPr>
          <p:cNvPr id="174" name=""/>
          <p:cNvSpPr/>
          <p:nvPr/>
        </p:nvSpPr>
        <p:spPr>
          <a:xfrm>
            <a:off x="1730160" y="5513760"/>
            <a:ext cx="8732160" cy="273600"/>
          </a:xfrm>
          <a:prstGeom prst="rect">
            <a:avLst/>
          </a:prstGeom>
          <a:noFill/>
          <a:ln w="0">
            <a:noFill/>
          </a:ln>
        </p:spPr>
        <p:style>
          <a:lnRef idx="0"/>
          <a:fillRef idx="0"/>
          <a:effectRef idx="0"/>
          <a:fontRef idx="minor"/>
        </p:style>
        <p:txBody>
          <a:bodyPr numCol="1" spcCol="0" horzOverflow="overflow" vertOverflow="overflow" anchor="t">
            <a:spAutoFit/>
          </a:bodyPr>
          <a:p>
            <a:pPr algn="ctr">
              <a:lnSpc>
                <a:spcPct val="100000"/>
              </a:lnSpc>
            </a:pPr>
            <a:r>
              <a:rPr sz="1200" b="0" i="1" lang="en-US">
                <a:solidFill>
                  <a:srgbClr val="000000"/>
                </a:solidFill>
                <a:latin typeface="IBM Plex Sans"/>
              </a:rPr>
              <a:t>ジュピター像</a:t>
            </a:r>
            <a:endParaRPr b="0" lang="it-IT"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75" name="" descr=""/>
          <p:cNvPicPr/>
          <p:nvPr/>
        </p:nvPicPr>
        <p:blipFill>
          <a:blip r:embed="rId1"/>
          <a:srcRect l="0" t="17468" r="0" b="22471"/>
          <a:stretch/>
        </p:blipFill>
        <p:spPr>
          <a:xfrm>
            <a:off x="4000680" y="1495440"/>
            <a:ext cx="4190760" cy="3569400"/>
          </a:xfrm>
          <a:prstGeom prst="rect">
            <a:avLst/>
          </a:prstGeom>
          <a:ln w="6349">
            <a:solidFill>
              <a:srgbClr val="5b9bd5">
                <a:lumMod val="50196"/>
              </a:srgbClr>
            </a:solidFill>
            <a:round/>
          </a:ln>
        </p:spPr>
      </p:pic>
      <p:sp>
        <p:nvSpPr>
          <p:cNvPr id="176" name=""/>
          <p:cNvSpPr/>
          <p:nvPr/>
        </p:nvSpPr>
        <p:spPr>
          <a:xfrm>
            <a:off x="3817080" y="5073120"/>
            <a:ext cx="4557600" cy="273600"/>
          </a:xfrm>
          <a:prstGeom prst="rect">
            <a:avLst/>
          </a:prstGeom>
          <a:noFill/>
          <a:ln w="0">
            <a:noFill/>
          </a:ln>
        </p:spPr>
        <p:style>
          <a:lnRef idx="0"/>
          <a:fillRef idx="0"/>
          <a:effectRef idx="0"/>
          <a:fontRef idx="minor"/>
        </p:style>
        <p:txBody>
          <a:bodyPr numCol="1" spcCol="0" horzOverflow="overflow" vertOverflow="overflow" anchor="t">
            <a:spAutoFit/>
          </a:bodyPr>
          <a:p>
            <a:pPr algn="ctr">
              <a:lnSpc>
                <a:spcPct val="100000"/>
              </a:lnSpc>
            </a:pPr>
            <a:r>
              <a:rPr sz="1200" b="0" i="1" lang="en-US">
                <a:solidFill>
                  <a:srgbClr val="000000"/>
                </a:solidFill>
                <a:latin typeface="IBM Plex Sans"/>
              </a:rPr>
              <a:t>ラテン語によるスピノザ倫理学概説</a:t>
            </a:r>
            <a:endParaRPr b="0" lang="it-IT"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7" name=""/>
          <p:cNvSpPr/>
          <p:nvPr/>
        </p:nvSpPr>
        <p:spPr>
          <a:xfrm>
            <a:off x="5831640" y="6232680"/>
            <a:ext cx="4077000" cy="456120"/>
          </a:xfrm>
          <a:prstGeom prst="rect">
            <a:avLst/>
          </a:prstGeom>
          <a:noFill/>
          <a:ln w="0">
            <a:noFill/>
          </a:ln>
        </p:spPr>
        <p:style>
          <a:lnRef idx="0"/>
          <a:fillRef idx="0"/>
          <a:effectRef idx="0"/>
          <a:fontRef idx="minor"/>
        </p:style>
        <p:txBody>
          <a:bodyPr numCol="1" spcCol="0" horzOverflow="overflow" vertOverflow="overflow" anchor="t">
            <a:spAutoFit/>
          </a:bodyPr>
          <a:p>
            <a:pPr algn="ctr">
              <a:lnSpc>
                <a:spcPct val="100000"/>
              </a:lnSpc>
            </a:pPr>
            <a:r>
              <a:rPr sz="1200" b="0" i="1" lang="en-US">
                <a:solidFill>
                  <a:srgbClr val="000000"/>
                </a:solidFill>
                <a:latin typeface="IBM Plex Sans"/>
              </a:rPr>
              <a:t>ジュネーブのルソー像</a:t>
            </a:r>
            <a:endParaRPr b="0" lang="it-IT" sz="1200" spc="-1" strike="noStrike">
              <a:solidFill>
                <a:srgbClr val="000000"/>
              </a:solidFill>
              <a:latin typeface="Arial"/>
            </a:endParaRPr>
          </a:p>
          <a:p>
            <a:pPr algn="ctr">
              <a:lnSpc>
                <a:spcPct val="100000"/>
              </a:lnSpc>
            </a:pPr>
          </a:p>
        </p:txBody>
      </p:sp>
      <p:sp>
        <p:nvSpPr>
          <p:cNvPr id="178" name=""/>
          <p:cNvSpPr/>
          <p:nvPr/>
        </p:nvSpPr>
        <p:spPr>
          <a:xfrm>
            <a:off x="1011960" y="6232680"/>
            <a:ext cx="4793760" cy="273600"/>
          </a:xfrm>
          <a:prstGeom prst="rect">
            <a:avLst/>
          </a:prstGeom>
          <a:noFill/>
          <a:ln w="0">
            <a:noFill/>
          </a:ln>
        </p:spPr>
        <p:style>
          <a:lnRef idx="0"/>
          <a:fillRef idx="0"/>
          <a:effectRef idx="0"/>
          <a:fontRef idx="minor"/>
        </p:style>
        <p:txBody>
          <a:bodyPr numCol="1" spcCol="0" horzOverflow="overflow" vertOverflow="overflow" anchor="t">
            <a:spAutoFit/>
          </a:bodyPr>
          <a:p>
            <a:pPr algn="ctr">
              <a:lnSpc>
                <a:spcPct val="100000"/>
              </a:lnSpc>
            </a:pPr>
            <a:r>
              <a:rPr sz="1200" b="0" i="1" lang="en-US">
                <a:solidFill>
                  <a:srgbClr val="000000"/>
                </a:solidFill>
                <a:latin typeface="IBM Plex Sans"/>
              </a:rPr>
              <a:t>フリードリヒ・ニーチェ</a:t>
            </a:r>
            <a:endParaRPr b="0" lang="it-IT" sz="1200" spc="-1" strike="noStrike">
              <a:solidFill>
                <a:srgbClr val="000000"/>
              </a:solidFill>
              <a:latin typeface="Arial"/>
            </a:endParaRPr>
          </a:p>
        </p:txBody>
      </p:sp>
      <p:pic>
        <p:nvPicPr>
          <p:cNvPr id="179" name="" descr=""/>
          <p:cNvPicPr/>
          <p:nvPr/>
        </p:nvPicPr>
        <p:blipFill>
          <a:blip r:embed="rId1"/>
          <a:stretch/>
        </p:blipFill>
        <p:spPr>
          <a:xfrm>
            <a:off x="5831640" y="110880"/>
            <a:ext cx="4075920" cy="6121440"/>
          </a:xfrm>
          <a:prstGeom prst="rect">
            <a:avLst/>
          </a:prstGeom>
          <a:ln w="0">
            <a:noFill/>
          </a:ln>
        </p:spPr>
      </p:pic>
      <p:pic>
        <p:nvPicPr>
          <p:cNvPr id="180" name="" descr=""/>
          <p:cNvPicPr/>
          <p:nvPr/>
        </p:nvPicPr>
        <p:blipFill>
          <a:blip r:embed="rId2"/>
          <a:stretch/>
        </p:blipFill>
        <p:spPr>
          <a:xfrm>
            <a:off x="1042920" y="152280"/>
            <a:ext cx="4728600" cy="6038640"/>
          </a:xfrm>
          <a:prstGeom prst="rect">
            <a:avLst/>
          </a:prstGeom>
          <a:ln w="0">
            <a:noFill/>
          </a:ln>
        </p:spPr>
      </p:pic>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1" name=""/>
          <p:cNvSpPr/>
          <p:nvPr/>
        </p:nvSpPr>
        <p:spPr>
          <a:xfrm>
            <a:off x="3872160" y="6414840"/>
            <a:ext cx="4448160" cy="273600"/>
          </a:xfrm>
          <a:prstGeom prst="rect">
            <a:avLst/>
          </a:prstGeom>
          <a:noFill/>
          <a:ln w="0">
            <a:noFill/>
          </a:ln>
        </p:spPr>
        <p:style>
          <a:lnRef idx="0"/>
          <a:fillRef idx="0"/>
          <a:effectRef idx="0"/>
          <a:fontRef idx="minor"/>
        </p:style>
        <p:txBody>
          <a:bodyPr numCol="1" spcCol="0" horzOverflow="overflow" vertOverflow="overflow" anchor="t">
            <a:spAutoFit/>
          </a:bodyPr>
          <a:p>
            <a:pPr algn="ctr">
              <a:lnSpc>
                <a:spcPct val="100000"/>
              </a:lnSpc>
            </a:pPr>
            <a:r>
              <a:rPr sz="1200" b="0" i="1" lang="en-US">
                <a:solidFill>
                  <a:srgbClr val="000000"/>
                </a:solidFill>
                <a:latin typeface="IBM Plex Sans"/>
              </a:rPr>
              <a:t>ハイエク</a:t>
            </a:r>
            <a:endParaRPr b="0" lang="it-IT" sz="1200" spc="-1" strike="noStrike">
              <a:solidFill>
                <a:srgbClr val="000000"/>
              </a:solidFill>
              <a:latin typeface="Arial"/>
            </a:endParaRPr>
          </a:p>
        </p:txBody>
      </p:sp>
      <p:pic>
        <p:nvPicPr>
          <p:cNvPr id="182" name="" descr=""/>
          <p:cNvPicPr/>
          <p:nvPr/>
        </p:nvPicPr>
        <p:blipFill>
          <a:blip r:embed="rId1"/>
          <a:stretch/>
        </p:blipFill>
        <p:spPr>
          <a:xfrm>
            <a:off x="3872160" y="443160"/>
            <a:ext cx="4447440" cy="5971680"/>
          </a:xfrm>
          <a:prstGeom prst="rect">
            <a:avLst/>
          </a:prstGeom>
          <a:ln w="0">
            <a:noFill/>
          </a:ln>
        </p:spPr>
      </p:pic>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3" name=""/>
          <p:cNvSpPr/>
          <p:nvPr/>
        </p:nvSpPr>
        <p:spPr>
          <a:xfrm>
            <a:off x="2835360" y="6417000"/>
            <a:ext cx="6521760" cy="273600"/>
          </a:xfrm>
          <a:prstGeom prst="rect">
            <a:avLst/>
          </a:prstGeom>
          <a:noFill/>
          <a:ln w="0">
            <a:noFill/>
          </a:ln>
        </p:spPr>
        <p:style>
          <a:lnRef idx="0"/>
          <a:fillRef idx="0"/>
          <a:effectRef idx="0"/>
          <a:fontRef idx="minor"/>
        </p:style>
        <p:txBody>
          <a:bodyPr numCol="1" spcCol="0" horzOverflow="overflow" vertOverflow="overflow" anchor="t">
            <a:spAutoFit/>
          </a:bodyPr>
          <a:p>
            <a:pPr algn="ctr">
              <a:lnSpc>
                <a:spcPct val="100000"/>
              </a:lnSpc>
            </a:pPr>
            <a:r>
              <a:rPr sz="1200" b="0" i="1" lang="en-US">
                <a:solidFill>
                  <a:srgbClr val="000000"/>
                </a:solidFill>
                <a:latin typeface="IBM Plex Sans"/>
              </a:rPr>
              <a:t>フレデリック・バスティア</a:t>
            </a:r>
            <a:endParaRPr b="0" lang="it-IT" sz="1200" spc="-1" strike="noStrike">
              <a:solidFill>
                <a:srgbClr val="000000"/>
              </a:solidFill>
              <a:latin typeface="Arial"/>
            </a:endParaRPr>
          </a:p>
        </p:txBody>
      </p:sp>
      <p:pic>
        <p:nvPicPr>
          <p:cNvPr id="184" name="" descr=""/>
          <p:cNvPicPr/>
          <p:nvPr/>
        </p:nvPicPr>
        <p:blipFill>
          <a:blip r:embed="rId1"/>
          <a:stretch/>
        </p:blipFill>
        <p:spPr>
          <a:xfrm>
            <a:off x="2835360" y="279720"/>
            <a:ext cx="6521040" cy="6136560"/>
          </a:xfrm>
          <a:prstGeom prst="rect">
            <a:avLst/>
          </a:prstGeom>
          <a:ln w="0">
            <a:noFill/>
          </a:ln>
        </p:spPr>
      </p:pic>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85" name="" descr=""/>
          <p:cNvPicPr/>
          <p:nvPr/>
        </p:nvPicPr>
        <p:blipFill>
          <a:blip r:embed="rId1"/>
          <a:stretch/>
        </p:blipFill>
        <p:spPr>
          <a:xfrm>
            <a:off x="3838680" y="681120"/>
            <a:ext cx="4514400" cy="5495400"/>
          </a:xfrm>
          <a:prstGeom prst="rect">
            <a:avLst/>
          </a:prstGeom>
          <a:ln w="0">
            <a:noFill/>
          </a:ln>
        </p:spPr>
      </p:pic>
      <p:sp>
        <p:nvSpPr>
          <p:cNvPr id="186" name=""/>
          <p:cNvSpPr/>
          <p:nvPr/>
        </p:nvSpPr>
        <p:spPr>
          <a:xfrm>
            <a:off x="3838680" y="6176880"/>
            <a:ext cx="4515120" cy="273600"/>
          </a:xfrm>
          <a:prstGeom prst="rect">
            <a:avLst/>
          </a:prstGeom>
          <a:noFill/>
          <a:ln w="0">
            <a:noFill/>
          </a:ln>
        </p:spPr>
        <p:style>
          <a:lnRef idx="0"/>
          <a:fillRef idx="0"/>
          <a:effectRef idx="0"/>
          <a:fontRef idx="minor"/>
        </p:style>
        <p:txBody>
          <a:bodyPr numCol="1" spcCol="0" horzOverflow="overflow" vertOverflow="overflow" anchor="t">
            <a:spAutoFit/>
          </a:bodyPr>
          <a:p>
            <a:pPr algn="ctr">
              <a:lnSpc>
                <a:spcPct val="100000"/>
              </a:lnSpc>
            </a:pPr>
            <a:r>
              <a:rPr sz="1200" b="0" i="1" lang="en-US">
                <a:solidFill>
                  <a:srgbClr val="000000"/>
                </a:solidFill>
                <a:latin typeface="IBM Plex Sans"/>
              </a:rPr>
              <a:t>ミルトン・フリードマン</a:t>
            </a:r>
            <a:endParaRPr b="0" lang="it-IT"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87" name="" descr=""/>
          <p:cNvPicPr/>
          <p:nvPr/>
        </p:nvPicPr>
        <p:blipFill>
          <a:blip r:embed="rId1"/>
          <a:stretch/>
        </p:blipFill>
        <p:spPr>
          <a:xfrm>
            <a:off x="2062080" y="435240"/>
            <a:ext cx="8067600" cy="5602320"/>
          </a:xfrm>
          <a:prstGeom prst="rect">
            <a:avLst/>
          </a:prstGeom>
          <a:ln w="0">
            <a:noFill/>
          </a:ln>
        </p:spPr>
      </p:pic>
      <p:sp>
        <p:nvSpPr>
          <p:cNvPr id="188" name=""/>
          <p:cNvSpPr/>
          <p:nvPr/>
        </p:nvSpPr>
        <p:spPr>
          <a:xfrm>
            <a:off x="2062080" y="6037920"/>
            <a:ext cx="8073000" cy="273600"/>
          </a:xfrm>
          <a:prstGeom prst="rect">
            <a:avLst/>
          </a:prstGeom>
          <a:noFill/>
          <a:ln w="0">
            <a:noFill/>
          </a:ln>
        </p:spPr>
        <p:style>
          <a:lnRef idx="0"/>
          <a:fillRef idx="0"/>
          <a:effectRef idx="0"/>
          <a:fontRef idx="minor"/>
        </p:style>
        <p:txBody>
          <a:bodyPr numCol="1" spcCol="0" horzOverflow="overflow" vertOverflow="overflow" anchor="t">
            <a:spAutoFit/>
          </a:bodyPr>
          <a:p>
            <a:pPr algn="ctr">
              <a:lnSpc>
                <a:spcPct val="100000"/>
              </a:lnSpc>
            </a:pPr>
            <a:r>
              <a:rPr sz="1200" b="0" i="1" lang="en-US">
                <a:solidFill>
                  <a:srgbClr val="000000"/>
                </a:solidFill>
                <a:latin typeface="IBM Plex Sans"/>
              </a:rPr>
              <a:t>「暗号アナキスト宣言」と「サイファーパンク宣言 </a:t>
            </a:r>
            <a:r>
              <a:rPr sz="1200" b="0" i="1" lang="en-US">
                <a:solidFill>
                  <a:srgbClr val="000000"/>
                </a:solidFill>
                <a:latin typeface="IBM Plex Sans"/>
              </a:rPr>
              <a:t/>
            </a:r>
            <a:endParaRPr b="0" lang="it-IT"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89" name="" descr=""/>
          <p:cNvPicPr/>
          <p:nvPr/>
        </p:nvPicPr>
        <p:blipFill>
          <a:blip r:embed="rId1"/>
          <a:stretch/>
        </p:blipFill>
        <p:spPr>
          <a:xfrm>
            <a:off x="1877400" y="279720"/>
            <a:ext cx="8436960" cy="5825160"/>
          </a:xfrm>
          <a:prstGeom prst="rect">
            <a:avLst/>
          </a:prstGeom>
          <a:ln w="0">
            <a:noFill/>
          </a:ln>
        </p:spPr>
      </p:pic>
      <p:sp>
        <p:nvSpPr>
          <p:cNvPr id="190" name=""/>
          <p:cNvSpPr/>
          <p:nvPr/>
        </p:nvSpPr>
        <p:spPr>
          <a:xfrm>
            <a:off x="1877400" y="6104880"/>
            <a:ext cx="8437680" cy="273600"/>
          </a:xfrm>
          <a:prstGeom prst="rect">
            <a:avLst/>
          </a:prstGeom>
          <a:noFill/>
          <a:ln w="0">
            <a:noFill/>
          </a:ln>
        </p:spPr>
        <p:style>
          <a:lnRef idx="0"/>
          <a:fillRef idx="0"/>
          <a:effectRef idx="0"/>
          <a:fontRef idx="minor"/>
        </p:style>
        <p:txBody>
          <a:bodyPr numCol="1" spcCol="0" horzOverflow="overflow" vertOverflow="overflow" anchor="t">
            <a:spAutoFit/>
          </a:bodyPr>
          <a:p>
            <a:pPr algn="ctr">
              <a:lnSpc>
                <a:spcPct val="100000"/>
              </a:lnSpc>
            </a:pPr>
            <a:r>
              <a:rPr sz="1200" b="0" i="1" lang="en-US">
                <a:solidFill>
                  <a:srgbClr val="000000"/>
                </a:solidFill>
                <a:latin typeface="IBM Plex Sans"/>
              </a:rPr>
              <a:t>ビットコイン創世記ブロック</a:t>
            </a:r>
            <a:endParaRPr b="0" lang="it-IT"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New 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Office Theme</Template>
  <TotalTime>14</TotalTime>
  <Application>LibreOffice/7.4.7.2$Linux_X86_64 LibreOffice_project/40$Build-2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it-IT</dc:language>
  <cp:lastModifiedBy/>
  <dcterms:modified xsi:type="dcterms:W3CDTF">2025-12-03T11:55:19Z</dcterms:modified>
  <cp:revision>18</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MClips">
    <vt:i4>2</vt:i4>
  </property>
  <property fmtid="{D5CDD505-2E9C-101B-9397-08002B2CF9AE}" pid="3" name="Notes">
    <vt:i4>56</vt:i4>
  </property>
  <property fmtid="{D5CDD505-2E9C-101B-9397-08002B2CF9AE}" pid="4" name="PresentationFormat">
    <vt:lpwstr>On-screen Show (4:3)</vt:lpwstr>
  </property>
  <property fmtid="{D5CDD505-2E9C-101B-9397-08002B2CF9AE}" pid="5" name="Slides">
    <vt:i4>56</vt:i4>
  </property>
</Properties>
</file>