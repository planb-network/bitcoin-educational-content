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Porträt von Baruch Spinoza, Samuel van Hoogstraten zugeschrieben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Kupferstich von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Abriss von Spinozas "Ethik" auf Latein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Satoshi Nakamoto Statue von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Gergely, R., &amp; Gilly,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T. (2021). Graphisoft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Park, Budapest, Ungarn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Von Baruch Spinoza verwendetes Siegel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Gemälde, das den Ausschluss Spinozas aus der jüdischen Gemeinde in Amsterdam darstellt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Nikolaus Kopernikus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Arthur Schopenhauer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Denis Diderot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"Die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Ethik"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"Ethik", Teil I,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"Über Gott"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Gemälde von William Blake, "Gott erschafft das Universum"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Das Erdbeben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in Lissabon,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Charles Darwin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Nördliche Zirkumpolarkarte, 19. Jahrhundert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Albert Einstein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Isaac Newton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Descartes, "Abhandlung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über die Methode"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Descartes-Statue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Ich denke, also bin ich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Descartes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Anhang zum ersten Teil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von Spinozas "Ethik"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 Fountainhead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Atlas Shrugged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"Ethik",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Dritter Teil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Nikolaus Kopernikus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Jean-Baptiste Lamarck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Georges Cuvier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F.A.Hayek, "Der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Weg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zur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Knechtschaft"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Abriss von Spinozas Ethik auf Latein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Gemälde von William Blake, "Gott erschafft das Universum"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Voltaire, "Briefe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aus England"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Lemonnier, "Madame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Geoffrin' Salon", 18. Jahrhundert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Vorwort zu Spinozas "Theologisch-politischer Abhandlung"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Porträt von Sokrates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Fresko des Heiligen Augustinus von Sandro Botticelli, 1480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"Ethik",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Teil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"Die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Ethik"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Vorwort zu Spinozas theologisch-politischer Abhandlung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Bitcoin-Wachstum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Statue des Jupiter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Abriss von Spinozas Ethik auf Latein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Eine Rousseau-Statue in Genève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von Hayek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Frédéric Bastiat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Milton Friedman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"Das kryptoanarchistische Manifest"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und "Ein Cypherpunk-Manifest"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Bitcoin Genesis Block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