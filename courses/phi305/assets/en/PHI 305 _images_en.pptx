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Portrait of Baruch Spinoza attributed to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Engraving of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Outline of Spinoza's “Ethics” in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“Tractatus Theologico-Politicus”,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Satoshi Nakamoto statue by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Budapest, Hungary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Seal used by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Painting depicting Spinoza's exclusion from the Amsterdam Jewish community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“The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Ethics”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“Tractatus Theologico-Politicus”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“Ethics”, Part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“Concerning God”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Painting by William Blake, “God creating the Universe”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 earthquake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in Lisbon,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Northern Circumpolar Map, 19th century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“Discourse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on the Method”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Descartes statue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I think, therefore I am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Appendix to the first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part of Spinoza's “Ethics”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 Fountainhead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“Ethics”,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Part Three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“The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Road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to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Serfdom”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Outline of Spinoza's Ethics in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Painting by William Blake, “God creating the Universe”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“Letters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from England”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“Madame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Geoffrin' Salon”, 18th century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Preface to Spinoza's “Theological-Political Treatise”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Portrait of Socrates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Fresco of St. Augustine by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“Ethics”,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Part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“The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Ethics”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Preface to Spinoza's Theological-Political Treatise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growth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Statue of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Outline of Spinoza's Ethics in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 statue of Rousseau in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“The Crypto Anarchist Manifesto”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and “A Cypherpunk Manifesto”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Genesis Block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