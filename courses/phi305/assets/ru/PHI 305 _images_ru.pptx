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Портрет Баруха Спинозы, приписываемый Самуэлю ван Хоогстратену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Гравюра с изображением Баруха Спинозы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Конспект "Этики" Спинозы на латинском языке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Спиноза, "Трактат Теологико-Политический", 1675 г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Статуя Сатоши Накамото работы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Гергели, Р., и Гилли,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Т. (2021). Парк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Графисофт, Будапешт, Венгрия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Печать, использованная Барухом Спинозой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Картина, изображающая исключение Спинозы из еврейской общины Амстердама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Иоганн Кеплер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Николай Коперник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Галилео Галилей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Артур Шопенгауэр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Готфрид Вильгельм Лейбниц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Фридрих Ницше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Иммануил Кант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Вольтер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Жан-Жак Руссо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Дени Дидро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Вольтер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Галилео Галилей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Спиноза,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"Этика"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Спиноза, "Трактат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Теологико-Политический"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Жиль Делез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Спиноза, "Трактат Теологико-Политический"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"Этика", часть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"О Боге"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Картина Уильяма Блейка "Бог, творящий Вселенную"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Землетрясение в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Лиссабоне, 1755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год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Готфрид Вильгельм Лейбниц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Жан-Жак Руссо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Николя Коперник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Чарльз Дарвин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Карта Северного Приполярья, XIX век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Галилео Галилей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Альберт Эйнштейн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Исаак Ньютон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Рене Декарт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Рене Декарт, "Рассуждение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о методе"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Статуя Декарта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Я думаю, значит, я есть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Декарт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Приложение к первой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части "Этики" Спинозы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Эммануил Кант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Айн Рэнд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Фонтанная голова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Атлас расправил плечи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Спиноза, "Этика",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часть третья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Иоганн Кеплер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Николай Коперник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Галилео Галилей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Жан-Батист Ламарк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Жорж Кювье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Ф.А.Хайек, "Дорога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к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крепостному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праву"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Изложение этики Спинозы на латинском языке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Картина Уильяма Блейка "Бог, творящий Вселенную"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Жиль Делез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Вольтер, "Письма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из Англии"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Анисет Шарль Габриэль Лемонье, "Салон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мадам Жоффрен", XVIII век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Предисловие к "Богословско-политическому трактату" Спинозы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Портрет Сократа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Фреска Святого Августина работы Сандро Боттичелли, 1480 год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Спиноза, "Этика",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часть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Жиль Делез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Спиноза,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"Этика"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Предисловие к "Богословско-политическому трактату" Спинозы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Рост биткоина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Статуя Юпитера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Изложение этики Спинозы на латинском языке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Статуя Руссо в Женеве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Фридрих Ницше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Фридрих фон Хайек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Фредерик Бастиат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Милтон Фридман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"Манифест криптоанархистов" и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"Манифест киберпанка"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Блок генезиса биткойна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