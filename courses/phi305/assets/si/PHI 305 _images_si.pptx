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සමුවේ ඇති බාරුක් ස්පිනෝසාගේ පින්තූරය සමාන කරනු ලබන්නේ සමාල් වෑන් හූග්ස්ට්‍රාටෙන්ටයි.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බාරුක් ස්පිනෝසාගේ කුඩුකැටීම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ස්පිනෝසාගේ "ආචාර" පිළිබඳ සාරාංශය (ලතින් භාෂාවෙන්)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“ත්‍රාක්ටේටස් තේලොජිකෝ-පොලිටික්ස්”,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සතෝෂි නකමෝටෝ ප්‍රතිමා -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ගර්ගෙලි, ආර්., &amp; ගිලි,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ටී. (2021). ග්‍රාෆිසොෆ්ට්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පාර්ක්, බුඩාපෙස්ට්, හංගරිය.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බාරුක් ස්පිනෝසා විසින් භාවිතා කරන ලද මුද්‍රාව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අම්ස්ටර්ඩෑම් යුදෙව් සමාජයෙන් ස්පිනෝසා අත්හැරීම පෙන්වන චිත්‍රය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යොහාන්ස් කෙප්ලර්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නික්ලෝස් කෝපර්නික්ස්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ගැලීලියෝ ගැලීලී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ආර්තර් ෂොපෙන්හෝවර්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ගොට්ෆ්‍රිඩ් විල්හෙල්ම් ලයිබ්නිස්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ෆ්‍රිඩ්රික් නිච්ටේ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ඉම්මානුඑල් කාන්ට්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වොල්ටෙයාර්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ජීන්-ජැක් රුසෝ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ඩෙනිස් ඩිඩෙරොට්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වොල්ටෙයර්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ගැලීලියෝ ගැලීලී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“ආචාරශාස්ත්‍රය”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“ත්‍රාක්ටාටස්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තේලොජිකෝ-පොලිටික්ස්”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ජිල්ස් ඩෙලූස්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"ත්‍රක්ටාටස් තෙලොජිකෝ-පොලිටික්ස්"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“සදාචාර”, කොටස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“දෙවියන් පිළිබඳ”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විලියම් බ්ලේක්ගේ චිත්‍රය, “දෙවියන් විශ්වය නිර්මාණය කරන විට”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ලිස්බන්හි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භූකම්පනය,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ගොට්ෆ්‍රිඩ් විල්හෙල්ම් ලයිබ්නිස්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ජීන්-ජැක් රුසෝ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නික්ලොස් කොපර්නික්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චාර්ල්ස් ඩාර්වින්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උතුරු වටාපිටු සිතියම, 19 වන සියවස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ගැලීලියෝ ගැලීලී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අල්බර්ට් අයින්ස්ටයින්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ඉසක් නියුටන්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රෙනේ ඩෙස්කාර්ට්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රෙනේ ඩෙස්කාර්ට්, "කාර්ය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පදනම පිළිබඳ කථනය"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ඩෙස්කාර්ට්ස් ප්‍රතිමා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මට හිතෙනවා, එනිසා මම සිටිමි.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ඩෙස්කාර්ට්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ස්පිනොසාගේ "ආචාර" හි පළමු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කොටසට අමුණා ඇත.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එමානුඑල් කාන්ත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ආයින් රැන්ඩ්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දියඇල්ල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ඇට්ලස් ශ‍්‍රග්ඩ්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“ආචාරශාස්ත්‍රය”,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තුන්වන කොටස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යෝහාන්ස් කෙප්ලර්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නික්ලෝස් කොපර්නිකස්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ගැලීලියෝ ගැලීලී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ජීන්-බැප්ටිස්ට් ලමාර්ක්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ජෝර්ජ් කුවිආර්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එෆ්.ඒ.හේයික්,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“සර්ෆඩම්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වෙත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පාර”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ස්පිනෝසාගේ නීති විෂය නිර්දේශය (Outline of Spinoza's Ethics) - ලතින් භාෂාවෙන්.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විලියම් බ්ලේක්ගේ චිත්‍රය, “දේවයා විශ්වය නිර්මාණය කරන විට”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ජිල්ස් ඩෙලූස්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වොල්ටෙයර්, “ඉංග්‍රිසියේ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ලිපි”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අනිසෙට් චාර්ල්ස් ගැබ්‍රියෙල් ලෙමොන්නියෙ, “මැඩම්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ජොෆ්‍රින්ගේ සාලනය”, 18 වන සියවස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ස්පිනෝසාගේ “ධර්ම-රාජ්‍ය කෘතිය”ට පෙරවදන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සොක්‍රටීස්ගේ පෝරtraitය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සැන්ඩ්‍රෝ බොට්ටිචෙල්ලි විසින් 1480 දී නිර්මාණය කරන ලද ශාන්ත ඕගස්ටින්ගේ ෆ්‍රෙස්කෝ.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“ආචාරශාස්ත්‍රය”,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කොටස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ජිල්ස් ඩෙලූස්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"නීතිමය"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ස්පිනෝසාගේ ආගමික-රාජ්‍ය සම්මුතියට පෙරකථනය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බිට්කොයින් වර්ධනය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යුපිටර් මූර්ති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ස්පිනෝසාගේ නීති විෂය රූපරේඛාව - ලතින් භාෂාවෙන්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ජනීවාහි රුසෝගේ ප්‍රතිමාවක්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ෆ්‍රිඩ්‍රික් නීච්‌ෙ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ෆ්‍රිඩ්රික් වොන් හයෙක්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ෆ්‍රෙඩෙරික් බැස්ටියට්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මිල්ටන් ෆ්‍රීඩ්මන්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"ක්‍රිප්ටෝ ඇනර්කිස්ට් මැනිෆෙස්ටෝ"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සහ "සයිෆර්පංක් මැනිෆෙස්ටෝ"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බිට්කොයින් ජනක බ්ලොක්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