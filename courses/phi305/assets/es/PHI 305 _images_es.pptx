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Retrato de Baruch Spinoza atribuido a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Grabado de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Esbozo de la "Ética" de Spinoza en latín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Estatua de Satoshi Nakamoto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 Gergely, R., &amp;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Gilly, T. (2021). Parque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Graphisoft, Budapest, Hungría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Sello utilizado por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Pintura que representa la exclusión de Spinoza de la comunidad judía de Ámsterdam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Nicolás Copérnico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"La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Ética"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"Ética", Parte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"Acerca de Dios"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Pintura de William Blake, "Dios creando el Universo"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El terremoto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Lisboa,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Mapa Circumpolar del Norte, siglo XIX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"Discurso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del Método"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Estatua de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Pienso, luego existo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Apéndice a la primera parte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la "Ética" de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El manantial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encogido de hombros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"Ética",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tercera parte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Nicolás Copérnico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"Camino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de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servidumbre"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Esbozo de la Ética de Spinoza en latín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Pintura de William Blake, "Dios creando el Universo"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"Cartas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desde Inglaterra"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"Salón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Madame Geoffrin", siglo XVIII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Prefacio al "Tratado teológico-político" de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Retrato de Sócrates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Fresco de San Agustín de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"Ética",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3ª parte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"La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Ética"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Prefacio al Tratado teológico-político de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Crecimiento del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Estatua de Júpiter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Esbozo de la Ética de Spinoza en latín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Estatua de Rousseau en Ginebra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"El manifiesto criptoanarquista" y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"Un manifiesto cypherpunk"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Bloque Génesis de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