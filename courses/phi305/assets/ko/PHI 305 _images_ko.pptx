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사무엘 반 호그스트라텐이 그린 바로크 스피노자의 초상화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바룩 스피노자의 판화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라틴어로 된 스피노자의 "윤리학" 개요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스피노자, 『신학 정치론』, 1675,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게르게리, R., 길리,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(2021)의 사토시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나카모토 동상. 그래피소프트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공원, 부다페스트, 헝가리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바룩 스피노자가 사용한 인장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암스테르담 유대인 공동체에서 스피노자가 배제된 것을 묘사한 그림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요하네스 케플러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니콜라우스 코페르니쿠스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갈릴레오 갈릴레이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아서 쇼펜하우어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고트프리트 빌헬름 라이프니츠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프리드리히 니체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임마누엘 칸트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볼테르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장 자크 루소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데니스 디드로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볼테르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갈릴레오 갈릴레이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"윤리학"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스피노자, "트랙타투스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신학-정치"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질 들뢰즈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스피노자, "트랙타투스 신학-정치"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"윤리", 파트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"신에 관하여"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윌리엄 블레이크의 그림, "우주를 창조하는 신"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1755년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리스본의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지진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고트프리트 빌헬름 라이프니츠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장 자크 루소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니콜라스 코페르니쿠스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찰스 다윈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북극 지도, 19세기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갈릴레오 갈릴레이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알버트 아인슈타인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아이작 뉴턴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르네 데카르트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르네 데카르트, "방법에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관한 담론"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데카르트 동상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따라서 저는 다음과 같이 생각합니다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데카르트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스피노자의 "윤리학" 첫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번째 부분의 부록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엠마누엘 칸트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파운틴헤드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아틀라스 어깨를 으쓱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스피노자, "윤리학",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3부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요하네스 케플러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니콜라우스 코페르니쿠스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갈릴레오 갈릴레이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장 밥티스트 라마르크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조지 쿠비에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 하이에크,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"농노로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가는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길"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라틴어로 된 스피노자의 윤리학 개요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윌리엄 블레이크의 그림, "우주를 창조하는 신"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질 들뢰즈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볼테르, "영국에서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온 편지"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아니셋 찰스 가브리엘 레몬니에,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"마담 제프린 살롱", 18세기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스피노자의 "신학-정치 논고" 서문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소크라테스의 초상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산드로 보티첼리의 성 어거스틴 프레스코화, 1480년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스피노자, "윤리학",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3부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질 들뢰즈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"윤리학"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스피노자의 신학-정치 논고 서문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비트코인 성장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목성 동상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라틴어로 된 스피노자의 윤리학 개요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제네바의 루소 동상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프리드리히 니체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프리드리히 폰 하이에크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프레데릭 바스티앙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밀턴 프리드먼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"암호화폐 아나키스트 선언문"과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"사이퍼펑크 선언문"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비트코인 제네시스 블록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