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巴鲁赫-斯宾诺莎的肖像，归功于塞缪尔-范霍格斯特拉腾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巴鲁克-斯宾诺莎的雕刻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斯宾诺莎拉丁文《伦理学》大纲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斯宾诺莎：《神学政治论》，1675 年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中本聪雕像，Gergely, R.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&amp; Gilly,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T.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(2021)。匈牙利布达佩斯石墨公园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斯宾诺莎使用的印章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描绘斯宾诺莎被排斥在阿姆斯特丹犹太社区之外的画作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约翰尼斯-开普勒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哥白尼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伽利略-伽利莱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叔本华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戈特弗里德-威廉-莱布尼兹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弗里德里希-尼采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伊曼纽尔-康德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伏尔泰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让-雅克-卢梭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丹尼斯-狄德罗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伏尔泰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伽利略-伽利莱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斯宾诺莎，"伦理学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斯宾诺莎，"神学政治论"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吉勒-德勒兹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斯宾诺莎，"神学政治论"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"伦理学"，第一部分，"关于上帝"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威廉-布莱克的画作 "上帝创造宇宙"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里斯本地震，1755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年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戈特弗里德-威廉-莱布尼兹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让-雅克-卢梭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尼古拉-科佩尼克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查尔斯-达尔文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北极圈地图，19 世纪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伽利略-伽利莱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阿尔伯特-爱因斯坦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艾萨克-牛顿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勒内-笛卡尔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勒内-笛卡尔，"方法论"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笛卡尔雕像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我思故我在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笛卡尔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斯宾诺莎 "伦理学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"第一部分附录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伊曼纽尔-康德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艾恩-兰德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泉源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阿特拉斯耸耸肩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斯宾诺莎，《伦理学》，第三部分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约翰尼斯-开普勒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哥白尼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伽利略-伽利莱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让-巴蒂斯特-拉马克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乔治-库维尔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F.A.Hayek, "The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Road to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Serfdom"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(《通往奴役之路》)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斯宾诺莎拉丁文伦理学大纲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威廉-布莱克的画作 "上帝创造宇宙"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吉勒-德勒兹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伏尔泰，"英国来信"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Lemonnier，"杰弗林夫人沙龙"，18 世纪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斯宾诺莎《神学政治论》序言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苏格拉底肖像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圣奥古斯丁壁画，桑德罗-波提切利，1480 年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斯宾诺莎，《伦理学》，第 3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部分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吉勒-德勒兹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斯宾诺莎，"伦理学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斯宾诺莎《神学政治论》序言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比特币增长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朱庇特雕像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斯宾诺莎拉丁文伦理学大纲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日内瓦的卢梭雕像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弗里德里希-尼采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弗里德里希-冯-哈耶克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弗雷德里克-巴斯蒂亚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米尔顿-弗里德曼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"加密无政府主义宣言 "和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"赛弗朋克宣言"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比特币创世区块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