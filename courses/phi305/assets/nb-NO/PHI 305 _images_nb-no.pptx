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Portrett av Baruch Spinoza tilskrevet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Gravering av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Omriss av Spinozas "Etikk" på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Nakamoto-statue av Gergely,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Budapest, Ungarn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Segl brukt av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Maleri som skildrer Spinozas utestengelse fra det jødiske samfunnet i Amsterdam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"Etikken"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"Etikk", del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"Om Gud"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Maleri av William Blake, "Gud skaper universet"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Jordskjelvet 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Lisboa 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Nordlige sirkumpolare kart, 1800-tallet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"Avhandling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om metoden"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Descartes-statue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Jeg tenker, derfor er jeg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Tillegg til første del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av Spinozas "Etikk"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del tre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 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"Veien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til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trelldom"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Omriss av Spinozas etikk på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Maleri av William Blake, "Gud skaper universet"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"Brev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fra England"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"Madame Geoffrins salong", 1700-tallet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Forord til Spinozas "Teologisk-politiske avhandling"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Portrett av Sokrates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Freske av den hellige Augustin av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del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"Etikken"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Forord til Spinozas teologisk-politiske avhandling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Bitcoin-vekst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Statue av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Omriss av Spinozas etikk på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En statue av Rousseau i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"Det kryptoanarkistiske manifestet"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og "Et cypherpunk-manifest"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