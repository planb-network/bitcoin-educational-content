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Ritratto di Baruch Spinoza attribuito a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Incisione di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Schema dell'"Etica" di Spinoza in latino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di Satoshi Nakamoto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di Gergely, R., &amp;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Gilly, T. (2021). Parco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Graphisoft, Budapest, Ungheria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Sigillo usato da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Dipinto che raffigura l'esclusione di Spinoza dalla comunità ebraica di Amsterdam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"L'etica"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"Etica", parte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"Riguardo a Dio"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Dipinto di William Blake, "Dio che crea l'universo"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Il terremoto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di Lisbona,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Mappa del Circondario settentrionale, XIX secolo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"Discorso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sul metodo"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di Cartesio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Penso, quindi sono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Cartesio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Appendice alla prima parte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dell'"Etica" di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La testa della fontana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Atlante scrollato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"Etica",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terza parte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"La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strada per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la servitù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della gleba"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Schema dell'Etica di Spinoza in latino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Dipinto di William Blake, "Dio che crea l'universo"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"Lettere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dall'Inghilterra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di Madame Geoffrin", XVIII secolo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Prefazione al "Trattato teologico-politico" di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Ritratto di Socrate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Affresco di Sant'Agostino di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"Etica",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parte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"L'etica"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Prefazione al Trattato teologico-politico di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Crescita del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di Giove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Schema dell'Etica di Spinoza in latino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Una statua di Rousseau a Ginevra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"Il manifesto cripto-anarchico" 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"Un manifesto cypherpunk"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Blocco Bitcoin Genesis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