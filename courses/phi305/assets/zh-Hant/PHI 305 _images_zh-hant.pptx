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歸功於 Samuel van Hoogstraten 的巴魯克-斯賓諾莎肖像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斯賓諾莎雕刻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斯賓諾莎拉丁文「倫理學」大綱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斯賓諾莎，《神學政治論》，1675 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中本聰雕像，Gergely, R.,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(2021)。匈牙利布達佩斯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Graphisoft 公園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斯賓諾莎使用的印章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描繪斯賓諾莎被阿姆斯特丹猶太人社區排斥的畫作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開普勒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哥白尼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伽利略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叔本華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戈特弗裏德-威廉-萊布尼茲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尼采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康德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伏爾泰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盧梭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丹尼斯-狄德羅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伏爾泰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伽利略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斯賓諾莎，「倫理學」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斯賓諾莎，"Tractatus Theologico-Politicus"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(神學政治論)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吉勒德勒茲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斯賓諾莎，"Tractatus Theologico-Politicus" (神學政治論)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「倫理」，第一部分，「關於神」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William Blake 的畫作，「上帝創造宇宙」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里斯本地震，1755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年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戈特弗裏德-威廉-萊布尼茲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盧梭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查爾斯-達爾文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北極圈地圖，19 世紀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伽利略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愛因斯坦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艾萨克-牛顿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笛卡爾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Descartes，「方法論」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笛卡爾雕像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我思故我在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笛卡爾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 「倫理學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」第一部分的附錄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康德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噴泉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阿特拉斯耸耸肩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斯賓諾莎，「倫理學」，第三部分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開普勒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哥白尼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伽利略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"The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Road to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Serfdom"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(《通往奴役之路》)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斯賓諾莎倫理學拉丁文大綱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William Blake 的畫作，「上帝創造宇宙」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吉勒德勒茲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伏爾泰，「英格蘭來信」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Lemonnier，「Madame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Geoffrin' Salon」，18 世紀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 「神學政治論 」序言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蘇格拉底肖像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桑德羅-波提切利的《聖奧斯定壁畫》，1480 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斯賓諾莎，「倫理學」，第三部分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吉勒德勒茲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斯賓諾莎，「倫理學」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斯賓諾莎《神學政治論》序言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比特幣成長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朱庇特雕像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斯賓諾莎倫理學拉丁文大綱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日內瓦的盧梭雕像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尼采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弗里德里希-馮-哈耶克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佛利民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「加密無政府主義宣言 」和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「賽弗朋克宣言」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比特幣創世區塊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