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پرتره‌ای از باروخ اسپینوزا که به ساموئل ون هوگستراتن نسبت داده شده است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حکاکی باروخ اسپینوزا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طرح کلی "اخلاق" اسپینوزا به زبان لاتین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"رسالهٔ الهی-سیاسی"، ۱۶۷۵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مجسمه ساتوشی ناکاموتو اثر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گرگلی، ر. و گلی،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ت. (۲۰۲۱). پارک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گرافیسافت، بوداپست، مجارستان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مهر استفاده شده توسط باروخ اسپینوزا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نقاشی که اخراج اسپینوزا از جامعه یهودی آمستردام را به تصویر می‌کشد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یوهانس کپلر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نیكلاوس كپرنیكوس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گالیله گالیلهی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آرتور شوپنهاور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گوتفرید ویلهلم لایب‌نیتس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فریدریش نیچه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ایمانوئل کانت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ولتر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ژان-ژاک روسو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دنيس دیدرو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ولتر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گالیله گالیلهی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"اخلاقیات"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"کتاب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رساله الهی-سیاسی"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ژیل دلوز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"کتاب رساله‌ای الهی-سیاسی"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«اخلاق»، بخش اول،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«در مورد خدا»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نقاشی اثر ویلیام بلیک، "خداوند در حال خلق جهان"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زلزله در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لیسبون،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۱۷۵۵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گوتفرید ویلهلم لایب‌نیتس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ژان-ژاک روسو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نیکلاس کپرنیک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چارلز داروین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نقشه قطبی شمالی، قرن نوزدهم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گالیله گالیلهی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آلبرت اینشتین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ایزاک نیوتن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رنه دکارت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رنه دکارت، "گفتار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در روش"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مجسمه دکارت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من فکر می‌کنم، پس هستم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دکارت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ضمیمه به بخش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اول "اخلاق" اسپینوزا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امانوئل کانت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آین رند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چشمه‌سار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آتلاس شانه‌هایش را بالا انداخت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"اخلاق"،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بخش سوم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یوهانس کپلر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نیکلاوس کپرنیکوس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گالیله گالیلهی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ژان-باتیست لامارک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ژرژ کیویه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ف.ا. هایک،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"راه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به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بندگی"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طرح کلی اخلاق اسپینوزا به زبان لاتین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نقاشی اثر ویلیام بلیک، "خداوند در حال خلق جهان"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ژیل دلوز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ولتر، "نامه‌هایی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از انگلستان"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آنیکت شارل گابریل لمونییه، "سالون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مادام ژوفرین"، قرن هجدهم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پیشگفتار به "رساله الهی-سیاسی" اسپینوزا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پرتره‌ای از سقراط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فRESCO سنت آگوستین اثر سندرو بوتیچلی، ۱۴۸۰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"اخلاق"،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بخش ۳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ژیل دلوز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اسپینوزا،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"اخلاقیات"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پیشگفتار به رساله الهی-سیاسی اسپینوزا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رشد بیت‌کوین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مجسمه ژوپیتر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طرح کلی اخلاق اسپینوزا به زبان لاتین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مجسمه‌ای از روسو در ژنو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فریدریش نیچه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فریدریش فون هایک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فردریک باستیات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میلتون فریدمن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«مانیفست آنارشیست‌های کریپتو»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و «مانیفست سایفرپانک»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بلوک ژنسیس بیت‌کوین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