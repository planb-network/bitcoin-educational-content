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बारूक स्पिनोज़ा के चित्र का श्रेय सैमुअल वैन हुगस्ट्रेटन को दिया जाता है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बारूक स्पिनोज़ा की उत्कीर्णन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"नैतिकता" की लैटिन में रूपरेखा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"ट्रैक्टैटस थियोलॉजिको-पोलिटिकस",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सातोशी नाकामोतो की मूर्ति,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गेर्गेली, आर., और गिली,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टी. (2021) द्वारा। ग्राफिसॉफ्ट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पार्क, बुडापेस्ट, हंगरी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बारूक स्पिनोज़ा द्वारा प्रयुक्त मुहर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एम्स्टर्डम यहूदी समुदाय से स्पिनोज़ा के बहिष्कार को दर्शाती पेंटिंग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जोहान्स केप्लर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निकोलस कोपरनिकस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गैलीलियो गैलीली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आर्थर शोपेनहावर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गॉटफ्रीड विल्हेम लाइबनिज़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फ्रेडरिक निएत्ज़्स्चे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इम्मैनुएल कांत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वॉल्टेयर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जीन-जैक्स रूसो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डेनिस डिडेरो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वॉल्टेयर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गैलीलियो गैलीली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“द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एथिक्स”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"ट्रैक्टेटस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थियोलोजिको-पोलिटिकस"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गिल्स डेल्यूज़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"ट्रैक्टेटस थियोलोजिको-पोलिटिकस"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“नैतिकता”, भाग I, “ईश्वर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के विषय में”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विलियम ब्लेक की पेंटिंग, "ईश्वर ब्रह्मांड का निर्माण कर रहा है"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लिस्बन में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भूकंप,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गॉटफ्राइड विल्हेम लाइबनिज़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जीन-जैक्स रूसो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निकोलस कोपरनिक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चार्ल्स डार्विन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उत्तरी वृत्तीय मानचित्र, 19वीं शताब्दी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गैलीलियो गैलीली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अल्बर्ट आइंस्टीन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आइजैक न्यूटन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रेने डेसकार्टेस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रेने डेसकार्टेस, "विधि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पर प्रवचन"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डेसकार्टेस की मूर्ति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मुझे लगता है इसलिए मैं हूँ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डेसकार्टेस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"नैतिकता" के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पहले भाग का परिशिष्ट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इमैनुएल कांट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एयन रैण्ड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फाउंटेनहेड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मानचित्रावली सिकोड़ना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“नैतिकता”,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भाग तीन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जोहान्स केप्लर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निकोलस कोपरनिकस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गैलीलियो गैलीली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जीन-बैप्टिस्ट लैमार्क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जॉर्जेस कुवियर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एफ.ए.हायेक,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“दासता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की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राह”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नैतिकता की लैटिन में रूपरेखा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विलियम ब्लेक की पेंटिंग, "ईश्वर ब्रह्मांड का निर्माण कर रहा है"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गिल्स डेल्यूज़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वोल्टेयर, “इंग्लैंड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से पत्र”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अनिसेट चार्ल्स गेब्रियल लेमनियर, "मैडम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जियोफ़्रिन' सैलून", 18वीं सदी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"धर्मशास्त्रीय-राजनीतिक ग्रंथ" की प्रस्तावना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सुकरात का चित्र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सैंड्रो बोटीसेली द्वारा सेंट ऑगस्टाइन का भित्तिचित्र,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“नैतिकता”,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भाग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गिल्स डेल्यूज़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स्पिनोज़ा, “द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एथिक्स”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धर्मशास्त्रीय-राजनीतिक ग्रंथ की प्रस्तावना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बिटकॉइन की वृद्धि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बृहस्पति की मूर्ति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स्पिनोज़ा के नैतिकता की लैटिन में रूपरेखा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जेनेवे में रूसो की एक मूर्ति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फ्रेडरिक निएत्ज़्स्चे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फ्रेडरिक वॉन हायेक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फ़्रेडरिक बास्टियाट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मिल्टन फ्रीडमैन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"क्रिप्टो अराजकतावादी घोषणापत्र"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और "साइफरपंक घोषणापत्र"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बिटकॉइन जेनेसिस ब्लॉक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