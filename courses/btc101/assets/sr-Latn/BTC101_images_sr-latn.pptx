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Hiperbitcoinizacija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Uzlet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Cajferpanki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Rani korisnici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Rana </a:t>
            </a:r>
            <a:r>
              <a:rPr sz="900">
                <a:solidFill>
                  <a:srgbClr val="FFFFFF"/>
                </a:solidFill>
                <a:latin typeface="IBM Plex Sans"/>
              </a:rPr>
              <a:t>većina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Pratioci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Kasnitelji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Procenat tržišnog udelа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Magazin. (1993, maj/juni).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Pobunjenici sa razlogom (Vaša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privatnost).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Manifesto kriptoanarhista.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Deklaracija nezavisnosti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kibernetskog prostora.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Manifesto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sajferpanka.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Izvor slike: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i Uspon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Cifropankera (Infografika).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Želim da kupim vaše </a:t>
            </a:r>
            <a:r>
              <a:rPr sz="1600" lang="fr-FR">
                <a:latin typeface="IBM Plex Sans"/>
              </a:rPr>
              <a:t>šargarepe za zlato. Tada </a:t>
            </a:r>
            <a:r>
              <a:rPr sz="1600">
                <a:latin typeface="IBM Plex Sans"/>
              </a:rPr>
              <a:t>biste mogli da zadržite </a:t>
            </a:r>
            <a:r>
              <a:rPr sz="1600" lang="fr-FR">
                <a:latin typeface="IBM Plex Sans"/>
              </a:rPr>
              <a:t>zlato kao sredstvo vrednosti </a:t>
            </a:r>
            <a:r>
              <a:rPr sz="1600">
                <a:latin typeface="IBM Plex Sans"/>
              </a:rPr>
              <a:t>za buduće dobara.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Nadam se da neko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želi da razmeni moje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šargarepe pre nego što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propadnu. Možda ih mogu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zameniti za zlato, koje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se neće pokvariti!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Ko želi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dobre šargarepe?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Samo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zlatnik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po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šargarepi!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Skladište vrednosti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Sredstvo razmene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Jedinica obračuna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Monetarno štampanje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Kupovna moć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Gubitak poverenja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Kolaps valute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Viša inflacija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Rekonstrukcija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„Mi smo gladni!“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Broj bitkoina u opticaju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Monetarna kreacija po bloku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Blokovi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(hiljade)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Godine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Bitkoini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(milioni)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više rudara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više blokova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manje vremena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veća težina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manje blokova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ponovo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 adresa: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1-od-2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Visok rizik od krađe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Nizak rizik od krađe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Visok rizik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od krađe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Nizak rizik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od krađe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Jednostruki potpis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Custodijalni novčanici/berze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3-od-5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2-od-3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 novčanik (sa vremenskim zaključavanjima)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2-od-2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Jednostruki potpis sa lozinkom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Pripremam plan </a:t>
            </a:r>
            <a:r>
              <a:rPr sz="1200">
                <a:latin typeface="IBM Plex Sans"/>
              </a:rPr>
              <a:t>nasleđa </a:t>
            </a:r>
            <a:r>
              <a:rPr sz="1200">
                <a:latin typeface="IBM Plex Sans"/>
              </a:rPr>
              <a:t>za </a:t>
            </a:r>
            <a:r>
              <a:rPr sz="1200" lang="fr-FR">
                <a:latin typeface="IBM Plex Sans"/>
              </a:rPr>
              <a:t>svoju </a:t>
            </a:r>
            <a:r>
              <a:rPr sz="1200">
                <a:latin typeface="IBM Plex Sans"/>
              </a:rPr>
              <a:t>unučad!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Izvor: Nakamoto, S. (31. oktobar 2008). "Bitcoin P2P e-novac papir," Lista za kriptografiju.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Sistem elektronskog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novca od korisnika do korisnika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iskopan od strane Satoshi Nakamota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3. januara 2009. godine.</a:t>
            </a:r>
            <a:endParaRPr sz="1400" i="1">
              <a:latin typeface="IBM Plex Sans"/>
              <a:cs typeface="IBM Plex Sans"/>
            </a:endParaRPr>
          </a:p>
          <a:p>
            <a:pPr algn="ctr"/>
            <a:r>
              <a:rPr sz="1000" b="0" i="1" u="none">
                <a:solidFill>
                  <a:srgbClr val="000000"/>
                </a:solidFill>
                <a:latin typeface="IBM Plex Sans"/>
              </a:rPr>
              <a:t>Pogledajte: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https://www.blockchain.com/explorer/blocks/btc/0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3. januar). Kancelar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na ivici drugog spasavanja banaka.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(London), str.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11. januar). Trčanje bitcoina [Tvitt].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[lažlo].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18. maj). Pica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za bitkoine?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Statua Satoshija Nakamota [Statua].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Budimpešta, Mađarska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Сатоши Накамото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од Валентине </a:t>
            </a:r>
            <a:r>
              <a:rPr sz="1000" b="0" i="1" lang="fr-FR">
                <a:latin typeface="IBM Plex Sans"/>
              </a:rPr>
              <a:t>Пикози из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Сатоши галерије.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Лугано, Швајцарска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Transakcija: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Različiti primeri bitcoin čvora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Svetska distribucija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</a:t>
            </a:r>
            <a:r>
              <a:rPr sz="1200" i="1" u="none" lang="fr-FR">
                <a:latin typeface="IBM Plex Sans"/>
              </a:rPr>
              <a:t>čvorova.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više rudara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više blokova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manje vremena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veća težina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manje blokova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ponovo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razlika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rudar od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Bitmana i rudarska postrojenja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Ukupna Hash Stopa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Ukupna Hash Stopa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Tržišna cena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Godina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dana / 1000 blokova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vreme/blokovi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Koordinirani napad koji vodi do pobede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Neusaglašen napad koji vodi do poraza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Izdajica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Izdajica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Izdajica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Izdajica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S9 rudar pretvoren u kućni grejač. Projekat ‘Attakaï’ od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Besplatan novac,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to je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neverovatno!! Hvala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vam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puno!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Čekaj! Odakle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ti sav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taj novac?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Uspori!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Da li se šališ sa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mnom? Ovo je ludo!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Ulična umetnost u Parizu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Standardna devijacija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dnevnih </a:t>
            </a:r>
            <a:r>
              <a:rPr sz="1400">
                <a:solidFill>
                  <a:schemeClr val="bg1"/>
                </a:solidFill>
                <a:latin typeface="IBM Plex Sans"/>
              </a:rPr>
              <a:t>prinosа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60-dnevni indeks volatilnosti Bitcoina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Godina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Volatilnost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Zlato/USD Volatilnost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Volatilnost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TO JE </a:t>
            </a:r>
            <a:r>
              <a:rPr sz="900" b="1">
                <a:latin typeface="IBM Plex Sans"/>
              </a:rPr>
              <a:t>BALON.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TO JE </a:t>
            </a:r>
            <a:r>
              <a:rPr sz="900" b="1">
                <a:latin typeface="IBM Plex Sans"/>
              </a:rPr>
              <a:t>BALON.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TO JE </a:t>
            </a:r>
            <a:r>
              <a:rPr sz="700" b="1">
                <a:latin typeface="IBM Plex Sans"/>
              </a:rPr>
              <a:t>BALON.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TO JE </a:t>
            </a:r>
            <a:r>
              <a:rPr sz="900" b="1">
                <a:latin typeface="IBM Plex Sans"/>
              </a:rPr>
              <a:t>MEHUR.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 trgovac koji prihvata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Trgovci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Zaposleni sa platom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Preduzetnici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Cirkularna ekonomija </a:t>
            </a:r>
            <a:r>
              <a:rPr sz="1400">
                <a:solidFill>
                  <a:srgbClr val="E39C17"/>
                </a:solidFill>
                <a:latin typeface="IBM Plex Sans"/>
              </a:rPr>
              <a:t>u BTC-u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Donacije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Hiperbitcoinizacija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Uzlet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Cajferpanki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Rani usvojitelji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Rana </a:t>
            </a:r>
            <a:r>
              <a:rPr sz="900">
                <a:solidFill>
                  <a:srgbClr val="FFFFFF"/>
                </a:solidFill>
                <a:latin typeface="IBM Plex Sans"/>
              </a:rPr>
              <a:t>većina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Pratioci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Kasnitelji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Procenat tržišnog udelа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 za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kontrolu prenosa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korisničkih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datagrama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za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prenos e-pošte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za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prenos fajlova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 pregledač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Krypto-grafska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Bezbednost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Доменско име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Систем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Novac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Protokol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Razmene kanala između Alise i Boba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Otvaranje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Zatvaranje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Decentralizacija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Bezbednost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Skalabilnost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Usmeravanje skokova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Usmeravajući čvor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Status kanala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na otvaranju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Status kanala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na zatvaranju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Igra Unos: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Konsalting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Pitanja!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Premijum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takođe omogućava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da radimo mnoge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stvari na daljinu.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Pošaljite mi poruku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za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Nema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više spama!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