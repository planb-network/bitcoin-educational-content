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Hyperbitcoinization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Kiwango cha Bitcoin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Kuondoka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Wazushi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Wapokeaji wa mapema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Wengi wa </a:t>
            </a:r>
            <a:r>
              <a:rPr sz="900">
                <a:solidFill>
                  <a:srgbClr val="FFFFFF"/>
                </a:solidFill>
                <a:latin typeface="IBM Plex Sans"/>
              </a:rPr>
              <a:t>mapema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Wafuasi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Wanaochelewa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Asilimia ya Hisa ya Soko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Wired Magazine. (1993, Mei/Juni).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Waasi wenye Sababu (Faragha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Yako). Waya,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Mei, T. C.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 Manifesto ya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Crypto Anarchist.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(1996).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Tangazo la Uhuru wa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Mtandao wa Mtandao.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Manifesto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ya Cypherpunk.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Chanzo cha picha: cliffr2,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 na Kupanda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kwa Cypherpunks (Infographic).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Ninataka kununua karoti zako </a:t>
            </a:r>
            <a:r>
              <a:rPr sz="1600" lang="fr-FR">
                <a:latin typeface="IBM Plex Sans"/>
              </a:rPr>
              <a:t>kwa dhahabu. Kisha, unaweza </a:t>
            </a:r>
            <a:r>
              <a:rPr sz="1600">
                <a:latin typeface="IBM Plex Sans"/>
              </a:rPr>
              <a:t>kuweka dhahabu kama hifadhi </a:t>
            </a:r>
            <a:r>
              <a:rPr sz="1600" lang="fr-FR">
                <a:latin typeface="IBM Plex Sans"/>
              </a:rPr>
              <a:t>ya thamani kwa </a:t>
            </a:r>
            <a:r>
              <a:rPr sz="1600">
                <a:latin typeface="IBM Plex Sans"/>
              </a:rPr>
              <a:t>bidhaa za baadaye.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Natumai mtu anataka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kubadilishana karoti zangu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kabla hazijaoza. Labda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ninaweza kuzibadilisha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kwa dhahabu,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ambayo haitaharibika!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Nani anataka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karoti nzuri?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Kipande 1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tu cha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dhahabu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kwa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karoti!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Hifadhi ya thamani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Kati ya kubadilishana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Kitengo cha hesabu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Uchapishaji wa fedha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Nguvu ya ununuzi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Kupoteza uaminifu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Kuporomoka kwa sarafu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Mfumuko wa bei wa juu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Ujenzi upya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"Tuna njaa!"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Idadi ya bitcoins katika mzunguko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Uundaji wa pesa kwa kila block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Vitalu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(maelfu)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Miaka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Bitcoins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(mamilioni)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wachimbaji zaidi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vitalu zaidi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muda mdogo x block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ugumu zaidi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vitalu kidogo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Dakika 10/zuia </a:t>
            </a:r>
            <a:r>
              <a:rPr sz="1100">
                <a:solidFill>
                  <a:srgbClr val="FFFFFF"/>
                </a:solidFill>
                <a:latin typeface="IBM Plex Sans"/>
              </a:rPr>
              <a:t>tena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tofauti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Anwani ya Bitcoin: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1-ya-2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Hatari kubwa ya Wizi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Hatari ndogo ya Wizi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Hatari kubwa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ya Wizi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Hatari ndogo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ya Wizi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Sigi moja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Pochi za uhifadhi/mabadilishano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3-ya-5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2-ya-3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Mkoba wa hati ndogo (iliyo na alama za saa)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2-ya-2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Sigi moja yenye neno la siri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Ninatayarisha mpango </a:t>
            </a:r>
            <a:r>
              <a:rPr sz="1200">
                <a:latin typeface="IBM Plex Sans"/>
              </a:rPr>
              <a:t>wa urithi </a:t>
            </a:r>
            <a:r>
              <a:rPr sz="1200">
                <a:latin typeface="IBM Plex Sans"/>
              </a:rPr>
              <a:t>kwa </a:t>
            </a:r>
            <a:r>
              <a:rPr sz="1200" lang="fr-FR">
                <a:latin typeface="IBM Plex Sans"/>
              </a:rPr>
              <a:t>wajukuu </a:t>
            </a:r>
            <a:r>
              <a:rPr sz="1200">
                <a:latin typeface="IBM Plex Sans"/>
              </a:rPr>
              <a:t>wangu!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Chanzo: Nakamoto, S. (2008, Oktoba 31). "Bitcoin P2P e-cash paper," Orodha ya Barua ya Cryptography.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Mfumo wa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Pesa wa Kielektroniki wa Peer-to-Rika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 Genesis Block (Block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iliyochimbwa na Satoshi Nakamoto mnamo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Januari 3, 2009. Tazama: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Nyakati. (2009, Januari 3). Chansela akikaribia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kupata dhamana ya pili kwa benki.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 (London), uk.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Januari 11). Inaendesha bitcoin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Mei 18). Pizza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kwa bitcoins?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Sanamu ya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[Sanamu]. Graphisoft Park, Budapest, Hungary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«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» na </a:t>
            </a:r>
            <a:r>
              <a:rPr sz="1000" b="0" i="1" lang="fr-FR">
                <a:latin typeface="IBM Plex Sans"/>
              </a:rPr>
              <a:t>Valentina Picozzi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kutoka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Uswisi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Muamala: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Mfano anuwai wa nodi ya bitcoin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Usambazaji duniani kote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wa Nodi </a:t>
            </a:r>
            <a:r>
              <a:rPr sz="1200" i="1" u="none" lang="fr-FR">
                <a:latin typeface="IBM Plex Sans"/>
              </a:rPr>
              <a:t>za Bitcoin.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wachimbaji zaidi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vitalu zaidi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muda mdogo x block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ugumu zaidi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vitalu kidogo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Dakika 10/zuia </a:t>
            </a:r>
            <a:r>
              <a:rPr sz="1100">
                <a:solidFill>
                  <a:srgbClr val="FFFFFF"/>
                </a:solidFill>
                <a:latin typeface="IBM Plex Sans"/>
              </a:rPr>
              <a:t>tena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tofauti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mchimba madini wa bitmain S9 na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 &amp; kituo cha uchimbaji madini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Jumla ya Kiwango cha Hashi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Jumla ya Kiwango cha Hash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Bei ya Soko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Mwaka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Dakika 10 / block 1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Siku 7 / vitalu 1000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muda/vizuizi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Mashambulizi Yaliyoratibiwa Yanayoongoza Kwa Ushindi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Mashambulizi Yasiyoratibiwa Yanayoongoza Kwa Ushindi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Msaliti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Msaliti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Msaliti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Msaliti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Mchimbaji wa S9 aliyebadilishwa kama hita ya nyumbani. Mradi wa 'Attakaï' na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Pesa ya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bure, hiyo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ni ya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kushangaza !!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Asante sana!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Subiri! Pesa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zote hizo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unazipata wapi?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Polepole!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Unatania? Huyu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ni mwendawazimu!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Sanaa ya mitaani huko Paris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Mkengeuko wa Kawaida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ya mapato ya </a:t>
            </a:r>
            <a:r>
              <a:rPr sz="1400">
                <a:solidFill>
                  <a:schemeClr val="bg1"/>
                </a:solidFill>
                <a:latin typeface="IBM Plex Sans"/>
              </a:rPr>
              <a:t>kila siku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Kielezo cha tete cha Bitcoin cha Siku 60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Mwaka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BTC/USD tete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Dhahabu/USD tete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EUR/USD tete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NI </a:t>
            </a:r>
            <a:r>
              <a:rPr sz="900" b="1">
                <a:latin typeface="IBM Plex Sans"/>
              </a:rPr>
              <a:t>KIPOVU.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NI </a:t>
            </a:r>
            <a:r>
              <a:rPr sz="900" b="1">
                <a:latin typeface="IBM Plex Sans"/>
              </a:rPr>
              <a:t>KIPOVU.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NI </a:t>
            </a:r>
            <a:r>
              <a:rPr sz="700" b="1">
                <a:latin typeface="IBM Plex Sans"/>
              </a:rPr>
              <a:t>KIPOVU.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NI </a:t>
            </a:r>
            <a:r>
              <a:rPr sz="900" b="1">
                <a:latin typeface="IBM Plex Sans"/>
              </a:rPr>
              <a:t>KIPOVU.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Mfanyabiashara wa BTCmap anakubali 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Wafanyabiashara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Wafanyakazi wanaolipwa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Wajasiriamali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Uchumi wa Mviringo </a:t>
            </a:r>
            <a:r>
              <a:rPr sz="1400">
                <a:solidFill>
                  <a:srgbClr val="E39C17"/>
                </a:solidFill>
                <a:latin typeface="IBM Plex Sans"/>
              </a:rPr>
              <a:t>katika 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Michango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Hyperbitcoinization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Kiwango cha Bitcoin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Kuondoka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Wazushi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Wapokeaji wa mapema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Wengi wa </a:t>
            </a:r>
            <a:r>
              <a:rPr sz="900">
                <a:solidFill>
                  <a:srgbClr val="FFFFFF"/>
                </a:solidFill>
                <a:latin typeface="IBM Plex Sans"/>
              </a:rPr>
              <a:t>mapema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Wafuasi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Wanaochelewa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Asilimia ya Hisa ya Soko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Itifaki ya Udhibiti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wa Usambazaji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Itifaki ya Datagram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ya Mtumiaji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Itifaki ya Usambazaji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wa barua pepe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Itifaki ya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Mtandao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Itifaki ya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Kuhamisha Faili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Itifaki ya Kivinjari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cha Wavuti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Usalama wa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Crypto-graphic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Mfumo wa Jina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la Kikoa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Itifaki ya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Fedha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Chaneli ya Alice na Bob inabadilishana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Ufunguzi wa Kituo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cha 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Kufungwa kwa Kituo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cha 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Ugatuaji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Usalama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Scalability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Humle za kuelekeza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Njia ya Njia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Hali ya kituo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wakati wa ufunguzi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Hali ya kituo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wakati wa kufungwa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Kuingia kwa Mchezo: </a:t>
            </a:r>
            <a:r>
              <a:rPr b="0">
                <a:solidFill>
                  <a:srgbClr val="000000"/>
                </a:solidFill>
                <a:latin typeface="IBM Plex Sans"/>
              </a:rPr>
              <a:t>Sats 500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Ushauri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Maswali!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Premium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Mtandao wa Umeme pia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huturuhusu kufanya mambo mengi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kutoka kwa mbali.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Nitumie ujumbe kwa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seti 1.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Hakuna barua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taka tena!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