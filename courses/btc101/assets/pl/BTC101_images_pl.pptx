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Hiperbitcoinizacja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Innowatorzy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Wcześni użytkownicy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Wczesna </a:t>
            </a:r>
            <a:r>
              <a:rPr sz="900">
                <a:solidFill>
                  <a:srgbClr val="FFFFFF"/>
                </a:solidFill>
                <a:latin typeface="IBM Plex Sans"/>
              </a:rPr>
              <a:t>większość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Obserwujący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Spóźnialscy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Procentowy udział w rynku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maj/czerwiec).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Buntownicy w słusznej sprawie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(Twoja prywatność).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 kryptoanarchistyczny.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Deklaracja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niepodległości cyberprzestrzeni.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Cypherpunk's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Źródło obrazu: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Chcę kupić marchewki </a:t>
            </a:r>
            <a:r>
              <a:rPr sz="1600" lang="fr-FR">
                <a:latin typeface="IBM Plex Sans"/>
              </a:rPr>
              <a:t>za złoto. Następnie </a:t>
            </a:r>
            <a:r>
              <a:rPr sz="1600">
                <a:latin typeface="IBM Plex Sans"/>
              </a:rPr>
              <a:t>mógłbyś zatrzymać złoto </a:t>
            </a:r>
            <a:r>
              <a:rPr sz="1600" lang="fr-FR">
                <a:latin typeface="IBM Plex Sans"/>
              </a:rPr>
              <a:t>jako zapas wartości </a:t>
            </a:r>
            <a:r>
              <a:rPr sz="1600">
                <a:latin typeface="IBM Plex Sans"/>
              </a:rPr>
              <a:t>dla przyszłych towarów.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Mam nadzieję, że ktoś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zechce wymienić moje marchewki,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zanim zgniją. Może uda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mi się wymienić je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na złoto, które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się nie zepsuje!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Kto ma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ochotę na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dobre marchewki?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Tylko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sztuka złota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za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marchewkę!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Przechowywanie wartości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Środek wymiany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Jednostka rozliczeniowa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Drukowanie monetarne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Siła nabywcza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Utrata zaufania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Upadek waluty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Wyższa inflacja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Rekonstrukcja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"Jesteśmy głodni!"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Liczba bitcoinów w obiegu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Kreacja pieniężna na blok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Bloki (w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tysiącach)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Lata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Bitcoiny (w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milionach)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górników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bloków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mniej czasu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trudności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mniej bloków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ponownie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Adres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multisig 1 z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Wysokie ryzyko kradzieży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Niskie ryzyko kradzieży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Wysokie ryzyko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kradzieży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Niskie ryzyko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kradzieży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Portfele/wymiany powiernicze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z 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na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Portfel Miniscript (z zegarami czasowymi)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na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 z hasłem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Przygotowuję plan </a:t>
            </a:r>
            <a:r>
              <a:rPr sz="1200">
                <a:latin typeface="IBM Plex Sans"/>
              </a:rPr>
              <a:t>spadkowy </a:t>
            </a:r>
            <a:r>
              <a:rPr sz="1200">
                <a:latin typeface="IBM Plex Sans"/>
              </a:rPr>
              <a:t>dla </a:t>
            </a:r>
            <a:r>
              <a:rPr sz="1200" lang="fr-FR">
                <a:latin typeface="IBM Plex Sans"/>
              </a:rPr>
              <a:t>moich </a:t>
            </a:r>
            <a:r>
              <a:rPr sz="1200">
                <a:latin typeface="IBM Plex Sans"/>
              </a:rPr>
              <a:t>wnuków!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Źródło: Nakamoto, S. (2008, 31 października).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elektroniczny system gotówkowy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wydobyty przez Satoshi Nakamoto 3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stycznia 2009 r. Zobacz: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stycznia). Kanclerz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na krawędzi drugiego ratunku dla banków.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(Londyn),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styczeń 11). Uruchamianie bitcoina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maja).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za bitcoiny?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Pomnik Satoshi Nakamoto [statua].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Budapeszt, Węgry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autorstwa </a:t>
            </a:r>
            <a:r>
              <a:rPr sz="1000" b="0" i="1" lang="fr-FR">
                <a:latin typeface="IBM Plex Sans"/>
              </a:rPr>
              <a:t>Valentiny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z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Szwajcaria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Transakcja: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Różne przykłady węzłów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Ogólnoświatowa dystrybucja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węzłów </a:t>
            </a:r>
            <a:r>
              <a:rPr sz="1200" i="1" u="none" lang="fr-FR">
                <a:latin typeface="IBM Plex Sans"/>
              </a:rPr>
              <a:t>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górników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bloków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mniej czasu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więcej trudności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mniej bloków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ponownie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by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zakład wydobywczy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Całkowita szybkość skracania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Całkowity Hash Rate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Cena rynkowa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Rok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przecznica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dni / 1000 bloków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czas/bloki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Skoordynowany atak prowadzący do zwycięstwa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Nieskoordynowany atak prowadzący do porażki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Zdrajca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Zdrajca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Zdrajca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Zdrajca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Górnik S9 przekształcony w grzejnik domowy. projekt "Attakaï" realizowany przez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Darmowe pieniądze,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to niesamowite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!!!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Dziękuję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bardzo!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Chwila! Skąd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masz tyle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pieniędzy?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Zwolnij!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Żartujesz sobie?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To szaleństwo!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Sztuka uliczna w Paryżu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Odchylenie standardowe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dziennych </a:t>
            </a:r>
            <a:r>
              <a:rPr sz="1400">
                <a:solidFill>
                  <a:schemeClr val="bg1"/>
                </a:solidFill>
                <a:latin typeface="IBM Plex Sans"/>
              </a:rPr>
              <a:t>zwrotów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60-dniowy indeks zmienności Bitcoina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Rok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Zmienność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Zmienność złoto/USD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Zmienność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</a:t>
            </a:r>
            <a:r>
              <a:rPr sz="900" b="1">
                <a:latin typeface="IBM Plex Sans"/>
              </a:rPr>
              <a:t>BAŃKA.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</a:t>
            </a:r>
            <a:r>
              <a:rPr sz="900" b="1">
                <a:latin typeface="IBM Plex Sans"/>
              </a:rPr>
              <a:t>BAŃKA.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TO </a:t>
            </a:r>
            <a:r>
              <a:rPr sz="700" b="1">
                <a:latin typeface="IBM Plex Sans"/>
              </a:rPr>
              <a:t>BAŃKA.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</a:t>
            </a:r>
            <a:r>
              <a:rPr sz="900" b="1">
                <a:latin typeface="IBM Plex Sans"/>
              </a:rPr>
              <a:t>BAŃKA.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Sprzedawca BTCmap akceptujący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Sprzedawcy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Pracownicy najemni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Przedsiębiorcy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Gospodarka o obiegu </a:t>
            </a:r>
            <a:r>
              <a:rPr sz="1400">
                <a:solidFill>
                  <a:srgbClr val="E39C17"/>
                </a:solidFill>
                <a:latin typeface="IBM Plex Sans"/>
              </a:rPr>
              <a:t>zamkniętym w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Darowizny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Hiperbitcoinizacja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Innowatorzy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Wcześni użytkownicy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Wczesna </a:t>
            </a:r>
            <a:r>
              <a:rPr sz="900">
                <a:solidFill>
                  <a:srgbClr val="FFFFFF"/>
                </a:solidFill>
                <a:latin typeface="IBM Plex Sans"/>
              </a:rPr>
              <a:t>większość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Obserwujący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Spóźnialscy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Procentowy udział w rynku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Protokół kontroli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transmisji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Protokół datagramów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użytkownika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Protokół transmisji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e-mail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Protokół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internetowy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Protokół transferu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plików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Protokół przeglądarki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internetowej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Bezpieczeństwo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kryptograficzne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System nazw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domen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Protokół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pieniężny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Wymiana kanałów między Alice i Bobem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Otwarcie kanału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Zamknięcie kanału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Decentralizacja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Bezpieczeństwo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Skalowalność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Węzły routingu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Węzeł routingu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Stan kanału w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momencie otwarcia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Stan kanału w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momencie zamknięcia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Wejście do gry: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Doradztwo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Pytania!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pozwala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nam również robić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wiele rzeczy zdalnie.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Wyślij mi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wiadomość za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1 sat.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Koniec spamu!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