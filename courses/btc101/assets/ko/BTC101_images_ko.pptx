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하이퍼비트코인화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비트코인 표준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이륙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사이퍼펑크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혁신가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얼리어답터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초기 </a:t>
            </a:r>
            <a:r>
              <a:rPr sz="900">
                <a:solidFill>
                  <a:srgbClr val="FFFFFF"/>
                </a:solidFill>
                <a:latin typeface="IBM Plex Sans"/>
              </a:rPr>
              <a:t>과반수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팔로워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후발주자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시장 점유율 백분율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와이어드 매거진. (1993, 5/6월). 대의를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가진 반란군 (귀하의 개인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정보 보호).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T.C.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 암호화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아나키스트 선언문.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(1996). 사이버 공간의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독립 선언.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사이퍼펑크의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선언문.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이미지 출처: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cliffr2, 비트코인과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사이퍼펑크의 부상(인포그래픽).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당근을 금으로 사고 </a:t>
            </a:r>
            <a:r>
              <a:rPr sz="1600" lang="fr-FR">
                <a:latin typeface="IBM Plex Sans"/>
              </a:rPr>
              <a:t>싶어요. 그러면 금을 </a:t>
            </a:r>
            <a:r>
              <a:rPr sz="1600">
                <a:latin typeface="IBM Plex Sans"/>
              </a:rPr>
              <a:t>미래의 재화를 위한 </a:t>
            </a:r>
            <a:r>
              <a:rPr sz="1600" lang="fr-FR">
                <a:latin typeface="IBM Plex Sans"/>
              </a:rPr>
              <a:t>가치 저장 수단으로 </a:t>
            </a:r>
            <a:r>
              <a:rPr sz="1600">
                <a:latin typeface="IBM Plex Sans"/>
              </a:rPr>
              <a:t>보관할 수 있습니다.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당근이 썩기 전에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물물교환을 하고 싶은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사람이 있으면 좋겠어요.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상하지 않는 금으로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교환할 수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있을지도 몰라요!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맛있는 당근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먹고 싶은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사람? 당근당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금화 1개만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획득할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수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있습니다!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가치 저장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교환 매체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계정 단위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화폐 인쇄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구매력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신뢰 상실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통화 붕괴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높은 인플레이션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재구성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"배고프다!"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유통 중인 비트코인 수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블록당 화폐 생성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블록(수천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개)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년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비트코인(백만)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/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더 많은 채굴자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더 많은 블록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적은 시간 x 블록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난이도 증가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블록 수 감소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10분/다시 </a:t>
            </a:r>
            <a:r>
              <a:rPr sz="1100">
                <a:solidFill>
                  <a:srgbClr val="FFFFFF"/>
                </a:solidFill>
                <a:latin typeface="IBM Plex Sans"/>
              </a:rPr>
              <a:t>차단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비트코인 주소: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1-of-2 다중서명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높은 도난 위험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낮은 도난 위험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높은 도난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위험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낮은 도난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위험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싱글사인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커스터디 지갑/거래소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3-of-5 다중서명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2대3 다중서명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미니스크립트 지갑(타임락 포함)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2대2 다중서명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비밀번호를 사용한 싱글사인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손자녀를 위한 </a:t>
            </a:r>
            <a:r>
              <a:rPr sz="1200">
                <a:latin typeface="IBM Plex Sans"/>
              </a:rPr>
              <a:t>상속 </a:t>
            </a:r>
            <a:r>
              <a:rPr sz="1200">
                <a:latin typeface="IBM Plex Sans"/>
              </a:rPr>
              <a:t>계획을 </a:t>
            </a:r>
            <a:r>
              <a:rPr sz="1200" lang="fr-FR">
                <a:latin typeface="IBM Plex Sans"/>
              </a:rPr>
              <a:t>준비하고 </a:t>
            </a:r>
            <a:r>
              <a:rPr sz="1200">
                <a:latin typeface="IBM Plex Sans"/>
              </a:rPr>
              <a:t>있습니다!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출처: 나카모토, S. (2008, 10월 31일). "비트코인 P2P 전자 현금 종이", 암호화 메일링 리스트.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비트코인: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피어투피어 전자 현금 시스템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2009년 1월 3일 사토시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나카모토가 채굴한 비트코인 제네시스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블록(블록 0) 참조: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더 타임즈. (2009, January 3). 은행을위한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두 번째 구제 금융 직전의 총리.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더 타임즈 (런던), p.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피니, H. [@halfin]. (2009, January 11). 실행중인 비트 코인 [트위터].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하니에츠, L. [라즐로].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May 18). 비트코인을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위한 피자?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게르겔리, R., &amp; 길리,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나카모토 사토시 동상 [동상].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그래피소프트 공원, 부다페스트, 헝가리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 사토시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나카모토" 사토시 </a:t>
            </a:r>
            <a:r>
              <a:rPr sz="1000" b="0" i="1" lang="fr-FR">
                <a:latin typeface="IBM Plex Sans"/>
              </a:rPr>
              <a:t>갤러리의 발렌티나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피코치의 작품.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스위스 루가노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거래: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비트코인 노드의 다양한 예시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비트코인 노드의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전 세계 </a:t>
            </a:r>
            <a:r>
              <a:rPr sz="1200" i="1" u="none" lang="fr-FR">
                <a:latin typeface="IBM Plex Sans"/>
              </a:rPr>
              <a:t>분포.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더 많은 채굴자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더 많은 블록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적은 시간 x 블록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난이도 증가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블록 수 감소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10분/다시 </a:t>
            </a:r>
            <a:r>
              <a:rPr sz="1100">
                <a:solidFill>
                  <a:srgbClr val="FFFFFF"/>
                </a:solidFill>
                <a:latin typeface="IBM Plex Sans"/>
              </a:rPr>
              <a:t>차단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비트맨의 비트메인 S9 채굴기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및 채굴 시설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총 해시 속도(TH/s)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총 해시 비율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시장 가격(USD)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연도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해시레이트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10분/1블록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7일 / 1000 블록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시간/블록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승리를 이끄는 조직적인 공격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조율되지 않은 공격이 패배로 이어집니다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배신자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배신자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배신자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배신자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가정용 히터로 변신한 S9 채굴기. 디커브릿코인의 '아타카이' 프로젝트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공짜 돈,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정말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놀랍습니다!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정말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감사합니다!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잠깐만요! 그 돈은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다 어디서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나온 거예요?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천천히 가!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장난해? 이건 말도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안 돼!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파리의 거리 예술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표준 편차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일일 </a:t>
            </a:r>
            <a:r>
              <a:rPr sz="1400">
                <a:solidFill>
                  <a:schemeClr val="bg1"/>
                </a:solidFill>
                <a:latin typeface="IBM Plex Sans"/>
              </a:rPr>
              <a:t>수익률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60일 비트코인 변동성 지수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연도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BTC/USD 변동성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금/USD 변동성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EUR/USD 변동성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거품입니다.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거품입니다.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거품입니다. </a:t>
            </a:r>
            <a:r>
              <a:rPr sz="700" b="1">
                <a:latin typeface="IBM Plex Sans"/>
              </a:rPr>
              <a:t/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거품입니다.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비트코인을 수락하는 BTCmap 판매자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판매자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급여 근로자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기업가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BTC의 순환 </a:t>
            </a:r>
            <a:r>
              <a:rPr sz="1400">
                <a:solidFill>
                  <a:srgbClr val="E39C17"/>
                </a:solidFill>
                <a:latin typeface="IBM Plex Sans"/>
              </a:rPr>
              <a:t>경제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기부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하이퍼비트코인화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비트코인 표준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이륙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사이퍼펑크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혁신가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얼리어답터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초기 </a:t>
            </a:r>
            <a:r>
              <a:rPr sz="900">
                <a:solidFill>
                  <a:srgbClr val="FFFFFF"/>
                </a:solidFill>
                <a:latin typeface="IBM Plex Sans"/>
              </a:rPr>
              <a:t>과반수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팔로워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후발주자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시장 점유율 백분율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전송 제어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프로토콜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사용자 데이터그램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프로토콜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이메일 전송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프로토콜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인터넷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프로토콜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파일 전송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프로토콜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웹 브라우저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프로토콜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암호화 그래픽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보안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도메인 이름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시스템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머니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프로토콜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앨리스와 밥의 채널 교환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채널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열기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채널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폐쇄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탈중앙화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보안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확장성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라우팅 홉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라우팅 노드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오프닝 시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채널 상태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폐쇄 시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채널 상태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게임 참가: </a:t>
            </a:r>
            <a:r>
              <a:rPr b="0">
                <a:solidFill>
                  <a:srgbClr val="000000"/>
                </a:solidFill>
                <a:latin typeface="IBM Plex Sans"/>
              </a:rPr>
              <a:t>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컨설팅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질문!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프리미엄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또한 라이트닝 네트워크는 원격으로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많은 일을 할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수 있게 해줍니다.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1토요일에 메시지를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보내주세요. 더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이상 스팸이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없습니다!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