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Hyperbitcoinisering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Start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Innovatörer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Tidiga användare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Tidig </a:t>
            </a:r>
            <a:r>
              <a:rPr sz="900">
                <a:solidFill>
                  <a:srgbClr val="FFFFFF"/>
                </a:solidFill>
                <a:latin typeface="IBM Plex Sans"/>
              </a:rPr>
              <a:t>majoritet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Följare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Senkomlingar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Marknadsandel Procent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Wired Magazine. (1993, maj/juni).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Rebeller med en sak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(din integritet).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Det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kryptoanarkistiska manifestet.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En självständighetsförklaring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för cyberspace.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Ett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cypherpunkmanifest.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Bildkälla: cliffr2,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and the Rise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of Cypherpunks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Jag vill köpa dina </a:t>
            </a:r>
            <a:r>
              <a:rPr sz="1600" lang="fr-FR">
                <a:latin typeface="IBM Plex Sans"/>
              </a:rPr>
              <a:t>morötter för guld. Sedan </a:t>
            </a:r>
            <a:r>
              <a:rPr sz="1600">
                <a:latin typeface="IBM Plex Sans"/>
              </a:rPr>
              <a:t>kan du behålla guldet </a:t>
            </a:r>
            <a:r>
              <a:rPr sz="1600" lang="fr-FR">
                <a:latin typeface="IBM Plex Sans"/>
              </a:rPr>
              <a:t>som en värdebevarare </a:t>
            </a:r>
            <a:r>
              <a:rPr sz="1600">
                <a:latin typeface="IBM Plex Sans"/>
              </a:rPr>
              <a:t>för framtida varor.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Jag hoppas att någon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vill byta till sig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mina morötter innan de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ruttnar. Kanske kan jag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byta dem mot guld,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som inte ruttnar!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Vem vill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ha några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goda morötter?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Endast 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guldmynt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per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morot!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Förvaring av värde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Utbytesmedel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Kontoenhet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Penningtryckning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Köpkraft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Förlorat förtroende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Valutakollaps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Högre inflation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Rekonstruktion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"Vi är hungriga!"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Antal bitcoins i omlopp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Monetär skapelse per block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Block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(tusentals)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År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Bitcoins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(miljoner)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fler gruvarbetare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fler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mindre tid x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större svårigheter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färre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min/block </a:t>
            </a:r>
            <a:r>
              <a:rPr sz="1100">
                <a:solidFill>
                  <a:srgbClr val="FFFFFF"/>
                </a:solidFill>
                <a:latin typeface="IBM Plex Sans"/>
              </a:rPr>
              <a:t>igen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Bitcoin-adress: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1-av-2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Hög risk för stöld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Låg risk för stöld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Hög risk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för stöld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Låg risk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för stöld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Single-sig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Förvarade plånböcker/börser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3-av-5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2-av-3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Miniscript-plånbok (med tidslås)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2-av-2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Single-sig med lösenfras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Jag håller </a:t>
            </a:r>
            <a:r>
              <a:rPr sz="1200">
                <a:latin typeface="IBM Plex Sans"/>
              </a:rPr>
              <a:t>på att </a:t>
            </a:r>
            <a:r>
              <a:rPr sz="1200">
                <a:latin typeface="IBM Plex Sans"/>
              </a:rPr>
              <a:t>förbereda en </a:t>
            </a:r>
            <a:r>
              <a:rPr sz="1200" lang="fr-FR">
                <a:latin typeface="IBM Plex Sans"/>
              </a:rPr>
              <a:t>arvsplan för </a:t>
            </a:r>
            <a:r>
              <a:rPr sz="1200">
                <a:latin typeface="IBM Plex Sans"/>
              </a:rPr>
              <a:t>mina barnbarn!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Källa: Nakamoto, S. (2008, 31 oktober). "Bitcoin P2P e-cash paper",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Ett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elektroniskt peer-to-peer-system för kontanter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Block (Block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utvunnet av Satoshi Nakamoto den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3 januari 2009. Se: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3 januari). Kansler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på randen av andra räddningsaktion för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banker. The Times (London), s.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11 januari). Att köra bitcoin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 maj). Pizza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för bitcoins?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Satoshi Nakamoto staty [Staty].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Graphisoft Park, Budapest, Ungern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" av </a:t>
            </a:r>
            <a:r>
              <a:rPr sz="1000" b="0" i="1" lang="fr-FR">
                <a:latin typeface="IBM Plex Sans"/>
              </a:rPr>
              <a:t>Valentina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från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Schweiz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Transaktion: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Olika exempel på bitcoin-nod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Världsomspännande distribution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av </a:t>
            </a:r>
            <a:r>
              <a:rPr sz="1200" i="1" u="none" lang="fr-FR">
                <a:latin typeface="IBM Plex Sans"/>
              </a:rPr>
              <a:t>Bitcoin-noder.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fler gruvarbetare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fler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mindre tid x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större svårigheter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färre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min/block </a:t>
            </a:r>
            <a:r>
              <a:rPr sz="1100">
                <a:solidFill>
                  <a:srgbClr val="FFFFFF"/>
                </a:solidFill>
                <a:latin typeface="IBM Plex Sans"/>
              </a:rPr>
              <a:t>igen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bitmain S9 gruvarbetare av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&amp; en gruvanläggning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Total hashfrekvens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Total hashfrekvens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Marknadspris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År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 / 1 kvarter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dagar / 1000 block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tid/block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Samordnad attack som leder till seger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Okoordinerad attack leder till nederlag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Förrädare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Förrädare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Förrädare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Förrädare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En S9-miner omvandlad till en hemvärmare. projektet "Attakaï" av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Gratis pengar,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det är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fantastiskt !!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Tack så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mycket!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Vänta! Var får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du alla de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där pengarna ifrån?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Sakta ner!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Skojar du? Det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här är vansinne!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Gatukonst i Paris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Standardavvikelse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av daglig </a:t>
            </a:r>
            <a:r>
              <a:rPr sz="1400">
                <a:solidFill>
                  <a:schemeClr val="bg1"/>
                </a:solidFill>
                <a:latin typeface="IBM Plex Sans"/>
              </a:rPr>
              <a:t>avkastning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60-dagars volatilitetsindex för Bitcoin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År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Volatilitet i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Volatilitet för guld/USD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Volatilitet EUR/USD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DET ÄR </a:t>
            </a:r>
            <a:r>
              <a:rPr sz="900" b="1">
                <a:latin typeface="IBM Plex Sans"/>
              </a:rPr>
              <a:t>EN BUBBLA.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DET ÄR </a:t>
            </a:r>
            <a:r>
              <a:rPr sz="900" b="1">
                <a:latin typeface="IBM Plex Sans"/>
              </a:rPr>
              <a:t>EN BUBBLA.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DET ÄR </a:t>
            </a:r>
            <a:r>
              <a:rPr sz="700" b="1">
                <a:latin typeface="IBM Plex Sans"/>
              </a:rPr>
              <a:t>EN BUBBLA.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DET ÄR </a:t>
            </a:r>
            <a:r>
              <a:rPr sz="900" b="1">
                <a:latin typeface="IBM Plex Sans"/>
              </a:rPr>
              <a:t>EN BUBBLA.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BTCmap-handlare som accepterar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Köpmän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Anställda arbetare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Företagare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Cirkulär ekonomi </a:t>
            </a:r>
            <a:r>
              <a:rPr sz="1400">
                <a:solidFill>
                  <a:srgbClr val="E39C17"/>
                </a:solidFill>
                <a:latin typeface="IBM Plex Sans"/>
              </a:rPr>
              <a:t>i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Donationer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Hyperbitcoinisering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Start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Innovatörer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Tidiga användare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Tidig </a:t>
            </a:r>
            <a:r>
              <a:rPr sz="900">
                <a:solidFill>
                  <a:srgbClr val="FFFFFF"/>
                </a:solidFill>
                <a:latin typeface="IBM Plex Sans"/>
              </a:rPr>
              <a:t>majoritet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Följare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Senkomlingar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Marknadsandel Procent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Protokoll för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överföringskontroll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Användardatagramprotokoll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Protokoll för överföring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av e-post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Internetprotokoll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Protokoll för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filöverföring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Protokoll för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webbläsare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Krypto-grafisk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säkerhet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System för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domännamn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Pengar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Protokoll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Alice och Bobs kanalutbyten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Öppning av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LN-kanalen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Stängning av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LN-kanalen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Decentralisering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Säkerhet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Skalbarhet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Routing-hopp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Routing-nod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Kanalens status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vid öppnandet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Kanalens status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vid nedläggningen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Ingång till spel: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Konsultverksamhet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Frågor!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gör det också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möjligt för oss att göra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många saker på distans.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Skicka ett meddelande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till mig för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1 sat. Inget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mer spam!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