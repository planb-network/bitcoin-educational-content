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Uguhindura amabikini menshi cane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Ikigereranyo ca Bitcoin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Guhaguruka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Ivyuma vy'ubuhinga bwa none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Abahinguzi b'ibintu bishasha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Abavyakira mbere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Ivyinshi vya </a:t>
            </a:r>
            <a:r>
              <a:rPr sz="900">
                <a:solidFill>
                  <a:srgbClr val="FFFFFF"/>
                </a:solidFill>
                <a:latin typeface="IBM Plex Sans"/>
              </a:rPr>
              <a:t>kera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Abakurikira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Abaje bacerewe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Ijanisha ry'umugabane w'isoko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Ikinyamakuru c’Imirongo. (1993, Gitugutu/Kamena).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Abagarariji bafise Imvo (Ibanga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ryawe). Ivyuma,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Gitugutu, T. C.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 Ikete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ry’abanyagihugu b’abanyagihugu.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JP (1996).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Itangazo ry’Ukwikukira kw’Ikibanza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co kuri Internet.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Huze,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Ikete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ry’Umunyacypherpunk.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Inkomoko y’ishusho: cliffr2,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 n’Iterambere ry’Abanyabwenge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b’Ivyuma (Igishushanyo).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Ndashaka kugura ikara yawe </a:t>
            </a:r>
            <a:r>
              <a:rPr sz="1600" lang="fr-FR">
                <a:latin typeface="IBM Plex Sans"/>
              </a:rPr>
              <a:t>ku nzahabu. Hanyuma, woshobora </a:t>
            </a:r>
            <a:r>
              <a:rPr sz="1600">
                <a:latin typeface="IBM Plex Sans"/>
              </a:rPr>
              <a:t>kuzigama iyo nzahabu </a:t>
            </a:r>
            <a:r>
              <a:rPr sz="1600" lang="fr-FR">
                <a:latin typeface="IBM Plex Sans"/>
              </a:rPr>
              <a:t>nk’ububiko bw’agaciro bw’ibintu </a:t>
            </a:r>
            <a:r>
              <a:rPr sz="1600">
                <a:latin typeface="IBM Plex Sans"/>
              </a:rPr>
              <a:t>vyo muri kazoza.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Nizigiye ko hari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uwushaka guhindura ikara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yanje imbere y’uko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ibora. Kumbure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noshobora kubihindura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inzahabu, itazokwonona!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Ni nde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ashaka ivyamwa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vyiza? Igipande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c’inzahabu 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gusa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ku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karoti!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Ububiko bw'agaciro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Uburyo bwo guhanahana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Igice ca konti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Gucapura amafranga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Ubushobozi bwo kugura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Gutakaza icizigiro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Ifaranga ryarasenyutse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Ukwiyongera kw'ibiciro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Gusubira kwubaka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“Turashonje!”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Umubare w'ama bitcoins ariko arakoreshwa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Irema ry'amahera ku bubiko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Amabuye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(ibihumbi)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Imyaka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Amafaranga y'amafaranga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(amamiliyoni)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Abacukuzi benshi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ayandi mabuye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umwanya muto x ububiko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ingorane nyinshi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amabuye make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Iminota 10/ububiko </a:t>
            </a:r>
            <a:r>
              <a:rPr sz="1100">
                <a:solidFill>
                  <a:srgbClr val="FFFFFF"/>
                </a:solidFill>
                <a:latin typeface="IBM Plex Sans"/>
              </a:rPr>
              <a:t>kandi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itandukaniro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Aderesi ya Bitcoin: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1-ku-2 Ibimenyetso vyinshi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Ingorane nyinshi z'ubusuma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Ivyago vy'ubusuma bike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Ingorane nyinshi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z'ubusuma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Ivyago vy'ubusuma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bike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Ikimenyetso kimwe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Amasakoshi y'ububiko/uguhinduranya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3-ku-5 Ibimenyetso vyinshi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2-kuri-3 Ibimenyetso vyinshi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Igikapu c'inyandiko (gifise ibifungurwa vy'igihe)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2-kuri-2 Ibimenyetso vyinshi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Ikimenyetso kimwe n'ijambobanga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Ndiko ndategura </a:t>
            </a:r>
            <a:r>
              <a:rPr sz="1200">
                <a:latin typeface="IBM Plex Sans"/>
              </a:rPr>
              <a:t>umugambi w’iragi </a:t>
            </a:r>
            <a:r>
              <a:rPr sz="1200">
                <a:latin typeface="IBM Plex Sans"/>
              </a:rPr>
              <a:t>ry’abana </a:t>
            </a:r>
            <a:r>
              <a:rPr sz="1200" lang="fr-FR">
                <a:latin typeface="IBM Plex Sans"/>
              </a:rPr>
              <a:t>banje </a:t>
            </a:r>
            <a:r>
              <a:rPr sz="1200">
                <a:latin typeface="IBM Plex Sans"/>
              </a:rPr>
              <a:t>b’abuzukuru!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Inkomoko: Nakamoto, S. (2008, 31 Gitugutu). "Impapuro z'amahera y'ubuhinga bwa none za Bitcoin P2P," Urutonde rw'amakuru y'ubuhinga bwa none.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Uburyo bwo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gukoresha amahera y'ubuhinga bwa none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Itanguriro Igipande (Igipande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cacukuwe na Satoshi Nakamoto ku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wa 3 Mukakaro 2009. Raba: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Igitabu ca Times. (2009, ku wa 3 Mukakaro).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Chancelier ari ku ruhande rw’ugufasha amabanki ubwa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kabiri. Ikinyamakuru Times (i Londres), rup.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[@igice c'igice]. (2009, ku wa 11 Mukakaro). Gukoresha amafaranga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[Umuhungu]. (2010, ku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wa 18 Rusama). Pizza y’amahera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y’ibiceri? Ibiganiro vya Bitcoin.org.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na Gilly, T. (2021).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Igishushanyo ca Satoshi Nakamoto [Igishushanyo]. Ibarabara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ry'ibishushanyo, i Budapest, muri Hongiriya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« Satoshi Nakamoto »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yanditswe na Valentina Picozzi </a:t>
            </a:r>
            <a:r>
              <a:rPr sz="1000" b="0" i="1" lang="fr-FR">
                <a:latin typeface="IBM Plex Sans"/>
              </a:rPr>
              <a:t>wo mu nzu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y’ibishushanyo y’i Satoshi.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mu Busuwisi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Gucuruza: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Akarorero gatandukanye k'uruzitiro rwa bitcoin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Gukwiragiza kw’isi yose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ama Nodes </a:t>
            </a:r>
            <a:r>
              <a:rPr sz="1200" i="1" u="none" lang="fr-FR">
                <a:latin typeface="IBM Plex Sans"/>
              </a:rPr>
              <a:t>ya Bitcoin.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Abacukuzi benshi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ayandi mabuye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umwanya muto x ububiko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ingorane nyinshi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amabuye make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Iminota 10/ububiko </a:t>
            </a:r>
            <a:r>
              <a:rPr sz="1100">
                <a:solidFill>
                  <a:srgbClr val="FFFFFF"/>
                </a:solidFill>
                <a:latin typeface="IBM Plex Sans"/>
              </a:rPr>
              <a:t>kandi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itandukaniro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bitmain S9 umucukuzi wa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 n'ikigo c'ubucukuzi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Igitigiri cose c'ama Hash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Igitigiri cose ca Hash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Igiciro c'isoko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Umwaka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Iminota 10 / igice 1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Iminsi 7 / amabuye 1000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umwanya/amabuye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Igitero gihujwe kijana ku ntsinzi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Igitero kitahujwe kijana mu gutsindwa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Umuhemu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Umuhemu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Umuhemu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Umuhemu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Umucukuzi w’amabuye y’agaciro S9 yahindutse nk’igikoresho co gushusha inzu. Umugambi wa ‘Attakaï’ wa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Amahera y’ubuntu,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ivyo n’ibitangaje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!!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Murakoze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cane!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Rindira! None ayo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mahera yose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uyakura hehe?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Gabanya buhoro!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Uriko urantwenga? Ivyo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ni ubusazi!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Ubuhinga bwo mw'ibarabara i Paris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Gukevya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y'ibisubizo vya </a:t>
            </a:r>
            <a:r>
              <a:rPr sz="1400">
                <a:solidFill>
                  <a:schemeClr val="bg1"/>
                </a:solidFill>
                <a:latin typeface="IBM Plex Sans"/>
              </a:rPr>
              <a:t>misi yose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Index y'iminsi 60 y'uguhinduka kw'ibintu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Umwaka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Uguhinduka kwa BTC/USD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Inzahabu/Amerika y'Amerika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EUR/USD Uguhinduka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N’IKIBUMBANO.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N’IKIBUMBANO.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N’IKIBUMBANO. </a:t>
            </a:r>
            <a:r>
              <a:rPr sz="700" b="1">
                <a:latin typeface="IBM Plex Sans"/>
              </a:rPr>
              <a:t/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N’IKIBUMBANO.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Umucuruzi wa BTCmap yemera 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Abacuruzi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Abakozi bahembwa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Abanyamigambi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Ubutunzi buzunguruka </a:t>
            </a:r>
            <a:r>
              <a:rPr sz="1400">
                <a:solidFill>
                  <a:srgbClr val="E39C17"/>
                </a:solidFill>
                <a:latin typeface="IBM Plex Sans"/>
              </a:rPr>
              <a:t>muri 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Intererano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Uguhindura amabikini menshi cane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Ikigereranyo ca Bitcoin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Guhaguruka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Ivyuma vy'ubuhinga bwa none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Abahinguzi b'ibintu bishasha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Abavyakira mbere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Ivyinshi vya </a:t>
            </a:r>
            <a:r>
              <a:rPr sz="900">
                <a:solidFill>
                  <a:srgbClr val="FFFFFF"/>
                </a:solidFill>
                <a:latin typeface="IBM Plex Sans"/>
              </a:rPr>
              <a:t>kera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Abakurikira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Abaje bacerewe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Ijanisha ry'umugabane w'isoko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Porotokole y'ubugenzuzi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bw'ugutanga amakuru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Porotokole y'amakuru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y'ukoresha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Amasezerano yo gutanga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ubutumwa kuri imeyili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Amasezerano ya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interineti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Porotokole yo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kwimurira dosiye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Porotokole y'umucukumbuzi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w'urubuga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Umutekano w'ibishushanyo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vy'ibanga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Sisitemu y'izina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ry'indangarubuga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Amafaranga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y'amasezerano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Alice na Bob barahanahana amakuru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Ugufungura umurongo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wa 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Ugufunga umurongo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wa 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Kwegera ubutegetsi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Umutekano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Ugushobora gukwiragizwa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Guhindura inzira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Urudodo rw'inzira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Uko umurongo uri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ku gufungura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Uko umurongo uri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ku gufunga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Injira y'umukino: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Impanuro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Ibibazo!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Umushahara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Network nayo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iratuma dukora ibintu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vyinshi turi kure.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Nzoherereze ubutumwa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ku 1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sat. Nta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yindi spam!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