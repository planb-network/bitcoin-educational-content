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හයිපර්බිට්කොයිනීකරණය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බිට්කොයින් ප්‍රමිතිය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ඉහළ යාම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සයිෆර්පන්ක්ස්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නව්‍යෝගීන්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ආරම්භක භාවිතා කරන්නන්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ආරම්භක </a:t>
            </a:r>
            <a:r>
              <a:rPr sz="900">
                <a:solidFill>
                  <a:srgbClr val="FFFFFF"/>
                </a:solidFill>
                <a:latin typeface="IBM Plex Sans"/>
              </a:rPr>
              <a:t>බහුතරය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අනුගාමිකයන්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පැමිණීම් ප්‍රමාද වූ අය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පොළවල් කොටස ප්‍රතිශතය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වයර්ඩ් මාගසීන්. (1993, මැයි/ජූනි).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හේතුවක් ඇති විරෝධීන් (ඔබගේ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පෞද්ගලිකත්වය). වයර්ඩ්,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මේ, ටී. සී.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ක්‍රිප්ටෝ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ඇනර්කිස්ට් මැණිෆෙස්ටෝ.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බාර්ලෝ, ජේ. පී.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සයිබර්ස්පේස් නිදහස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පිළිබඳ ප්‍රකාශයක්.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හියුස්, ඊ.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සයිෆර්පන්ක්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මැණිෆෙස්ටෝ.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පින්තූර මූලාශ්‍රය: cliffr2,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 සහ Cypherpunks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හි උද්ධමනය (ඉන්ෆෝග්‍රැෆික්).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මට ඔබගේ ගජු කුඩු </a:t>
            </a:r>
            <a:r>
              <a:rPr sz="1600" lang="fr-FR">
                <a:latin typeface="IBM Plex Sans"/>
              </a:rPr>
              <a:t>රන් වලට මිලදී ගන්න </a:t>
            </a:r>
            <a:r>
              <a:rPr sz="1600">
                <a:latin typeface="IBM Plex Sans"/>
              </a:rPr>
              <a:t>ඕනෑ. එවිට, ඔබට අනාගත </a:t>
            </a:r>
            <a:r>
              <a:rPr sz="1600" lang="fr-FR">
                <a:latin typeface="IBM Plex Sans"/>
              </a:rPr>
              <a:t>භාණ්ඩ සඳහා වටිනාකමක් ලෙස </a:t>
            </a:r>
            <a:r>
              <a:rPr sz="1600">
                <a:latin typeface="IBM Plex Sans"/>
              </a:rPr>
              <a:t>රන් තබා ගන්න පුළුවන්.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මට හිතෙනවා කෙනෙක් මගේ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ගජු කුඩු හාරාගන්න ඕනෑම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වේලාවක් තිබේ. මට හිතෙනවා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මම ඒවා රන්ට හුවමාරු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කරන්න පුළුවන්, ඒක කවදාවත්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සීතල නොවනු ඇත!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කොහොමද හොඳ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කැරට් කිහිපයක්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අවශ්‍යද? කැරට්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එකක් සඳහා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පමණක්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රුපියල්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1ක්!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අගය සංග්‍රහය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වෙනස්කම් හුවමාරු මාධ්‍ය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ගිණුම් ඒකකය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මුදල් මුද්‍රණය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මිලදී ගැනීමේ බලය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විශ්වාසය අහිමි වීම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මුදල් පත්ලය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ඉහළ මිල ඉහළ යෑම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نوو නිර්මාණය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“අපි බඩගින්නෙ!”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සංචාරයේ ඇති බිට්කොයින් ගණන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බ්ලොක් එකකට මුදල් නිර්මාණය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බ්ලොක්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(හजार)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වසර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බිට්කොයින්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(මිලියන)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වැඩි මැණික්කරුවන්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වැඩි බ්ලොක්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අඩු කාලය x බ්ලොක්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වැඩි අපහසුතාවයක්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අඩු බ්ලොක්.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මිනිත්තු/බ්ලොක් </a:t>
            </a:r>
            <a:r>
              <a:rPr sz="1100">
                <a:solidFill>
                  <a:srgbClr val="FFFFFF"/>
                </a:solidFill>
                <a:latin typeface="IBM Plex Sans"/>
              </a:rPr>
              <a:t>යළි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විශාලත්වය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බිට්කොයින් ලිපිනය: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1-අති-2 බහුසත්‍ය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ඉහළ සොරකම් අවදානමක්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අඩු සොරකම් අවදානමක්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අධික සොරකම්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අවදානමක්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අඩු සොරකම්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අවදානමක්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එකලකුණු-sig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කස්ටෝඩියල් බෑග්/සුවිසල්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3-of-5 බහුඅත්සන්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2-of-3 බහුඅත්සන්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මින්නිස්ක්‍රිප්ට් වොලට් (කාල සීමා සමඟ)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2-අවස්ථා 2-අයුක්ත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පැමිණිලි පදයක් සමඟ එක්-අත්සන්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මම මගේ </a:t>
            </a:r>
            <a:r>
              <a:rPr sz="1200">
                <a:latin typeface="IBM Plex Sans"/>
              </a:rPr>
              <a:t>නාමිකයන්ට උරුම </a:t>
            </a:r>
            <a:r>
              <a:rPr sz="1200">
                <a:latin typeface="IBM Plex Sans"/>
              </a:rPr>
              <a:t>සැලැස්මක් සකස් </a:t>
            </a:r>
            <a:r>
              <a:rPr sz="1200" lang="fr-FR">
                <a:latin typeface="IBM Plex Sans"/>
              </a:rPr>
              <a:t>කරමින් </a:t>
            </a:r>
            <a:r>
              <a:rPr sz="1200">
                <a:latin typeface="IBM Plex Sans"/>
              </a:rPr>
              <a:t>සිටිමි!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නකමෝටෝ, එස්. (2008, ඔක්තෝබර් 31). "බිට්කොයින් P2P ඊ-මුදල් ලිපිය," ක්‍රිප්ටෝග්‍රාෆි ඡේදන ලැයිස්තුව.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නාකමෝටෝ, එස්. (2008). බිට්කොයින්: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පීර්-ටු-පීර් ඉලෙක්ට්‍රොනික මුදල් පද්ධතිය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බිට්කොයින් ජෙනසිස් බ්ලොක් (බ්ලොක් 0), 2009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ජනවාරි 3 වන දින සතෝෂි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නකමෝටෝ විසින් මයින් කරනු ලැබීය.</a:t>
            </a:r>
            <a:endParaRPr sz="1400" i="1">
              <a:latin typeface="IBM Plex Sans"/>
              <a:cs typeface="IBM Plex Sans"/>
            </a:endParaRPr>
          </a:p>
          <a:p>
            <a:pPr algn="ctr"/>
            <a:r>
              <a:rPr sz="1000" b="0" i="1" u="none">
                <a:solidFill>
                  <a:srgbClr val="000000"/>
                </a:solidFill>
                <a:latin typeface="IBM Plex Sans"/>
              </a:rPr>
              <a:t>බලන්න: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https://www.blockchain.com/explorer/blocks/btc/0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ද ටයිම්ස්. (2009, ජනවාරි 3). බැංකු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සඳහා දෙවන ආධාරය ලබා දීමට සභාපතියා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සූදානම්. ද ටයිම්ස් (ලන්ඩන්), පි.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ජනවාරි 11). බිට්කොයින් ධාවනය [Tweet]. ට්විටර්.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හනිසෙක්ස්, එල්. [ලස්සෝ].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මැයි 18). බිට්කොයින්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සඳහා පිට්සාක්ද?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ගෙර්ගෙලි, ආර්., &amp; ගිලි, ටී.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සතෝෂි නකමොටෝ පූජා [පූජා].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ග්‍රැෆිසොෆ්ට් පාර්ක්, බුඩාපෙෂ්ට්, හංගරිය.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« සතෝෂි නකමෝටෝ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» - වාලෙන්ටිනා </a:t>
            </a:r>
            <a:r>
              <a:rPr sz="1000" b="0" i="1" lang="fr-FR">
                <a:latin typeface="IBM Plex Sans"/>
              </a:rPr>
              <a:t>පිකොසි -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සතෝෂි ගැලරිය,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ලුගානෝ, ස්විට්සර්ලන්තය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ලේඛනය: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බිට්කොයින් නෝඩ් එකේ විවිධ උදාහරණ.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ලෝකයේ බිට්කොයින්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නෝඩ්ස් </a:t>
            </a:r>
            <a:r>
              <a:rPr sz="1200" i="1" u="none" lang="fr-FR">
                <a:latin typeface="IBM Plex Sans"/>
              </a:rPr>
              <a:t>බෙදාහැරීම.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වැඩි මැණික්කරුවන්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වැඩි බ්ලොක්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අඩු කාලය x බ්ලොක්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වැඩි අපහසුතා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අඩු බ්ලොක්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මිනිත්තු/බ්ලොක් </a:t>
            </a:r>
            <a:r>
              <a:rPr sz="1100">
                <a:solidFill>
                  <a:srgbClr val="FFFFFF"/>
                </a:solidFill>
                <a:latin typeface="IBM Plex Sans"/>
              </a:rPr>
              <a:t>යළි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විශම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බිට්මයින් S9 මයිනර් බිට්මන්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විසින් සහ මයිනින් පහසුකමක්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මුළු හෑෂ් අනුපාතය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මුළු හැෂ් අනුපාතය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අලෙවියෙන් මිල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වසර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හැෂ්රේට්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මිනිත්තු / 1 බ්ලොක්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දින / 1000 බ්ලොක්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කාලය/බ්ලොක්ස්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සංවිධානය කළ ප්‍රහාරයක් ජයග්‍රහණයට නායකත්වය දෙනවා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අසමතුලිත ප්‍රහාරයක් නිසා පරාජය වෙයි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දෝෂකයා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දෝෂකයා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දෝෂකයා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දෝෂකයා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S9 මයිනර් එකක් නිවසේ උණුසුම් කරන උපකරණයක් ලෙස පරිවර්තනය කරන ලදී. 'Attakaï' ව්‍යාපෘතිය DecouvreBitcoin විසින්.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නිදහස් මුදල්,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ඒක අතිශය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අතිශය අමුතුයි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!! ඔබට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බොහෝම ස්තූතියි!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ආපසු! ඔයාට එම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සියලු මුදල්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කොහෙද ලැබෙන්නේ?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මන්දගාමී වන්න!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ඔබ මට විහිළුවක්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කරනවාද? මෙය අසංවේදීයි!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පැරිසියේ වීථි කලා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දිනපතා ආපසු ලැබීම් වල සාමාන්‍ය විචලනය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60-දින බිට්කොයින් අස්ථිරතා දර්ශකය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අවුරුද්ද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අස්ථිරතාව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සොවියර්/USD අස්ථිරතාව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 අස්ථිරතාව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එය </a:t>
            </a:r>
            <a:r>
              <a:rPr sz="900" b="1">
                <a:latin typeface="IBM Plex Sans"/>
              </a:rPr>
              <a:t>බුබුලයක්.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එය </a:t>
            </a:r>
            <a:r>
              <a:rPr sz="900" b="1">
                <a:latin typeface="IBM Plex Sans"/>
              </a:rPr>
              <a:t>බුබුලයකි.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එය </a:t>
            </a:r>
            <a:r>
              <a:rPr sz="700" b="1">
                <a:latin typeface="IBM Plex Sans"/>
              </a:rPr>
              <a:t>බුබුලක්.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එය </a:t>
            </a:r>
            <a:r>
              <a:rPr sz="900" b="1">
                <a:latin typeface="IBM Plex Sans"/>
              </a:rPr>
              <a:t>බුබුලයකි.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BTCmap වෙළඳසැල් බිට්කොයින් පිළිගනී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වෙළඳකරුවන්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වැටුප්කරුවන්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ව්‍යවසායීන්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BTC හි </a:t>
            </a:r>
            <a:r>
              <a:rPr sz="1400">
                <a:solidFill>
                  <a:srgbClr val="E39C17"/>
                </a:solidFill>
                <a:latin typeface="IBM Plex Sans"/>
              </a:rPr>
              <a:t>වෘත්තීය ආර්ථිකය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අරමුදල්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හයිපර්බිට්කොයිනීකරණය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බිට්කොයින් ප්‍රමිතිය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ඉදිරියට යාම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සයිෆර්පන්ක්ස්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නව්‍යෝගීන්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ආරම්භක භාවිතාකරුවන්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ආරම්භක </a:t>
            </a:r>
            <a:r>
              <a:rPr sz="900">
                <a:solidFill>
                  <a:srgbClr val="FFFFFF"/>
                </a:solidFill>
                <a:latin typeface="IBM Plex Sans"/>
              </a:rPr>
              <a:t>බහුතරය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අනුගාමිකයින්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පැමිණිලි කාලය අසමත් වූ අය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වෙළඳපොළ කොටස ප්‍රතිශතය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අයිපී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 (ඩිඑන්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ප්‍රවාහ පාලන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ප්‍රොටෝකෝලය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පරිශීලක ඩාටාග්‍රෑම්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ප්‍රොටෝකෝලය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ඊ-මේල් ප්‍රවාහන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ප්‍රොටෝකෝලය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අන්තර්ජාල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ප්‍රොටෝකෝලය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ගොනු මාරු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ප්‍රොටෝකෝලය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වෙබ් බ්‍රවුසරය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ප්‍රොටෝකෝලය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ක්‍රිප්ටෝ-ග්‍රාෆික්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ආරක්ෂාව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ඩොමේන් නාමය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පද්ධතිය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මුදල්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ප්‍රොටෝකෝලය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ආලීස් සහ බොබ්ගේ නාලිකා හුවමාරු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චැනල්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ආරම්භය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චැනල්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සමාවීම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අධිකාරිමය විකේන්ද්‍රණය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ආරක්ෂාව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ස්කේලබිලිටි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මාර්ගය හප්ස්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මාර්ගය සම්බන්ධ නෝඩ්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නාලිකාවේ තත්වය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ආරම්භයේදී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චැනල් තත්වය සමීප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වසා දැමීමේදී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ක්‍රීඩාව </a:t>
            </a:r>
            <a:r>
              <a:rPr b="0">
                <a:solidFill>
                  <a:srgbClr val="000000"/>
                </a:solidFill>
                <a:latin typeface="IBM Plex Sans"/>
              </a:rPr>
              <a:t/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l"/>
            <a:r>
              <a:rPr b="1">
                <a:solidFill>
                  <a:srgbClr val="000000"/>
                </a:solidFill>
                <a:latin typeface="IBM Plex Sans"/>
              </a:rPr>
              <a:t>ආදානය: 500 </a:t>
            </a:r>
            <a:r>
              <a:rPr b="0">
                <a:solidFill>
                  <a:srgbClr val="000000"/>
                </a:solidFill>
                <a:latin typeface="IBM Plex Sans"/>
              </a:rPr>
              <a:t>සෑට්ස්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සංවාදක සේවා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ප්‍රශ්න!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ප්‍රිමියම්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ලයිටනින්ග් ජාලය අපට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දුරස්ථයෙන් බොහෝ දේ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කිරීමටද ඉඩ සලසයි.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මට 1 සෑට්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එකක් සඳහා පණිවිඩයක්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යවන්න. වැඩි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ස්පෑම් නොවේ!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