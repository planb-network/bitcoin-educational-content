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Iperbitcoinizzazione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Decollo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 primi adottatori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Maggioranza </a:t>
            </a:r>
            <a:r>
              <a:rPr sz="900">
                <a:solidFill>
                  <a:srgbClr val="FFFFFF"/>
                </a:solidFill>
                <a:latin typeface="IBM Plex Sans"/>
              </a:rPr>
              <a:t>iniziale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Seguaci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 ritardatari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Percentuale di mercato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Rivista Wired. (1993, maggio/giugno). Ribelli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con una causa (la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vostra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Il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 cripto-anarchico.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Una dichiarazione di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indipendenza del cyberspazio.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Un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 cypherpunk.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Fonte: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 l'ascesa dei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cypherpunk (infografica).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Voglio comprare le vostre carote </a:t>
            </a:r>
            <a:r>
              <a:rPr sz="1600" lang="fr-FR">
                <a:latin typeface="IBM Plex Sans"/>
              </a:rPr>
              <a:t>in cambio di oro. In </a:t>
            </a:r>
            <a:r>
              <a:rPr sz="1600">
                <a:latin typeface="IBM Plex Sans"/>
              </a:rPr>
              <a:t>questo modo, potrete conservare l'oro </a:t>
            </a:r>
            <a:r>
              <a:rPr sz="1600" lang="fr-FR">
                <a:latin typeface="IBM Plex Sans"/>
              </a:rPr>
              <a:t>come riserva di valore </a:t>
            </a:r>
            <a:r>
              <a:rPr sz="1600">
                <a:latin typeface="IBM Plex Sans"/>
              </a:rPr>
              <a:t>per i beni futuri.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Spero che qualcuno voglia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barattare le mie carote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prima che marciscano.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Forse posso scambiarle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con oro, che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non si rovina!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Chi vuole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delle buone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carote? Solo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pezzo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d'oro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carota!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Negozio di valore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Mezzo di scambio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Unità di conto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Stampa monetaria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Potere d'acquisto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Perdita di fiducia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Crollo della valuta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Inflazione più alta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Ricostruzione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"Abbiamo fame!"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Numero di bitcoin in circolazione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Creazione monetaria per blocco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Blocchi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(migliaia)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Anni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(milioni)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più minatori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altri blocchi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 tempo x blocco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maggiori difficoltà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 blocchi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ancora 10 minuti </a:t>
            </a:r>
            <a:r>
              <a:rPr sz="1100">
                <a:solidFill>
                  <a:srgbClr val="FFFFFF"/>
                </a:solidFill>
                <a:latin typeface="IBM Plex Sans"/>
              </a:rPr>
              <a:t>per blocco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Indirizzo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di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Alto rischio di furto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Basso rischio di furto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Alto rischio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di furto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Basso rischio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di furto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Singolo sigillo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Portafogli/scambi di custodia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di 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di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Portafoglio Miniscript (con orologi)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di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 con passphrase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Sto preparando </a:t>
            </a:r>
            <a:r>
              <a:rPr sz="1200">
                <a:latin typeface="IBM Plex Sans"/>
              </a:rPr>
              <a:t>un piano </a:t>
            </a:r>
            <a:r>
              <a:rPr sz="1200">
                <a:latin typeface="IBM Plex Sans"/>
              </a:rPr>
              <a:t>di eredità </a:t>
            </a:r>
            <a:r>
              <a:rPr sz="1200" lang="fr-FR">
                <a:latin typeface="IBM Plex Sans"/>
              </a:rPr>
              <a:t>per i </a:t>
            </a:r>
            <a:r>
              <a:rPr sz="1200">
                <a:latin typeface="IBM Plex Sans"/>
              </a:rPr>
              <a:t>miei nipoti!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Fonte: Nakamoto, S. (2008, 31 ottobre).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un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sistema di contanti elettronici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(Blocco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estratto da Satoshi Nakamoto il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 gennaio 2009. Vedi: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Il Times. (2009, 3 gennaio). Il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Cancelliere sull'orlo del secondo salvataggio delle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banche. The Times (Londra),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gennaio). Esecuzione di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maggio). Pizza in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cambio di bitcoin?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Statua di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[Statua]. Parco Graphisoft, Budapest, Ungheria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Nakamoto" di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da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Svizzera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Transazione: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Vari esempi di nodo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Distribuzione mondiale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di nodi </a:t>
            </a:r>
            <a:r>
              <a:rPr sz="1200" i="1" u="none" lang="fr-FR">
                <a:latin typeface="IBM Plex Sans"/>
              </a:rPr>
              <a:t>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più minatori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altri blocchi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 tempo x blocco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maggiori difficoltà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 blocchi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di nuovo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minuti per blocco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di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e una struttura di mining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Velocità di hash totale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Tasso di hash totale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Prezzo di mercato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Anno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isolato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giorni / 1000 blocchi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tempo/blocchi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 attacco coordinato che porta alla vittoria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 attacco scoordinato che porta alla sconfitta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Traditore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Traditore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Traditore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Traditore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Un miner S9 trasformato in riscaldamento domestico. progetto 'Attakaï' di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Soldi gratis,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è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incredibile!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Grazie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mille!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Aspetta! Da dove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prendi tutti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quei soldi?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Rallenta!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Mi prendi in giro?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È una follia!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Arte di strada a Parigi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Deviazione standard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dei rendimenti </a:t>
            </a:r>
            <a:r>
              <a:rPr sz="1400">
                <a:solidFill>
                  <a:schemeClr val="bg1"/>
                </a:solidFill>
                <a:latin typeface="IBM Plex Sans"/>
              </a:rPr>
              <a:t>giornalieri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indice di volatilità del Bitcoin a 60 giorni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Anno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Volatilità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Volatilità oro/USD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Volatilità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È UNA </a:t>
            </a:r>
            <a:r>
              <a:rPr sz="900" b="1">
                <a:latin typeface="IBM Plex Sans"/>
              </a:rPr>
              <a:t>BOLLA.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È UNA </a:t>
            </a:r>
            <a:r>
              <a:rPr sz="900" b="1">
                <a:latin typeface="IBM Plex Sans"/>
              </a:rPr>
              <a:t>BOLLA.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È UNA </a:t>
            </a:r>
            <a:r>
              <a:rPr sz="700" b="1">
                <a:latin typeface="IBM Plex Sans"/>
              </a:rPr>
              <a:t>BOLLA.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È UNA </a:t>
            </a:r>
            <a:r>
              <a:rPr sz="900" b="1">
                <a:latin typeface="IBM Plex Sans"/>
              </a:rPr>
              <a:t>BOLLA.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Commerciante BTCmap che accetta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Commercianti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Lavoratori dipendenti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Imprenditori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Economia circolare </a:t>
            </a:r>
            <a:r>
              <a:rPr sz="1400">
                <a:solidFill>
                  <a:srgbClr val="E39C17"/>
                </a:solidFill>
                <a:latin typeface="IBM Plex Sans"/>
              </a:rPr>
              <a:t>in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Donazioni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Iperbitcoinizzazione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Decollo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 primi adottatori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Maggioranza </a:t>
            </a:r>
            <a:r>
              <a:rPr sz="900">
                <a:solidFill>
                  <a:srgbClr val="FFFFFF"/>
                </a:solidFill>
                <a:latin typeface="IBM Plex Sans"/>
              </a:rPr>
              <a:t>iniziale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Seguaci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 ritardatari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Percentuale di mercato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Protocollo di controllo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della trasmissione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Protocollo User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Datagram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Protocollo di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trasmissione e-mail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Protocollo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Protocollo di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trasferimento file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Protocollo del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browser 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Sicurezza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crittografica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Sistema dei nomi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di dominio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Protocollo sul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denaro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Gli scambi di canale di Alice e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Apertura del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canale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Chiusura del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canale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Decentramento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Sicurezza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Scalabilità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Salti di instradamento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Nodo di instradamento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Stato del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canale all'apertura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Stato del canale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alla chiusura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Iscrizione al gioco: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Consulenza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Domande!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Premio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ci permette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anche di fare molte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cose da remoto.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Inviami un messaggio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per 1 sat.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Basta con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lo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