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Bitcoin-standardi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Lentoonlähtö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Innovaattorit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Varhaiset omaksujat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Varhainen </a:t>
            </a:r>
            <a:r>
              <a:rPr sz="900">
                <a:solidFill>
                  <a:srgbClr val="FFFFFF"/>
                </a:solidFill>
                <a:latin typeface="IBM Plex Sans"/>
              </a:rPr>
              <a:t>enemmistö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Seuraajat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Myöhästyjät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Markkinaosuus Prosenttiosuus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toukokuu/kesäkuu).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Rebels with a Cause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(Your Privacy).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C. (1988).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Kryptoanarkistinen manifesti.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Julistus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kyberavaruuden itsenäisyydestä.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Cypherpunk's Manifesto.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Kuvalähde: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Haluan ostaa porkkanasi </a:t>
            </a:r>
            <a:r>
              <a:rPr sz="1600" lang="fr-FR">
                <a:latin typeface="IBM Plex Sans"/>
              </a:rPr>
              <a:t>kullasta. Sitten voisit </a:t>
            </a:r>
            <a:r>
              <a:rPr sz="1600">
                <a:latin typeface="IBM Plex Sans"/>
              </a:rPr>
              <a:t>pitää kullan </a:t>
            </a:r>
            <a:r>
              <a:rPr sz="1600" lang="fr-FR">
                <a:latin typeface="IBM Plex Sans"/>
              </a:rPr>
              <a:t>tulevien tavaroiden </a:t>
            </a:r>
            <a:r>
              <a:rPr sz="1600">
                <a:latin typeface="IBM Plex Sans"/>
              </a:rPr>
              <a:t>arvon säilyttäjänä.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Toivottavasti joku haluaa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vaihtaa porkkanani ennen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kuin ne mätänevät.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Ehkä voin vaihtaa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ne kultaan, joka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ei pilaannu!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Kuka haluaa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hyviä porkkanoita?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Vain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kultakivi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porkkana!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Arvojen säilytyspaikka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Vaihtoväline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Laskentayksikkö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Rahapainatus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Ostovoima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Luottamuksen menetys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Valuutan romahtaminen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Korkeampi inflaatio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Jälleenrakentaminen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"Meillä on nälkä!"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Liikkeessä olevien bitcoinien määrä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Rahan luominen lohkoa kohti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Lohkot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(tuhansia)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Vuodet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Bitcoineja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(miljoonaa)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lisää kaivostyöläisiä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lisää lohkoja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vähemmän aikaa x lohko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enemmän vaikeuksia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vähemmän lohkoja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min/lohko </a:t>
            </a:r>
            <a:r>
              <a:rPr sz="1100">
                <a:solidFill>
                  <a:srgbClr val="FFFFFF"/>
                </a:solidFill>
                <a:latin typeface="IBM Plex Sans"/>
              </a:rPr>
              <a:t>jälleen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Bitcoin-osoite: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Korkea varkausriski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Alhainen varkausriski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Korkea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varkausriski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Alhainen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varkausriski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Säilytettävät lompakot/vaihtojärjestelmät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3-of-5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Miniscript-lompakko (aikamittareilla)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Yksilöllinen tunnistus salasanalla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Valmistelen </a:t>
            </a:r>
            <a:r>
              <a:rPr sz="1200">
                <a:latin typeface="IBM Plex Sans"/>
              </a:rPr>
              <a:t>perintösuunnitelmaa </a:t>
            </a:r>
            <a:r>
              <a:rPr sz="1200">
                <a:latin typeface="IBM Plex Sans"/>
              </a:rPr>
              <a:t>lapsenlapsilleni! </a:t>
            </a:r>
            <a:r>
              <a:rPr sz="1200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Lähde: Nakamoto, S. (2008, 31. lokakuuta 2008). 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Vertaisvertainen sähköinen rahajärjestelmä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(lohko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jonka Satoshi Nakamoto louhi 3.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tammikuuta 2009. Katso: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3. tammikuuta 2009).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Liittokansleri toisen pankkien pelastuspaketin partaalla.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(Lontoo), s.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January 11). Bitcoinin käyttäminen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(2010, 18. toukokuuta).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Pizza bitcoineista?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Nakamoton patsas [Statue].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Budapest, Unkari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by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from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Sveitsi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Tapahtuma: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Erilaisia esimerkkejä bitcoin solmun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Bitcoin-solmujen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maailmanlaajuinen </a:t>
            </a:r>
            <a:r>
              <a:rPr sz="1200" i="1" u="none" lang="fr-FR">
                <a:latin typeface="IBM Plex Sans"/>
              </a:rPr>
              <a:t>jakelu.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lisää kaivostyöläisiä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lisää lohkoja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vähemmän aikaa x lohko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enemmän vaikeuksia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vähemmän lohkoja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min/lohko </a:t>
            </a:r>
            <a:r>
              <a:rPr sz="1100">
                <a:solidFill>
                  <a:srgbClr val="FFFFFF"/>
                </a:solidFill>
                <a:latin typeface="IBM Plex Sans"/>
              </a:rPr>
              <a:t>jälleen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bitmanin Bitmain S9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-kaivoslaite &amp; kaivoslaitos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Kokonaishaasausnopeus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Yhteensä Hash Rate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Markkinahinta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Vuosi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kortteli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päivää / 1000 lohkoa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aika/lohkot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Koordinoitu hyökkäys johtaa voittoon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Koordinoimaton hyökkäys johtaa tappioon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Petturi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Petturi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Petturi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Petturi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Kotilämmittimeksi muutettu S9-kaivosmies. 'Attakaï'-projekti, jonka on toteuttanut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Ilmaista rahaa,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se on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uskomatonta!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Kiitos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paljon!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Odota! Mistä sinä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saat kaikki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nuo rahat?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Hidastakaa!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Pilailetko? Tämä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on hullua!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Katutaidetta Pariisissa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Keskihajonta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päivittäisten </a:t>
            </a:r>
            <a:r>
              <a:rPr sz="1400">
                <a:solidFill>
                  <a:schemeClr val="bg1"/>
                </a:solidFill>
                <a:latin typeface="IBM Plex Sans"/>
              </a:rPr>
              <a:t>tuottojen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 päivän Bitcoin Volatiliteetti-indeksi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Vuosi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volatiliteetti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Kulta/USD volatiliteetti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volatiliteetti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SE ON </a:t>
            </a:r>
            <a:r>
              <a:rPr sz="900" b="1">
                <a:latin typeface="IBM Plex Sans"/>
              </a:rPr>
              <a:t>PALLO.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SE ON </a:t>
            </a:r>
            <a:r>
              <a:rPr sz="900" b="1">
                <a:latin typeface="IBM Plex Sans"/>
              </a:rPr>
              <a:t>PALLO.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SE ON </a:t>
            </a:r>
            <a:r>
              <a:rPr sz="700" b="1">
                <a:latin typeface="IBM Plex Sans"/>
              </a:rPr>
              <a:t>PALLO.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SE ON </a:t>
            </a:r>
            <a:r>
              <a:rPr sz="900" b="1">
                <a:latin typeface="IBM Plex Sans"/>
              </a:rPr>
              <a:t>PALLO.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Bitcoinia hyväksyvä BTCmap-kauppias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Kauppiaat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Palkansaajat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Yrittäjät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Kiertotalous </a:t>
            </a:r>
            <a:r>
              <a:rPr sz="1400">
                <a:solidFill>
                  <a:srgbClr val="E39C17"/>
                </a:solidFill>
                <a:latin typeface="IBM Plex Sans"/>
              </a:rPr>
              <a:t>BTC:ssä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Lahjoitukset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Bitcoin-standardi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Lentoonlähtö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Innovaattorit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Varhaiset omaksujat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Varhainen </a:t>
            </a:r>
            <a:r>
              <a:rPr sz="900">
                <a:solidFill>
                  <a:srgbClr val="FFFFFF"/>
                </a:solidFill>
                <a:latin typeface="IBM Plex Sans"/>
              </a:rPr>
              <a:t>enemmistö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Seuraajat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Myöhästyjät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Markkinaosuus Prosenttiosuus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Siirronohjausprotokolla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User Datagram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Sähköpostin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lähetysprotokolla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Internet-protokolla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Tiedostonsiirtoprotokolla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Web-selaimen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protokolla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Kryptografinen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turvallisuus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Verkkotunnusjärjestelmä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Rahapöytäkirja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Alicen ja Bobin kanavavaihdot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LN-kanavan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avaaminen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LN-kanavan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sulkeminen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Hajauttaminen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Turvallisuus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Skaalautuvuus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Reititys hyppyreitä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Reitityssolmu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Kanavan tila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avaamisen yhteydessä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Kanavan tila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sulkemisvaiheessa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Pelin merkintä: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satsia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Konsultointi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Kysymyksiä!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Networkin avulla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voimme myös tehdä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monia asioita etänä.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Lähetä minulle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viesti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 Ei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enää roskapostia!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