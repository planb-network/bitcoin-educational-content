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Hiperbitcoinizasyon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Standardı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Kalkış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Yenilikçiler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Erken benimseyenler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Erken </a:t>
            </a:r>
            <a:r>
              <a:rPr sz="900">
                <a:solidFill>
                  <a:srgbClr val="FFFFFF"/>
                </a:solidFill>
                <a:latin typeface="IBM Plex Sans"/>
              </a:rPr>
              <a:t>çoğunluk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Takipçiler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Geç Kalanlar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Pazar Payı Yüzdesi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Dergisi. (1993, Mayıs/Haziran).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Davası Olan Asiler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(Gizliliğiniz).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Kripto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Anarşist Manifesto.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Siber Uzayın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Bağımsızlığı Bildirgesi.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Bir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 Manifestosu.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Resim kaynağı: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ve Cypherpunks'ın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Yükselişi (İnfografik).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Havuçlarınızı altın karşılığında satın </a:t>
            </a:r>
            <a:r>
              <a:rPr sz="1600" lang="fr-FR">
                <a:latin typeface="IBM Plex Sans"/>
              </a:rPr>
              <a:t>almak istiyorum. O zaman </a:t>
            </a:r>
            <a:r>
              <a:rPr sz="1600">
                <a:latin typeface="IBM Plex Sans"/>
              </a:rPr>
              <a:t>altını gelecekteki mallar </a:t>
            </a:r>
            <a:r>
              <a:rPr sz="1600" lang="fr-FR">
                <a:latin typeface="IBM Plex Sans"/>
              </a:rPr>
              <a:t>için bir değer </a:t>
            </a:r>
            <a:r>
              <a:rPr sz="1600">
                <a:latin typeface="IBM Plex Sans"/>
              </a:rPr>
              <a:t>deposu olarak saklayabilirsiniz.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Umarım biri havuçlarımı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çürümeden takas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etmek ister.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Belki onları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bozulmayacak altınla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takas edebilirim!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Kim iyi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havuç ister?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Havuç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başına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sadece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altın!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Değer deposu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Değişim aracı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Hesap birimi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Parasal baskı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Satın alma gücü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Güven kaybı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Para birimi çöküşü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Daha yüksek enflasyon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Yeniden Yapılanma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"Acıktık!"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Dolaşımdaki bitcoin sayısı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Blok başına parasal yaratım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Bloklar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(bin)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Yıllar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Bitcoinler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(milyon)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fazla madenci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fazla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az zaman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fazla zorluk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az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dakika/blok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tekrar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 adresi: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Yüksek Hırsızlık 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Düşük Hırsızlık 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Yüksek Hırsızlık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Düşük Hırsızlık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Riski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Saklama cüzdanları/borsaları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3-of-5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 cüzdan (zaman kilitli)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Parola ile tek imzalı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Torunlarım için </a:t>
            </a:r>
            <a:r>
              <a:rPr sz="1200">
                <a:latin typeface="IBM Plex Sans"/>
              </a:rPr>
              <a:t>bir </a:t>
            </a:r>
            <a:r>
              <a:rPr sz="1200">
                <a:latin typeface="IBM Plex Sans"/>
              </a:rPr>
              <a:t>miras </a:t>
            </a:r>
            <a:r>
              <a:rPr sz="1200" lang="fr-FR">
                <a:latin typeface="IBM Plex Sans"/>
              </a:rPr>
              <a:t>planı </a:t>
            </a:r>
            <a:r>
              <a:rPr sz="1200">
                <a:latin typeface="IBM Plex Sans"/>
              </a:rPr>
              <a:t>hazırlıyorum!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Kaynak: Nakamoto, S. (2008, 31 Ekim).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Eşler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Arası Elektronik Nakit Sistemi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Bloğu (Blok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3 Ocak 2009 tarihinde Satoshi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Nakamoto tarafından kazılmıştır. Bkz: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 Ocak). Şansölye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bankalar için ikinci kurtarma paketinin eşiğinde.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(Londra), s.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Ocak 11). Bitcoin'i çalıştırmak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Mayıs 18). Bitcoins için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pizza mı?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 heykeli [Heykel].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Budapeşte, Macaristan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 "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tarafından Satoshigallery'den.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İsviçre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İşlem: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Çeşitli bitcoin düğümü örnekleri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Bitcoin Düğümlerinin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dünya çapında </a:t>
            </a:r>
            <a:r>
              <a:rPr sz="1200" i="1" u="none" lang="fr-FR">
                <a:latin typeface="IBM Plex Sans"/>
              </a:rPr>
              <a:t>dağıtımı.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fazla madenci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fazla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az zaman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fazla zorluk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daha az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dakika/blok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tekrar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tarafından bitmain S9 madenci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ve bir madencilik tesisi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Toplam Hash Oranı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Toplam Hash Oranı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Piyasa Fiyatı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Yıl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dakika / 1 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gün / 1000 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zaman/bloklar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Zafere Götüren Koordineli Saldırı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Koordinasyonsuz Saldırı Yenilgiye Yol Açtı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Hain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Hain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Hain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Hain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Bir S9 madencisi ev ısıtıcısına dönüştürüldü. decouvreBitcoin tarafından 'Attakaï' projesi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Bedava para,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bu inanılmaz!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Çok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teşekkür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ederim!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Bekle! Bu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kadar parayı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nereden buluyorsun?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Yavaşla biraz!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Şaka mı yapıyorsun?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Bu delilik!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Paris'te sokak sanatı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Standart Sapma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günlük </a:t>
            </a:r>
            <a:r>
              <a:rPr sz="1400">
                <a:solidFill>
                  <a:schemeClr val="bg1"/>
                </a:solidFill>
                <a:latin typeface="IBM Plex Sans"/>
              </a:rPr>
              <a:t>getirilerin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 Günlük Bitcoin Volatilite Endeksi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Yıl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Volatilitesi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Altın/USD Volatilitesi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Volatilitesi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BU BIR </a:t>
            </a:r>
            <a:r>
              <a:rPr sz="900" b="1">
                <a:latin typeface="IBM Plex Sans"/>
              </a:rPr>
              <a:t>KABARCIK.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BU BIR </a:t>
            </a:r>
            <a:r>
              <a:rPr sz="900" b="1">
                <a:latin typeface="IBM Plex Sans"/>
              </a:rPr>
              <a:t>KABARCIK.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BU BIR </a:t>
            </a:r>
            <a:r>
              <a:rPr sz="700" b="1">
                <a:latin typeface="IBM Plex Sans"/>
              </a:rPr>
              <a:t>KABARCIK.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BU BIR </a:t>
            </a:r>
            <a:r>
              <a:rPr sz="900" b="1">
                <a:latin typeface="IBM Plex Sans"/>
              </a:rPr>
              <a:t>KABARCIK.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Bitcoin kabul eden BTCmap satıcısı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Tüccarlar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Maaşlı çalışanlar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Girişimciler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BTC'de Döngüsel </a:t>
            </a:r>
            <a:r>
              <a:rPr sz="1400">
                <a:solidFill>
                  <a:srgbClr val="E39C17"/>
                </a:solidFill>
                <a:latin typeface="IBM Plex Sans"/>
              </a:rPr>
              <a:t>Ekonomi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Bağışlar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Hiperbitcoinizasyon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Standardı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Kalkış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Yenilikçiler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Erken benimseyenler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Erken </a:t>
            </a:r>
            <a:r>
              <a:rPr sz="900">
                <a:solidFill>
                  <a:srgbClr val="FFFFFF"/>
                </a:solidFill>
                <a:latin typeface="IBM Plex Sans"/>
              </a:rPr>
              <a:t>çoğunluk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Takipçiler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Geç Kalanlar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Pazar Payı Yüzdesi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İletim Kontrol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Protokolü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Kullanıcı Datagram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Protokolü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E-posta İletim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Protokolü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İnternet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Protokolü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Dosya Aktarım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Protokolü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 Tarayıcı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Protokolü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Kripto-grafik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Güvenliği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Alan Adı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Sistemi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Para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Protokolü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 ve Bob'un kanal değişimleri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Kanal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Açılışı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Kanal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Kapatma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Adem-i Merkeziyetçilik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Güvenlik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Ölçeklenebilirlik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Yönlendirme atlamaları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Yönlendirme Düğümü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Açılıştaki kanal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durumu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Kapanıştaki kanal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durumu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Oyun Girişi: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Danışmanlık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Sorular!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ayrıca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birçok şeyi uzaktan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yapmamızı sağlıyor.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Bana 1 sat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için mesaj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gönderin. Artık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spam yok!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