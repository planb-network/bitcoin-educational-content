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poufności systemu bankowego: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prywatności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Odpowiednik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Publiczny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Tożsamości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Publiczny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Tożsamość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Wspólna własność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Słowo międzynarodowe :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Sats </a:t>
            </a:r>
            <a:r>
              <a:rPr lang="en-US"/>
              <a:t>lub </a:t>
            </a:r>
            <a:r>
              <a:rPr lang="fr-FR"/>
              <a:t>satoshis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Charlesa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Boba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Davida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Emmy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Konto bankowe klienta: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Konto bankowe Baker: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Transakcja </a:t>
            </a:r>
            <a:r>
              <a:rPr>
                <a:latin typeface="IBM Plex Sans"/>
              </a:rPr>
              <a:t>Bitcoin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wykorzystywane do wydatków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utworzone dla odbiorców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Umożliwia podpisanie w celu spełnienia wymagań skryptu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Tworzony jest skrypt blokujący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Klucz publiczny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Klucz prywatny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Portfel Bitcoin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210 000 satów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Transakcja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100 000 satów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110 000 satów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Skrypt jest spełniony, aby wydać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Nowe UTXO utworzone i zablokowane za pomocą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nowe skrypty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wyjścia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Alice jest wydawane na zaspokojenie płatności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jest tworzone, aby zapłacić piekarzowi za chleb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Zmiana UTXO powraca do portfela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łączy 2 UTXO w dane wejściowe, aby zaspokoić potrzeby związane z płatnościami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jest tworzone, aby zapłacić piekarzowi za chleb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Zmiana UTXO powraca do portfela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 jest wydawane na zaspokojenie płatności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jest tworzone, aby zapłacić piekarzowi za chleb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Zmiana UTXO powraca do portfela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Opłata transakcyjna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Nagroda za blok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Coinbase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Dotacja blokowa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Opłaty transakcyjne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poufności systemu bankowego: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Odpowiednik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Publiczny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Tożsamości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Klient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Baker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Sąsiad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Bankier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poufności systemu bankowego: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prywatności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Odpowiednik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Publiczny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Tożsamości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Publiczny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Transakcje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Tożsamości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Sąsiad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Klient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Baker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Monitorowanie blockchain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Cechy identyfikacyjne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Odejmowanie hipotez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 Peer-to-Peer Electronic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Cash System, Sekcja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Prywatność. Dostępne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pod adresem: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wyjścia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wyjścia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Prosta płatność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Zamiatanie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Konsolidacja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Konsolidacja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Wydatki pogrupowane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Transakcja oparta na współpracy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należące do śledzonego użytkownika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Który wynik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reprezentuje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zmianę?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Ponowne użycie adresu wewnętrznego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Ponowne wykorzystanie wersjonowania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Płatności w zaokrągleniu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200 000 satów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Płatności w zaokrągleniu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Największa produkcja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Wspólny właściciel wszystkich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 Peer-to-Peer Electronic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Cash System, Sekcja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Prywatność. Dostępne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pod adresem: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Wspólny nadawca dla wszystkich transakcji?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Heurystyka posiadania wspólnych danych wejściowych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 Peer-to-Peer Electronic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Cash System, Sekcja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Prywatność. Dostępne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pod adresem: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Loïc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Transakcja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ScriptSig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ScriptPubKey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Zmodyfikowany klucz publiczny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Klasyczny klucz publiczny wydatków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Merkle Root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scenariusz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scenariusz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skrypt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scenariusz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 Peer-to-Peer Electronic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Cash System, Sekcja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Prywatność. Dostępne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pod adresem: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Wspólny właściciel wszystkich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Ponowne użycie adresu wewnętrznego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królik satoshi pizza matematyka uśmiech dolina jajko fortepian wakacje jesień hello hill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Zmiana na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zakup sofy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Wypłata z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Płatność dla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klienta David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Zakup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komputera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Zakup P2P od Charlesa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Portfel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Etykiety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Zakup P2P od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Płatność na rzecz klienta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Zmiana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na zakup sofy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Wypłata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z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Płatność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klienta David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Zakup komputera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Zakup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od Charlesa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Portfel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Etykiety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zakup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od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Płatność na rzecz klienta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Transakcja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Transakcja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Transakcja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Transakcja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Średnie wydatki w sat/vB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 poufności systemu bankowego: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 prywatności Bitcoin: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Odpowiednik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Publiczny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Transakcje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Tożsamości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Publiczny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Transakcje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Tożsamości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Emmy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Charlesa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Boba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Davida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Emmy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Franka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Franka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Ewa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Grace's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Grace's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Grace's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wejście + zaślepione wyjście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wejście + zaślepione wyjście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podpis niewidomego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wejście + zaślepione wyjście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podpis niewidomego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wejście + zaślepione wyjście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podpis niewidomego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niezaślepione wyjście + podpis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wejście + zaślepione wyjście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podpis niewidomego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niezaślepione wyjście + podpis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transakcja bez znaku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wejście + zaślepione wyjście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podpis niewidomego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niezaślepione wyjście + podpis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transakcja bez znaku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podpis transakcji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Zerolink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premiks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post-mix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coinjoins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portfel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CIOH!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Wasabi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Wabisabi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Przychodzące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Przychodzące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Mieszane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Mieszane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Mieszane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Mieszane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Mieszane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Klucz główny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Typ monety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Konta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Łańcuchy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używane dla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cykli coinjoin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Koszty wydobycia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Wyrównane UTXO gotowe do mieszania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Zmiana toksyczności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Opłaty za usługi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Mix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postmix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premiks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CIOH!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Sparrow &amp; </a:t>
            </a:r>
            <a:r>
              <a:rPr sz="1600" i="1" lang="fr-FR">
                <a:latin typeface="IBM Plex Sans"/>
              </a:rPr>
              <a:t>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przed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po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Cykle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Analityk wie, że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to UTXO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Analityk chce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znaleźć to UTXO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przed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po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Cykle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Analityk wie, że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to UTXO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Analityk chce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znaleźć to UTXO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przed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Cykle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Analityk wie, że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to UTXO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Analityk ma do czynienia z grupą UTXO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które mogą pasować do wyszukiwania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Prawdopodobne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MIESZANE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Mix #1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MIESZANE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Mix #2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Mix #3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Forward Anonset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przed coinjoin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Cykle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Analityk ma do czynienia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z grupą UTXO, która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może być źródłem</a:t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źródło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źródło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Prawdopodobne źródło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źródło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źródło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UTXO po coinjoin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Cykle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Analityk wie,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że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>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 Genesis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Mix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Mix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Mix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Mix #N-1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źródło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źródło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źródło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źródło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Prawdopodobne źródło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UTXO po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Cykle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źródeł...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TX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Payjoin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wejścia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wyjścia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Błąd!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Kwota płatności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Błąd!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Rzeczywista wypłata 4000 sat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Boba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Boba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Boba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Boba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>
                <a:latin typeface="IBM Plex Sans"/>
              </a:rPr>
              <a:t>Charlesa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Boba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Charlesa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Charlesa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Charlesa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Charlesa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Charlesa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Boba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Charlesa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Charlesa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Charlesa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Boba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Charlesa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Charlesa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wejścia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wyjścia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Boba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Charlesa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Emitent przeprowadza 4 transakcje na rzecz Oneel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Emitent przeprowadza wobec siebie 4 transakcje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Ostatnia transakcja jest używana do opłacenia końcowego odbiorcy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To już nie oni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Są moimi klientami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Prawdopodobnie to znowu oni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Czy nadal są moimi klientami?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Coinjoin nie pochodzi od mojego klienta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Wymieniony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Wymieniony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PORTFEL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PORTFEL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PORTFEL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PORTFEL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PORTFEL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PORTFEL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PORTFEL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Kod płatności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Klucz główny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Typ monety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Konta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Kanały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zewnętrzny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wewnętrzny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zewnętrzny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wewnętrzny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Zarezerwowane do wykorzystania w przyszłości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Kod łańcucha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Klucz publiczny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Pole bitowe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Parzystość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Wersja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Suma kontrolna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Prefiks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Wymiana przez niezabezpieczoną sieć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Wspólny sekret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Wspólny kolor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Sekretne kolory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Wymiana publiczna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Sekretne kolory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Wspólny sekret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Powiadomienie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Transakcja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"Witam! Oto mój kod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płatności. Będę wysyłać płatności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za pomocą BIP47"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Klasyczny model prywatności Bitcoina: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Model poufności kodów płatności BIP47: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 płatności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prywatne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publiczne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Klucz publiczny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Klucz prywatny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Klucz główny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 płatności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publiczne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prywatne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Klucz publiczny dziecka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Powiadomienie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Powiadomienie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transakcja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Zaszyfrowany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kod płatności</a:t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Wspólny sekret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Wspólne sekrety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Wyprowadzanie kluczy podrzędnych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Transakcja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Wyznaczanie adresu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Punkt G na krzywej eliptycznej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Klucz prywatny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Klucz publiczny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Boba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Klucz prywatny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Klucz prywatny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Boba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Klucz publiczny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Klucz prywatny Boba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Wspólny sekret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Niezabezpieczona transmisja publiczna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Wspólny sekret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Klucz publiczny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Klucz publiczny Boba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Adres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prywatne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publiczne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Kod płatności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publiczne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prywatne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 powiadomienia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Transakcja powiadomienia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Szyfrowany kod płatności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Wspólne sekrety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Klucz publiczny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Kod płatności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Wspólny sekret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Klucz główny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Klucz publiczny dziecka 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Klucz prywatny dziecka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Identyfikator </a:t>
            </a:r>
            <a:r>
              <a:rPr sz="2000" b="1" i="1">
                <a:latin typeface="IBM Plex Sans"/>
              </a:rPr>
              <a:t>powiadomienia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Identyfikator klucza publicznego </a:t>
            </a:r>
            <a:r>
              <a:rPr sz="2000" b="1" i="1">
                <a:latin typeface="IBM Plex Sans"/>
              </a:rPr>
              <a:t>pierwszego wejścia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identyfikator </a:t>
            </a:r>
            <a:r>
              <a:rPr sz="2000" b="1" i="1">
                <a:latin typeface="IBM Plex Sans"/>
              </a:rPr>
              <a:t>"OP_RETURN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Kod płatności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prywatne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publiczne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Inny klucz publiczny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Inny klucz prywatny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Klucz główny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Inny adres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Kod płatności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publiczne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Płatność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 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Pierwsza płatność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na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>BIP47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Wspólne sekrety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Wyprowadzanie kluczy podrzędnych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Transakcja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Dodawanie punktów na krzywych eliptycznych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Wyznaczanie adresu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 powiadomienia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 płatności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prywatne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publiczne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Klucz główny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 płatności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publiczne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prywatne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 płatności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Wspólne sekrety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Wyprowadzanie kluczy podrzędnych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Transakcja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Dodawanie punktów na krzywych eliptycznych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Wyznaczanie adresu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 powiadomienia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Inny klucz publiczny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Inny klucz prywatny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Inny adres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 płatności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Druga płatność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 płatności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prywatne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publiczne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 płatności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publiczne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prywatne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 płatności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Wyprowadzanie kluczy podrzędnych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Wywiedzenie klucza publicznego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 powiadomienia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 płatności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Klucz główny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Wspólne sekrety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Dodawanie punktów na krzywych eliptycznych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Wyznaczanie adresu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Punkt G na krzywej eliptycznej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Klucz prywatny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Klucz publiczny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Klucz publiczny Boba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Klucz prywatny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Klucz publiczny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Klucz prywatny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Boba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Klucz publiczny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Klucz prywatny Boba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Wspólny sekret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Niezabezpieczona transmisja publiczna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Wspólny sekret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Klucz publiczny Alice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Sekret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Odcięta sekretu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Tajny skrót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Punkt G na krzywej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Klucz publiczny Boba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Publiczny klucz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płatności BIP47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klucz płatności</a:t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Klucz prywatny Boba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Prywatny klucz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płatności BIP47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klucz płatności</a:t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 płatności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prywatne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publiczne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Kod płatności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publiczne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Klucze prywatne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Inny klucz publiczny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Inny adres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Pierwszy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zwrot kosztów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Wspólne sekrety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Wyprowadzanie kluczy podrzędnych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Transakcja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Dodawanie punktów na krzywych eliptycznych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Wyznaczanie adresu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Powiadomienie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Klucz główny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Inny klucz prywatny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Zmodyfikowany klucz publiczny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Klucz publiczny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płatności klasycznych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Merkle Root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scenariusz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scenariusz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skrypt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scenariusz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Transakcja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wejścia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wyjścia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Zmiana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