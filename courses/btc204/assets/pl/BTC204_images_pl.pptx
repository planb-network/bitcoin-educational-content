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poufności systemu bankowego: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prywatności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Odpowiednik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Tożsamości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Tożsamość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Wspólna własność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Słowo międzynarodowe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Konto bankowe klienta: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Konto bankowe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Transakcja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wykorzystywane do wydatków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utworzone dla odbiorców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Umożliwia podpisanie w celu spełnienia wymagań skryptu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Tworzony jest skrypt blokujący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Klucz publiczny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Klucz prywatny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Portfel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Transakcja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Skrypt jest spełniony, aby wydać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Nowe UTXO utworzone i zablokowane za pomocą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nowe skrypty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Alice jest wydawane na zaspokojenie płatności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jest tworzone, aby zapłacić piekarzowi za chleb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Zmiana UTXO powraca do portfela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łączy 2 UTXO w dane wejściowe, aby zaspokoić potrzeby związane z płatnościami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jest tworzone, aby zapłacić piekarzowi za chleb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Zmiana UTXO powraca do portfela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Alice jest wydawane na zaspokojenie płatności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jest tworzone, aby zapłacić piekarzowi za chleb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Zmiana UTXO powraca do portfela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Opłata transakcyjna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poufności systemu bankowego: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Odpowiednik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Tożsamości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Klient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Sąsiad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Bankier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poufności systemu bankowego: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prywatności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Odpowiednik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Tożsamości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Tożsamości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Sąsiad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Klient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Monitorowanie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wejścia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wyjścia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Cechy identyfikacyjne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Odejmowanie hipotez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Sekcja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Prywatność. Dostępne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pod adresem: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Prosta płatność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Zamiatanie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Konsolidacja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Płatność ratalna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Transakcja oparta na współpracy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należące do śledzonego użytkownika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Który wynik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reprezentuje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zmianę?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Ponowne użycie adresu wewnętrznego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Ponowne wykorzystanie wersjonowania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Płatności w zaokrągleniu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Płatności w zaokrągleniu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Największa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wydajność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Wspólny właściciel wszystkich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Sekcja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Prywatność. Dostępne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pod adresem: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Wspólny nadawca dla wszystkich transakcji?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Sekcja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Prywatność. Dostępne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pod adresem: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Klasyczny klucz publiczny wydatków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A Peer-to-Peer Electronic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Cash System, Sekcja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10: Prywatność. Dostępne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pod adresem: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Wspólny właściciel wszystkich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Ponowne użycie adresu wewnętrznego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królik satoshi pizza matematyka uśmiech dolina jajko fortepian wakacje jesień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Zmiana na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zakup sofy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Wypłata z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Płatność dla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klienta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Zakup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komputera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Zakup P2P od Charlesa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Portfel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Etykiety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Zakup P2P od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Płatność na rzecz klienta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Zmiana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na zakup sofy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Wypłata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Płatność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klienta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Zakup komputera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Zakup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od Charlesa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Portfel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Etykiety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zakup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od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Płatność na rzecz klienta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Średnie wydatki w sat/vB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poufności systemu bankowego: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prywatności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Odpowiednik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Tożsamości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Publiczny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Tożsamości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używane dla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cykli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Koszty wydobycia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Wyrównane UTXO gotowe do mieszania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Zmiana toksyczności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Opłaty za usługi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Analityk wie, że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to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Analityk chce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znaleźć to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Analityk wie, że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to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Analityk chce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znaleźć to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Analityk wie, że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to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Analityk ma do czynienia z grupą UTXO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które mogą pasować do wyszukiwania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Analityk ma do czynienia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z grupą UTXO, która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może być źródłem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Analityk wie,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że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Prawdopodobne źródło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źródeł...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Kwota płatności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Rzeczywista wypłata 4000 sat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Emitent przeprowadza wobec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siebie 4 transakcje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Emitent przeprowadza wobec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siebie 4 transakcje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Ostatnia transakcja jest używana do opłacenia końcowego odbiorcy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To już nie oni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Są moimi klientami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Prawdopodobnie to znowu oni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Czy nadal są moimi klientami?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nie pochodzi od mojego klienta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Wymieniony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Wymieniony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Zarezerwowane do wykorzystania w przyszłości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Kod łańcucha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Klucz publiczny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Pole bitowe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Parzystość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Wersja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Suma kontrolna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Prefiks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Wymiana przez niezabezpieczoną sieć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kolor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Sekretne kolory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Wymiana publiczna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Sekretne kolory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Powiadomienie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Transakcja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"Witam! Oto mój kod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płatności. Będę wysyłać płatności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za pomocą BIP47"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Klasyczny model prywatności Bitcoina: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poufności kodów płatności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na krzywej eliptycznej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prywatny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publiczny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prywatny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prywatny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prywatny 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Niezabezpieczona transmisja publiczna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Boba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Punkt G na krzywej eliptycznej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prywatny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prywatny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prywatny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publiczny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Klucz prywatny Boba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Niezabezpieczona transmisja publiczna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Wspólny sekret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Klucz publiczny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Sekret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Odcięta sekretu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Tajny skrót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Punkt G na krzywej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Klucz publiczny Boba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Klucz prywatny Boba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Klucz publiczny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płatności klasycznych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