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银行系统保密模式：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比特币隐私模式：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对口单位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公众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银行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公众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共同财产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国际词 ：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萨特 </a:t>
            </a:r>
            <a:r>
              <a:rPr lang="fr-FR"/>
              <a:t/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爱丽丝的UTXO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查尔斯的UTXO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鲍勃的UTXO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戴维的UTXO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艾玛的UTXO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客户的银行账户：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贝克的银行账户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比特币交易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用于支出的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为接收者创建的 UTXOs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它允许您签名以满足脚本的要求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创建一个脚本来锁定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公钥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私钥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比特币钱包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 个卫星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比特币交易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个卫星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 个卫星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脚本会满足UTXO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创建并锁定新的UTXO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新脚本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产出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爱丽丝的UTXO用于支付款项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创建 UTXO 以支付面包师的面包费用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变化的UTXO回到爱丽丝的钱包中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将 2 个 UTXO 合并为输入，以满足支付需求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创建 UTXO 以支付面包师的面包费用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变化的UTXO回到爱丽丝的钱包中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爱丽丝的UTXO用于支付款项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创建 UTXO 以支付面包师的面包费用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变化的UTXO回到爱丽丝的钱包中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交易费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区块奖励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整笔补贴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交易费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银行系统保密模式：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对口单位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公众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银行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客户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贝克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邻居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银行家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银行系统保密模式：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比特币隐私模式：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对口单位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公众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银行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公众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邻居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客户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贝克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区块链监测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功能识别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假设演绎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鲍勃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鲍勃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中本聪（Nakamoto, Satoshi.(2008).比特币：点对点电子现金系统》，第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节：隐私。可登录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查阅。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产出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产出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简单付款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清扫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合并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合并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爱丽丝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分组支出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合作交易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属于被跟踪用户的UTXO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哪个输出代表变化？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内部地址重用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版本重用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整数付款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200 000 个卫星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整数付款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最大的产出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所有UTXO的共同所有者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中本聪（Nakamoto, Satoshi.(2008).比特币：点对点电子现金系统》，第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节：隐私。可登录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查阅。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所有交易的共同发件人？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"序列"：0x00000834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"序列"：0x00000834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"序列"：0x00000834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共同输入所有权启发式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中本聪（Nakamoto, Satoshi.(2008).比特币：点对点电子现金系统》，第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节：隐私。可登录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查阅。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Loïc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交易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脚本签名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脚本密钥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经过调整的公开密钥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经典支出公共密钥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梅克尔根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脚本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脚本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脚本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脚本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中本聪（Nakamoto, Satoshi.(2008).比特币：点对点电子现金系统》，第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节：隐私。可登录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查阅。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所有UTXO的共同所有者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内部地址重用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兔子 聪聪 披萨 数学 微笑 山谷 鸡蛋 钢琴 假日 秋天 你好 小山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购买沙发的零钱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Exchange.com提款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客户大卫付款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购买电脑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通过 P2P 向 Charles 购买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钱包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标签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UTXO（UTXO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通过 P2P 向 Alice 购买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向客户戴维付款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无 KYC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 更改沙发购买方式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Exchange.com 取款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客户大卫付款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无 KYC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 计算机购买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无 KYC - 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从 Charles 购买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钱包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标签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UTXO（UTXO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无需 KYC -P2P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从 Alice 购买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向客户大卫付款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交易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交易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交易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交易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鲍勃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连接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鲍勃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平均支出（单位：瑞士法郎/瓦特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银行系统保密模式：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比特币隐私模式：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对口单位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公众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银行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身份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公众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交易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身份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连接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查尔斯的UTXO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鲍勃的UTXO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戴维的UTXO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艾玛的UTXO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查尔斯的UTXO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鲍勃的UTXO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戴维的UTXO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艾玛的UTXO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查尔斯的UTXO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鲍勃的UTXO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戴维的UTXO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弗兰克的UTXO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查尔斯的UTXO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鲍勃的UTXO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戴维的UTXO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弗兰克的UTXO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夏娃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马洛里的UTXO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格雷斯的UTXO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奥斯卡UTXO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维克多的UTXO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马洛里的UTXO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格雷斯的UTXO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奥斯卡UTXO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维克多的UTXO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马洛里的UTXO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格雷斯的UTXO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奥斯卡UTXO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维克多的UTXO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连接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输入 + 盲目输出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输入 + 盲目输出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盲签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输入 + 盲目输出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盲签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输入 + 盲目输出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盲签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非盲输出+签名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输入 + 盲目输出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盲签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非盲输出+签名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无符号交易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输入 + 盲目输出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盲签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非盲输出+签名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无符号交易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交易签名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格雷戈里-麦克斯韦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彼得-托德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预混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后期混合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投币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皮夹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CIOH！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山葵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鲍勃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传入UTXO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混音版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传入UTXO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混音版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混音版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混合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万能钥匙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目的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硬币类型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账户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链条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UTXO用于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硬币连接周期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采矿成本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均衡的UTXO可随时进行混合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毒性变化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服务费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混合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后混合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预混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>！</a:t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麻雀与萨莫拉 </a:t>
            </a:r>
            <a:r>
              <a:rPr sz="1600" i="1" lang="fr-FR">
                <a:latin typeface="IBM Plex Sans"/>
              </a:rPr>
              <a:t/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共同连接前的UTXO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共同连接后的UTXO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联接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循环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分析师知道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这个UTXO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分析师希望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找到这个UTXO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共同连接前的UTXO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共同连接后的UTXO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联接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循环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分析师知道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这个UTXO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分析师希望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找到这个UTXO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共同连接前的UTXO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联接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循环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分析师知道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这个UTXO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分析师面对的是一组UTXOs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可能符合搜索条件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可能的UTXO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混合 #1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混合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混合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混合 #3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转发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共同连接前的UTXO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联接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循环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分析师面对的是一组UTXO，它们可能是源头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可能的来源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可能的来源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可能的来源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可能的来源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可能的来源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共同连接后的UTXO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联接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循环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分析师知道这一点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UTXO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混音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UTXO（UTXO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混音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UTXO（UTXO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混音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UTXO（UTXO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联合创世纪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混合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混合编号 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混合编号 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混合编号 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可能的来源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可能的来源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可能的来源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可能的来源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可能的来源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共同连接后的UTXO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联接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循环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个来源...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德克萨斯州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鲍勃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鲍勃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Payjoin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投入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产出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鲍勃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错了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鲍勃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鲍勃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付款金额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错了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鲍勃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鲍勃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实际支付 4 000 萨特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石墙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鲍勃的UTXO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鲍勃的UTXO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鲍勃的UTXO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石墙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鲍勃的UTXO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石墙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查尔斯的UTXO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鲍勃的UTXO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查尔斯的UTXO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查尔斯的UTXO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查尔斯的UTXO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查尔斯的UTXO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石墙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查尔斯的UTXO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鲍勃的UTXO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查尔斯的UTXO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查尔斯的UTXO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石墙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查尔斯的UTXO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鲍勃的UTXO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查尔斯的UTXO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查尔斯的UTXO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石墙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投入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产出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鲍勃的UTXO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查尔斯的UTXO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爱丽丝的UTXO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德克萨斯州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连接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连接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发行人对 oneel 进行 4 次交易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发行人对自己进行 4 项交易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最后一笔交易用于向最终收款人付款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连接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连接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不再是他们了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他们是我的客户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连接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可能又是他们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他们还是我的客户吗？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硬币连接不是我的客户提供的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交换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交换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黑客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钱包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钱包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钱包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钱包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德克萨斯州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钱包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钱包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钱包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国际银行帐户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付款代码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万能钥匙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目的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硬币类型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账户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渠道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外部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国内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外部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国内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留待将来使用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链码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公钥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位域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奇偶校验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版本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校验和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前缀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通过不安全的网络进行交换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常见颜色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神秘色彩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公共交流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神秘色彩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通知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交易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"你好，这是我的支付密码。我将使用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BIP47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向您付款。"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比特币的经典隐私模式：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BIP47 支付代码的保密模式：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爱丽丝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付款代码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万能钥匙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鲍勃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付款代码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子公钥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地址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交易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加密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支付密码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共享秘密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子键派生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比特币交易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地址推导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椭圆曲线上的点 G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爱丽丝的私人密钥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鲍勃的公开密钥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爱丽丝的私人密钥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鲍勃的私人密钥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爱丽丝的公开密钥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鲍勃的私人密钥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无担保公共传输（比特币）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爱丽丝的公开密钥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鲍勃的公开密钥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爱丽丝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地址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付款代码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鲍勃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通知地址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通知交易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加密支付密码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公钥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付款代码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共享秘密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万能钥匙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子公开密钥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儿童私人密钥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通知标识符 </a:t>
            </a:r>
            <a:r>
              <a:rPr sz="2000" b="1" i="1"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第一个输入的公钥标识符 </a:t>
            </a:r>
            <a:r>
              <a:rPr sz="2000" b="1" i="1"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OP_RETURN </a:t>
            </a:r>
            <a:r>
              <a:rPr sz="2000" b="1" i="1">
                <a:latin typeface="IBM Plex Sans"/>
              </a:rPr>
              <a:t>"标识符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爱丽丝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付款代码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其他公钥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其他私人密钥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万能钥匙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其他地址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付款代码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付款方式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地址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第一笔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BIP47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付款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子密钥派生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比特币交易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椭圆曲线上的点相加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地址推导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通知地址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付款代码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万能钥匙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鲍勃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付款代码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付款地址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子密钥派生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比特币交易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椭圆曲线上的点相加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地址推导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通知地址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其他公钥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其他私人密钥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其他地址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付款地址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第二次付款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爱丽丝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付款代码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鲍勃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付款地址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子密钥派生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公钥推导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付款地址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万能钥匙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椭圆曲线上的点相加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地址推导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椭圆曲线上的点 G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爱丽丝的私人密钥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公钥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鲍勃的公开密钥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爱丽丝的私人密钥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公开密钥 鲍勃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鲍勃的私人密钥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爱丽丝的公开密钥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鲍勃的私人密钥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无担保公共传输（比特币）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爱丽丝的公开密钥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秘密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秘密的 Abscissa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秘密散列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曲线上的 G 点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鲍勃的公开密钥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公共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支付密钥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鲍勃的私人密钥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私有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支付密钥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爱丽丝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付款代码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地址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鲍勃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付款代码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私钥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其他公钥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其他地址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第一次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报销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共享秘密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子密钥派生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比特币交易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椭圆曲线上的点相加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地址推导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地址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万能钥匙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其他私人密钥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经过调整的公开密钥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经典支付公开密钥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/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梅克尔根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脚本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脚本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脚本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脚本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交易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投入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产出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改变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