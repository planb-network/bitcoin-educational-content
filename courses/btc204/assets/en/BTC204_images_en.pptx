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privacy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Common property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International word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or </a:t>
            </a:r>
            <a:r>
              <a:rPr lang="fr-FR"/>
              <a:t>satoshis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Alice’s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Charles’s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David’s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Emma’s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Customer’s bank account: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Baker’s bank account: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>
                <a:latin typeface="IBM Plex Sans"/>
              </a:rPr>
              <a:t>Transaction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used for spending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created for the recipients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It allows you to sign to satisfy the script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 script is created to lock 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Public Key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Private Key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Wallet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The script is satisfied to spend the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New UTXOs created and locked with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new scripts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Alice's UTXO is spent to satisfy the payment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 UTXO is created to pay the baker for bread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 change UTXO returns to Alice's wallet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merges 2 UTXOs into inputs to meet payment needs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 UTXO is created to pay the baker for bread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 change UTXO returns to Alice's wallet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Alice's UTXO is spent to satisfy the payment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 UTXO is created to pay the baker for bread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 change UTXO returns to Alice's wallet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Transaction fee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Block Reward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Block subsidy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Transaction fees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Customer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Neighbor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Banker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privacy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Neighbor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Customer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Blockchain monitoring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Features identification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Hypothesis deduction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Simple payment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Sweeping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Grouped expenditure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Collaborative 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belonging to the tracked user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Which output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represents the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change?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Internal address reuse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Reuse of versioning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Round number payments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Round number payments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The largest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Common owner of all the 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Common sender for all transactions?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“sequence”: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“sequence”: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“sequence”: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Common Input Ownership Heuristic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Tweaked public key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Classic spending public key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Merkle Root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Available at: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Common owner of all the 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Internal address reuse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rabbit satoshi pizza math smile valley egg piano holiday autumn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Change for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sofa purchase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withdrawal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Client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payment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Computer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purchase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Purchase from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Wallet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Labels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Purchase from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Payment to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Change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for sofa purchase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withdrawal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Client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payment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Computer purchase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Purchase from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Wallet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Purchase from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Payment to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Transaction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Transaction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Transaction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Transaction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Averagerage expenses in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Banking system confidentiality model: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 privacy model: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Identities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Emma’s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Emma’s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Frank’s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Grace‘s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Victor’s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blinded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blinded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blinded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blinded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unblinded output +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blinded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unblinded output +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unsigned 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input + blinded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unblinded output +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unsigned 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transaction signature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pre-mix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coinjoins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wallet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Incoming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Incoming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Mixed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Master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Purpose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Coin type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Accounts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Chains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used for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 cycles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Mining costs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Equalized UTXOs ready for mixing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Doxxic change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Service fees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Mix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premix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Sparrow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before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after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The analyst knows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this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The analyst wants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to find this UTXO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before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after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The analyst knows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this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The analyst wants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to find this UTXO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before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The analyst knows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this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The analyst faces a group of UTXOs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that may match the search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Forward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before coinjoin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The analyst faces a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group of UTXOs that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may be the source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after coinjoin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The analyst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knows this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Mix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after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Cycles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sources...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inputs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outputs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Wrong!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Payment amount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Wrong!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Actual payment of 4,000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Charles’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Bob’s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inputs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outputs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Charles’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Alice’s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issuer carries out 4 transactions towards onesel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The issuer carries out 4 transactions towards oneself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last transaction is used to pay the final recipient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It's not them anymore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They are my customer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It's probably them again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Are they still my customer?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The coinjoin is not from my customer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Exchanged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Exchanged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Master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Purpose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Coin type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Accounts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Channels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external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internal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external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internal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Reserved for future use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Chain code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Public key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 field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Parity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Exchange over an unsecured network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Common color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colors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Public exchange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colors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Notification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“Hello! Here is my payment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code. I will send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you payments using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Bitcoin's classic privacy model: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Confidentiality model of the BIP47 payment codes: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Public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Private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Master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Child public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Notification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address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Notification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transaction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Encrypted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payment code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Shared secret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Shared secrets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Child keys derivation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transaction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Address derivation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on the elliptic curve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public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private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Unsecured public transmission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Bob’s public key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Address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Notification address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Notification transaction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Encrypted payment 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Shared secrets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Public key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Payment code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Shared secret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Master key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Child public key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Child private key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Notification </a:t>
            </a:r>
            <a:r>
              <a:rPr sz="2000" b="1" i="1">
                <a:latin typeface="IBM Plex Sans"/>
              </a:rPr>
              <a:t>identifier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Public key identifier of </a:t>
            </a:r>
            <a:r>
              <a:rPr sz="2000" b="1" i="1">
                <a:latin typeface="IBM Plex Sans"/>
              </a:rPr>
              <a:t>the first input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’OP_RETURN’ </a:t>
            </a:r>
            <a:r>
              <a:rPr sz="2000" b="1" i="1">
                <a:latin typeface="IBM Plex Sans"/>
              </a:rPr>
              <a:t>Identifier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Other public key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Other private key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Master Key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Other address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Payment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address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First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payment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Shared secrets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Child key derivation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transaction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Point addition on elliptic curves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Address derivation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Notification address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Master key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address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Shared secrets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Child key derivation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transaction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Point addition on elliptic curves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Address derivation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Notification address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Other public key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Other private key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Other address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address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Second payment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address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address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Child key derivation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Public key derivation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Notification address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address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Master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Shared secrets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Point addition on elliptic curves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Address derivation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on the elliptic curve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Public key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Bob’s private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Unsecured public transmission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Abscissa of the 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Point G on the curve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Bob’s public key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public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payment key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Bob’s private key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private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payment key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Address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Payment 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Addresses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Public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keys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Other public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Other address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First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reimbursement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Shared secrets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Child key derivation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transaction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Point addition on elliptic curves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Address derivation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Notification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Address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Master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Other private key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Tweaked public 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Classic payment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public key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Merkle Root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outputs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Change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