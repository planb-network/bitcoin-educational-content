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4257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13392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109232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8365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2858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56021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48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2876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955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518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2910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94657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646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0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885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36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1393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3657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4634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35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3989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80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9263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6754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2042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24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9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9066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8672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8062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2543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4787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2598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82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1141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8178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76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195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699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3912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340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8089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7751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2728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952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756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9074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2360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043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87527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1349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8147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855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60207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342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694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296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6925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3486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2957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625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1365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5854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0712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8696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7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78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3496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6721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6477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31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3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68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4857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60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802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500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1627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455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4001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5370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0039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6361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214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72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9583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825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296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226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11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487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1338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840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0017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485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32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8634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991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8992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35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7272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175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8035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179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7036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707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5823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085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665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586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4149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512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58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4380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2609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5575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70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964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61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6452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081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0560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0931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98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0342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9401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527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3084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272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754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597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948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2757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3329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4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91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7578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557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8219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367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8966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6130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3584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1728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525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4834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8292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10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9406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1834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79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699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768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9067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0837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7433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526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4028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263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6546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71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48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35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9351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9137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4562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0731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0583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2589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3866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1304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506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4306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443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763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3808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5261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735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0147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4608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2292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424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9644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960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76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0547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9220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9221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4021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9501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031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942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7169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372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90435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551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8019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6506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395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667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641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22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145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210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169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67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015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1558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415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350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9402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9863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1181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73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529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545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73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455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91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136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66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425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113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8806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743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6674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9418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1799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4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711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0551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311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6721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0823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31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3117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65477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843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2809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502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228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8229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7144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4323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809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8322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5217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4201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174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1061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4812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3703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82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30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7592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5324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6452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3463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738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117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18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280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16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1775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66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181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3459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548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991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560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137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737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349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784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7950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0706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7117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8975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9189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297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2382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473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881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1533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472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502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620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254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04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10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468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944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34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4246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5705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6446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019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53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3860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3234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5915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9643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5855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954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6738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065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0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5623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7768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2634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7705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7377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8205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8302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835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264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077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422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9393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938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175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93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531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32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5998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947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3625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9715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166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407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78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9199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3590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3399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2890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333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0501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317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6211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88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470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442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3263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372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8664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1487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2178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4850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5523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060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616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68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9246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545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074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8957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2508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43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5804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3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53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2280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6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19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26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3790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443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13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699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273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636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772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9036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590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6760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452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318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6693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5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650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3726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40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9125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3435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445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6299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1470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1783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464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1133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161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4029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699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9985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46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7432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59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3452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94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287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3402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22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6699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062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257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82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34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6944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997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9316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754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60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019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4107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0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269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650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352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444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7137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465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612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409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366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15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0144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9517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647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5908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82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5274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9855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433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7239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1000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176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24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0703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666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4785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0682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2755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878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21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9191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8723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1725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19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3472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8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924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2608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9806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0187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5860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6845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456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2377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779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133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950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0259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339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4188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6880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60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87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8925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4590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6756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3533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41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35302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6302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9756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580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8633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004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6601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23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1669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53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34680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78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452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9731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00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2406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753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3969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720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3344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0695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7356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927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0726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9132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90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833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7047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2718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23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986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83397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386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5756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755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8406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278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9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99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704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1227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7199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1737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8227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091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4474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7396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1175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571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688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10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4651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6416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301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0655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040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422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7032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9866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471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0510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838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217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8032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936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892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1689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877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99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11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607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6023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0508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360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892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9166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240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0028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6204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674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2038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5537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7140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2167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733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608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4842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720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71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9749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5646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92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962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6266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4555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931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392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4651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867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95214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1175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40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292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7584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8266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0153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422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8346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0120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075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3977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6172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499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4437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664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82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7729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296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170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1136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4665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829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5046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632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084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4707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398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8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4444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5001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456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4498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54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3144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8531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1818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1730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6005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1655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2790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6525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3928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6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5317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915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3987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3265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7486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4941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6740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7518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20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3814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789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347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7754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0500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72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955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3493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5896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651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45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2723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3111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329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1041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907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601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844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466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7387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2558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487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392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806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942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3514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63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474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8150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8222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291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130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773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236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4705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054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281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2746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842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5437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50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501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1208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9922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108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6228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4283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362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1539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448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1959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2280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8105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024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7055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7959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6385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3839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9277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551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8559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638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601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9912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3908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7670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947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8276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406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087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100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4207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7922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90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184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5620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031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2755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677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366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4825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900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6645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34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80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3440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012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101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58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8796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8840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371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781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9363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783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797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3502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505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968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3658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990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427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0486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09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261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66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22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5672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1645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80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323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617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211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603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769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201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188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097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062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3867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468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4274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6981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585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0849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579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797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67634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54916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965241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5247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68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7139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47072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8085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0476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12096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35055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3073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7799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50829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4323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685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45142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0241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56154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06964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3477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75695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88231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7754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74825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21150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18375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274589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15013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273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86669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7291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38513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812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58250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5489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2468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756150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53252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4623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07308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39990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9612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92670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588772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8723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3621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1166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7510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7836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841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90732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501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4979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64714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6298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65847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6212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92879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0091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945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32343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934282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85638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Banking system confidentiality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5476114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privacy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140924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0743375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7103197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6087750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6304143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01106233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4991520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1443541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0616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94884571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02594361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762519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6272541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6470174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06697532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20512268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55871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7973677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5692568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4663064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76440666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16772365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57608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17216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45371866" name="TextBox 49"/>
          <p:cNvSpPr txBox="1"/>
          <p:nvPr/>
        </p:nvSpPr>
        <p:spPr bwMode="auto">
          <a:xfrm flipH="0" flipV="0">
            <a:off x="2037895" y="3270249"/>
            <a:ext cx="2420578" cy="46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Common property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5509817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International word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2065919393" name=""/>
          <p:cNvGrpSpPr/>
          <p:nvPr/>
        </p:nvGrpSpPr>
        <p:grpSpPr bwMode="auto">
          <a:xfrm flipH="0" flipV="0">
            <a:off x="262618" y="310051"/>
            <a:ext cx="2765298" cy="2531751"/>
            <a:chOff x="0" y="0"/>
            <a:chExt cx="2765298" cy="2531751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4" y="611151"/>
              <a:ext cx="2257699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84762051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6" y="333039"/>
              <a:ext cx="540082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8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8373022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7970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895420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54017405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Customer’s bank account: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126204890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39880999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33240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94908620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Baker’s bank account: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94729737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51062033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5061852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705296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551999108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01820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>
                <a:latin typeface="IBM Plex Sans"/>
              </a:rPr>
              <a:t>Transaction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0801833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used for spending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84246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404891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created for the recipients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0362993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32788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18751563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96261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695488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74372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647241117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It allows you to sign to satisfy the script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64694608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 script is created to lock 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00084539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Public Key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46583938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Private Key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44533008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578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8388096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Wallet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94811415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963076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75637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The script is satisfied to spend the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84615916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35986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New UTXOs created and locked with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new scripts</a:t>
            </a:r>
          </a:p>
        </p:txBody>
      </p:sp>
      <p:sp>
        <p:nvSpPr>
          <p:cNvPr id="480863282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311408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76315653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9507213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3283464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439065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Alice's UTXO is spent to satisfy the payment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108132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278648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 UTXO is created to pay the baker for bread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21528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703829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3557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 change UTXO returns to Alice's wallet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826197124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416027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merges 2 UTXOs into inputs to meet payment needs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95459493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81032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 UTXO is created to pay the baker for bread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696148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745346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875928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 change UTXO returns to Alice's wallet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128686530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584837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 is spent to satisfy the payment</a:t>
            </a:r>
            <a:endParaRPr/>
          </a:p>
        </p:txBody>
      </p:sp>
      <p:sp>
        <p:nvSpPr>
          <p:cNvPr id="147511569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513420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 UTXO is created to pay the baker for bread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45904265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327273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682510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 change UTXO returns to Alice's wallet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05576444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Transaction fee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886586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0001764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0287510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236870723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811379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98593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32113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696736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45096674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1649090883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887456013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41954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816438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832487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330491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759569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92406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409975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067507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20597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320872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331341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932080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974822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2908165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981373098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34780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104971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943525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375007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254600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86450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47448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249396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407375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9685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63612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089322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354113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09584039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160352158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129329127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0167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778881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728094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53324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218018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47093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493922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4937042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605779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Banking system confidentiality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785514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9938466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06246418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63629623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763629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26257938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2833858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19598074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21127032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17489246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756910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64165104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372811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3598768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07556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924123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669968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68257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261033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230328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52386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05116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366425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264227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226933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Customer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73015713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71119161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Neighbor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9182228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Banker</a:t>
            </a:r>
            <a:endParaRPr/>
          </a:p>
        </p:txBody>
      </p:sp>
      <p:sp>
        <p:nvSpPr>
          <p:cNvPr id="664631096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875655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796020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02809694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034518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2427099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Banking system confidentiality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103066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privacy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469047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4409081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8169924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5900573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/>
          </a:p>
        </p:txBody>
      </p:sp>
      <p:sp>
        <p:nvSpPr>
          <p:cNvPr id="1919927347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7664405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8812270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5938411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3899808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0919646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426267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7071100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36090130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/>
          </a:p>
        </p:txBody>
      </p:sp>
      <p:sp>
        <p:nvSpPr>
          <p:cNvPr id="514346463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8197433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/>
          </a:p>
        </p:txBody>
      </p:sp>
      <p:sp>
        <p:nvSpPr>
          <p:cNvPr id="73540045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88438597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Identities</a:t>
            </a:r>
            <a:endParaRPr sz="1600"/>
          </a:p>
        </p:txBody>
      </p:sp>
      <p:sp>
        <p:nvSpPr>
          <p:cNvPr id="2041698545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65378545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6200504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0040264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1141915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527857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277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559789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799659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69683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411351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589595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379227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503462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93822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374388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360991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317329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851686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389236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868827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335685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954837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497095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Neighbor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2897145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Customer</a:t>
            </a:r>
            <a:endParaRPr sz="2000"/>
          </a:p>
        </p:txBody>
      </p:sp>
      <p:sp>
        <p:nvSpPr>
          <p:cNvPr id="2052908676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756318737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260432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3131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544587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7885387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9040970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416024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6767805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6754351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877878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5093458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57349320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195806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8370055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7095416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327226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2060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461528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76087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901055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99098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79005708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571419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8046385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86784674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428232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8515207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8828343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4615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012666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47854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3465527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620896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87982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96796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621061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205883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567878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108019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617177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21400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336823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621835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Blockchain monitoring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1490427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5027356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134718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Features identification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94071120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Hypothesis deduction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078515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838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92454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9794440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98769966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956245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60005924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9364415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26659649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45424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1794471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09116732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99288809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8744612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49893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1784192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29452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38784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716134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31954105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1924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4733278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0185518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31313917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2697036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2650808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2274857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46112979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560987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136266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85272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042832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831851090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1269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3534552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185110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38905146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75341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40540486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5232934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37762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2456178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0040124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88774277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59326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3691629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22556751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26508852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907106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65228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8919270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08825945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415695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16668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94955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75236520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397985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2531376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00641972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89634684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0598502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8646288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2106808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138438075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5575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8519572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0770161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26857706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97885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5288617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856785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274731103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592373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3147727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06178930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61458494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94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1142175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46481635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972743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97622871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96118278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54154473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81386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2250500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93189644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669703797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111315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18749281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46361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5322120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652214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33634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340284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3392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47276535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312761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789541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6699777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81792157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136586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0388431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2652231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00119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003721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964442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767769493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20529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6671993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37274917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661751193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00200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0986130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4377526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9662924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89114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509544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98065598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68806359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7381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548318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58000581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849167082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716693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556419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31979583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64764076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154378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85290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1373731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82384191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309204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22278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767251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300057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738966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104290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4629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696694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74274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00539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34632180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7417517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312845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2983797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32593558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751871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474884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590931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17098543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87428307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602801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86203986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19710709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2113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064681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89002632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488729148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4453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1000896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06375528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60756398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998576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925883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0141354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073021748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317075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158995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352627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4123102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0637457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578804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58709017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92296813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31836708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4050140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54117663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44372460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584366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840211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53116051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319446044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583059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32722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088970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689883381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382282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061374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0448063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1908467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319722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1928199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39505259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56681223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626624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1526799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7975855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92496548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84815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4014536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3464434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430704349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005389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146668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351441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20317652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224392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185115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431699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31810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641790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804314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620731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114465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68969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252199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107758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30788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98444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1357074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8623551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900540333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28619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025495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141711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605764293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7163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5450384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91421381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95733370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289629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64951992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01291019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879931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3931706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5210001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22022748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680620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55380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3959027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843741395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9996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0266423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277438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75932341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446857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216054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25606353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343024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831936591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16486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2286167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88982116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098746722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776042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30300906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030828153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30118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7203228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629587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2967962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492662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46728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5993708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448122988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499916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118923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97303128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804130019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053033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64667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8594952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81375172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17465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4523949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96703545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6662110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359933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8296176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23614899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709037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273626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91188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1504642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47461056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03288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544124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36922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378948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918544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384868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903408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987346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8558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20861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055278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352766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077427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19102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615639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25609520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Available at: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039731876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4536784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879310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Simple payment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23076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43119281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93494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266563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Sweeping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0981627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330375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66831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269131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91494406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Consolidation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531288183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5745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562612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275944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933001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06249291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264092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62508351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946382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Batched paiement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0682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1733943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200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6531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Collaborative 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535666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61439060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0522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24496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69909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23826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belonging to the tracked user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45426635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Which output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represents the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change?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72599908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72549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Internal address reuse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352389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9701158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35353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565717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Reuse of versioning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1160537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59090144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8678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9331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Round number payments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6189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2312463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679990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Round number payments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72472289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7555063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723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300041" name="TextBox 39"/>
          <p:cNvSpPr txBox="1"/>
          <p:nvPr/>
        </p:nvSpPr>
        <p:spPr bwMode="auto">
          <a:xfrm rot="0" flipH="0" flipV="0">
            <a:off x="2859070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Largest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4965290" name="Rectangle: Rounded Corners 12"/>
          <p:cNvSpPr/>
          <p:nvPr/>
        </p:nvSpPr>
        <p:spPr bwMode="auto">
          <a:xfrm rot="0" flipH="0" flipV="0">
            <a:off x="2859070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19280406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4994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696900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446339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477518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609960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Common owner of all the UTXOs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787593025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34848549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6765819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2822288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Available at: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80646192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42663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8939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204315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58231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06050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Common sender for all transactions?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219471724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457610192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41863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3713725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9548754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843728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1913932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Available at: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62215125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9697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34270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191075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68324279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330847465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25277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210220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577977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698089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292513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595206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702626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9443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23977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57272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9814120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2381993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4001818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7201277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8569651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434388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728343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166844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1620551671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8825432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8930152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275606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114900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198752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794275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053185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0951283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1298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209683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5632533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24705571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8106589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54930431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1496746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00417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259405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79441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6038266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267581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124900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29108302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985524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707056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199568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5320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5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327470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55182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9856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301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757745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6805966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44953388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784463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Classic spending public key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210546268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74401237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7750241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65992299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Available at: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198928894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700211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06709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250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60494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4442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Common owner of all the UTXOs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57633279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211358886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240274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Internal address reuse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3021366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97010430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5856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828619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976671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650785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9848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10248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13426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109516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02612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640703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301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01176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14715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686395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268948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898006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89813009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834009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24077405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126592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7548195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60680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61854958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86487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rabbit satoshi pizza math smile valley egg piano holiday autumn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7576671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29367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490959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Change for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sofa purchase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0872598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7529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withdrawal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90521974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8781755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Client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payment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4542706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049480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Computer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purchase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079561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8744051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Purchase from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3146061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708739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894398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955101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330541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28512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Wallet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5026485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Labels</a:t>
            </a:r>
            <a:endParaRPr/>
          </a:p>
        </p:txBody>
      </p:sp>
      <p:sp>
        <p:nvSpPr>
          <p:cNvPr id="978989508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520628738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9250016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Purchase from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5419929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11159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54699726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25767065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Payment to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761424490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55344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68874224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Change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for sofa purchase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027882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3315386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withdrawal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07448965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4265760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Client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payment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2082338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1812678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Computer purchase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811054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982933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Purchase from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0202110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Wallet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3708265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Labels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6931245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371946300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0712040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Purchase from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0370002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84972214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41533365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Payment to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156766530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563974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71782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590883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012093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1122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94465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51736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46584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64822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597377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423111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58040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69839396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8648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19245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91747205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0752217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0735880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204150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7648908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2057769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04043318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337440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739125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1801223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7196788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012266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50449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8848961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473267325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00678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3508746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298266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417340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553314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4797970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66252694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022353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6584862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790585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983140604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601113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92534403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4103518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7375970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07921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206576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995966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29005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933170808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017613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8462675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711322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594839880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12106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0652655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7606959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972591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70735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2121830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032507042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37502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8164514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4189972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7286694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527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3490811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32539285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38576909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226039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738198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53186924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73959218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662506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089326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312340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120301324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400083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6624878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3152470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2638116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777674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349004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048830344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2038955830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836110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783614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939688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594622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963877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522923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260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855763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589514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5551741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3410596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2034639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748747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6280660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77980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5061826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6528237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87773680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053446518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26291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6241026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57921687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32832581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42654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0845688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9819096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81619548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149282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0402205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87900858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966414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4276734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611319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98195641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7482189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669066116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99406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0734837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382433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657013014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102947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3602650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295031022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78010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3779972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7617934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686935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928689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1479270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8442047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69241974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717869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727363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42993657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004031845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32650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2013315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8149139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66890436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074547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677019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83007034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19708799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909657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8084534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2846916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24414321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704175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852446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4024931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2101546029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376714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4350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014523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4801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495384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07646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06677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404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637374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67945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209081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81114259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5211612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72105005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964764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189048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98097506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17235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66840773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308018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921979949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6159329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00436849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147037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08691804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93378970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29251654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231917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6484520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45207410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0465606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44249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20800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2565561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21075128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306532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338036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6933205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440467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834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76457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017461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54297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01789949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416619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605294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89782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2808364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23748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435755003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77367614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199446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520874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603332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13102607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6287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490658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56586285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156845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209469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2291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61510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835293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010618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3587852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190035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226029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701786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706364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410086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129810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090105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084235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38351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460676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674565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456973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37578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4021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4532474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963864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850926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3659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692006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864229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56576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3972368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8013595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814238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43284123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61758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261715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547080070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279607869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9670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19552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90716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099667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906449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22663633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3508351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845333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545864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71180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19984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739529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327235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789138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04971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02004990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55577926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23668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1889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18731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19553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3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79743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47177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06908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13408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77380495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592423071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752010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532589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702995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341356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531276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549983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043209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71093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293043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814142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1980452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105048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048899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37802162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89388679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791580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981744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0184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43376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3263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780980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987717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990580115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200120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51417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47842448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2164922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47733945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915415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194477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695645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630755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04842504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232656794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777141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2066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074191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61782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3603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186241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5089931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05475726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27537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038468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49985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9931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682000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884678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157882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84423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47396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202495379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9164786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0779624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453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144825652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Averagerage expenses in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962066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894437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08895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69626320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4750286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045612653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00113921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230038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9738594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6484602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308592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2144227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0447392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01945613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7182860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5199031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501826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99568665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553863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3755561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2504572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1868089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772502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13810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80265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1964878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99476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228518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0813820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615017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126990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194440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5795212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789484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162603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1737822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8523606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244462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724466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176972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532657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35776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569657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588658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501782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37612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65123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04131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989546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311141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72296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562229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4523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064546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75482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01399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73019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48708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695654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13061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63247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123592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55347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008919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4807829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692429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608888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4446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3263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760269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743785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376123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55280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2681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2650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28313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57379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6782624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423265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67296971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94373869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506627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10789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83732508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5417155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4743520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6102485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8053599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674116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233759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62287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7983028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9689378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77375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5750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48912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479206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010340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62457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939098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43432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544507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09672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52356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753164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826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2328727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25925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Banking system confidentiality model: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418077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 privacy model: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88476745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8281165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5875366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907107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772550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479724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6132816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7651464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67698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2892226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Identities</a:t>
            </a:r>
            <a:endParaRPr/>
          </a:p>
        </p:txBody>
      </p:sp>
      <p:sp>
        <p:nvSpPr>
          <p:cNvPr id="333233776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96400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72355868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/>
          </a:p>
        </p:txBody>
      </p:sp>
      <p:sp>
        <p:nvSpPr>
          <p:cNvPr id="1161922347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93992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7324284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549296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85313073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790175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2627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046943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27128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770935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838084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202720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5761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525364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99365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890120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47825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00240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976463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055160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784172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90240701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0476055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0866497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3093898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0620557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9100158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154301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8283004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1603450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679310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879704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64609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26267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46211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2499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531741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217013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943485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798226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469800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129220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17233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14573621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683873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4120135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8559060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0122011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749780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699758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442116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207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18761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5490994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551433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9387379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413096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629259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4653557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007007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601281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97913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6674427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5194140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309190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36394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4156606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571703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319644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70963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540119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945145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638877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0281935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4135032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289045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5486862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3469016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634536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4029991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5334444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5571892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736803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12889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6893425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764372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5936815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20816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8035114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80005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3771664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3103328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3854723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5434571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029338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5699431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9241447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802948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268017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32963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174559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42941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0835308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992342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398356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7508492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1983334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78838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901929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7557282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10845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515700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636694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7535440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677029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738519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3798056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8602675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3086381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607794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13242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99927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91390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468047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3485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8520318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3919893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4329303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1671146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6181181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2979641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541150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836339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687156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6252750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5723725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316948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478452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73651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56771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770427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320033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2584459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1400720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734002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5410240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89752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8603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61977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928537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716662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5232488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002995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8052166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9658798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173156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5430578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8225003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587579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855717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32551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4866692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91227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254588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93792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12552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000704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233440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586768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000212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320650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8584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5997109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277623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410314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2984912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469442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4403382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5316787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862100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924638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7166845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113657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324112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94632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190144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6166138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2645725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8387822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73185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8373394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470083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7432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255851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250938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1691163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055405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837706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1776571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696281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5814471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310748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5379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843912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970979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1673987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5994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719149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1288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020943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1285854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9723545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250113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485808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3521281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87875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016273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174545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4412261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021525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1470216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4818426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62710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545422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61796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02311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259497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5716932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33631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3972031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0582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6478205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9363508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1198976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4606324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297691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5232091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856446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679190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1983714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397507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1449101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30251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30677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18497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5790854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264164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474182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7390991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38392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374241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0603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061713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3248649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799654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557882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616853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1631925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9625411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092259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4431452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13961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6009701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2318764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6552152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4245647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999456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793656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6252842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40694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903593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5078061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599164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0266723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906249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58169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9708593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691604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7875947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8124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963438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671902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1073323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0885262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218508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06341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5464799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032657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1007895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1397347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544054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93819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5336461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3495281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205882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099030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244730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3418989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190797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4532295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89673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6275842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4095820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8015830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3990420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745392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334284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898400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2494816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094864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9088932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555458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503363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0009847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7688441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2033996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0381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93886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4716225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546806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2582433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552497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2823667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8566682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192210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986703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2525289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396335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4034145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7009134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13559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92536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1500133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8342097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4967581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928303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16438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5774713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814962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8606883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242140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327171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7593070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224778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7628125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705256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5813434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4220363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543285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8851820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108580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317465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06812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1464046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0373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5186338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320220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671492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69238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7262002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933653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4387732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649774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3034529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246325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0194510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195308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946874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645825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7371477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3687388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71392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1820250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832994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300323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0001983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4553553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1236448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896634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5535186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073701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2095780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0099825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837448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8241311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523990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9749395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226020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2301095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41561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227606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360837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5741884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8653425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4317115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3769718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1011586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0884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6405360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4890285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8114072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924741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858176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983525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1753253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93242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6434941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457898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5808212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3250479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0238234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3004776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30930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543546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6677868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125504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248285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5646458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4493671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3870145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580690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1395953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8775315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4351418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645722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3196054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924086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687282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0655243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7196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1582363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443617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8710320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31664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4709023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8493673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1936282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2076187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3578993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2191412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778812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7639799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69294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5858585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208057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77279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0200501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325698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10148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1455614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674559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4897525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7590875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5933782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32366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1962481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7090194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8996823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9319652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818423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21281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0860833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845386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784463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7146179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618316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8089072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8281007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982673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056668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32756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380012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879065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2018113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129111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037533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415784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794735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76702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4608802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803040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85935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1011278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4824462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46308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1121276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8379397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91917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186987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7252884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7918714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9921002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8345936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12313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8588621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0889634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7108427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7208267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915468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514237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5847603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6253624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779652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970332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4267631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8633564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532623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05238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531911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381020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973216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468032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143463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669427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0923746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4355236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9690491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8689897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4790117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498845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3185266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2754354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30058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85018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143244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89836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7422042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8300999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582269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7779132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2249007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725148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15760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133528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4154659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816511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624260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51367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409853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341974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1207540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6116592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55335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9734159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872506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714348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597783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63307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208807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030836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8122035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530070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70013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8173432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451047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516796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8253389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821038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434823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41019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79782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8189127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7895768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6293565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95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728099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2673159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34226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923060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113266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22330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01902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683645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97747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9136024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771946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1658096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382604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5105791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90597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3146723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7196564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670455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6125092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5059324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0770562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334558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7198105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2552424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895593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8793259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0135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982978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4467104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809643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407834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363514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3813518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358843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2082174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579261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3402621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8100933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335630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8644545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87234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4234559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8627663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233559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8707790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1717905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626992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9143987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809220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1102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224804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965908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018907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385857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02907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3721392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221415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818749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788564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708508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97636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232594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67043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915955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022032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19419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438270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236056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304674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048950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06461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06755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404756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145422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86294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879585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771254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594669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974808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5744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196628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60033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04444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77839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403324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8146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70463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6511642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749614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833970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640037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37890162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152026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2027025604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2129835945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0035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23498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97101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43305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097590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360051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494987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7809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21007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505600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276587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408302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3675364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36570147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2669827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22915820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42099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72552835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6964410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7213366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01038975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555530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12774806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3542923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75172455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678375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01904286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9726399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88311675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799060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376255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95399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74304683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1580284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33634085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402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212972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896538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906843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827294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688055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386834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07043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6450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372500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57785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43994680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347901117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8844332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0212795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3755261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3538000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922983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1826675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261635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047545986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68245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393114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86814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01443643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50512190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9417860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64679265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31338525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3096074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49860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95704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5709594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238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5367724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8884402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416787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168457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983630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807490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276813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702863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507951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925545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18216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860474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981856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85114875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664035571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120180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504680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243879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425189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359713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6823923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789729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12900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28340032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860190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8841113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132322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0002722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9730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5351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982149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722255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647707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368809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649739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1150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981479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517266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22567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38461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645291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02608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733996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8651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719156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230180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49025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15209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092847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421779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263472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72926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111835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42728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4737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718076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42239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742124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667249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795930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831318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32915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815225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660973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0237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97247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400084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316858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416497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03152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418340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863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72494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000314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757941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452951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672220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099210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599494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765166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379783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211546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16104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95246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51720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737888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721976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056555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861509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4360300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298045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4922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314567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14954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467753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714073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used for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coinjoin cycles</a:t>
            </a:r>
          </a:p>
        </p:txBody>
      </p:sp>
      <p:sp>
        <p:nvSpPr>
          <p:cNvPr id="1193556662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Mining costs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73338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Equalized UTXOs ready for mixing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3669128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Doxxic change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14004120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832347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Service fees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334098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9269316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687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9863069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4287147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6614342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37301" name="Freeform 26"/>
          <p:cNvSpPr/>
          <p:nvPr/>
        </p:nvSpPr>
        <p:spPr bwMode="auto">
          <a:xfrm flipH="0" flipV="0">
            <a:off x="2937705" y="1401220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428178494" name="Group 27"/>
          <p:cNvGrpSpPr/>
          <p:nvPr/>
        </p:nvGrpSpPr>
        <p:grpSpPr bwMode="auto">
          <a:xfrm flipH="0" flipV="0">
            <a:off x="6760609" y="1367065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2053154519" name=""/>
          <p:cNvSpPr txBox="1"/>
          <p:nvPr/>
        </p:nvSpPr>
        <p:spPr bwMode="auto">
          <a:xfrm rot="0" flipH="0" flipV="0">
            <a:off x="4912374" y="4599914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Sparrow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72204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The analyst knows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this UTXO</a:t>
            </a:r>
          </a:p>
        </p:txBody>
      </p:sp>
      <p:sp>
        <p:nvSpPr>
          <p:cNvPr id="98318037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966257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The analyst wants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to find this UTXO</a:t>
            </a:r>
          </a:p>
        </p:txBody>
      </p:sp>
      <p:sp>
        <p:nvSpPr>
          <p:cNvPr id="184772917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2997799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79505853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02702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The analyst knows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this UTXO</a:t>
            </a:r>
          </a:p>
        </p:txBody>
      </p:sp>
      <p:sp>
        <p:nvSpPr>
          <p:cNvPr id="1497944770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46678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The analyst wants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to find this UTXO</a:t>
            </a:r>
          </a:p>
        </p:txBody>
      </p:sp>
      <p:sp>
        <p:nvSpPr>
          <p:cNvPr id="12404091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9045330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67485163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40726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51643677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The analyst knows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this UTXO</a:t>
            </a:r>
          </a:p>
        </p:txBody>
      </p:sp>
      <p:sp>
        <p:nvSpPr>
          <p:cNvPr id="1682365610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57102980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The analyst faces a group of UTXOs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that may match the search</a:t>
            </a:r>
          </a:p>
        </p:txBody>
      </p:sp>
      <p:sp>
        <p:nvSpPr>
          <p:cNvPr id="1739251119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224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185127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95945682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0997044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09271973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4142311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7141215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0273819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7499028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77382153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7761361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1741214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6554864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496155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16483421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2048525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642451417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5219310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514397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61926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93665483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78445654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97274067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6199169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3191977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739769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0873384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3463948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61081285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93173648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0898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68332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807708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880508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636038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63953688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9522149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4391598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1270710543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365013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The analyst faces a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group of UTXOs that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may be the source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19518405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87410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12646884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78923890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80025306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50251893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285791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0735824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16148469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01338112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52010001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064208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42591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162851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The analyst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knows this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44582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117145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567922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6871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05684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4796700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1992420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9080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56119792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2769937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5813613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7169910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1121553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332380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83183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4210221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1290894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1299393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341824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351237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77075301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4765736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0213429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6958944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04615053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sources...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45611616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34108101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876927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4911037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9533179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6422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0498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18009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909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6865073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21923697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554873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36142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943968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967316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Payment amount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22702037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28330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Actual payment of 4,000 sats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81359992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3546785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480478509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1681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418429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22423676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3359426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6182612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7959075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8580807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5446895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1088446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1766440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6120071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5416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1664579896" name=""/>
          <p:cNvPicPr>
            <a:picLocks noChangeAspect="1"/>
          </p:cNvPicPr>
          <p:nvPr/>
        </p:nvPicPr>
        <p:blipFill>
          <a:blip r:embed="rId4"/>
          <a:srcRect l="27256" t="4687" r="34266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713381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1602638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32272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The issuer carries out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4 transactions towards himself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739209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645545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68151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421507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28411804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192815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The issuer carries out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4 transactions towards himself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1355817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9698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The last transaction is used to pay the final recipient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6589699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03189005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477612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646119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It's not them anymore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4554756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They are my customer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73801399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984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It's probably them again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16669504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Are they still my customer?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9706323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467193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The coinjoin is not from my customer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95678795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77202987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5429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2181123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925926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622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01935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48800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082187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266255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548031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499782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159062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0531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951726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58905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23706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1605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993748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70489819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50549397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2762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348591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87939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9447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58849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83472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54039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591696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9398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828399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47106003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80463728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703939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47836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0396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770350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624636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217023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657513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510339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23264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32392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157130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266724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983992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102256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198301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00407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689430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580431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832459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771583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946140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003419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8566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128077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714290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213765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142391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586241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819557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6823234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825239753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91864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417355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185465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419496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24414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474766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809677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967140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380187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434756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987279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436120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04938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372299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088531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0749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399505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467212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77491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61674577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910856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156667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481421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26359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Exchanged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086795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26475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98810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383615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024874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909088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88265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94650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143103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949013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13289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189819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786863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9454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723362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778759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52458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6560182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195383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40305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083305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2532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74507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0468711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Exchanged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3102175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17383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683002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134190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039083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67363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804477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848471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82460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707398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1036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652115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264458435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8536018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797217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533800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30036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26149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203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393813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379453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9698786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8166544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548501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3264862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46065747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387183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852195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5346125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85277314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8112375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103142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9448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6668552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902567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5905434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0648544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8232409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401098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2937059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1621417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99833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5491544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570403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997504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084831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221413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92285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889167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1969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382550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923336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811534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2921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6170973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8027494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247037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18280467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471375209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59726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01944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23073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650137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008075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798894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89082495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27262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92694867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030069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3313084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4390936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9716663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1238154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9529369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9818193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523828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1642648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8564200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96724565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27616921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210088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64998433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487273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537636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95603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157130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7728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16845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74335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593034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884526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282622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263739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0443617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486375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304953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9524547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6641990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439015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4554791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7214886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2606489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32262582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93403413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27497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381569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1359803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4112562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5861795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4295919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711446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5837154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18624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41284586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4293451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905046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7058416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27577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2955066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929942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95619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6497199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12625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1040137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2342949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5087317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673436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0525023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468799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291030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1668815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02431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86993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67723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9788846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8234993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0385324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4050816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9029840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5965172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1251905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4577401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1500866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9146313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158825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3108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54487628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04678015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849669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3079375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272937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954778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5423822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53966818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731954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1339976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21435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2186912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086265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332639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0939857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36959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5475225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7429639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284353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9348707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05767626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05099872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9839176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7027317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3100410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3677581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38959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17854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64489046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3263448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9476397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6383165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581228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110734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624333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68722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407173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653234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633835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220219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278728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110774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36423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621433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048610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438021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288008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110849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207742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140824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9268538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353660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571940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370523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253722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67058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261200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946496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8421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142660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13323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448182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9027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178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296023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23726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0835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12226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612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026424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945880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683750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161679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8215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9195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898229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2722798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16289329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366810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5112746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343940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750152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12638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640858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85973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2756853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5636556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54503978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5502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6553674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977580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8820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36495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1008818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0048551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808579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89169396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2303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276700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4850847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225814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29523457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485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55722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8392988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89612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0917490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03929957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4827669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3847730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660803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049063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7608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71692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820677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441848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8722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34428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402432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18690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430997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6501051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35721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65148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7131168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570946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1291020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2304937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224063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9312389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142730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09970228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4255144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2897690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0083772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417661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211681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4882142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555747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8681291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1098880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807039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4347539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149316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4717881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5524898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26879801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4885125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90234947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9660824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368086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5329038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6991171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7508370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4474891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49478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8642536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938847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536392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8642176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9399343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8840007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887670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20801078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936997818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600466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474436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8507393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7133398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22246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511551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5784239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4871502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6023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819960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190796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160191889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23149443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22467392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4809031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3705943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0414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8519145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3073221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3252885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723210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452116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36924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7997615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7187519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4186738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3904990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88112320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68100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6408747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97876190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61090864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362641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8643683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63593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563401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1970875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156475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11058883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05611146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3727289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565224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71690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5722839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18993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6259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504058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972728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214547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1952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484637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3776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315727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36821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289903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911653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660783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83601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209581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5167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8199866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5301958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850444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886806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70086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8527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6516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62345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1072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40432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839677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160845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650056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640126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821881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57264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19220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89878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677269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14661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197749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074752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0696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618376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45134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038025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93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2245599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384722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4241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13914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45342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8051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149615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23788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1936188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29153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44213668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493053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461582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188953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251362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86859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3845613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5527066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4229532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09769833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9602146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1861767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5331683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3898806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73110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231985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20656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514455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6601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933712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521388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1820021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1614532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1050323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455664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8330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1271863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57680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694819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8004499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5042679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3829944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0817166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207377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593548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98807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30610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648054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11187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039997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37387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875539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9673316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1223414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2114828310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564249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86866735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4005689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8898733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9275357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1574734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446711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01115696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5955592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018464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513071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876605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820671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438615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8471045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163616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7913888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95219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25861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402363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8771439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4434391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675706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1979561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0893413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18353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973407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9633535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588958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329369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949338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56049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51222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820708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246117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743031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376406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5930262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047456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028475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2507468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246781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092171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17968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44871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1375891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156893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6006089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0582119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07202194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31159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760136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91010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139670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974317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265731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32324057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5576240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9063605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7271741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9271189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6397477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2008417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964696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7851089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384663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4833995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222978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772698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923646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896810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777682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6324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810582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986511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403887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50535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1306496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26315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48259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8162077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60856818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4717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8239086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1451405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3411851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802134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81182968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0992758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960673099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994972496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903533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575926698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3879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Reserved for future use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809586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73546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Chain code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1088926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460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Public key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98107649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797042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 field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12469624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326670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577457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Parity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145932348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914843243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869485633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101127546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293694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43236825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95200000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62578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2962124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3758671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68000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038475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646428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0100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94368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1098056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42799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554329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523233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34630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66830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364719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61829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93362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14344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14016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7642497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40814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99930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126547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8054221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81805834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7013896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0432704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886539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4871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86428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58210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640805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863275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1319634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8190752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10553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883940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11980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97510446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871188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Exchange over an unsecured network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007612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27535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298384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Shared secret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22401070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047099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20293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860939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18650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932982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789196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087475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476263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563800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664529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727916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644583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825811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835761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60901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19260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658775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478038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649446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011929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96590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68267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910240913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09226301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37326712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892593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90064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02099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90972230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30709584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3067733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406598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03301637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723734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51313868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8638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7995431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298274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33628691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116766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49105534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419232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Common color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3676372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colors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4437477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Public exchange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704340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 colors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2093868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208305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85021643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535301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665303346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805940913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97625018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72519054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866617864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068646616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147711263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36978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4683223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636458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25201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998880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05159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69084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387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3633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169254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3134037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Notification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Transaction</a:t>
            </a:r>
          </a:p>
        </p:txBody>
      </p:sp>
      <p:sp>
        <p:nvSpPr>
          <p:cNvPr id="1114205911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275105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5945655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52849194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724965984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“Hello! Here is my payment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code. I will send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you payments using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0885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79084421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0424290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0611725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55849329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Bitcoin's classic privacy model: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9737707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Confidentiality model of the BIP47 payment codes: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914303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18456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307401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271680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95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836449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323758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0052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347145135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4282557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1363787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98682760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223441060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64664073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21275677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665398413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538833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770067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3360970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39781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962043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65628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771728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9905243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9500913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56410688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13438781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506606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060409079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457836712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43134639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422684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925880352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01124335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031669015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82568969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4700723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21964742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1473840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18202572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953354135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616754635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702153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066757328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161392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21390538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79335192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0758157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8827654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896189564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9396801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1295618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09375439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07142271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313021590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50866357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356225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026310336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74923571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517979286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390408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917444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261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Point G on the elliptic curve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94818685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1718198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Bob’s public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9438145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34727895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Bob’s private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3178437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837637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1954403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287850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Unsecured public transmission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91848994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3682247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19911984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Bob’s public key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53101161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3994024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1595708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2951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3306801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833515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936634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656868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536061902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57007070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403784422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361635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1058291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36517715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045603853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53895429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62981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4280062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44602947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064773384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8891520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00526464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6876325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3706886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13479081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980990788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072777320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3919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96175368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58261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8997660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54431893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7500344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00854354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6891201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367838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29262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40580173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7664990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714566183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89667664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9594221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811415623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200872560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68714121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743094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98105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206741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Point G on the elliptic curve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252503048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6931517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093769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6339049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720553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Public key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09816761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Bob’s private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41631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747160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0391516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30783766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Unsecured public transmission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0708625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3087222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900488877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759098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657852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458575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39583748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8574634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38271448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3185572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52175786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1504776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8969537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0107625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682354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863316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3181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58481259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92315644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82219235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7004826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733776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81919856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75870068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231711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54439706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0715166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5559643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1126716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5873511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20311806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567986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7549564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47252689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4015468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6044002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0314932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648321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9998233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20310181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494228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14718486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5772278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894750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855495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994398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54722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92802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299872976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556100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48971176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69679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5999795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6122407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898756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30551745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Abscissa of the 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45464980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Secret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60199614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Point G on the curve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7269160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Bob’s public key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5112513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Bob’s private key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91468013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139938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27664156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8822539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128243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Classic payment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public key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672866842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071090659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01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98086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80948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9947293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54938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6330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modified xsi:type="dcterms:W3CDTF">2025-09-23T10:20:32Z</dcterms:modified>
</cp:coreProperties>
</file>