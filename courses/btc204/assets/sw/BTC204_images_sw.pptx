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Mfano wa usiri wa mfumo wa benki: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Mfano wa faragha wa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Mwenza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Benki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Vitambulisho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Utambulisho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Mali ya kawaida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Neno la kimataifa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 </a:t>
            </a:r>
            <a:r>
              <a:rPr lang="en-US"/>
              <a:t>au </a:t>
            </a:r>
            <a:r>
              <a:rPr lang="fr-FR"/>
              <a:t>satoshis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wa David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wa Emma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Akaunti ya benki ya mteja: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Akaunti ya benki ya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Muamala </a:t>
            </a:r>
            <a:r>
              <a:rPr>
                <a:latin typeface="IBM Plex Sans"/>
              </a:rPr>
              <a:t>wa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zinazotumika kwa matumizi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zilizoundwa kwa wapokeaji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Inakuruhusu kutia sahihi ili kukidhi hati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Hati imeundwa ili kufunga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Ufunguo wa Umma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Ufunguo wa Kibinafsi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Muamala wa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Hati imeridhika kutumia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mpya zilizoundwa na kufungwa nazo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hati mpya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 Alice inatumika kukidhi malipo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imeundwa kumlipa mwokaji mkate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 mabadiliko inarudi kwenye pochi ya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huunganisha UTXO 2 kuwa pembejeo ili kukidhi mahitaji ya malipo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imeundwa kumlipa mwokaji mkate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ya mabadiliko inarudi kwenye pochi ya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ya Alice inatumika kukidhi malipo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imeundwa kumlipa mwokaji mkate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ya mabadiliko inarudi kwenye pochi ya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Ada ya muamala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Zuia Tuzo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Zuia ruzuku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Ada za muamala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Mfano wa usiri wa mfumo wa benki: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Mwenza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Benki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Vitambulisho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Mteja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Mwokaji mikate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Jirani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Mwenye benki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Mfano wa usiri wa mfumo wa benki: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Mfano wa faragha wa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Mwenza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Benki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Vitambulisho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Vitambulisho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Jirani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Mteja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Mwokaji mikate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Ufuatiliaji wa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Utambulisho wa vipengele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Kupunguzwa kwa nadharia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Mfumo wa Pesa wa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Kielektroniki wa Peer-to-Rika, Sehemu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ya 10: Faragha.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Inapatikana kwa: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Malipo rahisi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Kufagia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Kuunganisha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Kuunganisha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Matumizi ya vikundi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Muamala shirikishi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mali ya mtumiaji aliyefuatiliwa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 matokeo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gani yanawakilisha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mabadiliko?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Kutumia tena anwani ya ndani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Tumia tena utayarishaji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Malipo ya nambari ya pande zote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viti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Malipo ya nambari ya pande zote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viti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Pato kubwa zaidi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Mmiliki wa kawaida wa UTXO zote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Mfumo wa Pesa wa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Kielektroniki wa Peer-to-Rika, Sehemu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ya 10: Faragha.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Inapatikana kwa: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Mtumaji wa kawaida kwa miamala yote?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"mlolongo":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"mlolongo":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"mlolongo":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Umiliki wa Kawaida wa Pembejeo Heuristic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Mfumo wa Pesa wa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Kielektroniki wa Peer-to-Rika, Sehemu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ya 10: Faragha.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Inapatikana kwa: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Shughuli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Ufunguo wa umma ulioboreshwa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Ufunguo wa kawaida wa matumizi ya umma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Mzizi wa Merkle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hati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hati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hati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hati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Mfumo wa Pesa wa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Kielektroniki wa Peer-to-Rika, Sehemu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ya 10: Faragha.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Inapatikana kwa: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Mmiliki wa kawaida wa UTXO zote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Kutumia tena anwani ya ndani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sungura satoshi pizza hisabati smile valley yai piano likizo vuli hujambo kilima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Badilisha kwa ununuzi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wa 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Uondoaji wa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Mteja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malipo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Ununuzi wa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kompyuta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Ununuzi wa P2P kutoka kwa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Mkoba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Lebo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Ununuzi wa P2P kutoka kwa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Malipo kwa mteja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HAKUNA KYC - Badilisha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kwa ununuzi wa sofa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Uondoaji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wa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Malipo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ya Mteja Daudi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HAKUNA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Ununuzi wa kompyuta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HAKUNA KYC - Ununuzi wa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kutoka kwa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Mkoba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Lebo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HAKUNA Ununuzi wa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-P2P kutoka kwa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Malipo kwa mteja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Shughuli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Shughuli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Shughuli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Shughuli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sanjari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Gharama ya wastani katika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Mfano wa usiri wa mfumo wa benki: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Mfano wa faragha wa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Mwenza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Benki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Vitambulisho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Hadharani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Shughuli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Vitambulisho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sanjari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Emma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Frank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David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Frank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Hawa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Grace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Mallory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UTXO wa Grace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Oscar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UTXO wa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Victor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sanjari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kipofu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ya upofu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ya upofu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pato lisilopofushwa + saini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ya upofu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pato lisilopofushwa + saini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shughuli ambayo haijasainiwa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pembejeo + pato lililopofushwa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ya upofu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pato lisilopofushwa + saini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shughuli ambayo haijasainiwa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saini ya shughuli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kabla ya kuchanganya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baada ya mchanganyiko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sanjari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pochi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inayoingia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iliyochanganywa tena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inayoingia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iliyochanganywa tena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iliyochanganywa tena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Mchanganyiko wa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Mchanganyiko wa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Mchanganyiko wa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Mchanganyiko wa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Mchanganyiko wa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Ufunguo mkuu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Kusudi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Aina ya sarafu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Hesabu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Minyororo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Anwani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kutumika kwa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mizunguko ya sanjari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Gharama ya uchimbaji madini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zilizosawazishwa tayari kwa kuchanganywa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Mabadiliko ya Doxxic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Ada za huduma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Mchanganyiko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mchanganyiko wa posta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mchanganyiko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Sparrow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kabla ya sanjari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baada ya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Mchambuzi anajua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UTXO huu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Mchambuzi anataka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kupata UTXO huu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kabla ya sanjari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baada ya coinjoin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Mchambuzi anajua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UTXO huu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Mchambuzi anataka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kupata UTXO huu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kabla ya sanjari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Mchambuzi anajua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UTXO huu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Mchambuzi anakabiliwa na kundi la UTXOs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ambayo inaweza kuendana na utafutaji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Mchanganyiko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Mchanganyiko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MCHANGANYIKO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Mchanganyiko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Mbele Anonse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kabla ya sanjari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Inawezekana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Mchambuzi anakabiliwa na kundi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la UTXO ambalo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linaweza kuwa chanzo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baada ya coinjoin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Mchambuzi anaijua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hii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Mwanzo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Mchanganyiko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Changanya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Changanya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Changanya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Chanzo kinachowezekana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baada ya coinjoin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Mizunguko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Vyanzo 42 185...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pembejeo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matokeo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Si sahihi!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Kiasi cha malipo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Si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sahihi!</a:t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Malipo halisi ya sats 4,000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Ukuta wa mawe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Ukuta wa mawe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Ukuta wa mawe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>
                <a:latin typeface="IBM Plex Sans"/>
              </a:rPr>
              <a:t>wa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wa 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wa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wa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</a:t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Ukuta wa mawe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Ukuta wa mawe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Ukuta wa mawe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pembejeo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matokeo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Charles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UTXO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sanjari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sanjari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Mtoaji hufanya miamala 4 kuelekea oneel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Mtoaji hufanya miamala 4 kuelekea yeye mwenyewe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Muamala wa mwisho hutumika kumlipa mpokeaji wa mwisho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sanjari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sanjari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Sio wao tena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Wao ni wateja wangu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sanjari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Pengine ni wao tena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Je, bado ni wateja wangu?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sio kutoka kwa mteja wangu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Imebadilishwa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Imebadilishwa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Udukuzi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POCHI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Ufunguo mkuu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Kusudi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Aina ya sarafu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Hesabu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Vituo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nje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ndani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nje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ndani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Anwani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Imehifadhiwa kwa matumizi ya baadaye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Msimbo wa mnyororo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Ufunguo wa umma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Uga kidogo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Usawa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Toleo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Kiambishi awali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Badilishana kupitia mtandao usio salama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Rangi ya kawaida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Rangi za siri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Kubadilishana kwa umma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Rangi za siri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Taarifa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Shughuli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"Hujambo! Hii hapa nambari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yangu ya malipo. Nitakutumia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malipo kwa kutumia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Muundo wa kawaida wa faragha wa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Mfano wa usiri wa misimbo ya malipo ya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wa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wa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mkuu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wa umma wa mtoto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Taarifa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Taarifa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shughuli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Imesimbwa kwa njia fiche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nambari ya malipo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Siri iliyoshirikiwa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funguo za watoto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Muamala wa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anwani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Elekeza G kwenye kiwiko cha duaradufu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kibinafsi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umma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kibinafsi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kibinafsi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kibinafsi 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Usambazaji wa umma usiolindwa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Anwani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Anwani ya arifa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Muamala wa arifa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Nambari ya malipo iliyosimbwa kwa njia fiche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Ufunguo wa umma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Nambari ya malipo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Siri iliyoshirikiwa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Ufunguo mkuu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Ufunguo wa umma wa mtoto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Ufunguo wa faragha wa mtoto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Kitambulisho cha </a:t>
            </a:r>
            <a:r>
              <a:rPr sz="2000" b="1" i="1">
                <a:latin typeface="IBM Plex Sans"/>
              </a:rPr>
              <a:t>arifa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Kitambulishi cha ufunguo wa umma </a:t>
            </a:r>
            <a:r>
              <a:rPr sz="2000" b="1" i="1">
                <a:latin typeface="IBM Plex Sans"/>
              </a:rPr>
              <a:t>cha ingizo la kwanza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Kitambulisho </a:t>
            </a:r>
            <a:r>
              <a:rPr sz="2000" b="1" i="1">
                <a:latin typeface="IBM Plex Sans"/>
              </a:rPr>
              <a:t>cha </a:t>
            </a:r>
            <a:r>
              <a:rPr sz="2000" b="1" i="1">
                <a:latin typeface="IBM Plex Sans"/>
              </a:rPr>
              <a:t>'OP_RETURN'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Ufunguo mwingine wa umma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Ufunguo mwingine wa kibinafsi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Ufunguo Mkuu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Anwani nyingine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Malipo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anwani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Malipo ya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kwanza ya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BIP47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Utoaji wa ufunguo wa mtoto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Muamala wa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Nyongeza ya alama kwenye mikondo ya duaradufu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Utoaji wa anwani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Anwani ya arifa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mkuu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malipo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ufunguo wa mtoto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Muamala wa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Nyongeza ya alama kwenye mikondo ya duaradufu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anwani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arifa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mwingine wa umma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mwingine wa kibinafsi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nyingine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malipo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Malipo ya pili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malipo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ufunguo wa mtoto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ufunguo wa umma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arifa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ya malipo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mkuu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Nyongeza ya alama kwenye mikondo ya duaradufu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anwani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Elekeza G kwenye kiwiko cha duaradufu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kibinafsi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kibinafsi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kibinafsi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umma 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Ufunguo wa kibinafsi 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Usambazaji wa umma usiolindwa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Siri iliyoshirikiwa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Ufunguo wa umma wa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Siri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Abscissa ya siri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Hashi ya siri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Elekeza G kwenye curve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Ufunguo wa umma wa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ya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umma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ufunguo wa malipo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Ufunguo wa kibinafsi wa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ya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kibinafsi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ufunguo wa malipo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Nambari ya malipo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Anwani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Vifunguo vya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Funguo za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mwingine wa umma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 nyingine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Kwanza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urejeshaji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Siri zilizoshirikiwa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ufunguo wa mtoto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Muamala wa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Nyongeza ya alama kwenye mikondo ya duaradufu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Utoaji wa anwani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Taarifa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Anwani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mkuu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Ufunguo mwingine wa kibinafsi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Ufunguo wa umma ulioboreshwa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Ufunguo wa umma wa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malipo ya kawaida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Mzizi wa Merkle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hati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hati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hati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hati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Shughuli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pembejeo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matokeo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Badilika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