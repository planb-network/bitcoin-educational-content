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Mfano wa usiri wa mfumo wa benki: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Mfano wa faragha wa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Mwenza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Benki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Vitambulisho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Utambulisho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Mali ya kawaida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Neno la kimataifa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Akaunti ya benki ya mteja: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Akaunti ya benki ya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Muamala </a:t>
            </a:r>
            <a:r>
              <a:rPr>
                <a:latin typeface="IBM Plex Sans"/>
              </a:rPr>
              <a:t>wa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zinazotumika kwa matumizi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zilizoundwa kwa wapokeaji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Inakuruhusu kutia sahihi ili kukidhi hati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Hati imeundwa ili kufunga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Ufunguo wa Umma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Ufunguo wa Kibinafsi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 Wallet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Muamala wa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Hati imeridhika kutumia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mpya zilizoundwa na kufungwa nazo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hati mpya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Alice inatumika kukidhi malipo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imeundwa kumlipa mwokaji mkate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ya mabadiliko inarudi kwenye pochi ya Alice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huunganisha UTXO 2 kuwa pembejeo ili kukidhi mahitaji ya malipo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imeundwa kumlipa mwokaji mkate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mabadiliko inarudi kwenye pochi ya Alice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Alice inatumika kukidhi malipo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imeundwa kumlipa mwokaji mkate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ya mabadiliko inarudi kwenye pochi ya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Ada ya muamala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Mfano wa usiri wa mfumo wa benki: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Mwenza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Benki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Vitambulisho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Mteja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Mwokaji mikate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Jirani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Mwenye benki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Mfano wa usiri wa mfumo wa benki: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Mfano wa faragha wa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Mwenza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Benki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Vitambulisho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Vitambulisho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Jirani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Mteja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Mwokaji mikate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Ufuatiliaji wa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pembejeo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matokeo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Utambulisho wa vipengele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Kupunguzwa kwa nadharia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Mfumo wa Pesa wa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Kielektroniki wa Peer-to-Rika, Sehemu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ya 10: Faragha.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Inapatikana kwa: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Malipo rahisi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Kufagia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Kuunganisha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Kuunganisha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Malipo ya kundi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Muamala shirikishi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mali ya mtumiaji aliyefuatiliwa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Ni matokeo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gani yanawakilisha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mabadiliko?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Kutumia tena anwani ya ndani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Tumia tena utayarishaji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Malipo ya nambari ya pande zote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Malipo ya nambari ya pande zote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Pato kubwa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zaidi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Mmiliki wa kawaida wa UTXO zote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Mfumo wa Pesa wa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Kielektroniki wa Peer-to-Rika, Sehemu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ya 10: Faragha.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Inapatikana kwa: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Mtumaji wa kawaida kwa miamala yote?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Mfumo wa Pesa wa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Kielektroniki wa Peer-to-Rika, Sehemu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ya 10: Faragha.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Inapatikana kwa: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Shughuli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Ufunguo wa kawaida wa matumizi ya umma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Bitcoin: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Mfumo wa Pesa wa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Kielektroniki wa Peer-to-Rika, Sehemu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ya 10: Faragha.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Inapatikana kwa: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Mmiliki wa kawaida wa UTXO zote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Kutumia tena anwani ya ndani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sungura satoshi pizza hisabati smile valley yai piano likizo vuli hujambo kilima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Badilisha kwa ununuzi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wa sofa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Uondoaji wa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Mteja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malipo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Ununuzi wa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kompyuta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Ununuzi wa P2P kutoka kwa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Mkoba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Lebo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Ununuzi wa P2P kutoka kwa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Malipo kwa mteja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HAKUNA KYC - Badilisha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kwa ununuzi wa sofa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Uondoaji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wa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Malipo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ya Mteja Daudi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HAKUNA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Ununuzi wa kompyuta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HAKUNA KYC - Ununuzi wa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kutoka kwa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Mkoba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Lebo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HAKUNA Ununuzi wa KYC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-P2P kutoka kwa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Malipo kwa mteja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Gharama ya wastani katika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Mfano wa usiri wa mfumo wa benki: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Mfano wa faragha wa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Mwenza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Benki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Vitambulisho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Hadharani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Shughuli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Vitambulisho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kutumika kwa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mizunguko ya sanjari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Gharama ya uchimbaji madini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zilizosawazishwa tayari kwa kuchanganywa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Mabadiliko ya Doxxic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Ada za huduma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Mchambuzi anajua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huu</a:t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Mchambuzi anataka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kupata UTXO huu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Mchambuzi anajua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huu</a:t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Mchambuzi anataka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kupata UTXO huu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Mchambuzi anajua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UTXO huu</a:t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Mchambuzi anakabiliwa na kundi la UTXOs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ambayo inaweza kuendana na utafutaji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Inawezekana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Mchambuzi anakabiliwa na kundi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la UTXO ambalo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linaweza kuwa chanzo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Mchambuzi anaijua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hii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Chanzo kinachowezekana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Vyanzo 42 185...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Kiasi cha malipo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Malipo halisi ya sats 4,000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Mtoa huduma hufanya miamala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4 kuelekea yeye mwenyewe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Mtoa huduma hufanya miamala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4 kuelekea yeye mwenyewe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Muamala wa mwisho hutumika kumlipa mpokeaji wa mwisho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Sio wao tena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Wao ni wateja wangu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Pengine ni wao tena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Je, bado ni wateja wangu?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sio kutoka kwa mteja wangu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Imebadilishwa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Imebadilishwa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Udukuzi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Imehifadhiwa kwa matumizi ya baadaye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Msimbo wa mnyororo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Ufunguo wa umma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Uga kidogo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Usawa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Toleo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Kiambishi awali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Badilishana kupitia mtandao usio salama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Siri iliyoshirikiwa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Rangi ya kawaida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Rangi za siri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Kubadilishana kwa umma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Rangi za siri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Siri iliyoshirikiwa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Arifa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Shughuli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"Habari! Hii hapa nambari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yangu ya malipo. Nitakutumia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malipo kwa kutumia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Muundo wa kawaida wa faragha wa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Mfano wa usiri wa misimbo ya malipo ya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Elekeza G kwenye kiwiko cha duaradufu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kibinafsi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Ufunguo wa umma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Ufunguo wa kibinafsi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Ufunguo wa kibinafsi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Ufunguo wa kibinafsi 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Siri iliyoshirikiwa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Usambazaji wa umma usiolindwa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Siri iliyoshirikiwa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wa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Elekeza G kwenye kiwiko cha duaradufu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kibinafsi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kibinafsi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Ufunguo wa kibinafsi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umma wa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Ufunguo wa kibinafsi wa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Siri iliyoshirikiwa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Usambazaji wa umma usiolindwa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Siri iliyoshirikiwa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Ufunguo wa umma wa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Abscissa ya siri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Hashi ya siri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Elekeza G kwenye curve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Ufunguo wa umma wa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Ufunguo wa kibinafsi wa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Ufunguo wa umma wa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malipo ya kawaida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