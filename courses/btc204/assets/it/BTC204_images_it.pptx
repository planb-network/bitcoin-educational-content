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Modello di riservatezza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Modello di privacy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Controparte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Proprietà comune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Parola internazionale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Conto bancario del cliente: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Il conto bancario di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Transazione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utilizzati per la spesa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creati per i destinatari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Permette di firmare per soddisfare lo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Viene creato uno script per bloccare un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Chiave pubblica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Chiave privata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Portafoglio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Transazione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Lo script si accontenta di spendere l'UTXO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Nuovi UTXO creati e bloccati con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nuovi script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L'UTXO di Alice viene speso per soddisfare il pagamento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Viene creata una UTXO per pagare il pane al fornaio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cambio UTXO torna nel portafoglio di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fonde 2 UTXO in ingressi per soddisfare le esigenze di pagamento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Viene creata una UTXO per pagare il pane al fornaio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cambio UTXO torna nel portafoglio di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L'UTXO di Alice viene speso per soddisfare il pagamento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Viene creata una UTXO per pagare il pane al fornaio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cambio UTXO torna nel portafoglio di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Tassa di transazione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Modello di riservatezza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Controparte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Cliente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Panettiere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Vicino di casa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Banchiere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Modello di riservatezza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Modello di privacy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Controparte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Vicino di casa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Cliente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Panettiere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Monitoraggio della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ingressi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uscite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Identificazione delle caratteristiche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Deduzione di ipotesi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Sezione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Disponibile all'indirizzo: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Pagamento semplice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Spazzare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Consolidamento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Consolidamento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Paiement in batch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Transazione collaborativa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appartenente all'utente tracciato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Quale uscita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rappresenta il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cambiamento?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Riutilizzo dell'indirizzo interno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Riutilizzo del versioning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Pagamenti con numeri tondi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Pagamenti con numeri tondi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Produzione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maggiore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Proprietario comune di tutti gli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Sezione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Disponibile all'indirizzo: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Mittente comune per tutte le transazioni?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Sezione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Disponibile all'indirizzo: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Transazione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Chiave pubblica di spesa classica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Sezione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Disponibile all'indirizzo: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Proprietario comune di tutti gli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Riutilizzo dell'indirizzo interno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coniglio satoshi pizza matematica sorriso valle uovo pianoforte vacanza autunno ciao collina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Cambio per l'acquisto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di un divano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Prelievo da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Pagamento del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cliente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Acquisto di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computer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Acquisto P2P da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Portafoglio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Etichette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Acquisto P2P da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Pagamento al cliente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Cambio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per acquisto divano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Prelievo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Pagamento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del cliente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Acquisto di computer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Acquisto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Portafoglio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Etichette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Acquisto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Pagamento al cliente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Spese medie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Modello di riservatezza del sistema bancario: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Modello di privacy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Controparte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Identità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Pubblico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Transazioni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Identità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utilizzato per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cicli di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Costi di estrazione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equalizzati pronti per la miscelazione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Cambiamento di destinazione d'uso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Costi di servizio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L'analista sa che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questo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L'analista vuole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trovare questo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L'analista sa che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questo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L'analista vuole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trovare questo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L'analista sa che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questo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L'analista si trova di fronte a un gruppo di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che possono corrispondere alla ricerca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L'analista si trova di fronte a un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gruppo di UTXO che potrebbe essere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la fonte di un'attività di ricerca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L'analista conosce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questo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Fonte probabile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fonti...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Importo del pagamento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Pagamento effettivo di 4.000 satelliti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L'emittente effettua 4 transazioni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verso se stesso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L'emittente effettua 4 transazioni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verso se stesso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L'ultima transazione viene utilizzata per pagare il destinatario finale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Non sono più loro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Sono i miei clienti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Probabilmente sono di nuovo loro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Sono ancora miei clienti?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 coinjoin non proviene dal mio cliente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Scambiato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Scambiato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Riservato per uso futuro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Codice della catena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Chiave pubblica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Campo di bit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Parità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Versione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Prefisso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Scambio su una rete non protetta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Colore comune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Colori segreti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Scambio pubblico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Colori segreti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Transazione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"Salve, ecco il mio codice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di pagamento. Vi invierò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i pagamenti utilizzando BIP47"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Il modello di privacy classico di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Modello di riservatezza dei codici di pagamento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Punto G sulla curva ellittica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Chiave privata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chiave pubblica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Chiave privata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chiave privata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pubblica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chiave privata 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Trasmissione pubblica non garantita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pubblica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pubblica di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Punto G sulla curva ellittica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Chiave privata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Chiave pubblica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pubblica 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Chiave privata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Chiave pubblica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chiave privata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pubblica 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chiave privata 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Trasmissione pubblica non garantita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Segreto condiviso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chiave pubblica di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Segreto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Ascissa del segreto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 segreto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Punto G della curva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La chiave pubblica di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La chiave privata di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Chiave pubblica del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pagamento classico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