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4816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684808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1389812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2475483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473262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027937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9855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048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6143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2873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3196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81610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1536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315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6122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9497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44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2277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50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728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594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5401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09635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2329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3788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125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37006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654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91360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5879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074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814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81504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443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33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822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6751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9187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6014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3211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3695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2264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259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8924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9289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0482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998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2138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1438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712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6102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2661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38582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7140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311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97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91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5548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179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204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4675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1521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993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2573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90236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9767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5569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6245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43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5203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6265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2792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6410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43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3649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4687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0381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0544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62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63786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2675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8677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618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3301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3049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13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96850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7676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88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1844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319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3669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025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121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008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8276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031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0454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31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3672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9773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6973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08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688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5363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738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8247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1984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071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3735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95376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2709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5865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5824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3324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36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77540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4299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695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6010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8692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7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0900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6732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677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2773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0291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807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38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50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080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404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8632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6725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5755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03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6027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0834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3668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133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171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617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6797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786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83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44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3666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177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7063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766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7450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530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2723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62398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7904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4032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0387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4597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3428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65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8270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9952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00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0342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8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4142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624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4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893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261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799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9497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4209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231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8015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4558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7604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77994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115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1634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4974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3505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526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893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4078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6931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3115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866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7786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9481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2585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9498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031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1087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6747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3312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56448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704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6368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748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630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969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873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43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232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72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464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0363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6496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945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5369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395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519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7418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621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927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194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304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0308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6449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7682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949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2632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858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6110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5809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4644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9914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0042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55452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0351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461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8600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6884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7730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035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604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4349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6687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90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0421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0429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2214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6797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036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724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6394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3019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1083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4408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0973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203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40871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5409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724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188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4175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8978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7521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80014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183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1948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929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79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409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557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7662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5984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728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73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9294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237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992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048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3814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3120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850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879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746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9141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8182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294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29708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1491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1627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754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8587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755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8743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2119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9085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2173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4443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40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440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922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245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628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9436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9810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437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3164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2473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13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0281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0596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2713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87043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270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234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806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7255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5108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3280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3142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3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219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259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5239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845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963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2280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401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849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8096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5064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9510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0532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2565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839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9500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71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226FB3-1679-CC42-D097-2F8E4C773E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0592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415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597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7504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4036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0887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0666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04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417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682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39871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61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5731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9781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258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956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771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4521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0333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1967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7984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065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69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4274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604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9721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5005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663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7201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2483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1469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264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9981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160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6795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555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041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63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829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5214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434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9475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4618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065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3745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11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3054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9194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15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5901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266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6777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044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90580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2824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69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1092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0970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7930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4923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061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317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4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4441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3153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9427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9277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6602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615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0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4325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64570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1361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233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7668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6341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345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490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0865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375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53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08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718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7067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0816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6545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4817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9857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6265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0672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8192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9793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247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8117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179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49415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697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037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65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3972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627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8863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7405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312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35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3020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56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494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6383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93668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6208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141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3480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212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812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8474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2627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5967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687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906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584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1889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1706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320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6225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2793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228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3290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9536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1700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134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366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100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365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27105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9352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233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3449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2111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7829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846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659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350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0030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31877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8335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466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327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5298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9678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0021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147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0751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937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794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82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117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98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9858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907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92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0407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447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60257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6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4284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858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53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1485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302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848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3939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37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7681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2790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5015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223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61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5759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176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688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2201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664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091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6412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7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8627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4001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0636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0405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0625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791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4292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8437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13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6495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925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8475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0713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3060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3047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7015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221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654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750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001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317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982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61434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729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815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5677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47185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1189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5227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3247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0392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54574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698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2073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87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255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0219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9734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8709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856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7181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73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9487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33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98321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4810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4501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367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38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402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0828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2766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90298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273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5071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0628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20428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394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0939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48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422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60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7490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512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2465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16019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3808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1526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73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0759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8268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2337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937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1374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317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846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4194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5855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1510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509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544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7419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9620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7135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7529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3995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1926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819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7132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2209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87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545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437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7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2058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7618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0312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79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4972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59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700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8918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8523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529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885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782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0129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050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602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5088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3378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111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00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1495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822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6376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643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1038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5550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1490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2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5754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9688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75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49828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9408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4583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1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1055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852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281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8550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978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4122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83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0260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2992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5141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138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5406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490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1363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2670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084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8657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0169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98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3816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824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101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5537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5297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6766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7466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1342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201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825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2332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4719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4065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5369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2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013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695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01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0207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17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851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742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111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806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2521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8649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596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9418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8105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5156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340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2251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2279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2450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2579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051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7014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7196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679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450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0075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4391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9653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942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359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981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3617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9107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3914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336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7162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810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9615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6910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797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3987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5124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8569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5695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4796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808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15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028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706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132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7382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425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6957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3611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140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695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2509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673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4501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67393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9171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919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487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791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15483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4133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6537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4654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3150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307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6418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2147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73181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292628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226147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623030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24246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6049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17858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8386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973348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519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70908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79546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39936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41055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35909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7373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38165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59573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64009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15745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10404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97250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31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3612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657837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8252435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017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761267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016034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5386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014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82155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374365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34289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481481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92727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92995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941197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320345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4534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32743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1894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86955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948351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1123157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146526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00638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64411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808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241499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7943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897931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18759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6629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31264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99865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2154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79688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91357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68898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125546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7979175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358860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5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5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43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7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0.png"/><Relationship Id="rId4" Type="http://schemas.openxmlformats.org/officeDocument/2006/relationships/image" Target="../media/image841.png"/><Relationship Id="rId5" Type="http://schemas.openxmlformats.org/officeDocument/2006/relationships/image" Target="../media/image842.png"/><Relationship Id="rId6" Type="http://schemas.openxmlformats.org/officeDocument/2006/relationships/image" Target="../media/image843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4.png"/><Relationship Id="rId4" Type="http://schemas.openxmlformats.org/officeDocument/2006/relationships/image" Target="../media/image845.png"/><Relationship Id="rId5" Type="http://schemas.openxmlformats.org/officeDocument/2006/relationships/image" Target="../media/image846.png"/><Relationship Id="rId6" Type="http://schemas.openxmlformats.org/officeDocument/2006/relationships/image" Target="../media/image847.png"/><Relationship Id="rId7" Type="http://schemas.openxmlformats.org/officeDocument/2006/relationships/image" Target="../media/image848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49.png"/><Relationship Id="rId4" Type="http://schemas.openxmlformats.org/officeDocument/2006/relationships/image" Target="../media/image850.png"/><Relationship Id="rId5" Type="http://schemas.openxmlformats.org/officeDocument/2006/relationships/image" Target="../media/image851.png"/><Relationship Id="rId6" Type="http://schemas.openxmlformats.org/officeDocument/2006/relationships/image" Target="../media/image852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3.png"/><Relationship Id="rId4" Type="http://schemas.openxmlformats.org/officeDocument/2006/relationships/image" Target="../media/image854.png"/><Relationship Id="rId5" Type="http://schemas.openxmlformats.org/officeDocument/2006/relationships/image" Target="../media/image855.png"/><Relationship Id="rId6" Type="http://schemas.openxmlformats.org/officeDocument/2006/relationships/image" Target="../media/image856.png"/><Relationship Id="rId7" Type="http://schemas.openxmlformats.org/officeDocument/2006/relationships/image" Target="../media/image857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8.png"/><Relationship Id="rId4" Type="http://schemas.openxmlformats.org/officeDocument/2006/relationships/image" Target="../media/image859.png"/><Relationship Id="rId5" Type="http://schemas.openxmlformats.org/officeDocument/2006/relationships/image" Target="../media/image860.png"/><Relationship Id="rId6" Type="http://schemas.openxmlformats.org/officeDocument/2006/relationships/image" Target="../media/image861.png"/><Relationship Id="rId7" Type="http://schemas.openxmlformats.org/officeDocument/2006/relationships/image" Target="../media/image862.png"/><Relationship Id="rId8" Type="http://schemas.openxmlformats.org/officeDocument/2006/relationships/image" Target="../media/image863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4.png"/><Relationship Id="rId4" Type="http://schemas.openxmlformats.org/officeDocument/2006/relationships/image" Target="../media/image865.png"/><Relationship Id="rId5" Type="http://schemas.openxmlformats.org/officeDocument/2006/relationships/image" Target="../media/image866.png"/><Relationship Id="rId6" Type="http://schemas.openxmlformats.org/officeDocument/2006/relationships/image" Target="../media/image867.png"/><Relationship Id="rId7" Type="http://schemas.openxmlformats.org/officeDocument/2006/relationships/image" Target="../media/image868.png"/><Relationship Id="rId8" Type="http://schemas.openxmlformats.org/officeDocument/2006/relationships/image" Target="../media/image869.png"/><Relationship Id="rId9" Type="http://schemas.openxmlformats.org/officeDocument/2006/relationships/image" Target="../media/image870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2.png"/><Relationship Id="rId4" Type="http://schemas.openxmlformats.org/officeDocument/2006/relationships/image" Target="../media/image873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4.png"/><Relationship Id="rId4" Type="http://schemas.openxmlformats.org/officeDocument/2006/relationships/image" Target="../media/image875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6.png"/><Relationship Id="rId4" Type="http://schemas.openxmlformats.org/officeDocument/2006/relationships/image" Target="../media/image877.png"/><Relationship Id="rId5" Type="http://schemas.openxmlformats.org/officeDocument/2006/relationships/image" Target="../media/image878.png"/><Relationship Id="rId6" Type="http://schemas.openxmlformats.org/officeDocument/2006/relationships/image" Target="../media/image879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0.png"/><Relationship Id="rId4" Type="http://schemas.openxmlformats.org/officeDocument/2006/relationships/image" Target="../media/image881.png"/><Relationship Id="rId5" Type="http://schemas.openxmlformats.org/officeDocument/2006/relationships/image" Target="../media/image882.png"/><Relationship Id="rId6" Type="http://schemas.openxmlformats.org/officeDocument/2006/relationships/image" Target="../media/image883.png"/><Relationship Id="rId7" Type="http://schemas.openxmlformats.org/officeDocument/2006/relationships/image" Target="../media/image884.png"/><Relationship Id="rId8" Type="http://schemas.openxmlformats.org/officeDocument/2006/relationships/image" Target="../media/image885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6.png"/><Relationship Id="rId4" Type="http://schemas.openxmlformats.org/officeDocument/2006/relationships/image" Target="../media/image887.png"/><Relationship Id="rId5" Type="http://schemas.openxmlformats.org/officeDocument/2006/relationships/image" Target="../media/image888.png"/><Relationship Id="rId6" Type="http://schemas.openxmlformats.org/officeDocument/2006/relationships/image" Target="../media/image889.png"/><Relationship Id="rId7" Type="http://schemas.openxmlformats.org/officeDocument/2006/relationships/image" Target="../media/image890.png"/><Relationship Id="rId8" Type="http://schemas.openxmlformats.org/officeDocument/2006/relationships/image" Target="../media/image891.png"/><Relationship Id="rId9" Type="http://schemas.openxmlformats.org/officeDocument/2006/relationships/image" Target="../media/image892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3.png"/><Relationship Id="rId4" Type="http://schemas.openxmlformats.org/officeDocument/2006/relationships/image" Target="../media/image894.png"/><Relationship Id="rId5" Type="http://schemas.openxmlformats.org/officeDocument/2006/relationships/image" Target="../media/image895.png"/><Relationship Id="rId6" Type="http://schemas.openxmlformats.org/officeDocument/2006/relationships/image" Target="../media/image896.png"/><Relationship Id="rId7" Type="http://schemas.openxmlformats.org/officeDocument/2006/relationships/image" Target="../media/image897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8.png"/><Relationship Id="rId4" Type="http://schemas.openxmlformats.org/officeDocument/2006/relationships/image" Target="../media/image899.png"/><Relationship Id="rId5" Type="http://schemas.openxmlformats.org/officeDocument/2006/relationships/image" Target="../media/image900.png"/><Relationship Id="rId6" Type="http://schemas.openxmlformats.org/officeDocument/2006/relationships/image" Target="../media/image90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2.png"/><Relationship Id="rId4" Type="http://schemas.openxmlformats.org/officeDocument/2006/relationships/image" Target="../media/image903.png"/><Relationship Id="rId5" Type="http://schemas.openxmlformats.org/officeDocument/2006/relationships/image" Target="../media/image904.png"/><Relationship Id="rId6" Type="http://schemas.openxmlformats.org/officeDocument/2006/relationships/image" Target="../media/image905.png"/><Relationship Id="rId7" Type="http://schemas.openxmlformats.org/officeDocument/2006/relationships/image" Target="../media/image906.png"/><Relationship Id="rId8" Type="http://schemas.openxmlformats.org/officeDocument/2006/relationships/image" Target="../media/image907.png"/><Relationship Id="rId9" Type="http://schemas.openxmlformats.org/officeDocument/2006/relationships/image" Target="../media/image908.png"/><Relationship Id="rId10" Type="http://schemas.openxmlformats.org/officeDocument/2006/relationships/image" Target="../media/image909.png"/><Relationship Id="rId11" Type="http://schemas.openxmlformats.org/officeDocument/2006/relationships/image" Target="../media/image910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1.png"/><Relationship Id="rId4" Type="http://schemas.openxmlformats.org/officeDocument/2006/relationships/image" Target="../media/image912.png"/><Relationship Id="rId5" Type="http://schemas.openxmlformats.org/officeDocument/2006/relationships/image" Target="../media/image913.png"/><Relationship Id="rId6" Type="http://schemas.openxmlformats.org/officeDocument/2006/relationships/image" Target="../media/image914.png"/><Relationship Id="rId7" Type="http://schemas.openxmlformats.org/officeDocument/2006/relationships/image" Target="../media/image915.png"/><Relationship Id="rId8" Type="http://schemas.openxmlformats.org/officeDocument/2006/relationships/image" Target="../media/image916.png"/><Relationship Id="rId9" Type="http://schemas.openxmlformats.org/officeDocument/2006/relationships/image" Target="../media/image917.png"/><Relationship Id="rId10" Type="http://schemas.openxmlformats.org/officeDocument/2006/relationships/image" Target="../media/image918.png"/><Relationship Id="rId11" Type="http://schemas.openxmlformats.org/officeDocument/2006/relationships/image" Target="../media/image919.png"/><Relationship Id="rId12" Type="http://schemas.openxmlformats.org/officeDocument/2006/relationships/image" Target="../media/image920.png"/><Relationship Id="rId13" Type="http://schemas.openxmlformats.org/officeDocument/2006/relationships/image" Target="../media/image921.png"/><Relationship Id="rId14" Type="http://schemas.openxmlformats.org/officeDocument/2006/relationships/image" Target="../media/image922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3.png"/><Relationship Id="rId4" Type="http://schemas.openxmlformats.org/officeDocument/2006/relationships/image" Target="../media/image924.png"/><Relationship Id="rId5" Type="http://schemas.openxmlformats.org/officeDocument/2006/relationships/image" Target="../media/image925.png"/><Relationship Id="rId6" Type="http://schemas.openxmlformats.org/officeDocument/2006/relationships/image" Target="../media/image926.png"/><Relationship Id="rId7" Type="http://schemas.openxmlformats.org/officeDocument/2006/relationships/image" Target="../media/image927.png"/><Relationship Id="rId8" Type="http://schemas.openxmlformats.org/officeDocument/2006/relationships/image" Target="../media/image928.png"/><Relationship Id="rId9" Type="http://schemas.openxmlformats.org/officeDocument/2006/relationships/image" Target="../media/image929.png"/><Relationship Id="rId10" Type="http://schemas.openxmlformats.org/officeDocument/2006/relationships/image" Target="../media/image930.png"/><Relationship Id="rId11" Type="http://schemas.openxmlformats.org/officeDocument/2006/relationships/image" Target="../media/image931.png"/><Relationship Id="rId12" Type="http://schemas.openxmlformats.org/officeDocument/2006/relationships/image" Target="../media/image932.png"/><Relationship Id="rId13" Type="http://schemas.openxmlformats.org/officeDocument/2006/relationships/image" Target="../media/image933.png"/><Relationship Id="rId14" Type="http://schemas.openxmlformats.org/officeDocument/2006/relationships/image" Target="../media/image934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5.png"/><Relationship Id="rId4" Type="http://schemas.openxmlformats.org/officeDocument/2006/relationships/image" Target="../media/image936.png"/><Relationship Id="rId5" Type="http://schemas.openxmlformats.org/officeDocument/2006/relationships/image" Target="../media/image937.png"/><Relationship Id="rId6" Type="http://schemas.openxmlformats.org/officeDocument/2006/relationships/image" Target="../media/image938.png"/><Relationship Id="rId7" Type="http://schemas.openxmlformats.org/officeDocument/2006/relationships/image" Target="../media/image939.png"/><Relationship Id="rId8" Type="http://schemas.openxmlformats.org/officeDocument/2006/relationships/image" Target="../media/image940.png"/><Relationship Id="rId9" Type="http://schemas.openxmlformats.org/officeDocument/2006/relationships/image" Target="../media/image941.png"/><Relationship Id="rId10" Type="http://schemas.openxmlformats.org/officeDocument/2006/relationships/image" Target="../media/image942.png"/><Relationship Id="rId11" Type="http://schemas.openxmlformats.org/officeDocument/2006/relationships/image" Target="../media/image943.png"/><Relationship Id="rId12" Type="http://schemas.openxmlformats.org/officeDocument/2006/relationships/image" Target="../media/image944.png"/><Relationship Id="rId13" Type="http://schemas.openxmlformats.org/officeDocument/2006/relationships/image" Target="../media/image945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6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7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8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49.png"/><Relationship Id="rId4" Type="http://schemas.openxmlformats.org/officeDocument/2006/relationships/image" Target="../media/image950.png"/><Relationship Id="rId5" Type="http://schemas.openxmlformats.org/officeDocument/2006/relationships/image" Target="../media/image951.png"/><Relationship Id="rId6" Type="http://schemas.openxmlformats.org/officeDocument/2006/relationships/image" Target="../media/image952.png"/><Relationship Id="rId7" Type="http://schemas.openxmlformats.org/officeDocument/2006/relationships/image" Target="../media/image953.png"/><Relationship Id="rId8" Type="http://schemas.openxmlformats.org/officeDocument/2006/relationships/image" Target="../media/image954.png"/><Relationship Id="rId9" Type="http://schemas.openxmlformats.org/officeDocument/2006/relationships/image" Target="../media/image955.png"/><Relationship Id="rId10" Type="http://schemas.openxmlformats.org/officeDocument/2006/relationships/image" Target="../media/image956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7.png"/><Relationship Id="rId4" Type="http://schemas.openxmlformats.org/officeDocument/2006/relationships/image" Target="../media/image958.png"/><Relationship Id="rId5" Type="http://schemas.openxmlformats.org/officeDocument/2006/relationships/image" Target="../media/image959.png"/><Relationship Id="rId6" Type="http://schemas.openxmlformats.org/officeDocument/2006/relationships/image" Target="../media/image960.png"/><Relationship Id="rId7" Type="http://schemas.openxmlformats.org/officeDocument/2006/relationships/image" Target="../media/image961.png"/><Relationship Id="rId8" Type="http://schemas.openxmlformats.org/officeDocument/2006/relationships/image" Target="../media/image962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3.png"/><Relationship Id="rId4" Type="http://schemas.openxmlformats.org/officeDocument/2006/relationships/image" Target="../media/image964.png"/><Relationship Id="rId5" Type="http://schemas.openxmlformats.org/officeDocument/2006/relationships/image" Target="../media/image965.png"/><Relationship Id="rId6" Type="http://schemas.openxmlformats.org/officeDocument/2006/relationships/image" Target="../media/image966.png"/><Relationship Id="rId7" Type="http://schemas.openxmlformats.org/officeDocument/2006/relationships/image" Target="../media/image967.png"/><Relationship Id="rId8" Type="http://schemas.openxmlformats.org/officeDocument/2006/relationships/image" Target="../media/image968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69.png"/><Relationship Id="rId4" Type="http://schemas.openxmlformats.org/officeDocument/2006/relationships/image" Target="../media/image970.png"/><Relationship Id="rId5" Type="http://schemas.openxmlformats.org/officeDocument/2006/relationships/image" Target="../media/image971.png"/><Relationship Id="rId6" Type="http://schemas.openxmlformats.org/officeDocument/2006/relationships/image" Target="../media/image972.png"/><Relationship Id="rId7" Type="http://schemas.openxmlformats.org/officeDocument/2006/relationships/image" Target="../media/image973.png"/><Relationship Id="rId8" Type="http://schemas.openxmlformats.org/officeDocument/2006/relationships/image" Target="../media/image974.png"/><Relationship Id="rId9" Type="http://schemas.openxmlformats.org/officeDocument/2006/relationships/image" Target="../media/image975.png"/><Relationship Id="rId10" Type="http://schemas.openxmlformats.org/officeDocument/2006/relationships/image" Target="../media/image976.png"/><Relationship Id="rId11" Type="http://schemas.openxmlformats.org/officeDocument/2006/relationships/image" Target="../media/image977.png"/><Relationship Id="rId12" Type="http://schemas.openxmlformats.org/officeDocument/2006/relationships/image" Target="../media/image978.png"/><Relationship Id="rId13" Type="http://schemas.openxmlformats.org/officeDocument/2006/relationships/image" Target="../media/image979.png"/><Relationship Id="rId14" Type="http://schemas.openxmlformats.org/officeDocument/2006/relationships/image" Target="../media/image980.png"/><Relationship Id="rId15" Type="http://schemas.openxmlformats.org/officeDocument/2006/relationships/image" Target="../media/image981.png"/><Relationship Id="rId16" Type="http://schemas.openxmlformats.org/officeDocument/2006/relationships/image" Target="../media/image982.png"/><Relationship Id="rId17" Type="http://schemas.openxmlformats.org/officeDocument/2006/relationships/image" Target="../media/image983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4.png"/><Relationship Id="rId4" Type="http://schemas.openxmlformats.org/officeDocument/2006/relationships/image" Target="../media/image985.png"/><Relationship Id="rId5" Type="http://schemas.openxmlformats.org/officeDocument/2006/relationships/image" Target="../media/image986.png"/><Relationship Id="rId6" Type="http://schemas.openxmlformats.org/officeDocument/2006/relationships/image" Target="../media/image987.png"/><Relationship Id="rId7" Type="http://schemas.openxmlformats.org/officeDocument/2006/relationships/image" Target="../media/image988.png"/><Relationship Id="rId8" Type="http://schemas.openxmlformats.org/officeDocument/2006/relationships/image" Target="../media/image989.png"/><Relationship Id="rId9" Type="http://schemas.openxmlformats.org/officeDocument/2006/relationships/image" Target="../media/image990.png"/><Relationship Id="rId10" Type="http://schemas.openxmlformats.org/officeDocument/2006/relationships/image" Target="../media/image991.png"/><Relationship Id="rId11" Type="http://schemas.openxmlformats.org/officeDocument/2006/relationships/image" Target="../media/image992.png"/><Relationship Id="rId12" Type="http://schemas.openxmlformats.org/officeDocument/2006/relationships/image" Target="../media/image993.png"/><Relationship Id="rId13" Type="http://schemas.openxmlformats.org/officeDocument/2006/relationships/image" Target="../media/image994.png"/><Relationship Id="rId14" Type="http://schemas.openxmlformats.org/officeDocument/2006/relationships/image" Target="../media/image995.png"/><Relationship Id="rId15" Type="http://schemas.openxmlformats.org/officeDocument/2006/relationships/image" Target="../media/image996.png"/><Relationship Id="rId16" Type="http://schemas.openxmlformats.org/officeDocument/2006/relationships/image" Target="../media/image997.png"/><Relationship Id="rId17" Type="http://schemas.openxmlformats.org/officeDocument/2006/relationships/image" Target="../media/image998.png"/><Relationship Id="rId18" Type="http://schemas.openxmlformats.org/officeDocument/2006/relationships/image" Target="../media/image999.png"/><Relationship Id="rId19" Type="http://schemas.openxmlformats.org/officeDocument/2006/relationships/image" Target="../media/image1000.png"/><Relationship Id="rId20" Type="http://schemas.openxmlformats.org/officeDocument/2006/relationships/image" Target="../media/image1001.png"/><Relationship Id="rId21" Type="http://schemas.openxmlformats.org/officeDocument/2006/relationships/image" Target="../media/image1002.png"/><Relationship Id="rId22" Type="http://schemas.openxmlformats.org/officeDocument/2006/relationships/image" Target="../media/image1003.png"/><Relationship Id="rId23" Type="http://schemas.openxmlformats.org/officeDocument/2006/relationships/image" Target="../media/image1004.png"/><Relationship Id="rId24" Type="http://schemas.openxmlformats.org/officeDocument/2006/relationships/image" Target="../media/image1005.png"/><Relationship Id="rId25" Type="http://schemas.openxmlformats.org/officeDocument/2006/relationships/image" Target="../media/image1006.png"/><Relationship Id="rId26" Type="http://schemas.openxmlformats.org/officeDocument/2006/relationships/image" Target="../media/image1007.png"/><Relationship Id="rId27" Type="http://schemas.openxmlformats.org/officeDocument/2006/relationships/image" Target="../media/image1008.png"/><Relationship Id="rId28" Type="http://schemas.openxmlformats.org/officeDocument/2006/relationships/image" Target="../media/image1009.png"/><Relationship Id="rId29" Type="http://schemas.openxmlformats.org/officeDocument/2006/relationships/image" Target="../media/image1010.png"/><Relationship Id="rId30" Type="http://schemas.openxmlformats.org/officeDocument/2006/relationships/image" Target="../media/image1011.png"/><Relationship Id="rId31" Type="http://schemas.openxmlformats.org/officeDocument/2006/relationships/image" Target="../media/image1012.png"/><Relationship Id="rId32" Type="http://schemas.openxmlformats.org/officeDocument/2006/relationships/image" Target="../media/image1013.png"/><Relationship Id="rId33" Type="http://schemas.openxmlformats.org/officeDocument/2006/relationships/image" Target="../media/image1014.png"/><Relationship Id="rId34" Type="http://schemas.openxmlformats.org/officeDocument/2006/relationships/image" Target="../media/image1015.png"/><Relationship Id="rId35" Type="http://schemas.openxmlformats.org/officeDocument/2006/relationships/image" Target="../media/image1016.png"/><Relationship Id="rId36" Type="http://schemas.openxmlformats.org/officeDocument/2006/relationships/image" Target="../media/image1017.png"/><Relationship Id="rId37" Type="http://schemas.openxmlformats.org/officeDocument/2006/relationships/image" Target="../media/image1018.png"/><Relationship Id="rId38" Type="http://schemas.openxmlformats.org/officeDocument/2006/relationships/image" Target="../media/image1019.png"/><Relationship Id="rId39" Type="http://schemas.openxmlformats.org/officeDocument/2006/relationships/image" Target="../media/image1020.png"/><Relationship Id="rId40" Type="http://schemas.openxmlformats.org/officeDocument/2006/relationships/image" Target="../media/image1021.png"/><Relationship Id="rId41" Type="http://schemas.openxmlformats.org/officeDocument/2006/relationships/image" Target="../media/image1022.png"/><Relationship Id="rId42" Type="http://schemas.openxmlformats.org/officeDocument/2006/relationships/image" Target="../media/image1023.png"/><Relationship Id="rId43" Type="http://schemas.openxmlformats.org/officeDocument/2006/relationships/image" Target="../media/image1024.png"/><Relationship Id="rId44" Type="http://schemas.openxmlformats.org/officeDocument/2006/relationships/image" Target="../media/image1025.png"/><Relationship Id="rId45" Type="http://schemas.openxmlformats.org/officeDocument/2006/relationships/image" Target="../media/image1026.png"/><Relationship Id="rId46" Type="http://schemas.openxmlformats.org/officeDocument/2006/relationships/image" Target="../media/image1027.png"/><Relationship Id="rId47" Type="http://schemas.openxmlformats.org/officeDocument/2006/relationships/image" Target="../media/image1028.png"/><Relationship Id="rId48" Type="http://schemas.openxmlformats.org/officeDocument/2006/relationships/image" Target="../media/image1029.png"/><Relationship Id="rId49" Type="http://schemas.openxmlformats.org/officeDocument/2006/relationships/image" Target="../media/image1030.png"/><Relationship Id="rId50" Type="http://schemas.openxmlformats.org/officeDocument/2006/relationships/image" Target="../media/image1031.png"/><Relationship Id="rId51" Type="http://schemas.openxmlformats.org/officeDocument/2006/relationships/image" Target="../media/image1032.png"/><Relationship Id="rId52" Type="http://schemas.openxmlformats.org/officeDocument/2006/relationships/image" Target="../media/image1033.png"/><Relationship Id="rId53" Type="http://schemas.openxmlformats.org/officeDocument/2006/relationships/image" Target="../media/image1034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5.png"/><Relationship Id="rId4" Type="http://schemas.openxmlformats.org/officeDocument/2006/relationships/image" Target="../media/image1036.png"/><Relationship Id="rId5" Type="http://schemas.openxmlformats.org/officeDocument/2006/relationships/image" Target="../media/image1037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8.png"/><Relationship Id="rId4" Type="http://schemas.openxmlformats.org/officeDocument/2006/relationships/image" Target="../media/image1039.png"/><Relationship Id="rId5" Type="http://schemas.openxmlformats.org/officeDocument/2006/relationships/image" Target="../media/image1040.png"/><Relationship Id="rId6" Type="http://schemas.openxmlformats.org/officeDocument/2006/relationships/image" Target="../media/image1041.png"/><Relationship Id="rId7" Type="http://schemas.openxmlformats.org/officeDocument/2006/relationships/image" Target="../media/image1042.png"/><Relationship Id="rId8" Type="http://schemas.openxmlformats.org/officeDocument/2006/relationships/image" Target="../media/image1043.png"/><Relationship Id="rId9" Type="http://schemas.openxmlformats.org/officeDocument/2006/relationships/image" Target="../media/image1044.png"/><Relationship Id="rId10" Type="http://schemas.openxmlformats.org/officeDocument/2006/relationships/image" Target="../media/media1.svg"/><Relationship Id="rId11" Type="http://schemas.openxmlformats.org/officeDocument/2006/relationships/image" Target="../media/image1045.png"/><Relationship Id="rId12" Type="http://schemas.openxmlformats.org/officeDocument/2006/relationships/image" Target="../media/image1046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7.png"/><Relationship Id="rId4" Type="http://schemas.openxmlformats.org/officeDocument/2006/relationships/image" Target="../media/image1048.png"/><Relationship Id="rId5" Type="http://schemas.openxmlformats.org/officeDocument/2006/relationships/image" Target="../media/image1049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0.png"/><Relationship Id="rId4" Type="http://schemas.openxmlformats.org/officeDocument/2006/relationships/image" Target="../media/image1051.png"/><Relationship Id="rId5" Type="http://schemas.openxmlformats.org/officeDocument/2006/relationships/image" Target="../media/image1052.png"/><Relationship Id="rId6" Type="http://schemas.openxmlformats.org/officeDocument/2006/relationships/image" Target="../media/image1053.png"/><Relationship Id="rId7" Type="http://schemas.openxmlformats.org/officeDocument/2006/relationships/image" Target="../media/image1054.png"/><Relationship Id="rId8" Type="http://schemas.openxmlformats.org/officeDocument/2006/relationships/image" Target="../media/image1055.png"/><Relationship Id="rId9" Type="http://schemas.openxmlformats.org/officeDocument/2006/relationships/image" Target="../media/image1056.png"/><Relationship Id="rId10" Type="http://schemas.openxmlformats.org/officeDocument/2006/relationships/image" Target="../media/image1057.png"/><Relationship Id="rId11" Type="http://schemas.openxmlformats.org/officeDocument/2006/relationships/image" Target="../media/image1058.png"/><Relationship Id="rId12" Type="http://schemas.openxmlformats.org/officeDocument/2006/relationships/image" Target="../media/image1059.png"/><Relationship Id="rId13" Type="http://schemas.openxmlformats.org/officeDocument/2006/relationships/image" Target="../media/image1060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1.png"/><Relationship Id="rId4" Type="http://schemas.openxmlformats.org/officeDocument/2006/relationships/image" Target="../media/image1062.png"/><Relationship Id="rId5" Type="http://schemas.openxmlformats.org/officeDocument/2006/relationships/image" Target="../media/image1063.png"/><Relationship Id="rId6" Type="http://schemas.openxmlformats.org/officeDocument/2006/relationships/image" Target="../media/image1064.png"/><Relationship Id="rId7" Type="http://schemas.openxmlformats.org/officeDocument/2006/relationships/image" Target="../media/image1065.png"/><Relationship Id="rId8" Type="http://schemas.openxmlformats.org/officeDocument/2006/relationships/image" Target="../media/image1066.png"/><Relationship Id="rId9" Type="http://schemas.openxmlformats.org/officeDocument/2006/relationships/image" Target="../media/image1067.png"/><Relationship Id="rId10" Type="http://schemas.openxmlformats.org/officeDocument/2006/relationships/image" Target="../media/image1068.png"/><Relationship Id="rId11" Type="http://schemas.openxmlformats.org/officeDocument/2006/relationships/image" Target="../media/image1069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0.png"/><Relationship Id="rId4" Type="http://schemas.openxmlformats.org/officeDocument/2006/relationships/image" Target="../media/image1071.png"/><Relationship Id="rId5" Type="http://schemas.openxmlformats.org/officeDocument/2006/relationships/image" Target="../media/image1072.png"/><Relationship Id="rId6" Type="http://schemas.openxmlformats.org/officeDocument/2006/relationships/image" Target="../media/image1073.png"/><Relationship Id="rId7" Type="http://schemas.openxmlformats.org/officeDocument/2006/relationships/image" Target="../media/image1074.png"/><Relationship Id="rId8" Type="http://schemas.openxmlformats.org/officeDocument/2006/relationships/image" Target="../media/image1075.png"/><Relationship Id="rId9" Type="http://schemas.openxmlformats.org/officeDocument/2006/relationships/image" Target="../media/image1076.png"/><Relationship Id="rId10" Type="http://schemas.openxmlformats.org/officeDocument/2006/relationships/image" Target="../media/image1077.png"/><Relationship Id="rId11" Type="http://schemas.openxmlformats.org/officeDocument/2006/relationships/image" Target="../media/image1078.png"/><Relationship Id="rId12" Type="http://schemas.openxmlformats.org/officeDocument/2006/relationships/image" Target="../media/image1079.png"/><Relationship Id="rId13" Type="http://schemas.openxmlformats.org/officeDocument/2006/relationships/image" Target="../media/image1080.png"/><Relationship Id="rId14" Type="http://schemas.openxmlformats.org/officeDocument/2006/relationships/image" Target="../media/image1081.png"/><Relationship Id="rId15" Type="http://schemas.openxmlformats.org/officeDocument/2006/relationships/image" Target="../media/image1082.png"/><Relationship Id="rId16" Type="http://schemas.openxmlformats.org/officeDocument/2006/relationships/image" Target="../media/image1083.png"/><Relationship Id="rId17" Type="http://schemas.openxmlformats.org/officeDocument/2006/relationships/image" Target="../media/image1084.png"/><Relationship Id="rId18" Type="http://schemas.openxmlformats.org/officeDocument/2006/relationships/image" Target="../media/image1085.png"/><Relationship Id="rId19" Type="http://schemas.openxmlformats.org/officeDocument/2006/relationships/image" Target="../media/image1086.png"/><Relationship Id="rId20" Type="http://schemas.openxmlformats.org/officeDocument/2006/relationships/image" Target="../media/image1087.png"/><Relationship Id="rId21" Type="http://schemas.openxmlformats.org/officeDocument/2006/relationships/image" Target="../media/image1088.jpg"/><Relationship Id="rId22" Type="http://schemas.openxmlformats.org/officeDocument/2006/relationships/image" Target="../media/image1089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0.png"/><Relationship Id="rId4" Type="http://schemas.openxmlformats.org/officeDocument/2006/relationships/image" Target="../media/image1091.png"/><Relationship Id="rId5" Type="http://schemas.openxmlformats.org/officeDocument/2006/relationships/image" Target="../media/image1092.png"/><Relationship Id="rId6" Type="http://schemas.openxmlformats.org/officeDocument/2006/relationships/image" Target="../media/image1093.png"/><Relationship Id="rId7" Type="http://schemas.openxmlformats.org/officeDocument/2006/relationships/image" Target="../media/image1094.png"/><Relationship Id="rId8" Type="http://schemas.openxmlformats.org/officeDocument/2006/relationships/image" Target="../media/image1095.png"/><Relationship Id="rId9" Type="http://schemas.openxmlformats.org/officeDocument/2006/relationships/image" Target="../media/image1096.png"/><Relationship Id="rId10" Type="http://schemas.openxmlformats.org/officeDocument/2006/relationships/image" Target="../media/image1097.png"/><Relationship Id="rId11" Type="http://schemas.openxmlformats.org/officeDocument/2006/relationships/image" Target="../media/image1098.png"/><Relationship Id="rId12" Type="http://schemas.openxmlformats.org/officeDocument/2006/relationships/image" Target="../media/image1099.png"/><Relationship Id="rId13" Type="http://schemas.openxmlformats.org/officeDocument/2006/relationships/image" Target="../media/image1100.png"/><Relationship Id="rId14" Type="http://schemas.openxmlformats.org/officeDocument/2006/relationships/image" Target="../media/image1101.png"/><Relationship Id="rId15" Type="http://schemas.openxmlformats.org/officeDocument/2006/relationships/image" Target="../media/image1102.png"/><Relationship Id="rId16" Type="http://schemas.openxmlformats.org/officeDocument/2006/relationships/image" Target="../media/image1103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4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5.png"/><Relationship Id="rId4" Type="http://schemas.openxmlformats.org/officeDocument/2006/relationships/image" Target="../media/image1106.png"/><Relationship Id="rId5" Type="http://schemas.openxmlformats.org/officeDocument/2006/relationships/image" Target="../media/image1107.png"/><Relationship Id="rId6" Type="http://schemas.openxmlformats.org/officeDocument/2006/relationships/image" Target="../media/image1108.png"/><Relationship Id="rId7" Type="http://schemas.openxmlformats.org/officeDocument/2006/relationships/image" Target="../media/image1109.png"/><Relationship Id="rId8" Type="http://schemas.openxmlformats.org/officeDocument/2006/relationships/image" Target="../media/image1110.png"/><Relationship Id="rId9" Type="http://schemas.openxmlformats.org/officeDocument/2006/relationships/image" Target="../media/image1111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2.png"/><Relationship Id="rId4" Type="http://schemas.openxmlformats.org/officeDocument/2006/relationships/image" Target="../media/image1113.png"/><Relationship Id="rId5" Type="http://schemas.openxmlformats.org/officeDocument/2006/relationships/image" Target="../media/image1114.png"/><Relationship Id="rId6" Type="http://schemas.openxmlformats.org/officeDocument/2006/relationships/image" Target="../media/image1115.png"/><Relationship Id="rId7" Type="http://schemas.openxmlformats.org/officeDocument/2006/relationships/image" Target="../media/image1116.png"/><Relationship Id="rId8" Type="http://schemas.openxmlformats.org/officeDocument/2006/relationships/image" Target="../media/image1117.png"/><Relationship Id="rId9" Type="http://schemas.openxmlformats.org/officeDocument/2006/relationships/image" Target="../media/image1118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19.png"/><Relationship Id="rId4" Type="http://schemas.openxmlformats.org/officeDocument/2006/relationships/image" Target="../media/image1120.png"/><Relationship Id="rId5" Type="http://schemas.openxmlformats.org/officeDocument/2006/relationships/image" Target="../media/image1121.png"/><Relationship Id="rId6" Type="http://schemas.openxmlformats.org/officeDocument/2006/relationships/image" Target="../media/image1122.png"/><Relationship Id="rId7" Type="http://schemas.openxmlformats.org/officeDocument/2006/relationships/image" Target="../media/image1123.png"/><Relationship Id="rId8" Type="http://schemas.openxmlformats.org/officeDocument/2006/relationships/image" Target="../media/image1124.png"/><Relationship Id="rId9" Type="http://schemas.openxmlformats.org/officeDocument/2006/relationships/image" Target="../media/image1125.png"/><Relationship Id="rId10" Type="http://schemas.openxmlformats.org/officeDocument/2006/relationships/image" Target="../media/image1126.png"/><Relationship Id="rId11" Type="http://schemas.openxmlformats.org/officeDocument/2006/relationships/image" Target="../media/image1127.png"/><Relationship Id="rId12" Type="http://schemas.openxmlformats.org/officeDocument/2006/relationships/image" Target="../media/image1128.png"/><Relationship Id="rId13" Type="http://schemas.openxmlformats.org/officeDocument/2006/relationships/image" Target="../media/image1129.png"/><Relationship Id="rId14" Type="http://schemas.openxmlformats.org/officeDocument/2006/relationships/image" Target="../media/image1130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1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2.png"/><Relationship Id="rId4" Type="http://schemas.openxmlformats.org/officeDocument/2006/relationships/image" Target="../media/image1133.png"/><Relationship Id="rId5" Type="http://schemas.openxmlformats.org/officeDocument/2006/relationships/image" Target="../media/image1134.png"/><Relationship Id="rId6" Type="http://schemas.openxmlformats.org/officeDocument/2006/relationships/image" Target="../media/image1135.png"/><Relationship Id="rId7" Type="http://schemas.openxmlformats.org/officeDocument/2006/relationships/image" Target="../media/image1136.png"/><Relationship Id="rId8" Type="http://schemas.openxmlformats.org/officeDocument/2006/relationships/image" Target="../media/image1137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8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39.png"/><Relationship Id="rId4" Type="http://schemas.openxmlformats.org/officeDocument/2006/relationships/image" Target="../media/image1140.png"/><Relationship Id="rId5" Type="http://schemas.openxmlformats.org/officeDocument/2006/relationships/image" Target="../media/image1141.png"/><Relationship Id="rId6" Type="http://schemas.openxmlformats.org/officeDocument/2006/relationships/image" Target="../media/image1142.png"/><Relationship Id="rId7" Type="http://schemas.openxmlformats.org/officeDocument/2006/relationships/image" Target="../media/image1143.png"/><Relationship Id="rId8" Type="http://schemas.openxmlformats.org/officeDocument/2006/relationships/image" Target="../media/image1144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5.png"/><Relationship Id="rId4" Type="http://schemas.openxmlformats.org/officeDocument/2006/relationships/image" Target="../media/image1146.png"/><Relationship Id="rId5" Type="http://schemas.openxmlformats.org/officeDocument/2006/relationships/image" Target="../media/image1147.png"/><Relationship Id="rId6" Type="http://schemas.openxmlformats.org/officeDocument/2006/relationships/image" Target="../media/image1148.png"/><Relationship Id="rId7" Type="http://schemas.openxmlformats.org/officeDocument/2006/relationships/image" Target="../media/image1149.png"/><Relationship Id="rId8" Type="http://schemas.openxmlformats.org/officeDocument/2006/relationships/image" Target="../media/image1150.png"/><Relationship Id="rId9" Type="http://schemas.openxmlformats.org/officeDocument/2006/relationships/image" Target="../media/image1151.png"/><Relationship Id="rId10" Type="http://schemas.openxmlformats.org/officeDocument/2006/relationships/image" Target="../media/image1152.png"/><Relationship Id="rId11" Type="http://schemas.openxmlformats.org/officeDocument/2006/relationships/image" Target="../media/image1153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4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5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6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7.png"/><Relationship Id="rId4" Type="http://schemas.openxmlformats.org/officeDocument/2006/relationships/image" Target="../media/image1158.png"/><Relationship Id="rId5" Type="http://schemas.openxmlformats.org/officeDocument/2006/relationships/image" Target="../media/image1159.png"/><Relationship Id="rId6" Type="http://schemas.openxmlformats.org/officeDocument/2006/relationships/image" Target="../media/image1160.png"/><Relationship Id="rId7" Type="http://schemas.openxmlformats.org/officeDocument/2006/relationships/image" Target="../media/image1161.png"/><Relationship Id="rId8" Type="http://schemas.openxmlformats.org/officeDocument/2006/relationships/image" Target="../media/image1162.png"/><Relationship Id="rId9" Type="http://schemas.openxmlformats.org/officeDocument/2006/relationships/image" Target="../media/image1163.png"/><Relationship Id="rId10" Type="http://schemas.openxmlformats.org/officeDocument/2006/relationships/image" Target="../media/image1164.png"/><Relationship Id="rId11" Type="http://schemas.openxmlformats.org/officeDocument/2006/relationships/image" Target="../media/image1165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6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823965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Modello di riservatezza del sistema bancario: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6677276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Modello di privacy Bitcoin: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2158369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90843780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Controparte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802592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8360750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Pubblico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75987012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146107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Banca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0095259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29576771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Transazioni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9696572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265786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Identità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226182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118025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9664197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Pubblico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305661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475090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Transazioni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9949689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15653168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Identità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5811041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78068314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52745010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87501829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8864652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3455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53141" y="-23231"/>
            <a:ext cx="9879062" cy="68998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613048" name="TextBox 32"/>
          <p:cNvSpPr txBox="1"/>
          <p:nvPr/>
        </p:nvSpPr>
        <p:spPr bwMode="auto">
          <a:xfrm>
            <a:off x="4664070" y="66080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03445076" name="TextBox 33"/>
          <p:cNvSpPr txBox="1"/>
          <p:nvPr/>
        </p:nvSpPr>
        <p:spPr bwMode="auto">
          <a:xfrm>
            <a:off x="4838737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7340044" name="AutoShape 34"/>
          <p:cNvSpPr/>
          <p:nvPr/>
        </p:nvSpPr>
        <p:spPr bwMode="auto">
          <a:xfrm flipH="0" flipV="0">
            <a:off x="7761912" y="2041071"/>
            <a:ext cx="0" cy="42018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516117" name="TextBox 38"/>
          <p:cNvSpPr txBox="1"/>
          <p:nvPr/>
        </p:nvSpPr>
        <p:spPr bwMode="auto">
          <a:xfrm>
            <a:off x="8459914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9071370" name="Freeform 48"/>
          <p:cNvSpPr/>
          <p:nvPr/>
        </p:nvSpPr>
        <p:spPr bwMode="auto">
          <a:xfrm>
            <a:off x="3023532" y="1560619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78681" name="TextBox 49"/>
          <p:cNvSpPr txBox="1"/>
          <p:nvPr/>
        </p:nvSpPr>
        <p:spPr bwMode="auto">
          <a:xfrm flipH="0" flipV="0">
            <a:off x="395998" y="3148312"/>
            <a:ext cx="2631848" cy="924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Proprietà comune</a:t>
            </a:r>
            <a:endParaRPr lang="en-US" sz="26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7520124" name="Rectangle: Rounded Corners 12"/>
          <p:cNvSpPr/>
          <p:nvPr/>
        </p:nvSpPr>
        <p:spPr bwMode="auto">
          <a:xfrm>
            <a:off x="4395465" y="278619"/>
            <a:ext cx="6689650" cy="639317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81077913" name=""/>
          <p:cNvGrpSpPr/>
          <p:nvPr/>
        </p:nvGrpSpPr>
        <p:grpSpPr bwMode="auto">
          <a:xfrm>
            <a:off x="4867917" y="2494800"/>
            <a:ext cx="5868366" cy="3653124"/>
            <a:chOff x="0" y="0"/>
            <a:chExt cx="5868366" cy="3653124"/>
          </a:xfrm>
        </p:grpSpPr>
        <p:sp>
          <p:nvSpPr>
            <p:cNvPr id="939043811" name="Rectangle 1100602255"/>
            <p:cNvSpPr txBox="1"/>
            <p:nvPr/>
          </p:nvSpPr>
          <p:spPr bwMode="auto">
            <a:xfrm rot="0" flipH="0" flipV="0">
              <a:off x="2878" y="0"/>
              <a:ext cx="23234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3898420" name="Rectangle 1100602255"/>
            <p:cNvSpPr txBox="1"/>
            <p:nvPr/>
          </p:nvSpPr>
          <p:spPr bwMode="auto">
            <a:xfrm rot="0" flipH="0" flipV="0">
              <a:off x="1799" y="980402"/>
              <a:ext cx="2324519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74620054" name="Rectangle 1100602255"/>
            <p:cNvSpPr txBox="1"/>
            <p:nvPr/>
          </p:nvSpPr>
          <p:spPr bwMode="auto">
            <a:xfrm rot="0" flipH="0" flipV="0">
              <a:off x="2878" y="1917526"/>
              <a:ext cx="23252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8 414 070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15435983" name="Rectangle 1100602255"/>
            <p:cNvSpPr txBox="1"/>
            <p:nvPr/>
          </p:nvSpPr>
          <p:spPr bwMode="auto">
            <a:xfrm rot="0" flipH="0" flipV="0">
              <a:off x="0" y="2870028"/>
              <a:ext cx="232632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21 478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807083" name="Rectangle 1100602255"/>
            <p:cNvSpPr txBox="1"/>
            <p:nvPr/>
          </p:nvSpPr>
          <p:spPr bwMode="auto">
            <a:xfrm rot="0" flipH="0" flipV="0">
              <a:off x="3540966" y="0"/>
              <a:ext cx="2327400" cy="78309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8 928 864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sp>
        <p:nvSpPr>
          <p:cNvPr id="1638381950" name=""/>
          <p:cNvSpPr txBox="1"/>
          <p:nvPr/>
        </p:nvSpPr>
        <p:spPr bwMode="auto">
          <a:xfrm rot="0" flipH="0" flipV="0">
            <a:off x="334591" y="392904"/>
            <a:ext cx="368288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Parola internazionale :</a:t>
            </a:r>
            <a:endParaRPr/>
          </a:p>
        </p:txBody>
      </p:sp>
      <p:grpSp>
        <p:nvGrpSpPr>
          <p:cNvPr id="1979299751" name=""/>
          <p:cNvGrpSpPr/>
          <p:nvPr/>
        </p:nvGrpSpPr>
        <p:grpSpPr bwMode="auto">
          <a:xfrm flipH="0" flipV="0">
            <a:off x="251249" y="250031"/>
            <a:ext cx="3857624" cy="1226343"/>
            <a:chOff x="0" y="0"/>
            <a:chExt cx="3857624" cy="1226343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93231" y="730747"/>
              <a:ext cx="979050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Sats =</a:t>
              </a:r>
              <a:endParaRPr/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3857624" cy="1226343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95465303" name=""/>
          <p:cNvSpPr txBox="1"/>
          <p:nvPr/>
        </p:nvSpPr>
        <p:spPr bwMode="auto">
          <a:xfrm rot="0" flipH="0" flipV="0">
            <a:off x="1272142" y="997118"/>
            <a:ext cx="250878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Sats </a:t>
            </a:r>
            <a:r>
              <a:rPr lang="en-US"/>
              <a:t>o </a:t>
            </a:r>
            <a:r>
              <a:rPr lang="fr-FR"/>
              <a:t>satoshis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971250" name=""/>
          <p:cNvSpPr/>
          <p:nvPr/>
        </p:nvSpPr>
        <p:spPr bwMode="auto">
          <a:xfrm rot="0" flipH="0" flipV="0">
            <a:off x="208440" y="6263190"/>
            <a:ext cx="2375794" cy="37111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719400446" name="TextBox 32"/>
          <p:cNvSpPr txBox="1"/>
          <p:nvPr/>
        </p:nvSpPr>
        <p:spPr bwMode="auto">
          <a:xfrm flipH="0" flipV="0">
            <a:off x="3012400" y="561927"/>
            <a:ext cx="6336670" cy="41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17542711" name="TextBox 33"/>
          <p:cNvSpPr txBox="1"/>
          <p:nvPr/>
        </p:nvSpPr>
        <p:spPr bwMode="auto">
          <a:xfrm>
            <a:off x="3484333" y="1464102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94726011" name="AutoShape 34"/>
          <p:cNvSpPr/>
          <p:nvPr/>
        </p:nvSpPr>
        <p:spPr bwMode="auto">
          <a:xfrm>
            <a:off x="6126063" y="1567408"/>
            <a:ext cx="0" cy="468830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00305" name="TextBox 38"/>
          <p:cNvSpPr txBox="1"/>
          <p:nvPr/>
        </p:nvSpPr>
        <p:spPr bwMode="auto">
          <a:xfrm>
            <a:off x="6757466" y="1475145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uscite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51488524" name="TextBox 39"/>
          <p:cNvSpPr txBox="1"/>
          <p:nvPr/>
        </p:nvSpPr>
        <p:spPr bwMode="auto">
          <a:xfrm flipH="0" flipV="0">
            <a:off x="793375" y="1212512"/>
            <a:ext cx="197540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1901241" name="Freeform 40"/>
          <p:cNvSpPr/>
          <p:nvPr/>
        </p:nvSpPr>
        <p:spPr bwMode="auto">
          <a:xfrm rot="1981001">
            <a:off x="1773985" y="1846315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1" y="0"/>
                </a:lnTo>
                <a:lnTo>
                  <a:pt x="966021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42478" name="TextBox 41"/>
          <p:cNvSpPr txBox="1"/>
          <p:nvPr/>
        </p:nvSpPr>
        <p:spPr bwMode="auto">
          <a:xfrm flipH="0" flipV="0">
            <a:off x="585963" y="4149110"/>
            <a:ext cx="242715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Charles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3745490" name="Freeform 42"/>
          <p:cNvSpPr/>
          <p:nvPr/>
        </p:nvSpPr>
        <p:spPr bwMode="auto">
          <a:xfrm rot="10008104" flipH="1">
            <a:off x="1683479" y="3756071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2193" name="TextBox 43"/>
          <p:cNvSpPr txBox="1"/>
          <p:nvPr/>
        </p:nvSpPr>
        <p:spPr bwMode="auto">
          <a:xfrm flipH="0" flipV="0">
            <a:off x="9702499" y="1268766"/>
            <a:ext cx="187031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8158900" name="Freeform 44"/>
          <p:cNvSpPr/>
          <p:nvPr/>
        </p:nvSpPr>
        <p:spPr bwMode="auto">
          <a:xfrm rot="-423529" flipH="1">
            <a:off x="9594821" y="3186002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806933" name="TextBox 45"/>
          <p:cNvSpPr txBox="1"/>
          <p:nvPr/>
        </p:nvSpPr>
        <p:spPr bwMode="auto">
          <a:xfrm flipH="0" flipV="0">
            <a:off x="9932911" y="276372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36539043" name="Freeform 46"/>
          <p:cNvSpPr/>
          <p:nvPr/>
        </p:nvSpPr>
        <p:spPr bwMode="auto">
          <a:xfrm rot="-2557580" flipH="1">
            <a:off x="9484135" y="1972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11787" name="Freeform 47"/>
          <p:cNvSpPr/>
          <p:nvPr/>
        </p:nvSpPr>
        <p:spPr bwMode="auto">
          <a:xfrm rot="-10662274">
            <a:off x="9482171" y="39095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433538" name="TextBox 48"/>
          <p:cNvSpPr txBox="1"/>
          <p:nvPr/>
        </p:nvSpPr>
        <p:spPr bwMode="auto">
          <a:xfrm flipH="0" flipV="0">
            <a:off x="9796247" y="423152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01573544" name="Freeform 49"/>
          <p:cNvSpPr/>
          <p:nvPr/>
        </p:nvSpPr>
        <p:spPr bwMode="auto">
          <a:xfrm rot="-9983765">
            <a:off x="9495638" y="4923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44805" name="TextBox 50"/>
          <p:cNvSpPr txBox="1"/>
          <p:nvPr/>
        </p:nvSpPr>
        <p:spPr bwMode="auto">
          <a:xfrm flipH="0" flipV="0">
            <a:off x="9932911" y="530158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4153349" name="TextBox 60"/>
          <p:cNvSpPr txBox="1"/>
          <p:nvPr/>
        </p:nvSpPr>
        <p:spPr bwMode="auto">
          <a:xfrm flipH="0" flipV="0">
            <a:off x="501363" y="2426055"/>
            <a:ext cx="1976774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di 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072220254" name="Freeform 61"/>
          <p:cNvSpPr/>
          <p:nvPr/>
        </p:nvSpPr>
        <p:spPr bwMode="auto">
          <a:xfrm rot="731793">
            <a:off x="1603256" y="292403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67628" name="TextBox 62"/>
          <p:cNvSpPr txBox="1"/>
          <p:nvPr/>
        </p:nvSpPr>
        <p:spPr bwMode="auto">
          <a:xfrm flipH="0" flipV="0">
            <a:off x="702281" y="5284299"/>
            <a:ext cx="198133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di David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44362451" name="TextBox 63"/>
          <p:cNvSpPr txBox="1"/>
          <p:nvPr/>
        </p:nvSpPr>
        <p:spPr bwMode="auto">
          <a:xfrm flipH="0" flipV="0">
            <a:off x="612119" y="6262701"/>
            <a:ext cx="223259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di Emma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189443" name="Freeform 64"/>
          <p:cNvSpPr/>
          <p:nvPr/>
        </p:nvSpPr>
        <p:spPr bwMode="auto">
          <a:xfrm rot="9117488" flipH="1">
            <a:off x="1694428" y="48049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0"/>
                </a:lnTo>
                <a:lnTo>
                  <a:pt x="966020" y="272900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93244" name="Freeform 65"/>
          <p:cNvSpPr/>
          <p:nvPr/>
        </p:nvSpPr>
        <p:spPr bwMode="auto">
          <a:xfrm rot="9379580" flipH="1">
            <a:off x="1685037" y="576920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64039" name="Freeform 66"/>
          <p:cNvSpPr/>
          <p:nvPr/>
        </p:nvSpPr>
        <p:spPr bwMode="auto">
          <a:xfrm rot="-9983765">
            <a:off x="9586883" y="582402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961957" name="TextBox 67"/>
          <p:cNvSpPr txBox="1"/>
          <p:nvPr/>
        </p:nvSpPr>
        <p:spPr bwMode="auto">
          <a:xfrm flipH="0" flipV="0">
            <a:off x="10024157" y="620211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9344347" name="Rectangle: Rounded Corners 12"/>
          <p:cNvSpPr/>
          <p:nvPr/>
        </p:nvSpPr>
        <p:spPr bwMode="auto">
          <a:xfrm flipH="0" flipV="0">
            <a:off x="3012400" y="172510"/>
            <a:ext cx="6335230" cy="63937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551002509" name=""/>
          <p:cNvGrpSpPr/>
          <p:nvPr/>
        </p:nvGrpSpPr>
        <p:grpSpPr bwMode="auto">
          <a:xfrm>
            <a:off x="3446983" y="1939952"/>
            <a:ext cx="5358152" cy="4294071"/>
            <a:chOff x="0" y="0"/>
            <a:chExt cx="5358152" cy="4294071"/>
          </a:xfrm>
        </p:grpSpPr>
        <p:sp>
          <p:nvSpPr>
            <p:cNvPr id="1169586419" name="Freeform 30"/>
            <p:cNvSpPr/>
            <p:nvPr/>
          </p:nvSpPr>
          <p:spPr bwMode="auto">
            <a:xfrm rot="0" flipH="0" flipV="0">
              <a:off x="0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92611319" name="TextBox 31"/>
            <p:cNvSpPr txBox="1"/>
            <p:nvPr/>
          </p:nvSpPr>
          <p:spPr bwMode="auto">
            <a:xfrm rot="0" flipH="0" flipV="0">
              <a:off x="0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49186476" name="Freeform 36"/>
            <p:cNvSpPr/>
            <p:nvPr/>
          </p:nvSpPr>
          <p:spPr bwMode="auto">
            <a:xfrm rot="0" flipH="0" flipV="0">
              <a:off x="0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5634086" name="TextBox 37"/>
            <p:cNvSpPr txBox="1"/>
            <p:nvPr/>
          </p:nvSpPr>
          <p:spPr bwMode="auto">
            <a:xfrm rot="0" flipH="0" flipV="0">
              <a:off x="0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0580915" name="Freeform 52"/>
            <p:cNvSpPr/>
            <p:nvPr/>
          </p:nvSpPr>
          <p:spPr bwMode="auto">
            <a:xfrm rot="0" flipH="0" flipV="0">
              <a:off x="169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60587903" name="TextBox 53"/>
            <p:cNvSpPr txBox="1"/>
            <p:nvPr/>
          </p:nvSpPr>
          <p:spPr bwMode="auto">
            <a:xfrm rot="0" flipH="0" flipV="0">
              <a:off x="169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6356885" name="Freeform 55"/>
            <p:cNvSpPr/>
            <p:nvPr/>
          </p:nvSpPr>
          <p:spPr bwMode="auto">
            <a:xfrm rot="0" flipH="0" flipV="0">
              <a:off x="169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40107236" name="TextBox 56"/>
            <p:cNvSpPr txBox="1"/>
            <p:nvPr/>
          </p:nvSpPr>
          <p:spPr bwMode="auto">
            <a:xfrm rot="0" flipH="0" flipV="0">
              <a:off x="169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5812040" name="Freeform 58"/>
            <p:cNvSpPr/>
            <p:nvPr/>
          </p:nvSpPr>
          <p:spPr bwMode="auto">
            <a:xfrm rot="0" flipH="0" flipV="0">
              <a:off x="169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72726440" name="TextBox 59"/>
            <p:cNvSpPr txBox="1"/>
            <p:nvPr/>
          </p:nvSpPr>
          <p:spPr bwMode="auto">
            <a:xfrm rot="0" flipH="0" flipV="0">
              <a:off x="169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12360596" name="Freeform 69"/>
            <p:cNvSpPr/>
            <p:nvPr/>
          </p:nvSpPr>
          <p:spPr bwMode="auto">
            <a:xfrm rot="0" flipH="0" flipV="0">
              <a:off x="3273132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83538504" name="TextBox 70"/>
            <p:cNvSpPr txBox="1"/>
            <p:nvPr/>
          </p:nvSpPr>
          <p:spPr bwMode="auto">
            <a:xfrm rot="0" flipH="0" flipV="0">
              <a:off x="3273132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69720868" name="Freeform 72"/>
            <p:cNvSpPr/>
            <p:nvPr/>
          </p:nvSpPr>
          <p:spPr bwMode="auto">
            <a:xfrm rot="0" flipH="0" flipV="0">
              <a:off x="3273132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56241373" name="TextBox 73"/>
            <p:cNvSpPr txBox="1"/>
            <p:nvPr/>
          </p:nvSpPr>
          <p:spPr bwMode="auto">
            <a:xfrm rot="0" flipH="0" flipV="0">
              <a:off x="3273132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1064449" name="Freeform 75"/>
            <p:cNvSpPr/>
            <p:nvPr/>
          </p:nvSpPr>
          <p:spPr bwMode="auto">
            <a:xfrm rot="0" flipH="0" flipV="0">
              <a:off x="3273302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93797250" name="TextBox 76"/>
            <p:cNvSpPr txBox="1"/>
            <p:nvPr/>
          </p:nvSpPr>
          <p:spPr bwMode="auto">
            <a:xfrm rot="0" flipH="0" flipV="0">
              <a:off x="3273302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8013216" name="Freeform 78"/>
            <p:cNvSpPr/>
            <p:nvPr/>
          </p:nvSpPr>
          <p:spPr bwMode="auto">
            <a:xfrm rot="0" flipH="0" flipV="0">
              <a:off x="3273302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1769314" name="TextBox 79"/>
            <p:cNvSpPr txBox="1"/>
            <p:nvPr/>
          </p:nvSpPr>
          <p:spPr bwMode="auto">
            <a:xfrm rot="0" flipH="0" flipV="0">
              <a:off x="3273302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8831552" name="Freeform 81"/>
            <p:cNvSpPr/>
            <p:nvPr/>
          </p:nvSpPr>
          <p:spPr bwMode="auto">
            <a:xfrm rot="0" flipH="0" flipV="0">
              <a:off x="3273302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911430" name="TextBox 82"/>
            <p:cNvSpPr txBox="1"/>
            <p:nvPr/>
          </p:nvSpPr>
          <p:spPr bwMode="auto">
            <a:xfrm rot="0" flipH="0" flipV="0">
              <a:off x="3273302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180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85811" y="357187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134354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609668366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Conto bancario del cliente: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1252499607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85446851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6486688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7177615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Il conto bancario di Baker: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642400163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257281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80568811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4083992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369635060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4" y="408626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158427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Transazione </a:t>
            </a:r>
            <a:r>
              <a:rPr>
                <a:latin typeface="IBM Plex Sans"/>
              </a:rPr>
              <a:t>Bitcoin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3745506" name="TextBox 33"/>
          <p:cNvSpPr txBox="1"/>
          <p:nvPr/>
        </p:nvSpPr>
        <p:spPr bwMode="auto">
          <a:xfrm>
            <a:off x="3558818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ingressi</a:t>
            </a:r>
            <a:endParaRPr/>
          </a:p>
        </p:txBody>
      </p:sp>
      <p:sp>
        <p:nvSpPr>
          <p:cNvPr id="1262692636" name="TextBox 35"/>
          <p:cNvSpPr txBox="1"/>
          <p:nvPr/>
        </p:nvSpPr>
        <p:spPr bwMode="auto">
          <a:xfrm>
            <a:off x="6681267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9283368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utilizzati per la spesa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39478752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828550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creati per i destinatari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8652762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27761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3135643" name=""/>
          <p:cNvGrpSpPr/>
          <p:nvPr/>
        </p:nvGrpSpPr>
        <p:grpSpPr bwMode="auto">
          <a:xfrm>
            <a:off x="3523188" y="2460447"/>
            <a:ext cx="5111319" cy="3485871"/>
            <a:chOff x="0" y="0"/>
            <a:chExt cx="5111319" cy="3485871"/>
          </a:xfrm>
        </p:grpSpPr>
        <p:sp>
          <p:nvSpPr>
            <p:cNvPr id="1248616473" name="Freeform 30"/>
            <p:cNvSpPr/>
            <p:nvPr/>
          </p:nvSpPr>
          <p:spPr bwMode="auto">
            <a:xfrm rot="0" flipH="0" flipV="0">
              <a:off x="0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 vertOverflow="overflow" horzOverflow="overflow" vert="horz" wrap="square" lIns="91440" tIns="45720" rIns="91440" bIns="45720" numCol="1" spcCol="0" rtlCol="0" fromWordArt="0" anchor="ctr" anchorCtr="0" forceAA="0" compatLnSpc="0"/>
            <a:lstStyle/>
            <a:p>
              <a:pPr>
                <a:defRPr/>
              </a:pPr>
              <a:endParaRPr/>
            </a:p>
          </p:txBody>
        </p:sp>
        <p:sp>
          <p:nvSpPr>
            <p:cNvPr id="1813710844" name="TextBox 31"/>
            <p:cNvSpPr txBox="1"/>
            <p:nvPr/>
          </p:nvSpPr>
          <p:spPr bwMode="auto">
            <a:xfrm rot="0" flipH="0" flipV="0">
              <a:off x="0" y="0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1153715" name="AutoShape 34"/>
            <p:cNvSpPr/>
            <p:nvPr/>
          </p:nvSpPr>
          <p:spPr bwMode="auto">
            <a:xfrm flipH="0" flipV="0">
              <a:off x="2555743" y="0"/>
              <a:ext cx="0" cy="34858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9740240" name="Freeform 37"/>
            <p:cNvSpPr/>
            <p:nvPr/>
          </p:nvSpPr>
          <p:spPr bwMode="auto">
            <a:xfrm rot="0" flipH="0" flipV="0">
              <a:off x="3122449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7421749" name="TextBox 38"/>
            <p:cNvSpPr txBox="1"/>
            <p:nvPr/>
          </p:nvSpPr>
          <p:spPr bwMode="auto">
            <a:xfrm rot="0" flipH="0" flipV="0">
              <a:off x="3122449" y="0"/>
              <a:ext cx="1988870" cy="8601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4788994" name="Freeform 40"/>
            <p:cNvSpPr/>
            <p:nvPr/>
          </p:nvSpPr>
          <p:spPr bwMode="auto">
            <a:xfrm rot="0" flipH="0" flipV="0">
              <a:off x="3122449" y="961977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8302175" name="TextBox 41"/>
            <p:cNvSpPr txBox="1"/>
            <p:nvPr/>
          </p:nvSpPr>
          <p:spPr bwMode="auto">
            <a:xfrm rot="0" flipH="0" flipV="0">
              <a:off x="3122449" y="816452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229744" name="AutoShape 42"/>
          <p:cNvSpPr/>
          <p:nvPr/>
        </p:nvSpPr>
        <p:spPr bwMode="auto">
          <a:xfrm flipV="1">
            <a:off x="3969883" y="4337599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767464" name="AutoShape 43"/>
          <p:cNvSpPr/>
          <p:nvPr/>
        </p:nvSpPr>
        <p:spPr bwMode="auto">
          <a:xfrm>
            <a:off x="3969883" y="236777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1115795" name="AutoShape 44"/>
          <p:cNvSpPr/>
          <p:nvPr/>
        </p:nvSpPr>
        <p:spPr bwMode="auto">
          <a:xfrm>
            <a:off x="2029600" y="2878589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1508668" name="TextBox 45"/>
          <p:cNvSpPr txBox="1"/>
          <p:nvPr/>
        </p:nvSpPr>
        <p:spPr bwMode="auto">
          <a:xfrm flipH="0" flipV="0">
            <a:off x="1851964" y="5274696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Permette di firmare per soddisfare lo script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79320409" name="TextBox 46"/>
          <p:cNvSpPr txBox="1"/>
          <p:nvPr/>
        </p:nvSpPr>
        <p:spPr bwMode="auto">
          <a:xfrm flipH="0" flipV="0">
            <a:off x="1851964" y="664227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Viene creato uno script per bloccare un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3030501" name="Rectangle 719486095"/>
          <p:cNvSpPr txBox="1"/>
          <p:nvPr/>
        </p:nvSpPr>
        <p:spPr bwMode="auto">
          <a:xfrm rot="0" flipH="0" flipV="0">
            <a:off x="181497" y="1735290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Chiave pubblica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34425938" name="Rectangle 719486095"/>
          <p:cNvSpPr txBox="1"/>
          <p:nvPr/>
        </p:nvSpPr>
        <p:spPr bwMode="auto">
          <a:xfrm rot="0" flipH="0" flipV="0">
            <a:off x="185068" y="3824074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Chiave privata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1774819657" name=""/>
          <p:cNvGrpSpPr/>
          <p:nvPr/>
        </p:nvGrpSpPr>
        <p:grpSpPr bwMode="auto">
          <a:xfrm>
            <a:off x="6386094" y="1432799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146889" name="Freeform 27"/>
          <p:cNvSpPr/>
          <p:nvPr/>
        </p:nvSpPr>
        <p:spPr bwMode="auto">
          <a:xfrm rot="0" flipH="0" flipV="0">
            <a:off x="25689" y="38844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503715" name="TextBox 28"/>
          <p:cNvSpPr txBox="1"/>
          <p:nvPr/>
        </p:nvSpPr>
        <p:spPr bwMode="auto">
          <a:xfrm rot="0" flipH="0" flipV="0">
            <a:off x="25689" y="38844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Portafoglio Bitcoin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43505617" name=""/>
          <p:cNvGrpSpPr/>
          <p:nvPr/>
        </p:nvGrpSpPr>
        <p:grpSpPr bwMode="auto">
          <a:xfrm>
            <a:off x="778851" y="1258827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447253" name="Freeform 30"/>
          <p:cNvSpPr/>
          <p:nvPr/>
        </p:nvSpPr>
        <p:spPr bwMode="auto">
          <a:xfrm rot="0" flipH="0" flipV="0">
            <a:off x="3309384" y="2456233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341944" name="TextBox 31"/>
          <p:cNvSpPr txBox="1"/>
          <p:nvPr/>
        </p:nvSpPr>
        <p:spPr bwMode="auto">
          <a:xfrm rot="0" flipH="0" flipV="0">
            <a:off x="3309384" y="2297893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210 000 saturazioni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34461559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Transazione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0034818" name="TextBox 33"/>
          <p:cNvSpPr txBox="1"/>
          <p:nvPr/>
        </p:nvSpPr>
        <p:spPr bwMode="auto">
          <a:xfrm>
            <a:off x="3348150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ingressi</a:t>
            </a:r>
            <a:endParaRPr/>
          </a:p>
        </p:txBody>
      </p:sp>
      <p:sp>
        <p:nvSpPr>
          <p:cNvPr id="757312186" name="AutoShape 34"/>
          <p:cNvSpPr/>
          <p:nvPr/>
        </p:nvSpPr>
        <p:spPr bwMode="auto">
          <a:xfrm flipH="0" flipV="0">
            <a:off x="6090231" y="2321718"/>
            <a:ext cx="0" cy="352722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56672" name="TextBox 35"/>
          <p:cNvSpPr txBox="1"/>
          <p:nvPr/>
        </p:nvSpPr>
        <p:spPr bwMode="auto">
          <a:xfrm>
            <a:off x="6745621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53545209" name="Freeform 37"/>
          <p:cNvSpPr/>
          <p:nvPr/>
        </p:nvSpPr>
        <p:spPr bwMode="auto">
          <a:xfrm rot="0" flipH="0" flipV="0">
            <a:off x="6706854" y="2421034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8485903" name="TextBox 38"/>
          <p:cNvSpPr txBox="1"/>
          <p:nvPr/>
        </p:nvSpPr>
        <p:spPr bwMode="auto">
          <a:xfrm rot="0" flipH="0" flipV="0">
            <a:off x="6706854" y="2262694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100 000 saturazioni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43934595" name="Freeform 40"/>
          <p:cNvSpPr/>
          <p:nvPr/>
        </p:nvSpPr>
        <p:spPr bwMode="auto">
          <a:xfrm rot="0" flipH="0" flipV="0">
            <a:off x="6706854" y="3309400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9760408" name="TextBox 41"/>
          <p:cNvSpPr txBox="1"/>
          <p:nvPr/>
        </p:nvSpPr>
        <p:spPr bwMode="auto">
          <a:xfrm rot="0" flipH="0" flipV="0">
            <a:off x="6706854" y="3151060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110 000 saturazioni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48955449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Lo script si accontenta di spendere l'UTXO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88747772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197880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Nuovi UTXO creati e bloccati con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nuovi script</a:t>
            </a:r>
          </a:p>
        </p:txBody>
      </p:sp>
      <p:sp>
        <p:nvSpPr>
          <p:cNvPr id="29914829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9998198" name="Freeform 46"/>
          <p:cNvSpPr/>
          <p:nvPr/>
        </p:nvSpPr>
        <p:spPr bwMode="auto">
          <a:xfrm>
            <a:off x="8661771" y="2162584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6"/>
                </a:lnTo>
                <a:lnTo>
                  <a:pt x="0" y="5953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76445" name="Freeform 48"/>
          <p:cNvSpPr/>
          <p:nvPr/>
        </p:nvSpPr>
        <p:spPr bwMode="auto">
          <a:xfrm>
            <a:off x="8661771" y="3050949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7"/>
                </a:lnTo>
                <a:lnTo>
                  <a:pt x="0" y="5953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10779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624846" name="TextBox 32"/>
          <p:cNvSpPr txBox="1"/>
          <p:nvPr/>
        </p:nvSpPr>
        <p:spPr bwMode="auto">
          <a:xfrm flipH="0" flipV="0">
            <a:off x="107967" y="503289"/>
            <a:ext cx="5029751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4010511" name="TextBox 33"/>
          <p:cNvSpPr txBox="1"/>
          <p:nvPr/>
        </p:nvSpPr>
        <p:spPr bwMode="auto">
          <a:xfrm>
            <a:off x="472081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ingressi</a:t>
            </a:r>
            <a:endParaRPr/>
          </a:p>
        </p:txBody>
      </p:sp>
      <p:sp>
        <p:nvSpPr>
          <p:cNvPr id="1314609987" name="AutoShape 34"/>
          <p:cNvSpPr/>
          <p:nvPr/>
        </p:nvSpPr>
        <p:spPr bwMode="auto">
          <a:xfrm flipH="0" flipV="0">
            <a:off x="2626371" y="1507482"/>
            <a:ext cx="0" cy="369554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777343" name="TextBox 35"/>
          <p:cNvSpPr txBox="1"/>
          <p:nvPr/>
        </p:nvSpPr>
        <p:spPr bwMode="auto">
          <a:xfrm>
            <a:off x="2852024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27917724" name="TextBox 48"/>
          <p:cNvSpPr txBox="1"/>
          <p:nvPr/>
        </p:nvSpPr>
        <p:spPr bwMode="auto">
          <a:xfrm flipH="0" flipV="0">
            <a:off x="5734362" y="481527"/>
            <a:ext cx="4872033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89420681" name="TextBox 49"/>
          <p:cNvSpPr txBox="1"/>
          <p:nvPr/>
        </p:nvSpPr>
        <p:spPr bwMode="auto">
          <a:xfrm>
            <a:off x="6028482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ingressi</a:t>
            </a:r>
            <a:endParaRPr/>
          </a:p>
        </p:txBody>
      </p:sp>
      <p:sp>
        <p:nvSpPr>
          <p:cNvPr id="668460970" name="AutoShape 50"/>
          <p:cNvSpPr/>
          <p:nvPr/>
        </p:nvSpPr>
        <p:spPr bwMode="auto">
          <a:xfrm flipH="0" flipV="0">
            <a:off x="8153143" y="1634548"/>
            <a:ext cx="0" cy="371730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604195" name="TextBox 51"/>
          <p:cNvSpPr txBox="1"/>
          <p:nvPr/>
        </p:nvSpPr>
        <p:spPr bwMode="auto">
          <a:xfrm>
            <a:off x="8408425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768086" name="Rectangle: Rounded Corners 12"/>
          <p:cNvSpPr/>
          <p:nvPr/>
        </p:nvSpPr>
        <p:spPr bwMode="auto">
          <a:xfrm>
            <a:off x="107968" y="114447"/>
            <a:ext cx="5028312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53147343" name="Rectangle: Rounded Corners 12"/>
          <p:cNvSpPr/>
          <p:nvPr/>
        </p:nvSpPr>
        <p:spPr bwMode="auto">
          <a:xfrm>
            <a:off x="5734363" y="114447"/>
            <a:ext cx="4870594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86842168" name=""/>
          <p:cNvGrpSpPr/>
          <p:nvPr/>
        </p:nvGrpSpPr>
        <p:grpSpPr bwMode="auto">
          <a:xfrm>
            <a:off x="466372" y="1880500"/>
            <a:ext cx="9879354" cy="1695475"/>
            <a:chOff x="0" y="0"/>
            <a:chExt cx="9879354" cy="1695475"/>
          </a:xfrm>
        </p:grpSpPr>
        <p:sp>
          <p:nvSpPr>
            <p:cNvPr id="181625805" name="Freeform 30"/>
            <p:cNvSpPr/>
            <p:nvPr/>
          </p:nvSpPr>
          <p:spPr bwMode="auto">
            <a:xfrm rot="0" flipH="0" flipV="0">
              <a:off x="0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651600" name="TextBox 31"/>
            <p:cNvSpPr txBox="1"/>
            <p:nvPr/>
          </p:nvSpPr>
          <p:spPr bwMode="auto">
            <a:xfrm rot="0" flipH="0" flipV="0">
              <a:off x="0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79724626" name="Freeform 37"/>
            <p:cNvSpPr/>
            <p:nvPr/>
          </p:nvSpPr>
          <p:spPr bwMode="auto">
            <a:xfrm rot="0" flipH="0" flipV="0">
              <a:off x="2379942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5877479" name="TextBox 38"/>
            <p:cNvSpPr txBox="1"/>
            <p:nvPr/>
          </p:nvSpPr>
          <p:spPr bwMode="auto">
            <a:xfrm rot="0" flipH="0" flipV="0">
              <a:off x="2379942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0469795" name="Freeform 40"/>
            <p:cNvSpPr/>
            <p:nvPr/>
          </p:nvSpPr>
          <p:spPr bwMode="auto">
            <a:xfrm rot="0" flipH="0" flipV="0">
              <a:off x="2379942" y="95412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3365562" name="TextBox 41"/>
            <p:cNvSpPr txBox="1"/>
            <p:nvPr/>
          </p:nvSpPr>
          <p:spPr bwMode="auto">
            <a:xfrm rot="0" flipH="0" flipV="0">
              <a:off x="2379942" y="809789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43404000" name="Freeform 46"/>
            <p:cNvSpPr/>
            <p:nvPr/>
          </p:nvSpPr>
          <p:spPr bwMode="auto">
            <a:xfrm rot="0" flipH="0" flipV="0">
              <a:off x="5526770" y="293162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143754" name="TextBox 47"/>
            <p:cNvSpPr txBox="1"/>
            <p:nvPr/>
          </p:nvSpPr>
          <p:spPr bwMode="auto">
            <a:xfrm rot="0" flipH="0" flipV="0">
              <a:off x="5526770" y="148827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27094272" name="Freeform 53"/>
            <p:cNvSpPr/>
            <p:nvPr/>
          </p:nvSpPr>
          <p:spPr bwMode="auto">
            <a:xfrm rot="0" flipH="0" flipV="0">
              <a:off x="7906716" y="27140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4223669" name="TextBox 54"/>
            <p:cNvSpPr txBox="1"/>
            <p:nvPr/>
          </p:nvSpPr>
          <p:spPr bwMode="auto">
            <a:xfrm rot="0" flipH="0" flipV="0">
              <a:off x="7906716" y="127064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14657891" name="Freeform 56"/>
            <p:cNvSpPr/>
            <p:nvPr/>
          </p:nvSpPr>
          <p:spPr bwMode="auto">
            <a:xfrm rot="0" flipH="0" flipV="0">
              <a:off x="7906716" y="108119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4374577" name="TextBox 57"/>
            <p:cNvSpPr txBox="1"/>
            <p:nvPr/>
          </p:nvSpPr>
          <p:spPr bwMode="auto">
            <a:xfrm rot="0" flipH="0" flipV="0">
              <a:off x="7906716" y="936855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61578625" name="AutoShape 58"/>
            <p:cNvSpPr/>
            <p:nvPr/>
          </p:nvSpPr>
          <p:spPr bwMode="auto">
            <a:xfrm flipH="0" flipV="1">
              <a:off x="4337766" y="809789"/>
              <a:ext cx="1102881" cy="451473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328195" name="TextBox 32"/>
          <p:cNvSpPr txBox="1"/>
          <p:nvPr/>
        </p:nvSpPr>
        <p:spPr bwMode="auto">
          <a:xfrm flipH="0" flipV="0">
            <a:off x="91118" y="472314"/>
            <a:ext cx="487203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5524382" name="TextBox 33"/>
          <p:cNvSpPr txBox="1"/>
          <p:nvPr/>
        </p:nvSpPr>
        <p:spPr bwMode="auto">
          <a:xfrm>
            <a:off x="417549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ingressi</a:t>
            </a:r>
            <a:endParaRPr/>
          </a:p>
        </p:txBody>
      </p:sp>
      <p:sp>
        <p:nvSpPr>
          <p:cNvPr id="1501811807" name="AutoShape 34"/>
          <p:cNvSpPr/>
          <p:nvPr/>
        </p:nvSpPr>
        <p:spPr bwMode="auto">
          <a:xfrm flipH="0" flipV="0">
            <a:off x="2550071" y="1626913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693724" name="TextBox 35"/>
          <p:cNvSpPr txBox="1"/>
          <p:nvPr/>
        </p:nvSpPr>
        <p:spPr bwMode="auto">
          <a:xfrm>
            <a:off x="2806297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uscite</a:t>
            </a:r>
            <a:endParaRPr/>
          </a:p>
        </p:txBody>
      </p:sp>
      <p:sp>
        <p:nvSpPr>
          <p:cNvPr id="1515712657" name="TextBox 48"/>
          <p:cNvSpPr txBox="1"/>
          <p:nvPr/>
        </p:nvSpPr>
        <p:spPr bwMode="auto">
          <a:xfrm flipH="0" flipV="0">
            <a:off x="5698019" y="472314"/>
            <a:ext cx="487131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6983276" name="TextBox 49"/>
          <p:cNvSpPr txBox="1"/>
          <p:nvPr/>
        </p:nvSpPr>
        <p:spPr bwMode="auto">
          <a:xfrm>
            <a:off x="6009369" y="1558827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0731869" name="AutoShape 50"/>
          <p:cNvSpPr/>
          <p:nvPr/>
        </p:nvSpPr>
        <p:spPr bwMode="auto">
          <a:xfrm flipH="0" flipV="0">
            <a:off x="8141892" y="1552498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56157" name="TextBox 51"/>
          <p:cNvSpPr txBox="1"/>
          <p:nvPr/>
        </p:nvSpPr>
        <p:spPr bwMode="auto">
          <a:xfrm>
            <a:off x="8398118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7492387" name="Rectangle: Rounded Corners 12"/>
          <p:cNvSpPr/>
          <p:nvPr/>
        </p:nvSpPr>
        <p:spPr bwMode="auto">
          <a:xfrm>
            <a:off x="5698020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337852" name="Rectangle: Rounded Corners 12"/>
          <p:cNvSpPr/>
          <p:nvPr/>
        </p:nvSpPr>
        <p:spPr bwMode="auto">
          <a:xfrm>
            <a:off x="91118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9010777" name=""/>
          <p:cNvGrpSpPr/>
          <p:nvPr/>
        </p:nvGrpSpPr>
        <p:grpSpPr bwMode="auto">
          <a:xfrm>
            <a:off x="382079" y="2001312"/>
            <a:ext cx="9960500" cy="1576022"/>
            <a:chOff x="0" y="0"/>
            <a:chExt cx="9960500" cy="1576022"/>
          </a:xfrm>
        </p:grpSpPr>
        <p:sp>
          <p:nvSpPr>
            <p:cNvPr id="1124386563" name="Freeform 30"/>
            <p:cNvSpPr/>
            <p:nvPr/>
          </p:nvSpPr>
          <p:spPr bwMode="auto">
            <a:xfrm rot="0" flipH="0" flipV="0">
              <a:off x="0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27070884" name="TextBox 31"/>
            <p:cNvSpPr txBox="1"/>
            <p:nvPr/>
          </p:nvSpPr>
          <p:spPr bwMode="auto">
            <a:xfrm rot="0" flipH="0" flipV="0">
              <a:off x="0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274 000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89555991" name="Freeform 37"/>
            <p:cNvSpPr/>
            <p:nvPr/>
          </p:nvSpPr>
          <p:spPr bwMode="auto">
            <a:xfrm rot="0" flipH="0" flipV="0">
              <a:off x="2388747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886003424" name="TextBox 38"/>
            <p:cNvSpPr txBox="1"/>
            <p:nvPr/>
          </p:nvSpPr>
          <p:spPr bwMode="auto">
            <a:xfrm rot="0" flipH="0" flipV="0">
              <a:off x="2388747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79091862" name="Freeform 40"/>
            <p:cNvSpPr/>
            <p:nvPr/>
          </p:nvSpPr>
          <p:spPr bwMode="auto">
            <a:xfrm rot="0" flipH="0" flipV="0">
              <a:off x="2388747" y="957654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74667199" name="TextBox 41"/>
            <p:cNvSpPr txBox="1"/>
            <p:nvPr/>
          </p:nvSpPr>
          <p:spPr bwMode="auto">
            <a:xfrm rot="0" flipH="0" flipV="0">
              <a:off x="2388747" y="812784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54695313" name="Freeform 46"/>
            <p:cNvSpPr/>
            <p:nvPr/>
          </p:nvSpPr>
          <p:spPr bwMode="auto">
            <a:xfrm rot="0" flipH="0" flipV="0">
              <a:off x="5591821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39286011" name="TextBox 47"/>
            <p:cNvSpPr txBox="1"/>
            <p:nvPr/>
          </p:nvSpPr>
          <p:spPr bwMode="auto">
            <a:xfrm rot="0" flipH="0" flipV="0">
              <a:off x="5591821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3918363" name="Freeform 53"/>
            <p:cNvSpPr/>
            <p:nvPr/>
          </p:nvSpPr>
          <p:spPr bwMode="auto">
            <a:xfrm rot="0" flipH="0" flipV="0">
              <a:off x="7980570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666526828" name="TextBox 54"/>
            <p:cNvSpPr txBox="1"/>
            <p:nvPr/>
          </p:nvSpPr>
          <p:spPr bwMode="auto">
            <a:xfrm rot="0" flipH="0" flipV="0">
              <a:off x="7980570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55229620" name="Freeform 56"/>
            <p:cNvSpPr/>
            <p:nvPr/>
          </p:nvSpPr>
          <p:spPr bwMode="auto">
            <a:xfrm rot="0" flipH="0" flipV="0">
              <a:off x="7980570" y="959463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987431986" name="TextBox 57"/>
            <p:cNvSpPr txBox="1"/>
            <p:nvPr/>
          </p:nvSpPr>
          <p:spPr bwMode="auto">
            <a:xfrm rot="0" flipH="0" flipV="0">
              <a:off x="7980570" y="814595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41783865" name="AutoShape 58"/>
            <p:cNvSpPr/>
            <p:nvPr/>
          </p:nvSpPr>
          <p:spPr bwMode="auto">
            <a:xfrm flipV="1">
              <a:off x="4368683" y="453147"/>
              <a:ext cx="1208270" cy="0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435897" name="TextBox 32"/>
          <p:cNvSpPr txBox="1"/>
          <p:nvPr/>
        </p:nvSpPr>
        <p:spPr bwMode="auto">
          <a:xfrm flipH="0" flipV="0">
            <a:off x="2762507" y="690722"/>
            <a:ext cx="6270218" cy="441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99487529" name="TextBox 33"/>
          <p:cNvSpPr txBox="1"/>
          <p:nvPr/>
        </p:nvSpPr>
        <p:spPr bwMode="auto">
          <a:xfrm>
            <a:off x="3076773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6383151" name="AutoShape 34"/>
          <p:cNvSpPr/>
          <p:nvPr/>
        </p:nvSpPr>
        <p:spPr bwMode="auto">
          <a:xfrm flipH="0" flipV="0">
            <a:off x="5871376" y="1735695"/>
            <a:ext cx="0" cy="42471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656284" name="TextBox 35"/>
          <p:cNvSpPr txBox="1"/>
          <p:nvPr/>
        </p:nvSpPr>
        <p:spPr bwMode="auto">
          <a:xfrm>
            <a:off x="6539319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858519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L'UTXO di Alice viene speso per soddisfare il pagamento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7346918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07485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Viene creata una UTXO per pagare il pane al fornaio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05806548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936137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211814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Un cambio UTXO torna nel portafoglio di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05651975" name="Rectangle: Rounded Corners 12"/>
          <p:cNvSpPr/>
          <p:nvPr/>
        </p:nvSpPr>
        <p:spPr bwMode="auto">
          <a:xfrm>
            <a:off x="2762508" y="268927"/>
            <a:ext cx="6268779" cy="62586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7990142" name=""/>
          <p:cNvGrpSpPr/>
          <p:nvPr/>
        </p:nvGrpSpPr>
        <p:grpSpPr bwMode="auto">
          <a:xfrm>
            <a:off x="3037266" y="2152746"/>
            <a:ext cx="5668038" cy="1753553"/>
            <a:chOff x="0" y="0"/>
            <a:chExt cx="5668038" cy="1753553"/>
          </a:xfrm>
        </p:grpSpPr>
        <p:sp>
          <p:nvSpPr>
            <p:cNvPr id="1723181329" name="Freeform 30"/>
            <p:cNvSpPr/>
            <p:nvPr/>
          </p:nvSpPr>
          <p:spPr bwMode="auto">
            <a:xfrm rot="0" flipH="0" flipV="0">
              <a:off x="0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1035167" name="TextBox 31"/>
            <p:cNvSpPr txBox="1"/>
            <p:nvPr/>
          </p:nvSpPr>
          <p:spPr bwMode="auto">
            <a:xfrm rot="0" flipH="0" flipV="0">
              <a:off x="0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4915668" name="Freeform 37"/>
            <p:cNvSpPr/>
            <p:nvPr/>
          </p:nvSpPr>
          <p:spPr bwMode="auto">
            <a:xfrm rot="0" flipH="0" flipV="0">
              <a:off x="3462543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8856091" name="TextBox 38"/>
            <p:cNvSpPr txBox="1"/>
            <p:nvPr/>
          </p:nvSpPr>
          <p:spPr bwMode="auto">
            <a:xfrm rot="0" flipH="0" flipV="0">
              <a:off x="3462543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1354295" name="Freeform 40"/>
            <p:cNvSpPr/>
            <p:nvPr/>
          </p:nvSpPr>
          <p:spPr bwMode="auto">
            <a:xfrm rot="0" flipH="0" flipV="0">
              <a:off x="3462543" y="1066755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21922253" name="TextBox 41"/>
            <p:cNvSpPr txBox="1"/>
            <p:nvPr/>
          </p:nvSpPr>
          <p:spPr bwMode="auto">
            <a:xfrm rot="0" flipH="0" flipV="0">
              <a:off x="3462543" y="905382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999948" name=""/>
          <p:cNvSpPr/>
          <p:nvPr/>
        </p:nvSpPr>
        <p:spPr bwMode="auto">
          <a:xfrm rot="0" flipH="0" flipV="0">
            <a:off x="2956253" y="1176306"/>
            <a:ext cx="2231590" cy="62623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61997633" name="TextBox 32"/>
          <p:cNvSpPr txBox="1"/>
          <p:nvPr/>
        </p:nvSpPr>
        <p:spPr bwMode="auto">
          <a:xfrm flipH="0" flipV="0">
            <a:off x="2704014" y="717719"/>
            <a:ext cx="6403122" cy="44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783522066" name="TextBox 33"/>
          <p:cNvSpPr txBox="1"/>
          <p:nvPr/>
        </p:nvSpPr>
        <p:spPr bwMode="auto">
          <a:xfrm>
            <a:off x="3126076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ingressi</a:t>
            </a:r>
            <a:endParaRPr/>
          </a:p>
        </p:txBody>
      </p:sp>
      <p:sp>
        <p:nvSpPr>
          <p:cNvPr id="1841707979" name="AutoShape 34"/>
          <p:cNvSpPr/>
          <p:nvPr/>
        </p:nvSpPr>
        <p:spPr bwMode="auto">
          <a:xfrm flipH="0" flipV="0">
            <a:off x="5909443" y="1909605"/>
            <a:ext cx="0" cy="4058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712838" name="TextBox 35"/>
          <p:cNvSpPr txBox="1"/>
          <p:nvPr/>
        </p:nvSpPr>
        <p:spPr bwMode="auto">
          <a:xfrm>
            <a:off x="6574699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0280941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 fonde 2 UTXO in ingressi per soddisfare le esigenze di pagamento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524422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09127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Viene creata una UTXO per pagare il pane al fornaio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5730733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568775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549461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Un cambio UTXO torna nel portafoglio di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7460208" name="Rectangle: Rounded Corners 12"/>
          <p:cNvSpPr/>
          <p:nvPr/>
        </p:nvSpPr>
        <p:spPr bwMode="auto">
          <a:xfrm>
            <a:off x="2704015" y="268927"/>
            <a:ext cx="6401683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64683090" name=""/>
          <p:cNvGrpSpPr/>
          <p:nvPr/>
        </p:nvGrpSpPr>
        <p:grpSpPr bwMode="auto">
          <a:xfrm>
            <a:off x="3086724" y="2324979"/>
            <a:ext cx="5645251" cy="1746502"/>
            <a:chOff x="0" y="0"/>
            <a:chExt cx="5645251" cy="1746502"/>
          </a:xfrm>
        </p:grpSpPr>
        <p:sp>
          <p:nvSpPr>
            <p:cNvPr id="1083017826" name="Freeform 30"/>
            <p:cNvSpPr/>
            <p:nvPr/>
          </p:nvSpPr>
          <p:spPr bwMode="auto">
            <a:xfrm rot="0" flipH="0" flipV="0">
              <a:off x="0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6652660" name="TextBox 31"/>
            <p:cNvSpPr txBox="1"/>
            <p:nvPr/>
          </p:nvSpPr>
          <p:spPr bwMode="auto">
            <a:xfrm rot="0" flipH="0" flipV="0">
              <a:off x="0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8438190" name="Freeform 37"/>
            <p:cNvSpPr/>
            <p:nvPr/>
          </p:nvSpPr>
          <p:spPr bwMode="auto">
            <a:xfrm rot="0" flipH="0" flipV="0">
              <a:off x="3448622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20327518" name="TextBox 38"/>
            <p:cNvSpPr txBox="1"/>
            <p:nvPr/>
          </p:nvSpPr>
          <p:spPr bwMode="auto">
            <a:xfrm rot="0" flipH="0" flipV="0">
              <a:off x="3448622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9047769" name="Freeform 40"/>
            <p:cNvSpPr/>
            <p:nvPr/>
          </p:nvSpPr>
          <p:spPr bwMode="auto">
            <a:xfrm rot="0" flipH="0" flipV="0">
              <a:off x="3448622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8039385" name="TextBox 41"/>
            <p:cNvSpPr txBox="1"/>
            <p:nvPr/>
          </p:nvSpPr>
          <p:spPr bwMode="auto">
            <a:xfrm rot="0" flipH="0" flipV="0">
              <a:off x="3448622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088017" name="Freeform 49"/>
            <p:cNvSpPr/>
            <p:nvPr/>
          </p:nvSpPr>
          <p:spPr bwMode="auto">
            <a:xfrm rot="0" flipH="0" flipV="0">
              <a:off x="0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4223189" name="TextBox 50"/>
            <p:cNvSpPr txBox="1"/>
            <p:nvPr/>
          </p:nvSpPr>
          <p:spPr bwMode="auto">
            <a:xfrm rot="0" flipH="0" flipV="0">
              <a:off x="0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198986" name="TextBox 32"/>
          <p:cNvSpPr txBox="1"/>
          <p:nvPr/>
        </p:nvSpPr>
        <p:spPr bwMode="auto">
          <a:xfrm flipH="0" flipV="0">
            <a:off x="2694323" y="625565"/>
            <a:ext cx="6225914" cy="426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73771" name="TextBox 33"/>
          <p:cNvSpPr txBox="1"/>
          <p:nvPr/>
        </p:nvSpPr>
        <p:spPr bwMode="auto">
          <a:xfrm>
            <a:off x="3096271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ingressi</a:t>
            </a:r>
            <a:endParaRPr/>
          </a:p>
        </p:txBody>
      </p:sp>
      <p:sp>
        <p:nvSpPr>
          <p:cNvPr id="651594617" name="AutoShape 34"/>
          <p:cNvSpPr/>
          <p:nvPr/>
        </p:nvSpPr>
        <p:spPr bwMode="auto">
          <a:xfrm>
            <a:off x="5791959" y="1663198"/>
            <a:ext cx="0" cy="30838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562445" name="TextBox 35"/>
          <p:cNvSpPr txBox="1"/>
          <p:nvPr/>
        </p:nvSpPr>
        <p:spPr bwMode="auto">
          <a:xfrm>
            <a:off x="6436257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94789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L'UTXO di Alice viene speso per soddisfare il pagamento</a:t>
            </a:r>
            <a:endParaRPr/>
          </a:p>
        </p:txBody>
      </p:sp>
      <p:sp>
        <p:nvSpPr>
          <p:cNvPr id="640406380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135745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Viene creata una UTXO per pagare il pane al fornaio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85958300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461342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84678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Un cambio UTXO torna nel portafoglio di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3614849" name="TextBox 52"/>
          <p:cNvSpPr txBox="1"/>
          <p:nvPr/>
        </p:nvSpPr>
        <p:spPr bwMode="auto">
          <a:xfrm>
            <a:off x="3929057" y="5850872"/>
            <a:ext cx="3727598" cy="344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Tassa di transazione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65727853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6556995" name=""/>
          <p:cNvGrpSpPr/>
          <p:nvPr/>
        </p:nvGrpSpPr>
        <p:grpSpPr bwMode="auto">
          <a:xfrm>
            <a:off x="3058160" y="2065488"/>
            <a:ext cx="5467419" cy="3698002"/>
            <a:chOff x="0" y="0"/>
            <a:chExt cx="5467419" cy="3698002"/>
          </a:xfrm>
        </p:grpSpPr>
        <p:sp>
          <p:nvSpPr>
            <p:cNvPr id="1564857695" name="Freeform 30"/>
            <p:cNvSpPr/>
            <p:nvPr/>
          </p:nvSpPr>
          <p:spPr bwMode="auto">
            <a:xfrm rot="0" flipH="0" flipV="0">
              <a:off x="0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6528699" name="TextBox 31"/>
            <p:cNvSpPr txBox="1"/>
            <p:nvPr/>
          </p:nvSpPr>
          <p:spPr bwMode="auto">
            <a:xfrm rot="0" flipH="0" flipV="0">
              <a:off x="0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802785" name="Freeform 37"/>
            <p:cNvSpPr/>
            <p:nvPr/>
          </p:nvSpPr>
          <p:spPr bwMode="auto">
            <a:xfrm rot="0" flipH="0" flipV="0">
              <a:off x="3339986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577312" name="TextBox 38"/>
            <p:cNvSpPr txBox="1"/>
            <p:nvPr/>
          </p:nvSpPr>
          <p:spPr bwMode="auto">
            <a:xfrm rot="0" flipH="0" flipV="0">
              <a:off x="3339986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38488446" name="Freeform 40"/>
            <p:cNvSpPr/>
            <p:nvPr/>
          </p:nvSpPr>
          <p:spPr bwMode="auto">
            <a:xfrm rot="0" flipH="0" flipV="0">
              <a:off x="3339986" y="1028997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1071063" name="TextBox 41"/>
            <p:cNvSpPr txBox="1"/>
            <p:nvPr/>
          </p:nvSpPr>
          <p:spPr bwMode="auto">
            <a:xfrm rot="0" flipH="0" flipV="0">
              <a:off x="3339986" y="873335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5 800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5114452" name="Freeform 50"/>
            <p:cNvSpPr/>
            <p:nvPr/>
          </p:nvSpPr>
          <p:spPr bwMode="auto">
            <a:xfrm rot="0" flipH="0" flipV="0">
              <a:off x="1670078" y="3035513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5289641" name="TextBox 51"/>
            <p:cNvSpPr txBox="1"/>
            <p:nvPr/>
          </p:nvSpPr>
          <p:spPr bwMode="auto">
            <a:xfrm rot="0" flipH="0" flipV="0">
              <a:off x="1670078" y="2879852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r>
                <a:rPr lang="en-US" sz="2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92336" name="AutoShape 29"/>
          <p:cNvSpPr/>
          <p:nvPr/>
        </p:nvSpPr>
        <p:spPr bwMode="auto">
          <a:xfrm flipH="0" flipV="0">
            <a:off x="3886465" y="1853515"/>
            <a:ext cx="0" cy="4114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05894" name="Freeform 31"/>
          <p:cNvSpPr/>
          <p:nvPr/>
        </p:nvSpPr>
        <p:spPr bwMode="auto">
          <a:xfrm rot="0" flipH="0" flipV="0">
            <a:off x="4337852" y="2421061"/>
            <a:ext cx="1584144" cy="673875"/>
          </a:xfrm>
          <a:custGeom>
            <a:avLst/>
            <a:gdLst/>
            <a:ahLst/>
            <a:cxnLst/>
            <a:rect l="l" t="t" r="r" b="b"/>
            <a:pathLst>
              <a:path w="667055" h="283758" fill="norm" stroke="1" extrusionOk="0">
                <a:moveTo>
                  <a:pt x="117291" y="0"/>
                </a:moveTo>
                <a:lnTo>
                  <a:pt x="549764" y="0"/>
                </a:lnTo>
                <a:cubicBezTo>
                  <a:pt x="614542" y="0"/>
                  <a:pt x="667055" y="52513"/>
                  <a:pt x="667055" y="117291"/>
                </a:cubicBezTo>
                <a:lnTo>
                  <a:pt x="667055" y="166467"/>
                </a:lnTo>
                <a:cubicBezTo>
                  <a:pt x="667055" y="231245"/>
                  <a:pt x="614542" y="283758"/>
                  <a:pt x="549764" y="283758"/>
                </a:cubicBezTo>
                <a:lnTo>
                  <a:pt x="117291" y="283758"/>
                </a:lnTo>
                <a:cubicBezTo>
                  <a:pt x="52513" y="283758"/>
                  <a:pt x="0" y="231245"/>
                  <a:pt x="0" y="166467"/>
                </a:cubicBezTo>
                <a:lnTo>
                  <a:pt x="0" y="117291"/>
                </a:lnTo>
                <a:cubicBezTo>
                  <a:pt x="0" y="52513"/>
                  <a:pt x="52513" y="0"/>
                  <a:pt x="11729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5551590" name="TextBox 32"/>
          <p:cNvSpPr txBox="1"/>
          <p:nvPr/>
        </p:nvSpPr>
        <p:spPr bwMode="auto">
          <a:xfrm rot="0" flipH="0" flipV="0">
            <a:off x="4337852" y="2262722"/>
            <a:ext cx="1584144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4.24 BTC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2969142" name="Freeform 34"/>
          <p:cNvSpPr/>
          <p:nvPr/>
        </p:nvSpPr>
        <p:spPr bwMode="auto">
          <a:xfrm rot="0" flipH="0" flipV="0">
            <a:off x="7118474" y="2144509"/>
            <a:ext cx="4520506" cy="2904779"/>
          </a:xfrm>
          <a:custGeom>
            <a:avLst/>
            <a:gdLst/>
            <a:ahLst/>
            <a:cxnLst/>
            <a:rect l="l" t="t" r="r" b="b"/>
            <a:pathLst>
              <a:path w="1785830" h="1147536" fill="norm" stroke="1" extrusionOk="0">
                <a:moveTo>
                  <a:pt x="11988" y="0"/>
                </a:moveTo>
                <a:lnTo>
                  <a:pt x="1773841" y="0"/>
                </a:lnTo>
                <a:cubicBezTo>
                  <a:pt x="1780462" y="0"/>
                  <a:pt x="1785830" y="5367"/>
                  <a:pt x="1785830" y="11988"/>
                </a:cubicBezTo>
                <a:lnTo>
                  <a:pt x="1785830" y="1135548"/>
                </a:lnTo>
                <a:cubicBezTo>
                  <a:pt x="1785830" y="1138727"/>
                  <a:pt x="1784567" y="1141776"/>
                  <a:pt x="1782319" y="1144025"/>
                </a:cubicBezTo>
                <a:cubicBezTo>
                  <a:pt x="1780070" y="1146273"/>
                  <a:pt x="1777021" y="1147536"/>
                  <a:pt x="1773841" y="1147536"/>
                </a:cubicBezTo>
                <a:lnTo>
                  <a:pt x="11988" y="1147536"/>
                </a:lnTo>
                <a:cubicBezTo>
                  <a:pt x="5367" y="1147536"/>
                  <a:pt x="0" y="1142168"/>
                  <a:pt x="0" y="1135548"/>
                </a:cubicBezTo>
                <a:lnTo>
                  <a:pt x="0" y="11988"/>
                </a:lnTo>
                <a:cubicBezTo>
                  <a:pt x="0" y="8809"/>
                  <a:pt x="1263" y="5760"/>
                  <a:pt x="3511" y="3511"/>
                </a:cubicBezTo>
                <a:cubicBezTo>
                  <a:pt x="5760" y="1263"/>
                  <a:pt x="8809" y="0"/>
                  <a:pt x="1198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0950687" name="TextBox 35"/>
          <p:cNvSpPr txBox="1"/>
          <p:nvPr/>
        </p:nvSpPr>
        <p:spPr bwMode="auto">
          <a:xfrm rot="0" flipH="0" flipV="0">
            <a:off x="7118474" y="1951628"/>
            <a:ext cx="4520506" cy="309766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4071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Ricompensa del blocco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</p:txBody>
      </p:sp>
      <p:sp>
        <p:nvSpPr>
          <p:cNvPr id="1093393779" name="Freeform 36"/>
          <p:cNvSpPr/>
          <p:nvPr/>
        </p:nvSpPr>
        <p:spPr bwMode="auto">
          <a:xfrm>
            <a:off x="2305940" y="2421061"/>
            <a:ext cx="673876" cy="673876"/>
          </a:xfrm>
          <a:custGeom>
            <a:avLst/>
            <a:gdLst/>
            <a:ahLst/>
            <a:cxnLst/>
            <a:rect l="l" t="t" r="r" b="b"/>
            <a:pathLst>
              <a:path w="673878" h="673878" fill="norm" stroke="1" extrusionOk="0">
                <a:moveTo>
                  <a:pt x="0" y="0"/>
                </a:moveTo>
                <a:lnTo>
                  <a:pt x="673878" y="0"/>
                </a:lnTo>
                <a:lnTo>
                  <a:pt x="673878" y="673879"/>
                </a:lnTo>
                <a:lnTo>
                  <a:pt x="0" y="673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192164" name="TextBox 37"/>
          <p:cNvSpPr txBox="1"/>
          <p:nvPr/>
        </p:nvSpPr>
        <p:spPr bwMode="auto">
          <a:xfrm flipH="0" flipV="0">
            <a:off x="1451090" y="543064"/>
            <a:ext cx="4918995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Coinbase 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2436412" name="TextBox 38"/>
          <p:cNvSpPr txBox="1"/>
          <p:nvPr/>
        </p:nvSpPr>
        <p:spPr bwMode="auto">
          <a:xfrm flipH="0" flipV="0">
            <a:off x="1567416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400"/>
          </a:p>
        </p:txBody>
      </p:sp>
      <p:sp>
        <p:nvSpPr>
          <p:cNvPr id="687879712" name="TextBox 39"/>
          <p:cNvSpPr txBox="1"/>
          <p:nvPr/>
        </p:nvSpPr>
        <p:spPr bwMode="auto">
          <a:xfrm flipH="0" flipV="0">
            <a:off x="4054465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8826184" name="AutoShape 40"/>
          <p:cNvSpPr/>
          <p:nvPr/>
        </p:nvSpPr>
        <p:spPr bwMode="auto">
          <a:xfrm flipH="1" flipV="1">
            <a:off x="6080145" y="2802864"/>
            <a:ext cx="916300" cy="38205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337667" name="Freeform 42"/>
          <p:cNvSpPr/>
          <p:nvPr/>
        </p:nvSpPr>
        <p:spPr bwMode="auto">
          <a:xfrm rot="0" flipH="0" flipV="0">
            <a:off x="7463278" y="310272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418722280" name="TextBox 43"/>
          <p:cNvSpPr txBox="1"/>
          <p:nvPr/>
        </p:nvSpPr>
        <p:spPr bwMode="auto">
          <a:xfrm rot="0" flipH="0" flipV="0">
            <a:off x="7463278" y="294438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Sovvenzione in blocco</a:t>
            </a:r>
            <a:endParaRPr sz="1400"/>
          </a:p>
        </p:txBody>
      </p:sp>
      <p:sp>
        <p:nvSpPr>
          <p:cNvPr id="1568353036" name="Freeform 45"/>
          <p:cNvSpPr/>
          <p:nvPr/>
        </p:nvSpPr>
        <p:spPr bwMode="auto">
          <a:xfrm rot="0" flipH="0" flipV="0">
            <a:off x="7463278" y="402747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007703210" name="TextBox 46"/>
          <p:cNvSpPr txBox="1"/>
          <p:nvPr/>
        </p:nvSpPr>
        <p:spPr bwMode="auto">
          <a:xfrm rot="0" flipH="0" flipV="0">
            <a:off x="7463278" y="386913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Commissioni di transazione</a:t>
            </a:r>
            <a:endParaRPr sz="1400"/>
          </a:p>
        </p:txBody>
      </p:sp>
      <p:sp>
        <p:nvSpPr>
          <p:cNvPr id="1254349926" name="Rectangle: Rounded Corners 12"/>
          <p:cNvSpPr/>
          <p:nvPr/>
        </p:nvSpPr>
        <p:spPr bwMode="auto">
          <a:xfrm>
            <a:off x="1451091" y="268927"/>
            <a:ext cx="4917556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595637" name="Freeform 26"/>
          <p:cNvSpPr/>
          <p:nvPr/>
        </p:nvSpPr>
        <p:spPr bwMode="auto">
          <a:xfrm>
            <a:off x="2401327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3872367" name="Freeform 28"/>
          <p:cNvSpPr/>
          <p:nvPr/>
        </p:nvSpPr>
        <p:spPr bwMode="auto">
          <a:xfrm>
            <a:off x="7993149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923206" name="AutoShape 29"/>
          <p:cNvSpPr/>
          <p:nvPr/>
        </p:nvSpPr>
        <p:spPr bwMode="auto">
          <a:xfrm>
            <a:off x="4221879" y="3444208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907126" name="AutoShape 30"/>
          <p:cNvSpPr/>
          <p:nvPr/>
        </p:nvSpPr>
        <p:spPr bwMode="auto">
          <a:xfrm>
            <a:off x="4221879" y="3840373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3214551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169710" y="4465627"/>
            <a:ext cx="1451216" cy="729704"/>
          </a:xfrm>
          <a:prstGeom prst="rect">
            <a:avLst/>
          </a:prstGeom>
        </p:spPr>
      </p:pic>
      <p:pic>
        <p:nvPicPr>
          <p:cNvPr id="609167704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251931" y="1856896"/>
            <a:ext cx="1082657" cy="1367399"/>
          </a:xfrm>
          <a:prstGeom prst="rect">
            <a:avLst/>
          </a:prstGeom>
        </p:spPr>
      </p:pic>
      <p:sp>
        <p:nvSpPr>
          <p:cNvPr id="275183701" name="Freeform 33"/>
          <p:cNvSpPr/>
          <p:nvPr/>
        </p:nvSpPr>
        <p:spPr bwMode="auto">
          <a:xfrm>
            <a:off x="8952032" y="2275795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017703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160975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040230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481894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310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09611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673896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473969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671867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052347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746708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10109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733919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01857171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104826499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875057" name="Freeform 26"/>
          <p:cNvSpPr/>
          <p:nvPr/>
        </p:nvSpPr>
        <p:spPr bwMode="auto">
          <a:xfrm>
            <a:off x="671192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117665" name="Freeform 27"/>
          <p:cNvSpPr/>
          <p:nvPr/>
        </p:nvSpPr>
        <p:spPr bwMode="auto">
          <a:xfrm>
            <a:off x="9592473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813373" name="AutoShape 28"/>
          <p:cNvSpPr/>
          <p:nvPr/>
        </p:nvSpPr>
        <p:spPr bwMode="auto">
          <a:xfrm>
            <a:off x="3575730" y="3305578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969837" name="Freeform 29"/>
          <p:cNvSpPr/>
          <p:nvPr/>
        </p:nvSpPr>
        <p:spPr bwMode="auto">
          <a:xfrm>
            <a:off x="10862027" y="4501820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604478" name="Freeform 30"/>
          <p:cNvSpPr/>
          <p:nvPr/>
        </p:nvSpPr>
        <p:spPr bwMode="auto">
          <a:xfrm>
            <a:off x="5190491" y="1812319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914727" name="Freeform 31"/>
          <p:cNvSpPr/>
          <p:nvPr/>
        </p:nvSpPr>
        <p:spPr bwMode="auto">
          <a:xfrm>
            <a:off x="8879684" y="4329994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7569128" name="Freeform 32"/>
          <p:cNvSpPr/>
          <p:nvPr/>
        </p:nvSpPr>
        <p:spPr bwMode="auto">
          <a:xfrm>
            <a:off x="671192" y="4320881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026453" name="Freeform 33"/>
          <p:cNvSpPr/>
          <p:nvPr/>
        </p:nvSpPr>
        <p:spPr bwMode="auto">
          <a:xfrm>
            <a:off x="2656603" y="4510932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71327" name="Freeform 26"/>
          <p:cNvSpPr/>
          <p:nvPr/>
        </p:nvSpPr>
        <p:spPr bwMode="auto">
          <a:xfrm>
            <a:off x="707534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58027" name="Freeform 27"/>
          <p:cNvSpPr/>
          <p:nvPr/>
        </p:nvSpPr>
        <p:spPr bwMode="auto">
          <a:xfrm>
            <a:off x="9628815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486926" name="AutoShape 28"/>
          <p:cNvSpPr/>
          <p:nvPr/>
        </p:nvSpPr>
        <p:spPr bwMode="auto">
          <a:xfrm>
            <a:off x="3612072" y="3563432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153850" name="Freeform 31"/>
          <p:cNvSpPr/>
          <p:nvPr/>
        </p:nvSpPr>
        <p:spPr bwMode="auto">
          <a:xfrm>
            <a:off x="1860490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4954616" name="Freeform 33"/>
          <p:cNvSpPr/>
          <p:nvPr/>
        </p:nvSpPr>
        <p:spPr bwMode="auto">
          <a:xfrm>
            <a:off x="10781771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14113763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346349" y="1753638"/>
            <a:ext cx="1285095" cy="1313526"/>
          </a:xfrm>
          <a:prstGeom prst="rect">
            <a:avLst/>
          </a:prstGeom>
        </p:spPr>
      </p:pic>
      <p:pic>
        <p:nvPicPr>
          <p:cNvPr id="301305573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369140" y="4520345"/>
            <a:ext cx="1285094" cy="1313525"/>
          </a:xfrm>
          <a:prstGeom prst="rect">
            <a:avLst/>
          </a:prstGeom>
        </p:spPr>
      </p:pic>
      <p:pic>
        <p:nvPicPr>
          <p:cNvPr id="155602234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364972" y="4520345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726402" name="Freeform 26"/>
          <p:cNvSpPr/>
          <p:nvPr/>
        </p:nvSpPr>
        <p:spPr bwMode="auto">
          <a:xfrm>
            <a:off x="596778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367186" name="Freeform 27"/>
          <p:cNvSpPr/>
          <p:nvPr/>
        </p:nvSpPr>
        <p:spPr bwMode="auto">
          <a:xfrm>
            <a:off x="9518059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91524" name="AutoShape 28"/>
          <p:cNvSpPr/>
          <p:nvPr/>
        </p:nvSpPr>
        <p:spPr bwMode="auto">
          <a:xfrm>
            <a:off x="3501316" y="2950156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02568" name="Freeform 29"/>
          <p:cNvSpPr/>
          <p:nvPr/>
        </p:nvSpPr>
        <p:spPr bwMode="auto">
          <a:xfrm>
            <a:off x="4924445" y="4130148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70196" name="Freeform 30"/>
          <p:cNvSpPr/>
          <p:nvPr/>
        </p:nvSpPr>
        <p:spPr bwMode="auto">
          <a:xfrm>
            <a:off x="4602973" y="1242694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673343" name="TextBox 31"/>
          <p:cNvSpPr txBox="1"/>
          <p:nvPr/>
        </p:nvSpPr>
        <p:spPr bwMode="auto">
          <a:xfrm>
            <a:off x="6314229" y="1359825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0298807" name="TextBox 32"/>
          <p:cNvSpPr txBox="1"/>
          <p:nvPr/>
        </p:nvSpPr>
        <p:spPr bwMode="auto">
          <a:xfrm>
            <a:off x="797369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2241318" name="TextBox 33"/>
          <p:cNvSpPr txBox="1"/>
          <p:nvPr/>
        </p:nvSpPr>
        <p:spPr bwMode="auto">
          <a:xfrm>
            <a:off x="9718650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861017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Modello di riservatezza del sistema bancario: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9695126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10052483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Controparte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1456846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05003550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Pubblico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540183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102368305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Banca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82103393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2843513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Transazioni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2210237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01263873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Identità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0001442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6710417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3517972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56720541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343637" name="Freeform 26"/>
          <p:cNvSpPr/>
          <p:nvPr/>
        </p:nvSpPr>
        <p:spPr bwMode="auto">
          <a:xfrm>
            <a:off x="2654583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28481" name="Freeform 28"/>
          <p:cNvSpPr/>
          <p:nvPr/>
        </p:nvSpPr>
        <p:spPr bwMode="auto">
          <a:xfrm>
            <a:off x="8246405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196913" name="AutoShape 29"/>
          <p:cNvSpPr/>
          <p:nvPr/>
        </p:nvSpPr>
        <p:spPr bwMode="auto">
          <a:xfrm>
            <a:off x="4475134" y="4635754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98106" name="AutoShape 30"/>
          <p:cNvSpPr/>
          <p:nvPr/>
        </p:nvSpPr>
        <p:spPr bwMode="auto">
          <a:xfrm>
            <a:off x="4475134" y="5031919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3188045" name="Freeform 31"/>
          <p:cNvSpPr/>
          <p:nvPr/>
        </p:nvSpPr>
        <p:spPr bwMode="auto">
          <a:xfrm>
            <a:off x="5655454" y="3835800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964782" name="Freeform 32"/>
          <p:cNvSpPr/>
          <p:nvPr/>
        </p:nvSpPr>
        <p:spPr bwMode="auto">
          <a:xfrm>
            <a:off x="2376917" y="24810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475820" name="Freeform 33"/>
          <p:cNvSpPr/>
          <p:nvPr/>
        </p:nvSpPr>
        <p:spPr bwMode="auto">
          <a:xfrm>
            <a:off x="8436567" y="23748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894125" name="AutoShape 34"/>
          <p:cNvSpPr/>
          <p:nvPr/>
        </p:nvSpPr>
        <p:spPr bwMode="auto">
          <a:xfrm>
            <a:off x="3738705" y="2251990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746" name="AutoShape 35"/>
          <p:cNvSpPr/>
          <p:nvPr/>
        </p:nvSpPr>
        <p:spPr bwMode="auto">
          <a:xfrm flipH="1">
            <a:off x="6531204" y="2251990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59890" name="Freeform 36"/>
          <p:cNvSpPr/>
          <p:nvPr/>
        </p:nvSpPr>
        <p:spPr bwMode="auto">
          <a:xfrm>
            <a:off x="3406536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243110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Cliente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207674" name="TextBox 38"/>
          <p:cNvSpPr txBox="1"/>
          <p:nvPr/>
        </p:nvSpPr>
        <p:spPr bwMode="auto">
          <a:xfrm flipH="0" flipV="0">
            <a:off x="6447436" y="5464098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Panettiere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2962996" name="TextBox 39"/>
          <p:cNvSpPr txBox="1"/>
          <p:nvPr/>
        </p:nvSpPr>
        <p:spPr bwMode="auto">
          <a:xfrm flipH="0" flipV="0">
            <a:off x="7041942" y="162101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Vicino di casa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1983422" name="TextBox 40"/>
          <p:cNvSpPr txBox="1"/>
          <p:nvPr/>
        </p:nvSpPr>
        <p:spPr bwMode="auto">
          <a:xfrm flipH="0" flipV="0">
            <a:off x="1316399" y="1621012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Banchiere</a:t>
            </a:r>
            <a:endParaRPr/>
          </a:p>
        </p:txBody>
      </p:sp>
      <p:sp>
        <p:nvSpPr>
          <p:cNvPr id="1316655843" name="Freeform 41"/>
          <p:cNvSpPr/>
          <p:nvPr/>
        </p:nvSpPr>
        <p:spPr bwMode="auto">
          <a:xfrm>
            <a:off x="7811580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57668" name="Freeform 42"/>
          <p:cNvSpPr/>
          <p:nvPr/>
        </p:nvSpPr>
        <p:spPr bwMode="auto">
          <a:xfrm>
            <a:off x="2971637" y="2542704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154206" name="Freeform 43"/>
          <p:cNvSpPr/>
          <p:nvPr/>
        </p:nvSpPr>
        <p:spPr bwMode="auto">
          <a:xfrm>
            <a:off x="8681231" y="2518282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67250913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21253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92164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66048113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Modello di riservatezza del sistema bancario: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829661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Modello di privacy Bitcoin: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898143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27283531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Controparte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6735413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45230259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Pubblico</a:t>
            </a:r>
            <a:endParaRPr sz="1600"/>
          </a:p>
        </p:txBody>
      </p:sp>
      <p:sp>
        <p:nvSpPr>
          <p:cNvPr id="606348025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41606026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Banca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3637234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42879750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Transazioni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5964979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65870520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Identità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6597616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07136043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8520461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Pubblico</a:t>
            </a:r>
            <a:endParaRPr sz="1600"/>
          </a:p>
        </p:txBody>
      </p:sp>
      <p:sp>
        <p:nvSpPr>
          <p:cNvPr id="69467122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59585247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Transazioni</a:t>
            </a:r>
            <a:endParaRPr sz="1600"/>
          </a:p>
        </p:txBody>
      </p:sp>
      <p:sp>
        <p:nvSpPr>
          <p:cNvPr id="1574016115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00213114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Identità</a:t>
            </a:r>
            <a:endParaRPr sz="1600"/>
          </a:p>
        </p:txBody>
      </p:sp>
      <p:sp>
        <p:nvSpPr>
          <p:cNvPr id="1806136254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43675079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31124275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20172741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3633577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797719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44474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568972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9603005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78409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848594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48963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699550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6670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28863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94897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54705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151925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961853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823498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840515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178132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182956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859543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Vicino di casa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04215451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Cliente</a:t>
            </a:r>
            <a:endParaRPr sz="2000"/>
          </a:p>
        </p:txBody>
      </p:sp>
      <p:sp>
        <p:nvSpPr>
          <p:cNvPr id="310614365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Panettiere</a:t>
            </a:r>
            <a:endParaRPr sz="2000"/>
          </a:p>
        </p:txBody>
      </p:sp>
      <p:pic>
        <p:nvPicPr>
          <p:cNvPr id="525843370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697149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8118883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016233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7348455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84116231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921925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27447791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8472128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143526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1092683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00159109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373394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016540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7174071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67532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61575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2639129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3273481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394918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419525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0122187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639114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96331857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5541106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969977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132142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66673626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0472482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469773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3634603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3659493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18289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1273934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375157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370715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68347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33383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193557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080310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243619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851349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860576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Monitoraggio della blockchain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000189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705690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463105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Identificazione delle caratteristiche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4205983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Deduzione di ipotesi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58934037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10209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75168079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17028552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073977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83680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7155202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2131877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710284790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9142780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687570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5900796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3391672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724844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1800179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90815320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201559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8330316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1235883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90042429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071422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1116104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9690442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10992615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440499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9851205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756294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1789364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21989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80725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30749583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6357585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7464240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56087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9571346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2133259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9728889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343327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9713173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42458881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497513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4133775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38773265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67815012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43876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185613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3628650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221468856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5714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4916809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26183029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8329991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75744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415080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748671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788328086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207347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6444898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36543945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26285584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177619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2891409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29063783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932291434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557939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08520521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2396860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051354363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402640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042173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81960354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39002984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42833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41890489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57581768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49288673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0937317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253664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650157969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9314789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8893582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37447054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76006065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393031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2209207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2743766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08601910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14071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3235718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8353139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28377979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099889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990311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180681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23737005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05120267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40703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99174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000426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863432951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675882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3195682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34858523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4631348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3967719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4307000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45383430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0028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65397467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3584966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7148707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580068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8833476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88359879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2308172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64175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7707682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43567776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4741324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28998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481494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9207358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33739907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369774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530547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72776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065975975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5908374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929205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32774606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856956699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14890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957582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224135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52133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074939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21472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389625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213597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995568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4137081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4742501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361081092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45945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30608120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911840412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048363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376337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61750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76111250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82892629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7811632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93302147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9631403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862326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25917964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4996490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525317752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06398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1796844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6751075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31795215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72139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95995958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929106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5125663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587417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864720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540471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92953544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79758813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195306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8992863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12813337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4746096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6901782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90819697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88119629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7511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1092863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6307435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63189189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5213854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222395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9118666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871100567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986323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1242018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765806223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552466403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549548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249636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69273036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82521949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45690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0484578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915061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970401237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724261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0307440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00472423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675402198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547702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295070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817146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1787252699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987059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186183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122591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411168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031285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923507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904230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477861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334378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9051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52105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378045" name="TextBox 138"/>
          <p:cNvSpPr txBox="1"/>
          <p:nvPr/>
        </p:nvSpPr>
        <p:spPr bwMode="auto">
          <a:xfrm>
            <a:off x="3020610" y="3919563"/>
            <a:ext cx="1744923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510668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7843628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9753547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576309410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59233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7452358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5298386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36032816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103014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9674843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1763608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97540052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4836927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58904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9624043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14880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18716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22399152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812614555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136193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9550333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3055718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61670099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790874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933455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003387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97738766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7444332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51090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9686206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1518240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102297255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17200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510256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99317467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47629481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7325043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4982179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56496040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882785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3036564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853024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027717515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433129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9729060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3622842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4583967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95290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4179875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8223110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608015117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17650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5735058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57809980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204184210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079123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12169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87719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36377699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411627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95666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3321771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37557171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446484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639904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1886528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74016853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849502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442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453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4347384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477800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8600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83338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709089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960384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362606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55593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68285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891104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4678859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62595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26399989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Sezione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Disponibile all'indirizzo: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341884152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512474" name="Freeform 30"/>
          <p:cNvSpPr/>
          <p:nvPr/>
        </p:nvSpPr>
        <p:spPr bwMode="auto">
          <a:xfrm rot="0" flipH="0" flipV="0">
            <a:off x="96583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369033" name="TextBox 31"/>
          <p:cNvSpPr txBox="1"/>
          <p:nvPr/>
        </p:nvSpPr>
        <p:spPr bwMode="auto">
          <a:xfrm rot="0" flipH="0" flipV="0">
            <a:off x="96583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24978963" name="TextBox 32"/>
          <p:cNvSpPr txBox="1"/>
          <p:nvPr/>
        </p:nvSpPr>
        <p:spPr bwMode="auto">
          <a:xfrm flipH="0" flipV="0">
            <a:off x="515549" y="1206310"/>
            <a:ext cx="3368414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453409196" name="TextBox 33"/>
          <p:cNvSpPr txBox="1"/>
          <p:nvPr/>
        </p:nvSpPr>
        <p:spPr bwMode="auto">
          <a:xfrm flipH="0" flipV="0">
            <a:off x="59249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0725411" name="AutoShape 34"/>
          <p:cNvSpPr/>
          <p:nvPr/>
        </p:nvSpPr>
        <p:spPr bwMode="auto">
          <a:xfrm>
            <a:off x="2226873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162131" name="TextBox 35"/>
          <p:cNvSpPr txBox="1"/>
          <p:nvPr/>
        </p:nvSpPr>
        <p:spPr bwMode="auto">
          <a:xfrm flipH="0" flipV="0">
            <a:off x="2133154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3588370" name="Freeform 37"/>
          <p:cNvSpPr/>
          <p:nvPr/>
        </p:nvSpPr>
        <p:spPr bwMode="auto">
          <a:xfrm rot="0" flipH="0" flipV="0">
            <a:off x="2506494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8298175" name="TextBox 38"/>
          <p:cNvSpPr txBox="1"/>
          <p:nvPr/>
        </p:nvSpPr>
        <p:spPr bwMode="auto">
          <a:xfrm rot="0" flipH="0" flipV="0">
            <a:off x="2506494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101241687" name="Freeform 40"/>
          <p:cNvSpPr/>
          <p:nvPr/>
        </p:nvSpPr>
        <p:spPr bwMode="auto">
          <a:xfrm rot="0" flipH="0" flipV="0">
            <a:off x="2506494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942598" name="TextBox 41"/>
          <p:cNvSpPr txBox="1"/>
          <p:nvPr/>
        </p:nvSpPr>
        <p:spPr bwMode="auto">
          <a:xfrm rot="0" flipH="0" flipV="0">
            <a:off x="2506494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811035" name="Freeform 46"/>
          <p:cNvSpPr/>
          <p:nvPr/>
        </p:nvSpPr>
        <p:spPr bwMode="auto">
          <a:xfrm rot="0" flipH="0" flipV="0">
            <a:off x="484366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2857387" name="TextBox 47"/>
          <p:cNvSpPr txBox="1"/>
          <p:nvPr/>
        </p:nvSpPr>
        <p:spPr bwMode="auto">
          <a:xfrm rot="0" flipH="0" flipV="0">
            <a:off x="484366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44700708" name="TextBox 48"/>
          <p:cNvSpPr txBox="1"/>
          <p:nvPr/>
        </p:nvSpPr>
        <p:spPr bwMode="auto">
          <a:xfrm flipH="0" flipV="0">
            <a:off x="4433645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05916544" name="TextBox 49"/>
          <p:cNvSpPr txBox="1"/>
          <p:nvPr/>
        </p:nvSpPr>
        <p:spPr bwMode="auto">
          <a:xfrm flipH="0" flipV="0">
            <a:off x="447032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ingressi</a:t>
            </a:r>
            <a:endParaRPr/>
          </a:p>
        </p:txBody>
      </p:sp>
      <p:sp>
        <p:nvSpPr>
          <p:cNvPr id="11121165" name="AutoShape 50"/>
          <p:cNvSpPr/>
          <p:nvPr/>
        </p:nvSpPr>
        <p:spPr bwMode="auto">
          <a:xfrm>
            <a:off x="6104701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948895" name="TextBox 51"/>
          <p:cNvSpPr txBox="1"/>
          <p:nvPr/>
        </p:nvSpPr>
        <p:spPr bwMode="auto">
          <a:xfrm flipH="0" flipV="0">
            <a:off x="6010982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uscite</a:t>
            </a:r>
            <a:endParaRPr/>
          </a:p>
        </p:txBody>
      </p:sp>
      <p:sp>
        <p:nvSpPr>
          <p:cNvPr id="529488450" name="Freeform 53"/>
          <p:cNvSpPr/>
          <p:nvPr/>
        </p:nvSpPr>
        <p:spPr bwMode="auto">
          <a:xfrm rot="0" flipH="0" flipV="0">
            <a:off x="638432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5111636" name="TextBox 54"/>
          <p:cNvSpPr txBox="1"/>
          <p:nvPr/>
        </p:nvSpPr>
        <p:spPr bwMode="auto">
          <a:xfrm rot="0" flipH="0" flipV="0">
            <a:off x="638432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05138694" name="Freeform 56"/>
          <p:cNvSpPr/>
          <p:nvPr/>
        </p:nvSpPr>
        <p:spPr bwMode="auto">
          <a:xfrm rot="0" flipH="0" flipV="0">
            <a:off x="4843669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157599" name="TextBox 57"/>
          <p:cNvSpPr txBox="1"/>
          <p:nvPr/>
        </p:nvSpPr>
        <p:spPr bwMode="auto">
          <a:xfrm rot="0" flipH="0" flipV="0">
            <a:off x="4843669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941823777" name="Freeform 59"/>
          <p:cNvSpPr/>
          <p:nvPr/>
        </p:nvSpPr>
        <p:spPr bwMode="auto">
          <a:xfrm rot="0" flipH="0" flipV="0">
            <a:off x="4843669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6805208" name="TextBox 60"/>
          <p:cNvSpPr txBox="1"/>
          <p:nvPr/>
        </p:nvSpPr>
        <p:spPr bwMode="auto">
          <a:xfrm rot="0" flipH="0" flipV="0">
            <a:off x="4843669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618308912" name="Freeform 62"/>
          <p:cNvSpPr/>
          <p:nvPr/>
        </p:nvSpPr>
        <p:spPr bwMode="auto">
          <a:xfrm rot="0" flipH="0" flipV="0">
            <a:off x="4843669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3445643" name="TextBox 63"/>
          <p:cNvSpPr txBox="1"/>
          <p:nvPr/>
        </p:nvSpPr>
        <p:spPr bwMode="auto">
          <a:xfrm rot="0" flipH="0" flipV="0">
            <a:off x="4843669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30636110" name="Freeform 65"/>
          <p:cNvSpPr/>
          <p:nvPr/>
        </p:nvSpPr>
        <p:spPr bwMode="auto">
          <a:xfrm rot="0" flipH="0" flipV="0">
            <a:off x="4843669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269728" name="TextBox 66"/>
          <p:cNvSpPr txBox="1"/>
          <p:nvPr/>
        </p:nvSpPr>
        <p:spPr bwMode="auto">
          <a:xfrm rot="0" flipH="0" flipV="0">
            <a:off x="4843669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5662127" name="Freeform 68"/>
          <p:cNvSpPr/>
          <p:nvPr/>
        </p:nvSpPr>
        <p:spPr bwMode="auto">
          <a:xfrm rot="0" flipH="0" flipV="0">
            <a:off x="4843669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707830" name="TextBox 69"/>
          <p:cNvSpPr txBox="1"/>
          <p:nvPr/>
        </p:nvSpPr>
        <p:spPr bwMode="auto">
          <a:xfrm rot="0" flipH="0" flipV="0">
            <a:off x="4843669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99896171" name="Freeform 74"/>
          <p:cNvSpPr/>
          <p:nvPr/>
        </p:nvSpPr>
        <p:spPr bwMode="auto">
          <a:xfrm rot="0" flipH="0" flipV="0">
            <a:off x="8721495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26151397" name="TextBox 75"/>
          <p:cNvSpPr txBox="1"/>
          <p:nvPr/>
        </p:nvSpPr>
        <p:spPr bwMode="auto">
          <a:xfrm rot="0" flipH="0" flipV="0">
            <a:off x="8721495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989387" name="TextBox 76"/>
          <p:cNvSpPr txBox="1"/>
          <p:nvPr/>
        </p:nvSpPr>
        <p:spPr bwMode="auto">
          <a:xfrm flipH="0" flipV="0">
            <a:off x="8351743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399248388" name="TextBox 77"/>
          <p:cNvSpPr txBox="1"/>
          <p:nvPr/>
        </p:nvSpPr>
        <p:spPr bwMode="auto">
          <a:xfrm flipH="0" flipV="0">
            <a:off x="834815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72182367" name="AutoShape 78"/>
          <p:cNvSpPr/>
          <p:nvPr/>
        </p:nvSpPr>
        <p:spPr bwMode="auto">
          <a:xfrm>
            <a:off x="9982528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910390" name="TextBox 79"/>
          <p:cNvSpPr txBox="1"/>
          <p:nvPr/>
        </p:nvSpPr>
        <p:spPr bwMode="auto">
          <a:xfrm flipH="0" flipV="0">
            <a:off x="988880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uscite</a:t>
            </a:r>
            <a:endParaRPr/>
          </a:p>
        </p:txBody>
      </p:sp>
      <p:sp>
        <p:nvSpPr>
          <p:cNvPr id="902476566" name="Freeform 81"/>
          <p:cNvSpPr/>
          <p:nvPr/>
        </p:nvSpPr>
        <p:spPr bwMode="auto">
          <a:xfrm rot="0" flipH="0" flipV="0">
            <a:off x="1026215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7038624" name="TextBox 82"/>
          <p:cNvSpPr txBox="1"/>
          <p:nvPr/>
        </p:nvSpPr>
        <p:spPr bwMode="auto">
          <a:xfrm rot="0" flipH="0" flipV="0">
            <a:off x="1026215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271818983" name="Freeform 84"/>
          <p:cNvSpPr/>
          <p:nvPr/>
        </p:nvSpPr>
        <p:spPr bwMode="auto">
          <a:xfrm rot="0" flipH="0" flipV="0">
            <a:off x="10262151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634879" name="TextBox 85"/>
          <p:cNvSpPr txBox="1"/>
          <p:nvPr/>
        </p:nvSpPr>
        <p:spPr bwMode="auto">
          <a:xfrm rot="0" flipH="0" flipV="0">
            <a:off x="10262151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50934488" name="Freeform 87"/>
          <p:cNvSpPr/>
          <p:nvPr/>
        </p:nvSpPr>
        <p:spPr bwMode="auto">
          <a:xfrm rot="0" flipH="0" flipV="0">
            <a:off x="10262151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746867" name="TextBox 88"/>
          <p:cNvSpPr txBox="1"/>
          <p:nvPr/>
        </p:nvSpPr>
        <p:spPr bwMode="auto">
          <a:xfrm rot="0" flipH="0" flipV="0">
            <a:off x="10262151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50093638" name="Freeform 90"/>
          <p:cNvSpPr/>
          <p:nvPr/>
        </p:nvSpPr>
        <p:spPr bwMode="auto">
          <a:xfrm rot="0" flipH="0" flipV="0">
            <a:off x="10262151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8768669" name="TextBox 91"/>
          <p:cNvSpPr txBox="1"/>
          <p:nvPr/>
        </p:nvSpPr>
        <p:spPr bwMode="auto">
          <a:xfrm rot="0" flipH="0" flipV="0">
            <a:off x="10262151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113232286" name="Freeform 93"/>
          <p:cNvSpPr/>
          <p:nvPr/>
        </p:nvSpPr>
        <p:spPr bwMode="auto">
          <a:xfrm rot="0" flipH="0" flipV="0">
            <a:off x="10262151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1701535" name="TextBox 94"/>
          <p:cNvSpPr txBox="1"/>
          <p:nvPr/>
        </p:nvSpPr>
        <p:spPr bwMode="auto">
          <a:xfrm rot="0" flipH="0" flipV="0">
            <a:off x="10262151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901824" name="Freeform 96"/>
          <p:cNvSpPr/>
          <p:nvPr/>
        </p:nvSpPr>
        <p:spPr bwMode="auto">
          <a:xfrm rot="0" flipH="0" flipV="0">
            <a:off x="10262151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3507540" name="TextBox 97"/>
          <p:cNvSpPr txBox="1"/>
          <p:nvPr/>
        </p:nvSpPr>
        <p:spPr bwMode="auto">
          <a:xfrm rot="0" flipH="0" flipV="0">
            <a:off x="10262151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30387464" name="Freeform 98"/>
          <p:cNvSpPr/>
          <p:nvPr/>
        </p:nvSpPr>
        <p:spPr bwMode="auto">
          <a:xfrm>
            <a:off x="1737439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88243" name="Freeform 99"/>
          <p:cNvSpPr/>
          <p:nvPr/>
        </p:nvSpPr>
        <p:spPr bwMode="auto">
          <a:xfrm>
            <a:off x="5615267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214869" name="Freeform 100"/>
          <p:cNvSpPr/>
          <p:nvPr/>
        </p:nvSpPr>
        <p:spPr bwMode="auto">
          <a:xfrm>
            <a:off x="9489736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70" y="0"/>
                </a:lnTo>
                <a:lnTo>
                  <a:pt x="978870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6977729" name="Rectangle: Rounded Corners 12"/>
          <p:cNvSpPr/>
          <p:nvPr/>
        </p:nvSpPr>
        <p:spPr bwMode="auto">
          <a:xfrm>
            <a:off x="515550" y="864240"/>
            <a:ext cx="3366975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69994501" name="Rectangle: Rounded Corners 12"/>
          <p:cNvSpPr/>
          <p:nvPr/>
        </p:nvSpPr>
        <p:spPr bwMode="auto">
          <a:xfrm>
            <a:off x="4433646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19417605" name="Rectangle: Rounded Corners 12"/>
          <p:cNvSpPr/>
          <p:nvPr/>
        </p:nvSpPr>
        <p:spPr bwMode="auto">
          <a:xfrm>
            <a:off x="8351744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902334" name="Freeform 30"/>
          <p:cNvSpPr/>
          <p:nvPr/>
        </p:nvSpPr>
        <p:spPr bwMode="auto">
          <a:xfrm rot="0" flipH="0" flipV="0">
            <a:off x="3043766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0733692" name="TextBox 31"/>
          <p:cNvSpPr txBox="1"/>
          <p:nvPr/>
        </p:nvSpPr>
        <p:spPr bwMode="auto">
          <a:xfrm rot="0" flipH="0" flipV="0">
            <a:off x="3043766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25761203" name="TextBox 32"/>
          <p:cNvSpPr txBox="1"/>
          <p:nvPr/>
        </p:nvSpPr>
        <p:spPr bwMode="auto">
          <a:xfrm flipH="0" flipV="0">
            <a:off x="2529574" y="529206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Pagamento semplice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1603288" name="TextBox 33"/>
          <p:cNvSpPr txBox="1"/>
          <p:nvPr/>
        </p:nvSpPr>
        <p:spPr bwMode="auto">
          <a:xfrm>
            <a:off x="3085085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73052367" name="AutoShape 34"/>
          <p:cNvSpPr/>
          <p:nvPr/>
        </p:nvSpPr>
        <p:spPr bwMode="auto">
          <a:xfrm flipH="0" flipV="0">
            <a:off x="6007720" y="1903191"/>
            <a:ext cx="0" cy="41541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877645" name="TextBox 35"/>
          <p:cNvSpPr txBox="1"/>
          <p:nvPr/>
        </p:nvSpPr>
        <p:spPr bwMode="auto">
          <a:xfrm>
            <a:off x="6706263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/>
          </a:p>
        </p:txBody>
      </p:sp>
      <p:sp>
        <p:nvSpPr>
          <p:cNvPr id="1966763492" name="Freeform 37"/>
          <p:cNvSpPr/>
          <p:nvPr/>
        </p:nvSpPr>
        <p:spPr bwMode="auto">
          <a:xfrm rot="0" flipH="0" flipV="0">
            <a:off x="6664945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5035963" name="TextBox 38"/>
          <p:cNvSpPr txBox="1"/>
          <p:nvPr/>
        </p:nvSpPr>
        <p:spPr bwMode="auto">
          <a:xfrm rot="0" flipH="0" flipV="0">
            <a:off x="6664945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8508904" name="Freeform 40"/>
          <p:cNvSpPr/>
          <p:nvPr/>
        </p:nvSpPr>
        <p:spPr bwMode="auto">
          <a:xfrm rot="0" flipH="0" flipV="0">
            <a:off x="6664945" y="34740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1788337" name="TextBox 41"/>
          <p:cNvSpPr txBox="1"/>
          <p:nvPr/>
        </p:nvSpPr>
        <p:spPr bwMode="auto">
          <a:xfrm rot="0" flipH="0" flipV="0">
            <a:off x="6664945" y="330526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74512852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7579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2998"/>
            <a:ext cx="12191999" cy="6332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813541" name="Freeform 30"/>
          <p:cNvSpPr/>
          <p:nvPr/>
        </p:nvSpPr>
        <p:spPr bwMode="auto">
          <a:xfrm rot="0" flipH="0" flipV="0">
            <a:off x="3081838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683964" name="TextBox 31"/>
          <p:cNvSpPr txBox="1"/>
          <p:nvPr/>
        </p:nvSpPr>
        <p:spPr bwMode="auto">
          <a:xfrm rot="0" flipH="0" flipV="0">
            <a:off x="3081838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77953332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Spazzatura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8612544" name="TextBox 33"/>
          <p:cNvSpPr txBox="1"/>
          <p:nvPr/>
        </p:nvSpPr>
        <p:spPr bwMode="auto">
          <a:xfrm>
            <a:off x="3123157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12596570" name="AutoShape 34"/>
          <p:cNvSpPr/>
          <p:nvPr/>
        </p:nvSpPr>
        <p:spPr bwMode="auto">
          <a:xfrm flipH="0" flipV="0">
            <a:off x="6045792" y="1859787"/>
            <a:ext cx="0" cy="41379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559549" name="TextBox 35"/>
          <p:cNvSpPr txBox="1"/>
          <p:nvPr/>
        </p:nvSpPr>
        <p:spPr bwMode="auto">
          <a:xfrm>
            <a:off x="6744335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9700794" name="Freeform 37"/>
          <p:cNvSpPr/>
          <p:nvPr/>
        </p:nvSpPr>
        <p:spPr bwMode="auto">
          <a:xfrm rot="0" flipH="0" flipV="0">
            <a:off x="6703016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470931" name="TextBox 38"/>
          <p:cNvSpPr txBox="1"/>
          <p:nvPr/>
        </p:nvSpPr>
        <p:spPr bwMode="auto">
          <a:xfrm rot="0" flipH="0" flipV="0">
            <a:off x="6703016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2368746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28373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616374" name="Freeform 30"/>
          <p:cNvSpPr/>
          <p:nvPr/>
        </p:nvSpPr>
        <p:spPr bwMode="auto">
          <a:xfrm rot="0" flipH="0" flipV="0">
            <a:off x="3209830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8648300" name="TextBox 31"/>
          <p:cNvSpPr txBox="1"/>
          <p:nvPr/>
        </p:nvSpPr>
        <p:spPr bwMode="auto">
          <a:xfrm rot="0" flipH="0" flipV="0">
            <a:off x="3209830" y="220602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04204792" name="TextBox 32"/>
          <p:cNvSpPr txBox="1"/>
          <p:nvPr/>
        </p:nvSpPr>
        <p:spPr bwMode="auto">
          <a:xfrm flipH="0" flipV="0">
            <a:off x="2605719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Consolidamento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178257" name="TextBox 33"/>
          <p:cNvSpPr txBox="1"/>
          <p:nvPr/>
        </p:nvSpPr>
        <p:spPr bwMode="auto">
          <a:xfrm>
            <a:off x="3251149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8670716" name="AutoShape 34"/>
          <p:cNvSpPr/>
          <p:nvPr/>
        </p:nvSpPr>
        <p:spPr bwMode="auto">
          <a:xfrm flipH="0" flipV="0">
            <a:off x="6173784" y="1769867"/>
            <a:ext cx="0" cy="42209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188825" name="Freeform 36"/>
          <p:cNvSpPr/>
          <p:nvPr/>
        </p:nvSpPr>
        <p:spPr bwMode="auto">
          <a:xfrm rot="0" flipH="0" flipV="0">
            <a:off x="3209830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1586126" name="TextBox 37"/>
          <p:cNvSpPr txBox="1"/>
          <p:nvPr/>
        </p:nvSpPr>
        <p:spPr bwMode="auto">
          <a:xfrm rot="0" flipH="0" flipV="0">
            <a:off x="3209830" y="317193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37727386" name="TextBox 38"/>
          <p:cNvSpPr txBox="1"/>
          <p:nvPr/>
        </p:nvSpPr>
        <p:spPr bwMode="auto">
          <a:xfrm>
            <a:off x="6872328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1523995" name="Freeform 40"/>
          <p:cNvSpPr/>
          <p:nvPr/>
        </p:nvSpPr>
        <p:spPr bwMode="auto">
          <a:xfrm rot="0" flipH="0" flipV="0">
            <a:off x="3210017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8249909" name="TextBox 41"/>
          <p:cNvSpPr txBox="1"/>
          <p:nvPr/>
        </p:nvSpPr>
        <p:spPr bwMode="auto">
          <a:xfrm rot="0" flipH="0" flipV="0">
            <a:off x="3210017" y="41378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52844373" name="Freeform 43"/>
          <p:cNvSpPr/>
          <p:nvPr/>
        </p:nvSpPr>
        <p:spPr bwMode="auto">
          <a:xfrm rot="0" flipH="0" flipV="0">
            <a:off x="3210017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6016893" name="TextBox 44"/>
          <p:cNvSpPr txBox="1"/>
          <p:nvPr/>
        </p:nvSpPr>
        <p:spPr bwMode="auto">
          <a:xfrm rot="0" flipH="0" flipV="0">
            <a:off x="3210017" y="465727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9144767" name="Freeform 46"/>
          <p:cNvSpPr/>
          <p:nvPr/>
        </p:nvSpPr>
        <p:spPr bwMode="auto">
          <a:xfrm rot="0" flipH="0" flipV="0">
            <a:off x="6831009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859314" name="TextBox 47"/>
          <p:cNvSpPr txBox="1"/>
          <p:nvPr/>
        </p:nvSpPr>
        <p:spPr bwMode="auto">
          <a:xfrm rot="0" flipH="0" flipV="0">
            <a:off x="6831009" y="228044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626504273" name="Freeform 49"/>
          <p:cNvSpPr/>
          <p:nvPr/>
        </p:nvSpPr>
        <p:spPr bwMode="auto">
          <a:xfrm rot="0" flipH="0" flipV="0">
            <a:off x="3210017" y="564312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010072" name="TextBox 50"/>
          <p:cNvSpPr txBox="1"/>
          <p:nvPr/>
        </p:nvSpPr>
        <p:spPr bwMode="auto">
          <a:xfrm rot="0" flipH="0" flipV="0">
            <a:off x="3135602" y="539994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6284862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71636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060" y="378"/>
            <a:ext cx="10918902" cy="6861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000335" name="Freeform 30"/>
          <p:cNvSpPr/>
          <p:nvPr/>
        </p:nvSpPr>
        <p:spPr bwMode="auto">
          <a:xfrm rot="0" flipH="0" flipV="0">
            <a:off x="3676906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4232878" name="TextBox 31"/>
          <p:cNvSpPr txBox="1"/>
          <p:nvPr/>
        </p:nvSpPr>
        <p:spPr bwMode="auto">
          <a:xfrm rot="0" flipH="0" flipV="0">
            <a:off x="3676906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36352107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Consolidamento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0092276" name="TextBox 33"/>
          <p:cNvSpPr txBox="1"/>
          <p:nvPr/>
        </p:nvSpPr>
        <p:spPr bwMode="auto">
          <a:xfrm>
            <a:off x="3718224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/>
          </a:p>
        </p:txBody>
      </p:sp>
      <p:sp>
        <p:nvSpPr>
          <p:cNvPr id="788087104" name="AutoShape 34"/>
          <p:cNvSpPr/>
          <p:nvPr/>
        </p:nvSpPr>
        <p:spPr bwMode="auto">
          <a:xfrm flipH="0" flipV="0">
            <a:off x="6640858" y="1993111"/>
            <a:ext cx="0" cy="42998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675159" name="Freeform 36"/>
          <p:cNvSpPr/>
          <p:nvPr/>
        </p:nvSpPr>
        <p:spPr bwMode="auto">
          <a:xfrm rot="0" flipH="0" flipV="0">
            <a:off x="3676906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9389928" name="TextBox 37"/>
          <p:cNvSpPr txBox="1"/>
          <p:nvPr/>
        </p:nvSpPr>
        <p:spPr bwMode="auto">
          <a:xfrm rot="0" flipH="0" flipV="0">
            <a:off x="3676906" y="302310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29174234" name="TextBox 38"/>
          <p:cNvSpPr txBox="1"/>
          <p:nvPr/>
        </p:nvSpPr>
        <p:spPr bwMode="auto">
          <a:xfrm>
            <a:off x="7339402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4773354" name="Freeform 40"/>
          <p:cNvSpPr/>
          <p:nvPr/>
        </p:nvSpPr>
        <p:spPr bwMode="auto">
          <a:xfrm rot="0" flipH="0" flipV="0">
            <a:off x="3677091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2811490" name="TextBox 41"/>
          <p:cNvSpPr txBox="1"/>
          <p:nvPr/>
        </p:nvSpPr>
        <p:spPr bwMode="auto">
          <a:xfrm rot="0" flipH="0" flipV="0">
            <a:off x="3677091" y="384019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5262685" name="Freeform 43"/>
          <p:cNvSpPr/>
          <p:nvPr/>
        </p:nvSpPr>
        <p:spPr bwMode="auto">
          <a:xfrm rot="0" flipH="0" flipV="0">
            <a:off x="3677091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5680787" name="TextBox 44"/>
          <p:cNvSpPr txBox="1"/>
          <p:nvPr/>
        </p:nvSpPr>
        <p:spPr bwMode="auto">
          <a:xfrm rot="0" flipH="0" flipV="0">
            <a:off x="3677091" y="465727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45466248" name="Freeform 46"/>
          <p:cNvSpPr/>
          <p:nvPr/>
        </p:nvSpPr>
        <p:spPr bwMode="auto">
          <a:xfrm rot="0" flipH="0" flipV="0">
            <a:off x="7298083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54893" name="TextBox 47"/>
          <p:cNvSpPr txBox="1"/>
          <p:nvPr/>
        </p:nvSpPr>
        <p:spPr bwMode="auto">
          <a:xfrm rot="0" flipH="0" flipV="0">
            <a:off x="7298083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39194237" name="Freeform 49"/>
          <p:cNvSpPr/>
          <p:nvPr/>
        </p:nvSpPr>
        <p:spPr bwMode="auto">
          <a:xfrm rot="0" flipH="0" flipV="0">
            <a:off x="3677091" y="56431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38047622" name="TextBox 50"/>
          <p:cNvSpPr txBox="1"/>
          <p:nvPr/>
        </p:nvSpPr>
        <p:spPr bwMode="auto">
          <a:xfrm rot="0" flipH="0" flipV="0">
            <a:off x="3677091" y="532553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4641336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4768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Alice</a:t>
            </a:r>
            <a:endParaRPr/>
          </a:p>
        </p:txBody>
      </p:sp>
      <p:sp>
        <p:nvSpPr>
          <p:cNvPr id="150324358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53390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051479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9117638" name="TextBox 31"/>
          <p:cNvSpPr txBox="1"/>
          <p:nvPr/>
        </p:nvSpPr>
        <p:spPr bwMode="auto">
          <a:xfrm rot="0" flipH="0" flipV="0">
            <a:off x="3045497" y="220602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62686393" name="TextBox 32"/>
          <p:cNvSpPr txBox="1"/>
          <p:nvPr/>
        </p:nvSpPr>
        <p:spPr bwMode="auto">
          <a:xfrm flipH="0" flipV="0">
            <a:off x="2642060" y="544713"/>
            <a:ext cx="68461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Spese raggruppate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4905910" name="TextBox 33"/>
          <p:cNvSpPr txBox="1"/>
          <p:nvPr/>
        </p:nvSpPr>
        <p:spPr bwMode="auto">
          <a:xfrm>
            <a:off x="3086816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/>
          </a:p>
        </p:txBody>
      </p:sp>
      <p:sp>
        <p:nvSpPr>
          <p:cNvPr id="999454995" name="AutoShape 34"/>
          <p:cNvSpPr/>
          <p:nvPr/>
        </p:nvSpPr>
        <p:spPr bwMode="auto">
          <a:xfrm flipH="0" flipV="0">
            <a:off x="6009451" y="2290767"/>
            <a:ext cx="0" cy="3855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155256" name="TextBox 35"/>
          <p:cNvSpPr txBox="1"/>
          <p:nvPr/>
        </p:nvSpPr>
        <p:spPr bwMode="auto">
          <a:xfrm>
            <a:off x="6707994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/>
          </a:p>
        </p:txBody>
      </p:sp>
      <p:sp>
        <p:nvSpPr>
          <p:cNvPr id="67260618" name="Freeform 37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773540" name="TextBox 38"/>
          <p:cNvSpPr txBox="1"/>
          <p:nvPr/>
        </p:nvSpPr>
        <p:spPr bwMode="auto">
          <a:xfrm rot="0" flipH="0" flipV="0">
            <a:off x="6666676" y="153630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90074265" name="Freeform 40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812761" name="TextBox 41"/>
          <p:cNvSpPr txBox="1"/>
          <p:nvPr/>
        </p:nvSpPr>
        <p:spPr bwMode="auto">
          <a:xfrm rot="0" flipH="0" flipV="0">
            <a:off x="6666676" y="250221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579074936" name="Freeform 43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4478061" name="TextBox 44"/>
          <p:cNvSpPr txBox="1"/>
          <p:nvPr/>
        </p:nvSpPr>
        <p:spPr bwMode="auto">
          <a:xfrm rot="0" flipH="0" flipV="0">
            <a:off x="6666862" y="346812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18948152" name="Freeform 46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7908269" name="TextBox 47"/>
          <p:cNvSpPr txBox="1"/>
          <p:nvPr/>
        </p:nvSpPr>
        <p:spPr bwMode="auto">
          <a:xfrm rot="0" flipH="0" flipV="0">
            <a:off x="6666862" y="443403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86932827" name="Freeform 49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339241" name="TextBox 50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17875978" name="Rectangle: Rounded Corners 12"/>
          <p:cNvSpPr/>
          <p:nvPr/>
        </p:nvSpPr>
        <p:spPr bwMode="auto">
          <a:xfrm>
            <a:off x="2642061" y="87217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87363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9372" y="0"/>
            <a:ext cx="11233253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874025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7778031" name="TextBox 31"/>
          <p:cNvSpPr txBox="1"/>
          <p:nvPr/>
        </p:nvSpPr>
        <p:spPr bwMode="auto">
          <a:xfrm rot="0" flipH="0" flipV="0">
            <a:off x="3045497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70962780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Transazione collaborativa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8996013" name="TextBox 33"/>
          <p:cNvSpPr txBox="1"/>
          <p:nvPr/>
        </p:nvSpPr>
        <p:spPr bwMode="auto">
          <a:xfrm>
            <a:off x="3086816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/>
          </a:p>
        </p:txBody>
      </p:sp>
      <p:sp>
        <p:nvSpPr>
          <p:cNvPr id="1660281072" name="AutoShape 34"/>
          <p:cNvSpPr/>
          <p:nvPr/>
        </p:nvSpPr>
        <p:spPr bwMode="auto">
          <a:xfrm flipH="0" flipV="0">
            <a:off x="6009451" y="2067525"/>
            <a:ext cx="0" cy="41386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7438286" name="Freeform 36"/>
          <p:cNvSpPr/>
          <p:nvPr/>
        </p:nvSpPr>
        <p:spPr bwMode="auto">
          <a:xfrm rot="0" flipH="0" flipV="0">
            <a:off x="3045497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5996337" name="TextBox 37"/>
          <p:cNvSpPr txBox="1"/>
          <p:nvPr/>
        </p:nvSpPr>
        <p:spPr bwMode="auto">
          <a:xfrm rot="0" flipH="0" flipV="0">
            <a:off x="3045497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68323535" name="TextBox 38"/>
          <p:cNvSpPr txBox="1"/>
          <p:nvPr/>
        </p:nvSpPr>
        <p:spPr bwMode="auto">
          <a:xfrm>
            <a:off x="6707994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20455909" name="Freeform 40"/>
          <p:cNvSpPr/>
          <p:nvPr/>
        </p:nvSpPr>
        <p:spPr bwMode="auto">
          <a:xfrm rot="0" flipH="0" flipV="0">
            <a:off x="3045684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463688" name="TextBox 41"/>
          <p:cNvSpPr txBox="1"/>
          <p:nvPr/>
        </p:nvSpPr>
        <p:spPr bwMode="auto">
          <a:xfrm rot="0" flipH="0" flipV="0">
            <a:off x="3045684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777277901" name="Freeform 43"/>
          <p:cNvSpPr/>
          <p:nvPr/>
        </p:nvSpPr>
        <p:spPr bwMode="auto">
          <a:xfrm rot="0" flipH="0" flipV="0">
            <a:off x="3045684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20363" name="TextBox 44"/>
          <p:cNvSpPr txBox="1"/>
          <p:nvPr/>
        </p:nvSpPr>
        <p:spPr bwMode="auto">
          <a:xfrm rot="0" flipH="0" flipV="0">
            <a:off x="3045684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137464650" name="Freeform 46"/>
          <p:cNvSpPr/>
          <p:nvPr/>
        </p:nvSpPr>
        <p:spPr bwMode="auto">
          <a:xfrm rot="0" flipH="0" flipV="0">
            <a:off x="3045684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5446798" name="TextBox 47"/>
          <p:cNvSpPr txBox="1"/>
          <p:nvPr/>
        </p:nvSpPr>
        <p:spPr bwMode="auto">
          <a:xfrm rot="0" flipH="0" flipV="0">
            <a:off x="3045684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36798439" name="Freeform 49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3834944" name="TextBox 50"/>
          <p:cNvSpPr txBox="1"/>
          <p:nvPr/>
        </p:nvSpPr>
        <p:spPr bwMode="auto">
          <a:xfrm rot="0" flipH="0" flipV="0">
            <a:off x="6666676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85767466" name="Freeform 52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8214294" name="TextBox 53"/>
          <p:cNvSpPr txBox="1"/>
          <p:nvPr/>
        </p:nvSpPr>
        <p:spPr bwMode="auto">
          <a:xfrm rot="0" flipH="0" flipV="0">
            <a:off x="6666676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13400950" name="Freeform 55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3684634" name="TextBox 56"/>
          <p:cNvSpPr txBox="1"/>
          <p:nvPr/>
        </p:nvSpPr>
        <p:spPr bwMode="auto">
          <a:xfrm rot="0" flipH="0" flipV="0">
            <a:off x="6666862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934362083" name="Freeform 58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627634" name="TextBox 59"/>
          <p:cNvSpPr txBox="1"/>
          <p:nvPr/>
        </p:nvSpPr>
        <p:spPr bwMode="auto">
          <a:xfrm rot="0" flipH="0" flipV="0">
            <a:off x="6666862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69712765" name="Freeform 61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7409166" name="TextBox 62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420284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9309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85561" y="0"/>
            <a:ext cx="982087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418109" name="Freeform 30"/>
          <p:cNvSpPr/>
          <p:nvPr/>
        </p:nvSpPr>
        <p:spPr bwMode="auto">
          <a:xfrm rot="0" flipH="0" flipV="0">
            <a:off x="3403026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4835504" name="TextBox 31"/>
          <p:cNvSpPr txBox="1"/>
          <p:nvPr/>
        </p:nvSpPr>
        <p:spPr bwMode="auto">
          <a:xfrm rot="0" flipH="0" flipV="0">
            <a:off x="3403026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1626352" name="AutoShape 32"/>
          <p:cNvSpPr/>
          <p:nvPr/>
        </p:nvSpPr>
        <p:spPr bwMode="auto">
          <a:xfrm flipH="0" flipV="0">
            <a:off x="5984370" y="2039739"/>
            <a:ext cx="0" cy="366037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781614" name="Freeform 34"/>
          <p:cNvSpPr/>
          <p:nvPr/>
        </p:nvSpPr>
        <p:spPr bwMode="auto">
          <a:xfrm rot="0" flipH="0" flipV="0">
            <a:off x="6556755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459585" name="TextBox 35"/>
          <p:cNvSpPr txBox="1"/>
          <p:nvPr/>
        </p:nvSpPr>
        <p:spPr bwMode="auto">
          <a:xfrm rot="0" flipH="0" flipV="0">
            <a:off x="6556755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28223287" name="Freeform 37"/>
          <p:cNvSpPr/>
          <p:nvPr/>
        </p:nvSpPr>
        <p:spPr bwMode="auto">
          <a:xfrm rot="0" flipH="0" flipV="0">
            <a:off x="6556755" y="3407800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5024705" name="TextBox 38"/>
          <p:cNvSpPr txBox="1"/>
          <p:nvPr/>
        </p:nvSpPr>
        <p:spPr bwMode="auto">
          <a:xfrm rot="0" flipH="0" flipV="0">
            <a:off x="6556755" y="3260819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12646652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093662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514595" name="TextBox 41"/>
          <p:cNvSpPr txBox="1"/>
          <p:nvPr/>
        </p:nvSpPr>
        <p:spPr bwMode="auto">
          <a:xfrm flipH="0" flipV="0">
            <a:off x="3056702" y="739605"/>
            <a:ext cx="6026553" cy="40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489407330" name="TextBox 42"/>
          <p:cNvSpPr txBox="1"/>
          <p:nvPr/>
        </p:nvSpPr>
        <p:spPr bwMode="auto">
          <a:xfrm>
            <a:off x="3439011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33582164" name="TextBox 43"/>
          <p:cNvSpPr txBox="1"/>
          <p:nvPr/>
        </p:nvSpPr>
        <p:spPr bwMode="auto">
          <a:xfrm>
            <a:off x="6592739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uscite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38394544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appartenente all'utente tracciato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9634141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Quale uscita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rappresenta il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cambiamento?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256198" name="Rectangle: Rounded Corners 12"/>
          <p:cNvSpPr/>
          <p:nvPr/>
        </p:nvSpPr>
        <p:spPr bwMode="auto">
          <a:xfrm>
            <a:off x="3056703" y="236046"/>
            <a:ext cx="6025114" cy="62881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464113" name="AutoShape 32"/>
          <p:cNvSpPr/>
          <p:nvPr/>
        </p:nvSpPr>
        <p:spPr bwMode="auto">
          <a:xfrm flipH="0" flipV="0">
            <a:off x="6232693" y="1972275"/>
            <a:ext cx="0" cy="39957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556491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Riutilizzo dell'indirizzo interno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2701734" name="TextBox 40"/>
          <p:cNvSpPr txBox="1"/>
          <p:nvPr/>
        </p:nvSpPr>
        <p:spPr bwMode="auto">
          <a:xfrm>
            <a:off x="3310058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/>
          </a:p>
        </p:txBody>
      </p:sp>
      <p:sp>
        <p:nvSpPr>
          <p:cNvPr id="552865978" name="TextBox 41"/>
          <p:cNvSpPr txBox="1"/>
          <p:nvPr/>
        </p:nvSpPr>
        <p:spPr bwMode="auto">
          <a:xfrm>
            <a:off x="6931236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/>
          </a:p>
        </p:txBody>
      </p:sp>
      <p:sp>
        <p:nvSpPr>
          <p:cNvPr id="1560759055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77266113" name="Rectangle 1100602255"/>
          <p:cNvSpPr txBox="1"/>
          <p:nvPr/>
        </p:nvSpPr>
        <p:spPr bwMode="auto">
          <a:xfrm rot="0" flipH="0" flipV="0">
            <a:off x="3390119" y="2577201"/>
            <a:ext cx="232380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60791391" name="Rectangle 1100602255"/>
          <p:cNvSpPr txBox="1"/>
          <p:nvPr/>
        </p:nvSpPr>
        <p:spPr bwMode="auto">
          <a:xfrm rot="0" flipH="0" flipV="0">
            <a:off x="6832059" y="3589702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21515301" name="Rectangle 1100602255"/>
          <p:cNvSpPr txBox="1"/>
          <p:nvPr/>
        </p:nvSpPr>
        <p:spPr bwMode="auto">
          <a:xfrm rot="0" flipH="0" flipV="0">
            <a:off x="6835631" y="2625891"/>
            <a:ext cx="232524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27242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6025"/>
            <a:ext cx="12191999" cy="632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663795" name="AutoShape 32"/>
          <p:cNvSpPr/>
          <p:nvPr/>
        </p:nvSpPr>
        <p:spPr bwMode="auto">
          <a:xfrm flipH="0" flipV="0">
            <a:off x="6095999" y="1951440"/>
            <a:ext cx="0" cy="38379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940899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Riutilizzo del versioning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3760139" name="TextBox 40"/>
          <p:cNvSpPr txBox="1"/>
          <p:nvPr/>
        </p:nvSpPr>
        <p:spPr bwMode="auto">
          <a:xfrm flipH="0" flipV="0">
            <a:off x="3173364" y="1879441"/>
            <a:ext cx="238016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/>
          </a:p>
        </p:txBody>
      </p:sp>
      <p:sp>
        <p:nvSpPr>
          <p:cNvPr id="1405685365" name="TextBox 41"/>
          <p:cNvSpPr txBox="1"/>
          <p:nvPr/>
        </p:nvSpPr>
        <p:spPr bwMode="auto">
          <a:xfrm flipH="0" flipV="0">
            <a:off x="6639257" y="1879441"/>
            <a:ext cx="238098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5465162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813329265" name="Rectangle 1100602255"/>
          <p:cNvSpPr txBox="1"/>
          <p:nvPr/>
        </p:nvSpPr>
        <p:spPr bwMode="auto">
          <a:xfrm rot="0" flipH="0" flipV="0">
            <a:off x="3173364" y="2651614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89386716" name="Rectangle 1100602255"/>
          <p:cNvSpPr txBox="1"/>
          <p:nvPr/>
        </p:nvSpPr>
        <p:spPr bwMode="auto">
          <a:xfrm rot="0" flipH="0" flipV="0">
            <a:off x="6694645" y="26551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77377910" name="Rectangle 1100602255"/>
          <p:cNvSpPr txBox="1"/>
          <p:nvPr/>
        </p:nvSpPr>
        <p:spPr bwMode="auto">
          <a:xfrm rot="0" flipH="0" flipV="0">
            <a:off x="6693565" y="3819617"/>
            <a:ext cx="232596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bc1p...jjj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541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2036"/>
            <a:ext cx="12191999" cy="62539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8591" name="AutoShape 32"/>
          <p:cNvSpPr/>
          <p:nvPr/>
        </p:nvSpPr>
        <p:spPr bwMode="auto">
          <a:xfrm flipH="0" flipV="0">
            <a:off x="6063030" y="1897860"/>
            <a:ext cx="0" cy="33557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537153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Pagamenti con numeri tondi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923166" name="TextBox 40"/>
          <p:cNvSpPr txBox="1"/>
          <p:nvPr/>
        </p:nvSpPr>
        <p:spPr bwMode="auto">
          <a:xfrm>
            <a:off x="3140394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/>
          </a:p>
        </p:txBody>
      </p:sp>
      <p:sp>
        <p:nvSpPr>
          <p:cNvPr id="157727996" name="TextBox 41"/>
          <p:cNvSpPr txBox="1"/>
          <p:nvPr/>
        </p:nvSpPr>
        <p:spPr bwMode="auto">
          <a:xfrm>
            <a:off x="6761572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/>
          </a:p>
        </p:txBody>
      </p:sp>
      <p:sp>
        <p:nvSpPr>
          <p:cNvPr id="1364574447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37876205" name="Rectangle 1100602255"/>
          <p:cNvSpPr txBox="1"/>
          <p:nvPr/>
        </p:nvSpPr>
        <p:spPr bwMode="auto">
          <a:xfrm rot="0" flipH="0" flipV="0">
            <a:off x="3098950" y="25027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451 458 sats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76494881" name="Rectangle 1100602255"/>
          <p:cNvSpPr txBox="1"/>
          <p:nvPr/>
        </p:nvSpPr>
        <p:spPr bwMode="auto">
          <a:xfrm rot="0" flipH="0" flipV="0">
            <a:off x="6660955" y="2521241"/>
            <a:ext cx="232596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248 607 sats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5095519" name="Rectangle 1100602255"/>
          <p:cNvSpPr txBox="1"/>
          <p:nvPr/>
        </p:nvSpPr>
        <p:spPr bwMode="auto">
          <a:xfrm rot="0" flipH="0" flipV="0">
            <a:off x="6660235" y="3626140"/>
            <a:ext cx="23266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200 000 saturazioni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545201" name="Freeform 30"/>
          <p:cNvSpPr/>
          <p:nvPr/>
        </p:nvSpPr>
        <p:spPr bwMode="auto">
          <a:xfrm rot="0" flipH="0" flipV="0">
            <a:off x="324790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22991957" name="TextBox 31"/>
          <p:cNvSpPr txBox="1"/>
          <p:nvPr/>
        </p:nvSpPr>
        <p:spPr bwMode="auto">
          <a:xfrm rot="0" flipH="0" flipV="0">
            <a:off x="324790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62,76 €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64451377" name="AutoShape 32"/>
          <p:cNvSpPr/>
          <p:nvPr/>
        </p:nvSpPr>
        <p:spPr bwMode="auto">
          <a:xfrm flipH="0" flipV="0">
            <a:off x="6211858" y="1856189"/>
            <a:ext cx="0" cy="372486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72913" name="Freeform 34"/>
          <p:cNvSpPr/>
          <p:nvPr/>
        </p:nvSpPr>
        <p:spPr bwMode="auto">
          <a:xfrm rot="0" flipH="0" flipV="0">
            <a:off x="686908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5248796" name="TextBox 35"/>
          <p:cNvSpPr txBox="1"/>
          <p:nvPr/>
        </p:nvSpPr>
        <p:spPr bwMode="auto">
          <a:xfrm rot="0" flipH="0" flipV="0">
            <a:off x="686908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41,27 €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4435935" name="Freeform 37"/>
          <p:cNvSpPr/>
          <p:nvPr/>
        </p:nvSpPr>
        <p:spPr bwMode="auto">
          <a:xfrm rot="0" flipH="0" flipV="0">
            <a:off x="6869083" y="342702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4911647" name="TextBox 38"/>
          <p:cNvSpPr txBox="1"/>
          <p:nvPr/>
        </p:nvSpPr>
        <p:spPr bwMode="auto">
          <a:xfrm rot="0" flipH="0" flipV="0">
            <a:off x="6869083" y="325825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20 €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756488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Pagamenti con numeri tondi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3701779" name="TextBox 40"/>
          <p:cNvSpPr txBox="1"/>
          <p:nvPr/>
        </p:nvSpPr>
        <p:spPr bwMode="auto">
          <a:xfrm>
            <a:off x="328922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/>
          </a:p>
        </p:txBody>
      </p:sp>
      <p:sp>
        <p:nvSpPr>
          <p:cNvPr id="54144722" name="TextBox 41"/>
          <p:cNvSpPr txBox="1"/>
          <p:nvPr/>
        </p:nvSpPr>
        <p:spPr bwMode="auto">
          <a:xfrm>
            <a:off x="691040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/>
          </a:p>
        </p:txBody>
      </p:sp>
      <p:sp>
        <p:nvSpPr>
          <p:cNvPr id="84419167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29097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82217"/>
            <a:ext cx="12191999" cy="6493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839111" name="Freeform 30"/>
          <p:cNvSpPr/>
          <p:nvPr/>
        </p:nvSpPr>
        <p:spPr bwMode="auto">
          <a:xfrm rot="0" flipH="0" flipV="0">
            <a:off x="3227067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0661135" name="TextBox 31"/>
          <p:cNvSpPr txBox="1"/>
          <p:nvPr/>
        </p:nvSpPr>
        <p:spPr bwMode="auto">
          <a:xfrm rot="0" flipH="0" flipV="0">
            <a:off x="3227067" y="2512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451 458 sats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59543" name="AutoShape 32"/>
          <p:cNvSpPr/>
          <p:nvPr/>
        </p:nvSpPr>
        <p:spPr bwMode="auto">
          <a:xfrm flipH="0" flipV="0">
            <a:off x="6191023" y="2076455"/>
            <a:ext cx="0" cy="36831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75223" name="Freeform 34"/>
          <p:cNvSpPr/>
          <p:nvPr/>
        </p:nvSpPr>
        <p:spPr bwMode="auto">
          <a:xfrm rot="0" flipH="0" flipV="0">
            <a:off x="6848248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81518642" name="Freeform 37"/>
          <p:cNvSpPr/>
          <p:nvPr/>
        </p:nvSpPr>
        <p:spPr bwMode="auto">
          <a:xfrm rot="0" flipH="0" flipV="0">
            <a:off x="6848248" y="364729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32843009" name="TextBox 39"/>
          <p:cNvSpPr txBox="1"/>
          <p:nvPr/>
        </p:nvSpPr>
        <p:spPr bwMode="auto">
          <a:xfrm flipH="0" flipV="0">
            <a:off x="2859072" y="702472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La produzione più grande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36960560" name="TextBox 40"/>
          <p:cNvSpPr txBox="1"/>
          <p:nvPr/>
        </p:nvSpPr>
        <p:spPr bwMode="auto">
          <a:xfrm>
            <a:off x="3268387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/>
          </a:p>
        </p:txBody>
      </p:sp>
      <p:sp>
        <p:nvSpPr>
          <p:cNvPr id="32132031" name="TextBox 41"/>
          <p:cNvSpPr txBox="1"/>
          <p:nvPr/>
        </p:nvSpPr>
        <p:spPr bwMode="auto">
          <a:xfrm>
            <a:off x="6889565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1094500" name="Rectangle: Rounded Corners 12"/>
          <p:cNvSpPr/>
          <p:nvPr/>
        </p:nvSpPr>
        <p:spPr bwMode="auto">
          <a:xfrm>
            <a:off x="2859073" y="196242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03244357" name=""/>
          <p:cNvGrpSpPr/>
          <p:nvPr/>
        </p:nvGrpSpPr>
        <p:grpSpPr bwMode="auto">
          <a:xfrm>
            <a:off x="6848786" y="2512613"/>
            <a:ext cx="2306538" cy="1852941"/>
            <a:chOff x="0" y="0"/>
            <a:chExt cx="2306538" cy="1852941"/>
          </a:xfrm>
        </p:grpSpPr>
        <p:sp>
          <p:nvSpPr>
            <p:cNvPr id="1792357661" name="TextBox 35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57 814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816395" name="TextBox 38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390 987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4668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5655"/>
            <a:ext cx="12191999" cy="624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992847" name="AutoShape 32"/>
          <p:cNvSpPr/>
          <p:nvPr/>
        </p:nvSpPr>
        <p:spPr bwMode="auto">
          <a:xfrm flipH="1">
            <a:off x="2802519" y="119152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348745" name="TextBox 39"/>
          <p:cNvSpPr txBox="1"/>
          <p:nvPr/>
        </p:nvSpPr>
        <p:spPr bwMode="auto">
          <a:xfrm flipH="0" flipV="0">
            <a:off x="686527" y="693852"/>
            <a:ext cx="4409519" cy="27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25044255" name="TextBox 40"/>
          <p:cNvSpPr txBox="1"/>
          <p:nvPr/>
        </p:nvSpPr>
        <p:spPr bwMode="auto">
          <a:xfrm>
            <a:off x="1035724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0710333" name="TextBox 41"/>
          <p:cNvSpPr txBox="1"/>
          <p:nvPr/>
        </p:nvSpPr>
        <p:spPr bwMode="auto">
          <a:xfrm>
            <a:off x="3224803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8889766" name="AutoShape 48"/>
          <p:cNvSpPr/>
          <p:nvPr/>
        </p:nvSpPr>
        <p:spPr bwMode="auto">
          <a:xfrm>
            <a:off x="3508995" y="4111317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94246" name="TextBox 55"/>
          <p:cNvSpPr txBox="1"/>
          <p:nvPr/>
        </p:nvSpPr>
        <p:spPr bwMode="auto">
          <a:xfrm>
            <a:off x="1636612" y="3762473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030504823" name="TextBox 56"/>
          <p:cNvSpPr txBox="1"/>
          <p:nvPr/>
        </p:nvSpPr>
        <p:spPr bwMode="auto">
          <a:xfrm>
            <a:off x="1742203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50608448" name="TextBox 57"/>
          <p:cNvSpPr txBox="1"/>
          <p:nvPr/>
        </p:nvSpPr>
        <p:spPr bwMode="auto">
          <a:xfrm>
            <a:off x="3931281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95972673" name="AutoShape 67"/>
          <p:cNvSpPr/>
          <p:nvPr/>
        </p:nvSpPr>
        <p:spPr bwMode="auto">
          <a:xfrm>
            <a:off x="8945819" y="889373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118859" name="TextBox 74"/>
          <p:cNvSpPr txBox="1"/>
          <p:nvPr/>
        </p:nvSpPr>
        <p:spPr bwMode="auto">
          <a:xfrm>
            <a:off x="7073434" y="54052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1708983" name="TextBox 75"/>
          <p:cNvSpPr txBox="1"/>
          <p:nvPr/>
        </p:nvSpPr>
        <p:spPr bwMode="auto">
          <a:xfrm>
            <a:off x="7179025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3763165" name="TextBox 76"/>
          <p:cNvSpPr txBox="1"/>
          <p:nvPr/>
        </p:nvSpPr>
        <p:spPr bwMode="auto">
          <a:xfrm>
            <a:off x="9368103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600"/>
          </a:p>
        </p:txBody>
      </p:sp>
      <p:sp>
        <p:nvSpPr>
          <p:cNvPr id="430908842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555976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191859" name="AutoShape 79"/>
          <p:cNvSpPr/>
          <p:nvPr/>
        </p:nvSpPr>
        <p:spPr bwMode="auto">
          <a:xfrm flipH="1">
            <a:off x="9806974" y="227318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222444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485231" name="TextBox 81"/>
          <p:cNvSpPr txBox="1"/>
          <p:nvPr/>
        </p:nvSpPr>
        <p:spPr bwMode="auto">
          <a:xfrm flipH="0" flipV="0">
            <a:off x="7603139" y="5268603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Proprietario comune di tutti gli 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735062" name="Rectangle: Rounded Corners 12"/>
          <p:cNvSpPr/>
          <p:nvPr/>
        </p:nvSpPr>
        <p:spPr bwMode="auto">
          <a:xfrm>
            <a:off x="686527" y="467133"/>
            <a:ext cx="4408080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85403144" name="Rectangle: Rounded Corners 12"/>
          <p:cNvSpPr/>
          <p:nvPr/>
        </p:nvSpPr>
        <p:spPr bwMode="auto">
          <a:xfrm>
            <a:off x="6730445" y="315588"/>
            <a:ext cx="4408079" cy="247762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91321026" name="Rectangle: Rounded Corners 12"/>
          <p:cNvSpPr/>
          <p:nvPr/>
        </p:nvSpPr>
        <p:spPr bwMode="auto">
          <a:xfrm>
            <a:off x="1409556" y="3546295"/>
            <a:ext cx="4253022" cy="296649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54853414" name=""/>
          <p:cNvSpPr txBox="1"/>
          <p:nvPr/>
        </p:nvSpPr>
        <p:spPr bwMode="auto">
          <a:xfrm rot="0" flipH="0" flipV="0">
            <a:off x="3112157" y="1563382"/>
            <a:ext cx="1549936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98555905" name=""/>
          <p:cNvSpPr txBox="1"/>
          <p:nvPr/>
        </p:nvSpPr>
        <p:spPr bwMode="auto">
          <a:xfrm rot="0" flipH="0" flipV="0">
            <a:off x="3115728" y="2087852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69139972" name=""/>
          <p:cNvSpPr txBox="1"/>
          <p:nvPr/>
        </p:nvSpPr>
        <p:spPr bwMode="auto">
          <a:xfrm rot="0" flipH="0" flipV="0">
            <a:off x="1035723" y="1593106"/>
            <a:ext cx="155137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bc1q...0q5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61702806" name=""/>
          <p:cNvSpPr txBox="1"/>
          <p:nvPr/>
        </p:nvSpPr>
        <p:spPr bwMode="auto">
          <a:xfrm rot="0" flipH="0" flipV="0">
            <a:off x="7094342" y="1274738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bc1q...zmk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86215787" name=""/>
          <p:cNvSpPr txBox="1"/>
          <p:nvPr/>
        </p:nvSpPr>
        <p:spPr bwMode="auto">
          <a:xfrm rot="0" flipH="0" flipV="0">
            <a:off x="9265901" y="1777411"/>
            <a:ext cx="1551014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37216344" name=""/>
          <p:cNvSpPr txBox="1"/>
          <p:nvPr/>
        </p:nvSpPr>
        <p:spPr bwMode="auto">
          <a:xfrm rot="0" flipH="0" flipV="0">
            <a:off x="9269472" y="1260084"/>
            <a:ext cx="155173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bc1q...40l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02005606" name=""/>
          <p:cNvSpPr txBox="1"/>
          <p:nvPr/>
        </p:nvSpPr>
        <p:spPr bwMode="auto">
          <a:xfrm rot="0" flipH="0" flipV="0">
            <a:off x="3777714" y="4470796"/>
            <a:ext cx="1551733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64439302" name=""/>
          <p:cNvSpPr txBox="1"/>
          <p:nvPr/>
        </p:nvSpPr>
        <p:spPr bwMode="auto">
          <a:xfrm rot="0" flipH="0" flipV="0">
            <a:off x="3781285" y="4995266"/>
            <a:ext cx="155209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bc1q...54u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98569122" name=""/>
          <p:cNvSpPr txBox="1"/>
          <p:nvPr/>
        </p:nvSpPr>
        <p:spPr bwMode="auto">
          <a:xfrm rot="0" flipH="0" flipV="0">
            <a:off x="3784857" y="5519736"/>
            <a:ext cx="155245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bc1q...7xv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4312353" name=""/>
          <p:cNvSpPr txBox="1"/>
          <p:nvPr/>
        </p:nvSpPr>
        <p:spPr bwMode="auto">
          <a:xfrm rot="0" flipH="0" flipV="0">
            <a:off x="1630420" y="4481510"/>
            <a:ext cx="1553171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bc1q...j5w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561304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53468411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Sezione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Disponibile all'indirizzo: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571912828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1769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994954" name="Freeform 30"/>
          <p:cNvSpPr/>
          <p:nvPr/>
        </p:nvSpPr>
        <p:spPr bwMode="auto">
          <a:xfrm rot="0" flipH="0" flipV="0">
            <a:off x="989910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5547269" name="TextBox 31"/>
          <p:cNvSpPr txBox="1"/>
          <p:nvPr/>
        </p:nvSpPr>
        <p:spPr bwMode="auto">
          <a:xfrm rot="0" flipH="0" flipV="0">
            <a:off x="989910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858420284" name="AutoShape 32"/>
          <p:cNvSpPr/>
          <p:nvPr/>
        </p:nvSpPr>
        <p:spPr bwMode="auto">
          <a:xfrm flipH="1">
            <a:off x="2781684" y="1233196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527245" name="Freeform 34"/>
          <p:cNvSpPr/>
          <p:nvPr/>
        </p:nvSpPr>
        <p:spPr bwMode="auto">
          <a:xfrm rot="0" flipH="0" flipV="0">
            <a:off x="3178989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0694326" name="TextBox 35"/>
          <p:cNvSpPr txBox="1"/>
          <p:nvPr/>
        </p:nvSpPr>
        <p:spPr bwMode="auto">
          <a:xfrm rot="0" flipH="0" flipV="0">
            <a:off x="3178989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0877967" name="Freeform 37"/>
          <p:cNvSpPr/>
          <p:nvPr/>
        </p:nvSpPr>
        <p:spPr bwMode="auto">
          <a:xfrm rot="0" flipH="0" flipV="0">
            <a:off x="3178989" y="21827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042307" name="TextBox 38"/>
          <p:cNvSpPr txBox="1"/>
          <p:nvPr/>
        </p:nvSpPr>
        <p:spPr bwMode="auto">
          <a:xfrm rot="0" flipH="0" flipV="0">
            <a:off x="3178989" y="212450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37346903" name="TextBox 39"/>
          <p:cNvSpPr txBox="1"/>
          <p:nvPr/>
        </p:nvSpPr>
        <p:spPr bwMode="auto">
          <a:xfrm>
            <a:off x="909298" y="884352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261518268" name="TextBox 40"/>
          <p:cNvSpPr txBox="1"/>
          <p:nvPr/>
        </p:nvSpPr>
        <p:spPr bwMode="auto">
          <a:xfrm>
            <a:off x="1014889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600"/>
          </a:p>
        </p:txBody>
      </p:sp>
      <p:sp>
        <p:nvSpPr>
          <p:cNvPr id="896831450" name="TextBox 41"/>
          <p:cNvSpPr txBox="1"/>
          <p:nvPr/>
        </p:nvSpPr>
        <p:spPr bwMode="auto">
          <a:xfrm>
            <a:off x="3203967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600"/>
          </a:p>
        </p:txBody>
      </p:sp>
      <p:sp>
        <p:nvSpPr>
          <p:cNvPr id="1257835203" name="Freeform 46"/>
          <p:cNvSpPr/>
          <p:nvPr/>
        </p:nvSpPr>
        <p:spPr bwMode="auto">
          <a:xfrm rot="0" flipH="0" flipV="0">
            <a:off x="1696388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6059449" name="TextBox 47"/>
          <p:cNvSpPr txBox="1"/>
          <p:nvPr/>
        </p:nvSpPr>
        <p:spPr bwMode="auto">
          <a:xfrm rot="0" flipH="0" flipV="0">
            <a:off x="1696388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105356" name="AutoShape 48"/>
          <p:cNvSpPr/>
          <p:nvPr/>
        </p:nvSpPr>
        <p:spPr bwMode="auto">
          <a:xfrm>
            <a:off x="3488160" y="4152988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783742" name="Freeform 50"/>
          <p:cNvSpPr/>
          <p:nvPr/>
        </p:nvSpPr>
        <p:spPr bwMode="auto">
          <a:xfrm rot="0" flipH="0" flipV="0">
            <a:off x="3885464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5496279" name="TextBox 51"/>
          <p:cNvSpPr txBox="1"/>
          <p:nvPr/>
        </p:nvSpPr>
        <p:spPr bwMode="auto">
          <a:xfrm rot="0" flipH="0" flipV="0">
            <a:off x="3885464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697968268" name="Freeform 53"/>
          <p:cNvSpPr/>
          <p:nvPr/>
        </p:nvSpPr>
        <p:spPr bwMode="auto">
          <a:xfrm rot="0" flipH="0" flipV="0">
            <a:off x="3885464" y="510259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7126184" name="TextBox 54"/>
          <p:cNvSpPr txBox="1"/>
          <p:nvPr/>
        </p:nvSpPr>
        <p:spPr bwMode="auto">
          <a:xfrm rot="0" flipH="0" flipV="0">
            <a:off x="3885464" y="5044294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6638134" name="TextBox 55"/>
          <p:cNvSpPr txBox="1"/>
          <p:nvPr/>
        </p:nvSpPr>
        <p:spPr bwMode="auto">
          <a:xfrm>
            <a:off x="1615776" y="3804145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770392315" name="TextBox 56"/>
          <p:cNvSpPr txBox="1"/>
          <p:nvPr/>
        </p:nvSpPr>
        <p:spPr bwMode="auto">
          <a:xfrm>
            <a:off x="1721367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600"/>
          </a:p>
        </p:txBody>
      </p:sp>
      <p:sp>
        <p:nvSpPr>
          <p:cNvPr id="335317634" name="TextBox 57"/>
          <p:cNvSpPr txBox="1"/>
          <p:nvPr/>
        </p:nvSpPr>
        <p:spPr bwMode="auto">
          <a:xfrm>
            <a:off x="3910446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600"/>
          </a:p>
        </p:txBody>
      </p:sp>
      <p:sp>
        <p:nvSpPr>
          <p:cNvPr id="2032930650" name="Freeform 59"/>
          <p:cNvSpPr/>
          <p:nvPr/>
        </p:nvSpPr>
        <p:spPr bwMode="auto">
          <a:xfrm rot="0" flipH="0" flipV="0">
            <a:off x="3885464" y="56891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83049" name="TextBox 60"/>
          <p:cNvSpPr txBox="1"/>
          <p:nvPr/>
        </p:nvSpPr>
        <p:spPr bwMode="auto">
          <a:xfrm rot="0" flipH="0" flipV="0">
            <a:off x="3885464" y="5630899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72786177" name="Freeform 65"/>
          <p:cNvSpPr/>
          <p:nvPr/>
        </p:nvSpPr>
        <p:spPr bwMode="auto">
          <a:xfrm rot="0" flipH="0" flipV="0">
            <a:off x="7133211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975776" name="TextBox 66"/>
          <p:cNvSpPr txBox="1"/>
          <p:nvPr/>
        </p:nvSpPr>
        <p:spPr bwMode="auto">
          <a:xfrm rot="0" flipH="0" flipV="0">
            <a:off x="7133211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965582081" name="AutoShape 67"/>
          <p:cNvSpPr/>
          <p:nvPr/>
        </p:nvSpPr>
        <p:spPr bwMode="auto">
          <a:xfrm>
            <a:off x="8924983" y="93104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363454" name="Freeform 69"/>
          <p:cNvSpPr/>
          <p:nvPr/>
        </p:nvSpPr>
        <p:spPr bwMode="auto">
          <a:xfrm rot="0" flipH="0" flipV="0">
            <a:off x="9322287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289971" name="TextBox 70"/>
          <p:cNvSpPr txBox="1"/>
          <p:nvPr/>
        </p:nvSpPr>
        <p:spPr bwMode="auto">
          <a:xfrm rot="0" flipH="0" flipV="0">
            <a:off x="9322287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614158771" name="Freeform 72"/>
          <p:cNvSpPr/>
          <p:nvPr/>
        </p:nvSpPr>
        <p:spPr bwMode="auto">
          <a:xfrm rot="0" flipH="0" flipV="0">
            <a:off x="9322287" y="188064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9262534" name="TextBox 73"/>
          <p:cNvSpPr txBox="1"/>
          <p:nvPr/>
        </p:nvSpPr>
        <p:spPr bwMode="auto">
          <a:xfrm rot="0" flipH="0" flipV="0">
            <a:off x="9322287" y="182235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2399202" name="TextBox 74"/>
          <p:cNvSpPr txBox="1"/>
          <p:nvPr/>
        </p:nvSpPr>
        <p:spPr bwMode="auto">
          <a:xfrm>
            <a:off x="7052598" y="582200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384399840" name="TextBox 75"/>
          <p:cNvSpPr txBox="1"/>
          <p:nvPr/>
        </p:nvSpPr>
        <p:spPr bwMode="auto">
          <a:xfrm>
            <a:off x="7158189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600"/>
          </a:p>
        </p:txBody>
      </p:sp>
      <p:sp>
        <p:nvSpPr>
          <p:cNvPr id="1396705550" name="TextBox 76"/>
          <p:cNvSpPr txBox="1"/>
          <p:nvPr/>
        </p:nvSpPr>
        <p:spPr bwMode="auto">
          <a:xfrm>
            <a:off x="9347267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600"/>
          </a:p>
        </p:txBody>
      </p:sp>
      <p:sp>
        <p:nvSpPr>
          <p:cNvPr id="954938788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372289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599011" name="AutoShape 79"/>
          <p:cNvSpPr/>
          <p:nvPr/>
        </p:nvSpPr>
        <p:spPr bwMode="auto">
          <a:xfrm>
            <a:off x="9157739" y="2671660"/>
            <a:ext cx="234910" cy="94512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980527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4285393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Mittente comune per tutte le transazioni?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49965283" name="AutoShape 82"/>
          <p:cNvSpPr/>
          <p:nvPr/>
        </p:nvSpPr>
        <p:spPr bwMode="auto">
          <a:xfrm>
            <a:off x="1687087" y="2033091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167596" name="TextBox 83"/>
          <p:cNvSpPr txBox="1"/>
          <p:nvPr/>
        </p:nvSpPr>
        <p:spPr bwMode="auto">
          <a:xfrm>
            <a:off x="888382" y="2206055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"sequenza":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66834126" name="AutoShape 84"/>
          <p:cNvSpPr/>
          <p:nvPr/>
        </p:nvSpPr>
        <p:spPr bwMode="auto">
          <a:xfrm flipH="1">
            <a:off x="7830388" y="1731193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95172" name="TextBox 85"/>
          <p:cNvSpPr txBox="1"/>
          <p:nvPr/>
        </p:nvSpPr>
        <p:spPr bwMode="auto">
          <a:xfrm>
            <a:off x="7031681" y="1904157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"sequenza":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21844362" name="AutoShape 86"/>
          <p:cNvSpPr/>
          <p:nvPr/>
        </p:nvSpPr>
        <p:spPr bwMode="auto">
          <a:xfrm flipH="1">
            <a:off x="2393565" y="4951977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004790" name="TextBox 87"/>
          <p:cNvSpPr txBox="1"/>
          <p:nvPr/>
        </p:nvSpPr>
        <p:spPr bwMode="auto">
          <a:xfrm>
            <a:off x="1594860" y="5124942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"sequenza":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067363" name="Rectangle: Rounded Corners 12"/>
          <p:cNvSpPr/>
          <p:nvPr/>
        </p:nvSpPr>
        <p:spPr bwMode="auto">
          <a:xfrm>
            <a:off x="664378" y="626807"/>
            <a:ext cx="4208718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82016076" name="Rectangle: Rounded Corners 12"/>
          <p:cNvSpPr/>
          <p:nvPr/>
        </p:nvSpPr>
        <p:spPr bwMode="auto">
          <a:xfrm>
            <a:off x="6797591" y="336183"/>
            <a:ext cx="4208717" cy="26044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40036386" name="Rectangle: Rounded Corners 12"/>
          <p:cNvSpPr/>
          <p:nvPr/>
        </p:nvSpPr>
        <p:spPr bwMode="auto">
          <a:xfrm>
            <a:off x="1483971" y="3658858"/>
            <a:ext cx="4038120" cy="282377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230471" name="TextBox 32"/>
          <p:cNvSpPr txBox="1"/>
          <p:nvPr/>
        </p:nvSpPr>
        <p:spPr bwMode="auto">
          <a:xfrm flipH="0" flipV="0">
            <a:off x="4469878" y="1002618"/>
            <a:ext cx="666821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617746735" name="TextBox 33"/>
          <p:cNvSpPr txBox="1"/>
          <p:nvPr/>
        </p:nvSpPr>
        <p:spPr bwMode="auto">
          <a:xfrm>
            <a:off x="4922676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/>
          </a:p>
        </p:txBody>
      </p:sp>
      <p:sp>
        <p:nvSpPr>
          <p:cNvPr id="1233039106" name="AutoShape 34"/>
          <p:cNvSpPr/>
          <p:nvPr/>
        </p:nvSpPr>
        <p:spPr bwMode="auto">
          <a:xfrm>
            <a:off x="7845310" y="1781287"/>
            <a:ext cx="0" cy="43409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030985" name="TextBox 38"/>
          <p:cNvSpPr txBox="1"/>
          <p:nvPr/>
        </p:nvSpPr>
        <p:spPr bwMode="auto">
          <a:xfrm>
            <a:off x="8543854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8366018" name="Freeform 48"/>
          <p:cNvSpPr/>
          <p:nvPr/>
        </p:nvSpPr>
        <p:spPr bwMode="auto">
          <a:xfrm>
            <a:off x="3126521" y="1902437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079016" name="TextBox 49"/>
          <p:cNvSpPr txBox="1"/>
          <p:nvPr/>
        </p:nvSpPr>
        <p:spPr bwMode="auto">
          <a:xfrm>
            <a:off x="565929" y="3272790"/>
            <a:ext cx="2430837" cy="14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i="1" u="none" lang="en-US">
                <a:solidFill>
                  <a:srgbClr val="000000"/>
                </a:solidFill>
                <a:latin typeface="IBM Plex Sans"/>
              </a:rPr>
              <a:t>Euristica della proprietà dell'ingresso comune</a:t>
            </a:r>
            <a:endParaRPr lang="en-US" sz="2600" b="1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668546470" name="Rectangle: Rounded Corners 12"/>
          <p:cNvSpPr/>
          <p:nvPr/>
        </p:nvSpPr>
        <p:spPr bwMode="auto">
          <a:xfrm>
            <a:off x="4469878" y="658649"/>
            <a:ext cx="6667499" cy="56519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0359400" name=""/>
          <p:cNvGrpSpPr/>
          <p:nvPr/>
        </p:nvGrpSpPr>
        <p:grpSpPr bwMode="auto">
          <a:xfrm>
            <a:off x="4849175" y="2340231"/>
            <a:ext cx="5915720" cy="3729737"/>
            <a:chOff x="0" y="0"/>
            <a:chExt cx="5915720" cy="3729737"/>
          </a:xfrm>
        </p:grpSpPr>
        <p:sp>
          <p:nvSpPr>
            <p:cNvPr id="629231680" name="Rectangle 1100602255"/>
            <p:cNvSpPr txBox="1"/>
            <p:nvPr/>
          </p:nvSpPr>
          <p:spPr bwMode="auto">
            <a:xfrm rot="0" flipH="0" flipV="0">
              <a:off x="0" y="0"/>
              <a:ext cx="23266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66107183" name="Rectangle 1100602255"/>
            <p:cNvSpPr txBox="1"/>
            <p:nvPr/>
          </p:nvSpPr>
          <p:spPr bwMode="auto">
            <a:xfrm rot="0" flipH="0" flipV="0">
              <a:off x="3571" y="970954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7229816" name="Rectangle 1100602255"/>
            <p:cNvSpPr txBox="1"/>
            <p:nvPr/>
          </p:nvSpPr>
          <p:spPr bwMode="auto">
            <a:xfrm rot="0" flipH="0" flipV="0">
              <a:off x="7142" y="1941908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4007692" name="Rectangle 1100602255"/>
            <p:cNvSpPr txBox="1"/>
            <p:nvPr/>
          </p:nvSpPr>
          <p:spPr bwMode="auto">
            <a:xfrm rot="0" flipH="0" flipV="0">
              <a:off x="10713" y="2912862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5039765" name="Rectangle 1100602255"/>
            <p:cNvSpPr txBox="1"/>
            <p:nvPr/>
          </p:nvSpPr>
          <p:spPr bwMode="auto">
            <a:xfrm rot="0" flipH="0" flipV="0">
              <a:off x="3586160" y="14285"/>
              <a:ext cx="23295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952131" name="Freeform 60"/>
          <p:cNvSpPr/>
          <p:nvPr/>
        </p:nvSpPr>
        <p:spPr bwMode="auto">
          <a:xfrm>
            <a:off x="2762569" y="1642610"/>
            <a:ext cx="1049656" cy="4665146"/>
          </a:xfrm>
          <a:custGeom>
            <a:avLst/>
            <a:gdLst/>
            <a:ahLst/>
            <a:cxnLst/>
            <a:rect l="l" t="t" r="r" b="b"/>
            <a:pathLst>
              <a:path w="1049658" h="4665148" fill="norm" stroke="1" extrusionOk="0">
                <a:moveTo>
                  <a:pt x="0" y="0"/>
                </a:moveTo>
                <a:lnTo>
                  <a:pt x="1049658" y="0"/>
                </a:lnTo>
                <a:lnTo>
                  <a:pt x="1049658" y="4665148"/>
                </a:lnTo>
                <a:lnTo>
                  <a:pt x="0" y="4665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987948" name="Freeform 61"/>
          <p:cNvSpPr/>
          <p:nvPr/>
        </p:nvSpPr>
        <p:spPr bwMode="auto">
          <a:xfrm>
            <a:off x="915985" y="3667989"/>
            <a:ext cx="602867" cy="614387"/>
          </a:xfrm>
          <a:custGeom>
            <a:avLst/>
            <a:gdLst/>
            <a:ahLst/>
            <a:cxnLst/>
            <a:rect l="l" t="t" r="r" b="b"/>
            <a:pathLst>
              <a:path w="602869" h="614389" fill="norm" stroke="1" extrusionOk="0">
                <a:moveTo>
                  <a:pt x="0" y="0"/>
                </a:moveTo>
                <a:lnTo>
                  <a:pt x="602869" y="0"/>
                </a:lnTo>
                <a:lnTo>
                  <a:pt x="602869" y="614390"/>
                </a:lnTo>
                <a:lnTo>
                  <a:pt x="0" y="614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674" name="TextBox 62"/>
          <p:cNvSpPr txBox="1"/>
          <p:nvPr/>
        </p:nvSpPr>
        <p:spPr bwMode="auto">
          <a:xfrm flipH="0" flipV="0">
            <a:off x="4199565" y="523878"/>
            <a:ext cx="67575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9595854" name="TextBox 63"/>
          <p:cNvSpPr txBox="1"/>
          <p:nvPr/>
        </p:nvSpPr>
        <p:spPr bwMode="auto">
          <a:xfrm>
            <a:off x="4798837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825907" name="TextBox 64"/>
          <p:cNvSpPr txBox="1"/>
          <p:nvPr/>
        </p:nvSpPr>
        <p:spPr bwMode="auto">
          <a:xfrm>
            <a:off x="8196773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91359" name="TextBox 65"/>
          <p:cNvSpPr txBox="1"/>
          <p:nvPr/>
        </p:nvSpPr>
        <p:spPr bwMode="auto">
          <a:xfrm>
            <a:off x="1680779" y="3722455"/>
            <a:ext cx="92094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795024724" name="Rectangle: Rounded Corners 12"/>
          <p:cNvSpPr/>
          <p:nvPr/>
        </p:nvSpPr>
        <p:spPr bwMode="auto">
          <a:xfrm>
            <a:off x="4199566" y="139482"/>
            <a:ext cx="6756102" cy="660978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71332446" name=""/>
          <p:cNvGrpSpPr/>
          <p:nvPr/>
        </p:nvGrpSpPr>
        <p:grpSpPr bwMode="auto">
          <a:xfrm>
            <a:off x="4724438" y="2087653"/>
            <a:ext cx="5771542" cy="4428561"/>
            <a:chOff x="0" y="0"/>
            <a:chExt cx="5771542" cy="4428561"/>
          </a:xfrm>
        </p:grpSpPr>
        <p:sp>
          <p:nvSpPr>
            <p:cNvPr id="1243198938" name="AutoShape 32"/>
            <p:cNvSpPr/>
            <p:nvPr/>
          </p:nvSpPr>
          <p:spPr bwMode="auto">
            <a:xfrm flipH="0" flipV="0">
              <a:off x="2848203" y="54822"/>
              <a:ext cx="0" cy="429338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736964" name="Rectangle 1100602255"/>
            <p:cNvSpPr txBox="1"/>
            <p:nvPr/>
          </p:nvSpPr>
          <p:spPr bwMode="auto">
            <a:xfrm rot="0" flipH="0" flipV="0">
              <a:off x="0" y="0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083519365" name="Rectangle 1100602255"/>
            <p:cNvSpPr txBox="1"/>
            <p:nvPr/>
          </p:nvSpPr>
          <p:spPr bwMode="auto">
            <a:xfrm rot="0" flipH="0" flipV="0">
              <a:off x="3571" y="896539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828254" name="Rectangle 1100602255"/>
            <p:cNvSpPr txBox="1"/>
            <p:nvPr/>
          </p:nvSpPr>
          <p:spPr bwMode="auto">
            <a:xfrm rot="0" flipH="0" flipV="0">
              <a:off x="7142" y="1793079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02749907" name="Rectangle 1100602255"/>
            <p:cNvSpPr txBox="1"/>
            <p:nvPr/>
          </p:nvSpPr>
          <p:spPr bwMode="auto">
            <a:xfrm rot="0" flipH="0" flipV="0">
              <a:off x="10713" y="2715147"/>
              <a:ext cx="23295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83728921" name="Rectangle 1100602255"/>
            <p:cNvSpPr txBox="1"/>
            <p:nvPr/>
          </p:nvSpPr>
          <p:spPr bwMode="auto">
            <a:xfrm rot="0" flipH="0" flipV="0">
              <a:off x="14284" y="3611686"/>
              <a:ext cx="23302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4223354" name="Rectangle 1100602255"/>
            <p:cNvSpPr txBox="1"/>
            <p:nvPr/>
          </p:nvSpPr>
          <p:spPr bwMode="auto">
            <a:xfrm rot="0" flipH="0" flipV="0">
              <a:off x="3437331" y="2689861"/>
              <a:ext cx="23302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0925399" name="Rectangle 1100602255"/>
            <p:cNvSpPr txBox="1"/>
            <p:nvPr/>
          </p:nvSpPr>
          <p:spPr bwMode="auto">
            <a:xfrm rot="0" flipH="0" flipV="0">
              <a:off x="3440902" y="3586401"/>
              <a:ext cx="23306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10990157" name="Rectangle 1100602255"/>
            <p:cNvSpPr txBox="1"/>
            <p:nvPr/>
          </p:nvSpPr>
          <p:spPr bwMode="auto">
            <a:xfrm rot="0" flipH="0" flipV="0">
              <a:off x="3426617" y="21375"/>
              <a:ext cx="23277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11030365" name="Rectangle 1100602255"/>
            <p:cNvSpPr txBox="1"/>
            <p:nvPr/>
          </p:nvSpPr>
          <p:spPr bwMode="auto">
            <a:xfrm rot="0" flipH="0" flipV="0">
              <a:off x="3430189" y="896539"/>
              <a:ext cx="23288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040782126" name="Rectangle 1100602255"/>
            <p:cNvSpPr txBox="1"/>
            <p:nvPr/>
          </p:nvSpPr>
          <p:spPr bwMode="auto">
            <a:xfrm rot="0" flipH="0" flipV="0">
              <a:off x="3433761" y="1793079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473235" name="AutoShape 32"/>
          <p:cNvSpPr/>
          <p:nvPr/>
        </p:nvSpPr>
        <p:spPr bwMode="auto">
          <a:xfrm>
            <a:off x="9339930" y="1375432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495163" name="Freeform 46"/>
          <p:cNvSpPr/>
          <p:nvPr/>
        </p:nvSpPr>
        <p:spPr bwMode="auto">
          <a:xfrm rot="0" flipH="0" flipV="0">
            <a:off x="484617" y="41762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1472085188" name="TextBox 47"/>
          <p:cNvSpPr txBox="1"/>
          <p:nvPr/>
        </p:nvSpPr>
        <p:spPr bwMode="auto">
          <a:xfrm rot="0" flipH="0" flipV="0">
            <a:off x="1058847" y="784750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66475495" name="Freeform 49"/>
          <p:cNvSpPr/>
          <p:nvPr/>
        </p:nvSpPr>
        <p:spPr bwMode="auto">
          <a:xfrm rot="0" flipH="0" flipV="0">
            <a:off x="2764220" y="1049656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919338" name="TextBox 50"/>
          <p:cNvSpPr txBox="1"/>
          <p:nvPr/>
        </p:nvSpPr>
        <p:spPr bwMode="auto">
          <a:xfrm rot="0" flipH="0" flipV="0">
            <a:off x="2764220" y="957217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601256690" name="Freeform 52"/>
          <p:cNvSpPr/>
          <p:nvPr/>
        </p:nvSpPr>
        <p:spPr bwMode="auto">
          <a:xfrm rot="0" flipH="0" flipV="0">
            <a:off x="1086978" y="231461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3115047" name="TextBox 53"/>
          <p:cNvSpPr txBox="1"/>
          <p:nvPr/>
        </p:nvSpPr>
        <p:spPr bwMode="auto">
          <a:xfrm rot="0" flipH="0" flipV="0">
            <a:off x="1086978" y="222217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533423639" name="Freeform 55"/>
          <p:cNvSpPr/>
          <p:nvPr/>
        </p:nvSpPr>
        <p:spPr bwMode="auto">
          <a:xfrm rot="0" flipH="0" flipV="0">
            <a:off x="3993692" y="283817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529615" name="TextBox 56"/>
          <p:cNvSpPr txBox="1"/>
          <p:nvPr/>
        </p:nvSpPr>
        <p:spPr bwMode="auto">
          <a:xfrm rot="0" flipH="0" flipV="0">
            <a:off x="3993692" y="274573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761731953" name="Freeform 58"/>
          <p:cNvSpPr/>
          <p:nvPr/>
        </p:nvSpPr>
        <p:spPr bwMode="auto">
          <a:xfrm rot="0" flipH="0" flipV="0">
            <a:off x="2399040" y="4072622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9959644" name="TextBox 59"/>
          <p:cNvSpPr txBox="1"/>
          <p:nvPr/>
        </p:nvSpPr>
        <p:spPr bwMode="auto">
          <a:xfrm rot="0" flipH="0" flipV="0">
            <a:off x="2399040" y="3980183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969013854" name="Freeform 60"/>
          <p:cNvSpPr/>
          <p:nvPr/>
        </p:nvSpPr>
        <p:spPr bwMode="auto">
          <a:xfrm>
            <a:off x="7038418" y="5152972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5795781" name="AutoShape 61"/>
          <p:cNvSpPr/>
          <p:nvPr/>
        </p:nvSpPr>
        <p:spPr bwMode="auto">
          <a:xfrm>
            <a:off x="5767023" y="3130517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376841" name="AutoShape 62"/>
          <p:cNvSpPr/>
          <p:nvPr/>
        </p:nvSpPr>
        <p:spPr bwMode="auto">
          <a:xfrm>
            <a:off x="2860310" y="2577193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52289" name="AutoShape 63"/>
          <p:cNvSpPr/>
          <p:nvPr/>
        </p:nvSpPr>
        <p:spPr bwMode="auto">
          <a:xfrm>
            <a:off x="4537551" y="1440901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5092325" name="AutoShape 64"/>
          <p:cNvSpPr/>
          <p:nvPr/>
        </p:nvSpPr>
        <p:spPr bwMode="auto">
          <a:xfrm flipV="1">
            <a:off x="4172369" y="3915237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736512" name="TextBox 65"/>
          <p:cNvSpPr txBox="1"/>
          <p:nvPr/>
        </p:nvSpPr>
        <p:spPr bwMode="auto">
          <a:xfrm flipH="0" flipV="0">
            <a:off x="7038417" y="721275"/>
            <a:ext cx="4569352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600"/>
          </a:p>
        </p:txBody>
      </p:sp>
      <p:sp>
        <p:nvSpPr>
          <p:cNvPr id="1918715806" name="TextBox 66"/>
          <p:cNvSpPr txBox="1"/>
          <p:nvPr/>
        </p:nvSpPr>
        <p:spPr bwMode="auto">
          <a:xfrm flipH="0" flipV="0">
            <a:off x="7472350" y="1327844"/>
            <a:ext cx="159241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2864356" name="TextBox 67"/>
          <p:cNvSpPr txBox="1"/>
          <p:nvPr/>
        </p:nvSpPr>
        <p:spPr bwMode="auto">
          <a:xfrm flipH="0" flipV="0">
            <a:off x="9671738" y="1327844"/>
            <a:ext cx="153780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9972039" name="AutoShape 68"/>
          <p:cNvSpPr/>
          <p:nvPr/>
        </p:nvSpPr>
        <p:spPr bwMode="auto">
          <a:xfrm>
            <a:off x="5767023" y="4587279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1431379" name="Rectangle: Rounded Corners 12"/>
          <p:cNvSpPr/>
          <p:nvPr/>
        </p:nvSpPr>
        <p:spPr bwMode="auto">
          <a:xfrm>
            <a:off x="7038416" y="492169"/>
            <a:ext cx="4568634" cy="40951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403640656" name=""/>
          <p:cNvGrpSpPr/>
          <p:nvPr/>
        </p:nvGrpSpPr>
        <p:grpSpPr bwMode="auto">
          <a:xfrm>
            <a:off x="7499444" y="1717475"/>
            <a:ext cx="3726901" cy="2301223"/>
            <a:chOff x="0" y="0"/>
            <a:chExt cx="3726901" cy="2301223"/>
          </a:xfrm>
        </p:grpSpPr>
        <p:sp>
          <p:nvSpPr>
            <p:cNvPr id="855765366" name=""/>
            <p:cNvSpPr txBox="1"/>
            <p:nvPr/>
          </p:nvSpPr>
          <p:spPr bwMode="auto">
            <a:xfrm rot="0" flipH="0" flipV="0">
              <a:off x="0" y="0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5335215" name=""/>
            <p:cNvSpPr txBox="1"/>
            <p:nvPr/>
          </p:nvSpPr>
          <p:spPr bwMode="auto">
            <a:xfrm rot="0" flipH="0" flipV="0">
              <a:off x="3571" y="524469"/>
              <a:ext cx="1552452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5512759" name=""/>
            <p:cNvSpPr txBox="1"/>
            <p:nvPr/>
          </p:nvSpPr>
          <p:spPr bwMode="auto">
            <a:xfrm rot="0" flipH="0" flipV="0">
              <a:off x="7141" y="1048939"/>
              <a:ext cx="1553171" cy="700382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28828350" name=""/>
            <p:cNvSpPr txBox="1"/>
            <p:nvPr/>
          </p:nvSpPr>
          <p:spPr bwMode="auto">
            <a:xfrm rot="0" flipH="0" flipV="0">
              <a:off x="10712" y="1871066"/>
              <a:ext cx="155389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62354328" name=""/>
            <p:cNvSpPr txBox="1"/>
            <p:nvPr/>
          </p:nvSpPr>
          <p:spPr bwMode="auto">
            <a:xfrm rot="0" flipH="0" flipV="0">
              <a:off x="2172292" y="14286"/>
              <a:ext cx="1554609" cy="700382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2876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3772564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Sezione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Disponibile all'indirizzo: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526033750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84843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2841" y="0"/>
            <a:ext cx="988631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474348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137680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983086197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85039972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196286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197015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4058346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780036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070821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20383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487624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10373" name="Freeform 38"/>
          <p:cNvSpPr/>
          <p:nvPr/>
        </p:nvSpPr>
        <p:spPr bwMode="auto">
          <a:xfrm>
            <a:off x="7343705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841544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620158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83469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0765969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029162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0707402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7445986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1989266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20979383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456335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580891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5"/>
            <a:srcRect l="0" t="2549" r="0" b="2549"/>
            <a:stretch/>
          </a:blipFill>
        </p:spPr>
        <p:txBody>
          <a:bodyPr/>
          <a:p/>
        </p:txBody>
      </p:sp>
      <p:sp>
        <p:nvSpPr>
          <p:cNvPr id="1896258440" name="TextBox 54"/>
          <p:cNvSpPr txBox="1"/>
          <p:nvPr/>
        </p:nvSpPr>
        <p:spPr bwMode="auto">
          <a:xfrm>
            <a:off x="7088839" y="5345200"/>
            <a:ext cx="1625715" cy="414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7"/>
              </a:lnSpc>
              <a:defRPr/>
            </a:pPr>
            <a:r>
              <a:rPr sz="2200" b="1" i="1" lang="en-US">
                <a:solidFill>
                  <a:srgbClr val="FFFFFF"/>
                </a:solidFill>
                <a:latin typeface="IBM Plex Sans"/>
              </a:rPr>
              <a:t>Loïc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84465987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693890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482071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7461310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3374064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2421177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60479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1895387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1537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924825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45715388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9392652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4697386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1135492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940207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9391554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2847869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3632934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4786907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885308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09059892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125513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193634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493496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151980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10297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7468412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77580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3" y="1360257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84135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050052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Transazione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6478907" name="TextBox 33"/>
          <p:cNvSpPr txBox="1"/>
          <p:nvPr/>
        </p:nvSpPr>
        <p:spPr bwMode="auto">
          <a:xfrm flipH="0" flipV="0">
            <a:off x="3065980" y="1900277"/>
            <a:ext cx="236155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6709146" name="AutoShape 34"/>
          <p:cNvSpPr/>
          <p:nvPr/>
        </p:nvSpPr>
        <p:spPr bwMode="auto">
          <a:xfrm flipH="0" flipV="0">
            <a:off x="5988615" y="1972275"/>
            <a:ext cx="0" cy="33408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054761" name="TextBox 35"/>
          <p:cNvSpPr txBox="1"/>
          <p:nvPr/>
        </p:nvSpPr>
        <p:spPr bwMode="auto">
          <a:xfrm flipH="0" flipV="0">
            <a:off x="6635230" y="1900277"/>
            <a:ext cx="2329920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471732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86645840" name="Rectangle 1100602255"/>
          <p:cNvSpPr txBox="1"/>
          <p:nvPr/>
        </p:nvSpPr>
        <p:spPr bwMode="auto">
          <a:xfrm rot="0" flipH="0" flipV="0">
            <a:off x="3098333" y="2686538"/>
            <a:ext cx="23284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ScriptSig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21337295" name="Rectangle 1100602255"/>
          <p:cNvSpPr txBox="1"/>
          <p:nvPr/>
        </p:nvSpPr>
        <p:spPr bwMode="auto">
          <a:xfrm rot="0" flipH="0" flipV="0">
            <a:off x="6635230" y="2701910"/>
            <a:ext cx="232920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ScriptPubKey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64052954" name="Freeform 40"/>
          <p:cNvSpPr/>
          <p:nvPr/>
        </p:nvSpPr>
        <p:spPr bwMode="auto">
          <a:xfrm>
            <a:off x="5129136" y="2384479"/>
            <a:ext cx="445806" cy="700676"/>
          </a:xfrm>
          <a:custGeom>
            <a:avLst/>
            <a:gdLst/>
            <a:ahLst/>
            <a:cxnLst/>
            <a:rect l="l" t="t" r="r" b="b"/>
            <a:pathLst>
              <a:path w="445807" h="700679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700679"/>
                </a:lnTo>
                <a:lnTo>
                  <a:pt x="0" y="700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048535" name="Freeform 39"/>
          <p:cNvSpPr/>
          <p:nvPr/>
        </p:nvSpPr>
        <p:spPr bwMode="auto">
          <a:xfrm>
            <a:off x="8675900" y="2450558"/>
            <a:ext cx="445806" cy="634599"/>
          </a:xfrm>
          <a:custGeom>
            <a:avLst/>
            <a:gdLst/>
            <a:ahLst/>
            <a:cxnLst/>
            <a:rect l="l" t="t" r="r" b="b"/>
            <a:pathLst>
              <a:path w="445807" h="634601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634601"/>
                </a:lnTo>
                <a:lnTo>
                  <a:pt x="0" y="634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61604" name="AutoShape 29"/>
          <p:cNvSpPr/>
          <p:nvPr/>
        </p:nvSpPr>
        <p:spPr bwMode="auto">
          <a:xfrm flipV="1">
            <a:off x="5110165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37450246" name="AutoShape 39"/>
          <p:cNvSpPr/>
          <p:nvPr/>
        </p:nvSpPr>
        <p:spPr bwMode="auto">
          <a:xfrm flipV="1">
            <a:off x="7010392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7928371" name="AutoShape 46"/>
          <p:cNvSpPr/>
          <p:nvPr/>
        </p:nvSpPr>
        <p:spPr bwMode="auto">
          <a:xfrm flipV="1">
            <a:off x="5110165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4198455" name="AutoShape 47"/>
          <p:cNvSpPr/>
          <p:nvPr/>
        </p:nvSpPr>
        <p:spPr bwMode="auto">
          <a:xfrm flipH="1" flipV="1">
            <a:off x="6050921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1019699" name="AutoShape 48"/>
          <p:cNvSpPr/>
          <p:nvPr/>
        </p:nvSpPr>
        <p:spPr bwMode="auto">
          <a:xfrm flipH="0" flipV="1">
            <a:off x="6050920" y="3537357"/>
            <a:ext cx="1636698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556148" name="AutoShape 52"/>
          <p:cNvSpPr/>
          <p:nvPr/>
        </p:nvSpPr>
        <p:spPr bwMode="auto">
          <a:xfrm flipH="1" flipV="1">
            <a:off x="8912371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34380943" name="AutoShape 62"/>
          <p:cNvSpPr/>
          <p:nvPr/>
        </p:nvSpPr>
        <p:spPr bwMode="auto">
          <a:xfrm flipV="1">
            <a:off x="10812597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94454218" name="AutoShape 66"/>
          <p:cNvSpPr/>
          <p:nvPr/>
        </p:nvSpPr>
        <p:spPr bwMode="auto">
          <a:xfrm flipV="1">
            <a:off x="8912371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1266490" name="AutoShape 67"/>
          <p:cNvSpPr/>
          <p:nvPr/>
        </p:nvSpPr>
        <p:spPr bwMode="auto">
          <a:xfrm flipH="1" flipV="1">
            <a:off x="9853128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38496722" name="AutoShape 68"/>
          <p:cNvSpPr/>
          <p:nvPr/>
        </p:nvSpPr>
        <p:spPr bwMode="auto">
          <a:xfrm flipH="1" flipV="1">
            <a:off x="8295598" y="3537357"/>
            <a:ext cx="1557526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0330" name="AutoShape 75"/>
          <p:cNvSpPr/>
          <p:nvPr/>
        </p:nvSpPr>
        <p:spPr bwMode="auto">
          <a:xfrm flipH="0" flipV="1">
            <a:off x="1993091" y="1794170"/>
            <a:ext cx="2674901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74200475" name="AutoShape 76"/>
          <p:cNvSpPr/>
          <p:nvPr/>
        </p:nvSpPr>
        <p:spPr bwMode="auto">
          <a:xfrm flipH="1" flipV="1">
            <a:off x="5296238" y="1794170"/>
            <a:ext cx="2673313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89361683" name=""/>
          <p:cNvSpPr txBox="1"/>
          <p:nvPr/>
        </p:nvSpPr>
        <p:spPr bwMode="auto">
          <a:xfrm rot="0" flipH="0" flipV="0">
            <a:off x="2484821" y="557285"/>
            <a:ext cx="4832186" cy="94267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800" b="1" i="0" u="none" lang="en-US">
                <a:solidFill>
                  <a:schemeClr val="bg1"/>
                </a:solidFill>
                <a:latin typeface="IBM Plex Sans"/>
              </a:rPr>
              <a:t>Chiave pubblica modificata</a:t>
            </a:r>
            <a:endParaRPr sz="18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42233710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Chiave pubblica di spesa classica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7516644" name="Rectangle 867144088"/>
          <p:cNvSpPr txBox="1"/>
          <p:nvPr/>
        </p:nvSpPr>
        <p:spPr bwMode="auto">
          <a:xfrm rot="0" flipH="0" flipV="0">
            <a:off x="5976675" y="2377754"/>
            <a:ext cx="369558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Radice di Merkle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03728297" name=""/>
          <p:cNvSpPr txBox="1"/>
          <p:nvPr/>
        </p:nvSpPr>
        <p:spPr bwMode="auto">
          <a:xfrm rot="0" flipH="0" flipV="0">
            <a:off x="5258993" y="4008766"/>
            <a:ext cx="1552811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3748477" name=""/>
          <p:cNvSpPr txBox="1"/>
          <p:nvPr/>
        </p:nvSpPr>
        <p:spPr bwMode="auto">
          <a:xfrm rot="0" flipH="0" flipV="0">
            <a:off x="9132095" y="4012339"/>
            <a:ext cx="1553530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20484959" name=""/>
          <p:cNvSpPr txBox="1"/>
          <p:nvPr/>
        </p:nvSpPr>
        <p:spPr bwMode="auto">
          <a:xfrm rot="0" flipH="0" flipV="0">
            <a:off x="4333219" y="4958902"/>
            <a:ext cx="1554249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55272381" name=""/>
          <p:cNvSpPr txBox="1"/>
          <p:nvPr/>
        </p:nvSpPr>
        <p:spPr bwMode="auto">
          <a:xfrm rot="0" flipH="0" flipV="0">
            <a:off x="6232902" y="4958902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45026082" name=""/>
          <p:cNvSpPr txBox="1"/>
          <p:nvPr/>
        </p:nvSpPr>
        <p:spPr bwMode="auto">
          <a:xfrm rot="0" flipH="0" flipV="0">
            <a:off x="4351673" y="5885388"/>
            <a:ext cx="155496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script A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62057242" name=""/>
          <p:cNvSpPr txBox="1"/>
          <p:nvPr/>
        </p:nvSpPr>
        <p:spPr bwMode="auto">
          <a:xfrm rot="0" flipH="0" flipV="0">
            <a:off x="6215596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sceneggiatura B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7817578" name=""/>
          <p:cNvSpPr txBox="1"/>
          <p:nvPr/>
        </p:nvSpPr>
        <p:spPr bwMode="auto">
          <a:xfrm rot="0" flipH="0" flipV="0">
            <a:off x="8131907" y="4962474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53906854" name=""/>
          <p:cNvSpPr txBox="1"/>
          <p:nvPr/>
        </p:nvSpPr>
        <p:spPr bwMode="auto">
          <a:xfrm rot="0" flipH="0" flipV="0">
            <a:off x="10031590" y="4962474"/>
            <a:ext cx="155640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76001791" name=""/>
          <p:cNvSpPr txBox="1"/>
          <p:nvPr/>
        </p:nvSpPr>
        <p:spPr bwMode="auto">
          <a:xfrm rot="0" flipH="0" flipV="0">
            <a:off x="8150361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script C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6439077" name=""/>
          <p:cNvSpPr txBox="1"/>
          <p:nvPr/>
        </p:nvSpPr>
        <p:spPr bwMode="auto">
          <a:xfrm rot="0" flipH="0" flipV="0">
            <a:off x="10014284" y="5892529"/>
            <a:ext cx="1557126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sceneggiatura D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46797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3238410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Sezione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Disponibile all'indirizzo: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2195972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880747" name="Freeform 30"/>
          <p:cNvSpPr/>
          <p:nvPr/>
        </p:nvSpPr>
        <p:spPr bwMode="auto">
          <a:xfrm rot="0" flipH="0" flipV="0">
            <a:off x="989910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1539556" name="TextBox 31"/>
          <p:cNvSpPr txBox="1"/>
          <p:nvPr/>
        </p:nvSpPr>
        <p:spPr bwMode="auto">
          <a:xfrm rot="0" flipH="0" flipV="0">
            <a:off x="989910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bc1q...0q5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2631595" name="AutoShape 32"/>
          <p:cNvSpPr/>
          <p:nvPr/>
        </p:nvSpPr>
        <p:spPr bwMode="auto">
          <a:xfrm flipH="1">
            <a:off x="2781684" y="126469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65084" name="Freeform 34"/>
          <p:cNvSpPr/>
          <p:nvPr/>
        </p:nvSpPr>
        <p:spPr bwMode="auto">
          <a:xfrm rot="0" flipH="0" flipV="0">
            <a:off x="3178989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551375" name="TextBox 35"/>
          <p:cNvSpPr txBox="1"/>
          <p:nvPr/>
        </p:nvSpPr>
        <p:spPr bwMode="auto">
          <a:xfrm rot="0" flipH="0" flipV="0">
            <a:off x="3178989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38898856" name="Freeform 37"/>
          <p:cNvSpPr/>
          <p:nvPr/>
        </p:nvSpPr>
        <p:spPr bwMode="auto">
          <a:xfrm rot="0" flipH="0" flipV="0">
            <a:off x="3178989" y="2214294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7149641" name="TextBox 38"/>
          <p:cNvSpPr txBox="1"/>
          <p:nvPr/>
        </p:nvSpPr>
        <p:spPr bwMode="auto">
          <a:xfrm rot="0" flipH="0" flipV="0">
            <a:off x="3178989" y="2155997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3512418" name="TextBox 39"/>
          <p:cNvSpPr txBox="1"/>
          <p:nvPr/>
        </p:nvSpPr>
        <p:spPr bwMode="auto">
          <a:xfrm>
            <a:off x="930497" y="91584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702793" name="TextBox 40"/>
          <p:cNvSpPr txBox="1"/>
          <p:nvPr/>
        </p:nvSpPr>
        <p:spPr bwMode="auto">
          <a:xfrm>
            <a:off x="1036089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600"/>
          </a:p>
        </p:txBody>
      </p:sp>
      <p:sp>
        <p:nvSpPr>
          <p:cNvPr id="78702058" name="TextBox 41"/>
          <p:cNvSpPr txBox="1"/>
          <p:nvPr/>
        </p:nvSpPr>
        <p:spPr bwMode="auto">
          <a:xfrm>
            <a:off x="3225168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44586450" name="Freeform 46"/>
          <p:cNvSpPr/>
          <p:nvPr/>
        </p:nvSpPr>
        <p:spPr bwMode="auto">
          <a:xfrm rot="0" flipH="0" flipV="0">
            <a:off x="1696388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1551419" name="TextBox 47"/>
          <p:cNvSpPr txBox="1"/>
          <p:nvPr/>
        </p:nvSpPr>
        <p:spPr bwMode="auto">
          <a:xfrm rot="0" flipH="0" flipV="0">
            <a:off x="1696388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bc1q...j5w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7157918" name="AutoShape 48"/>
          <p:cNvSpPr/>
          <p:nvPr/>
        </p:nvSpPr>
        <p:spPr bwMode="auto">
          <a:xfrm>
            <a:off x="3488160" y="4184483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70916" name="Freeform 50"/>
          <p:cNvSpPr/>
          <p:nvPr/>
        </p:nvSpPr>
        <p:spPr bwMode="auto">
          <a:xfrm rot="0" flipH="0" flipV="0">
            <a:off x="3885464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65998618" name="TextBox 51"/>
          <p:cNvSpPr txBox="1"/>
          <p:nvPr/>
        </p:nvSpPr>
        <p:spPr bwMode="auto">
          <a:xfrm rot="0" flipH="0" flipV="0">
            <a:off x="3885464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5955173" name="Freeform 53"/>
          <p:cNvSpPr/>
          <p:nvPr/>
        </p:nvSpPr>
        <p:spPr bwMode="auto">
          <a:xfrm rot="0" flipH="0" flipV="0">
            <a:off x="3885464" y="5134088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2253807" name="TextBox 54"/>
          <p:cNvSpPr txBox="1"/>
          <p:nvPr/>
        </p:nvSpPr>
        <p:spPr bwMode="auto">
          <a:xfrm rot="0" flipH="0" flipV="0">
            <a:off x="3885464" y="507579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bc1q...54u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2342211" name="TextBox 55"/>
          <p:cNvSpPr txBox="1"/>
          <p:nvPr/>
        </p:nvSpPr>
        <p:spPr bwMode="auto">
          <a:xfrm>
            <a:off x="1636975" y="3835641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21890477" name="TextBox 56"/>
          <p:cNvSpPr txBox="1"/>
          <p:nvPr/>
        </p:nvSpPr>
        <p:spPr bwMode="auto">
          <a:xfrm>
            <a:off x="1742566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600"/>
          </a:p>
        </p:txBody>
      </p:sp>
      <p:sp>
        <p:nvSpPr>
          <p:cNvPr id="63568153" name="TextBox 57"/>
          <p:cNvSpPr txBox="1"/>
          <p:nvPr/>
        </p:nvSpPr>
        <p:spPr bwMode="auto">
          <a:xfrm>
            <a:off x="3931643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600"/>
          </a:p>
        </p:txBody>
      </p:sp>
      <p:sp>
        <p:nvSpPr>
          <p:cNvPr id="1585272412" name="Freeform 59"/>
          <p:cNvSpPr/>
          <p:nvPr/>
        </p:nvSpPr>
        <p:spPr bwMode="auto">
          <a:xfrm rot="0" flipH="0" flipV="0">
            <a:off x="3885464" y="5720693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813220" name="TextBox 60"/>
          <p:cNvSpPr txBox="1"/>
          <p:nvPr/>
        </p:nvSpPr>
        <p:spPr bwMode="auto">
          <a:xfrm rot="0" flipH="0" flipV="0">
            <a:off x="3885464" y="5662396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bc1q...7xv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0820147" name="Freeform 65"/>
          <p:cNvSpPr/>
          <p:nvPr/>
        </p:nvSpPr>
        <p:spPr bwMode="auto">
          <a:xfrm rot="0" flipH="0" flipV="0">
            <a:off x="7133211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9538154" name="TextBox 66"/>
          <p:cNvSpPr txBox="1"/>
          <p:nvPr/>
        </p:nvSpPr>
        <p:spPr bwMode="auto">
          <a:xfrm rot="0" flipH="0" flipV="0">
            <a:off x="7133211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bc1q...zmk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9162773" name="AutoShape 67"/>
          <p:cNvSpPr/>
          <p:nvPr/>
        </p:nvSpPr>
        <p:spPr bwMode="auto">
          <a:xfrm flipH="1">
            <a:off x="8924983" y="96254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659396" name="Freeform 69"/>
          <p:cNvSpPr/>
          <p:nvPr/>
        </p:nvSpPr>
        <p:spPr bwMode="auto">
          <a:xfrm rot="0" flipH="0" flipV="0">
            <a:off x="9322287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4095362" name="TextBox 70"/>
          <p:cNvSpPr txBox="1"/>
          <p:nvPr/>
        </p:nvSpPr>
        <p:spPr bwMode="auto">
          <a:xfrm rot="0" flipH="0" flipV="0">
            <a:off x="9322287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bc1q...40l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8967013" name="Freeform 72"/>
          <p:cNvSpPr/>
          <p:nvPr/>
        </p:nvSpPr>
        <p:spPr bwMode="auto">
          <a:xfrm rot="0" flipH="0" flipV="0">
            <a:off x="9322287" y="191214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7025153" name="TextBox 73"/>
          <p:cNvSpPr txBox="1"/>
          <p:nvPr/>
        </p:nvSpPr>
        <p:spPr bwMode="auto">
          <a:xfrm rot="0" flipH="0" flipV="0">
            <a:off x="9322287" y="185384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2499345" name="TextBox 74"/>
          <p:cNvSpPr txBox="1"/>
          <p:nvPr/>
        </p:nvSpPr>
        <p:spPr bwMode="auto">
          <a:xfrm>
            <a:off x="7073797" y="613698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1797099279" name="TextBox 75"/>
          <p:cNvSpPr txBox="1"/>
          <p:nvPr/>
        </p:nvSpPr>
        <p:spPr bwMode="auto">
          <a:xfrm>
            <a:off x="7179390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1149708" name="TextBox 76"/>
          <p:cNvSpPr txBox="1"/>
          <p:nvPr/>
        </p:nvSpPr>
        <p:spPr bwMode="auto">
          <a:xfrm>
            <a:off x="9347267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7908312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039608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2499351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009073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832797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Proprietario comune di tutti gli 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78505322" name="Rectangle: Rounded Corners 12"/>
          <p:cNvSpPr/>
          <p:nvPr/>
        </p:nvSpPr>
        <p:spPr bwMode="auto">
          <a:xfrm>
            <a:off x="6911006" y="292809"/>
            <a:ext cx="4075812" cy="252148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24168054" name="Rectangle: Rounded Corners 12"/>
          <p:cNvSpPr/>
          <p:nvPr/>
        </p:nvSpPr>
        <p:spPr bwMode="auto">
          <a:xfrm>
            <a:off x="664378" y="555964"/>
            <a:ext cx="4275173" cy="25214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08648777" name="Rectangle: Rounded Corners 12"/>
          <p:cNvSpPr/>
          <p:nvPr/>
        </p:nvSpPr>
        <p:spPr bwMode="auto">
          <a:xfrm>
            <a:off x="1373215" y="3546371"/>
            <a:ext cx="4228211" cy="30555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172507" name="Freeform 30"/>
          <p:cNvSpPr/>
          <p:nvPr/>
        </p:nvSpPr>
        <p:spPr bwMode="auto">
          <a:xfrm rot="0" flipH="0" flipV="0">
            <a:off x="3003825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9666123" name="TextBox 31"/>
          <p:cNvSpPr txBox="1"/>
          <p:nvPr/>
        </p:nvSpPr>
        <p:spPr bwMode="auto">
          <a:xfrm rot="0" flipH="0" flipV="0">
            <a:off x="3003825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86487585" name="AutoShape 32"/>
          <p:cNvSpPr/>
          <p:nvPr/>
        </p:nvSpPr>
        <p:spPr bwMode="auto">
          <a:xfrm flipH="0" flipV="0">
            <a:off x="5967779" y="1893016"/>
            <a:ext cx="0" cy="392616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2818538" name="Freeform 34"/>
          <p:cNvSpPr/>
          <p:nvPr/>
        </p:nvSpPr>
        <p:spPr bwMode="auto">
          <a:xfrm rot="0" flipH="0" flipV="0">
            <a:off x="6625004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697203" name="TextBox 35"/>
          <p:cNvSpPr txBox="1"/>
          <p:nvPr/>
        </p:nvSpPr>
        <p:spPr bwMode="auto">
          <a:xfrm rot="0" flipH="0" flipV="0">
            <a:off x="6625004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913172" name="Freeform 37"/>
          <p:cNvSpPr/>
          <p:nvPr/>
        </p:nvSpPr>
        <p:spPr bwMode="auto">
          <a:xfrm rot="0" flipH="0" flipV="0">
            <a:off x="6625004" y="346385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5829804" name="TextBox 38"/>
          <p:cNvSpPr txBox="1"/>
          <p:nvPr/>
        </p:nvSpPr>
        <p:spPr bwMode="auto">
          <a:xfrm rot="0" flipH="0" flipV="0">
            <a:off x="6625004" y="329508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441903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Riutilizzo dell'indirizzo interno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8793687" name="TextBox 40"/>
          <p:cNvSpPr txBox="1"/>
          <p:nvPr/>
        </p:nvSpPr>
        <p:spPr bwMode="auto">
          <a:xfrm>
            <a:off x="3045144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6019056" name="TextBox 41"/>
          <p:cNvSpPr txBox="1"/>
          <p:nvPr/>
        </p:nvSpPr>
        <p:spPr bwMode="auto">
          <a:xfrm>
            <a:off x="6666322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9961374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87750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68914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17625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9068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183182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932719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8391625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636915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711230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280791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653402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0130018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986428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0496463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746352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717651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71389327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156113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07713289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591846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31421339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783463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13398654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16764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coniglio satoshi pizza matematica sorriso valle uovo pianoforte vacanza autunno ciao collina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454536" name="AutoShape 32"/>
          <p:cNvSpPr/>
          <p:nvPr/>
        </p:nvSpPr>
        <p:spPr bwMode="auto">
          <a:xfrm>
            <a:off x="9393507" y="1329087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952579" name="Freeform 34"/>
          <p:cNvSpPr/>
          <p:nvPr/>
        </p:nvSpPr>
        <p:spPr bwMode="auto">
          <a:xfrm rot="0" flipH="0" flipV="0">
            <a:off x="538195" y="100598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2005050067" name="TextBox 35"/>
          <p:cNvSpPr txBox="1"/>
          <p:nvPr/>
        </p:nvSpPr>
        <p:spPr bwMode="auto">
          <a:xfrm rot="0" flipH="0" flipV="0">
            <a:off x="1112424" y="467721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750639491" name="AutoShape 48"/>
          <p:cNvSpPr/>
          <p:nvPr/>
        </p:nvSpPr>
        <p:spPr bwMode="auto">
          <a:xfrm flipH="0" flipV="0">
            <a:off x="5524042" y="1261841"/>
            <a:ext cx="1890270" cy="5158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339199" name="TextBox 49"/>
          <p:cNvSpPr txBox="1"/>
          <p:nvPr/>
        </p:nvSpPr>
        <p:spPr bwMode="auto">
          <a:xfrm flipH="0" flipV="0">
            <a:off x="7214890" y="823757"/>
            <a:ext cx="4409519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15338668" name="TextBox 50"/>
          <p:cNvSpPr txBox="1"/>
          <p:nvPr/>
        </p:nvSpPr>
        <p:spPr bwMode="auto">
          <a:xfrm flipH="0" flipV="0">
            <a:off x="7525929" y="1281500"/>
            <a:ext cx="1597753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ingressi</a:t>
            </a:r>
            <a:endParaRPr/>
          </a:p>
        </p:txBody>
      </p:sp>
      <p:sp>
        <p:nvSpPr>
          <p:cNvPr id="246757144" name="TextBox 51"/>
          <p:cNvSpPr txBox="1"/>
          <p:nvPr/>
        </p:nvSpPr>
        <p:spPr bwMode="auto">
          <a:xfrm>
            <a:off x="9839880" y="1281501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6290672" name="TextBox 55"/>
          <p:cNvSpPr txBox="1"/>
          <p:nvPr/>
        </p:nvSpPr>
        <p:spPr bwMode="auto">
          <a:xfrm>
            <a:off x="2741940" y="313070"/>
            <a:ext cx="1718769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7736519" name="AutoShape 68"/>
          <p:cNvSpPr/>
          <p:nvPr/>
        </p:nvSpPr>
        <p:spPr bwMode="auto">
          <a:xfrm flipH="1" flipV="0">
            <a:off x="5229105" y="2759010"/>
            <a:ext cx="4679501" cy="142883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6387507" name="Rectangle: Rounded Corners 12"/>
          <p:cNvSpPr/>
          <p:nvPr/>
        </p:nvSpPr>
        <p:spPr bwMode="auto">
          <a:xfrm>
            <a:off x="7214890" y="562973"/>
            <a:ext cx="4408080" cy="390616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56250901" name=""/>
          <p:cNvGrpSpPr/>
          <p:nvPr/>
        </p:nvGrpSpPr>
        <p:grpSpPr bwMode="auto">
          <a:xfrm>
            <a:off x="7643854" y="1759871"/>
            <a:ext cx="3805081" cy="958196"/>
            <a:chOff x="0" y="0"/>
            <a:chExt cx="3805081" cy="958196"/>
          </a:xfrm>
        </p:grpSpPr>
        <p:sp>
          <p:nvSpPr>
            <p:cNvPr id="610192571" name=""/>
            <p:cNvSpPr txBox="1"/>
            <p:nvPr/>
          </p:nvSpPr>
          <p:spPr bwMode="auto">
            <a:xfrm rot="0" flipH="0" flipV="0">
              <a:off x="0" y="0"/>
              <a:ext cx="147910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28740" name=""/>
            <p:cNvSpPr txBox="1"/>
            <p:nvPr/>
          </p:nvSpPr>
          <p:spPr bwMode="auto">
            <a:xfrm rot="0" flipH="0" flipV="0">
              <a:off x="2161578" y="3569"/>
              <a:ext cx="164350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4161872" name=""/>
            <p:cNvSpPr txBox="1"/>
            <p:nvPr/>
          </p:nvSpPr>
          <p:spPr bwMode="auto">
            <a:xfrm rot="0" flipH="0" flipV="0">
              <a:off x="2165149" y="528039"/>
              <a:ext cx="163921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2129188587" name=""/>
          <p:cNvGrpSpPr/>
          <p:nvPr/>
        </p:nvGrpSpPr>
        <p:grpSpPr bwMode="auto">
          <a:xfrm>
            <a:off x="1012513" y="946047"/>
            <a:ext cx="5366966" cy="3523091"/>
            <a:chOff x="0" y="0"/>
            <a:chExt cx="5366966" cy="3523091"/>
          </a:xfrm>
        </p:grpSpPr>
        <p:sp>
          <p:nvSpPr>
            <p:cNvPr id="1141834351" name=""/>
            <p:cNvSpPr txBox="1"/>
            <p:nvPr/>
          </p:nvSpPr>
          <p:spPr bwMode="auto">
            <a:xfrm rot="0" flipH="0" flipV="0">
              <a:off x="2468408" y="3092934"/>
              <a:ext cx="163703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92108625" name=""/>
            <p:cNvSpPr txBox="1"/>
            <p:nvPr/>
          </p:nvSpPr>
          <p:spPr bwMode="auto">
            <a:xfrm rot="0" flipH="0" flipV="0">
              <a:off x="666154" y="2605374"/>
              <a:ext cx="163775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190 000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7724743" name=""/>
            <p:cNvSpPr txBox="1"/>
            <p:nvPr/>
          </p:nvSpPr>
          <p:spPr bwMode="auto">
            <a:xfrm rot="0" flipH="0" flipV="0">
              <a:off x="0" y="1492734"/>
              <a:ext cx="163847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101 784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61630081" name=""/>
            <p:cNvSpPr txBox="1"/>
            <p:nvPr/>
          </p:nvSpPr>
          <p:spPr bwMode="auto">
            <a:xfrm rot="0" flipH="0" flipV="0">
              <a:off x="301225" y="156850"/>
              <a:ext cx="1639189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2484007" name=""/>
            <p:cNvSpPr txBox="1"/>
            <p:nvPr/>
          </p:nvSpPr>
          <p:spPr bwMode="auto">
            <a:xfrm rot="0" flipH="0" flipV="0">
              <a:off x="1867494" y="830150"/>
              <a:ext cx="1639908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7364773" name=""/>
            <p:cNvSpPr txBox="1"/>
            <p:nvPr/>
          </p:nvSpPr>
          <p:spPr bwMode="auto">
            <a:xfrm rot="0" flipH="0" flipV="0">
              <a:off x="2605838" y="2071720"/>
              <a:ext cx="164062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75 041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94395180" name=""/>
            <p:cNvSpPr txBox="1"/>
            <p:nvPr/>
          </p:nvSpPr>
          <p:spPr bwMode="auto">
            <a:xfrm rot="0" flipH="0" flipV="0">
              <a:off x="3725620" y="1331151"/>
              <a:ext cx="164134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9775194" name=""/>
            <p:cNvSpPr txBox="1"/>
            <p:nvPr/>
          </p:nvSpPr>
          <p:spPr bwMode="auto">
            <a:xfrm rot="0" flipH="0" flipV="0">
              <a:off x="2776692" y="0"/>
              <a:ext cx="1642785" cy="446346"/>
            </a:xfrm>
            <a:prstGeom prst="flowChartAlternateProcess">
              <a:avLst/>
            </a:prstGeom>
            <a:solidFill>
              <a:srgbClr val="FFAE8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034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>
                      <a:alpha val="49804"/>
                    </a:srgbClr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825446" name="Freeform 45"/>
          <p:cNvSpPr/>
          <p:nvPr/>
        </p:nvSpPr>
        <p:spPr bwMode="auto">
          <a:xfrm rot="0" flipH="0" flipV="0">
            <a:off x="467290" y="165911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5829317" name="TextBox 46"/>
          <p:cNvSpPr txBox="1"/>
          <p:nvPr/>
        </p:nvSpPr>
        <p:spPr bwMode="auto">
          <a:xfrm rot="0" flipH="0" flipV="0">
            <a:off x="467290" y="1562678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Cambio per l'acquisto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di un divano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991440" name="Freeform 48"/>
          <p:cNvSpPr/>
          <p:nvPr/>
        </p:nvSpPr>
        <p:spPr bwMode="auto">
          <a:xfrm rot="0" flipH="0" flipV="0">
            <a:off x="467290" y="247054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147549" name="TextBox 49"/>
          <p:cNvSpPr txBox="1"/>
          <p:nvPr/>
        </p:nvSpPr>
        <p:spPr bwMode="auto">
          <a:xfrm rot="0" flipH="0" flipV="0">
            <a:off x="467290" y="2374106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Prelievo da Exchange.com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56507" name="Freeform 51"/>
          <p:cNvSpPr/>
          <p:nvPr/>
        </p:nvSpPr>
        <p:spPr bwMode="auto">
          <a:xfrm rot="0" flipH="0" flipV="0">
            <a:off x="467290" y="328361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19291" name="TextBox 52"/>
          <p:cNvSpPr txBox="1"/>
          <p:nvPr/>
        </p:nvSpPr>
        <p:spPr bwMode="auto">
          <a:xfrm rot="0" flipH="0" flipV="0">
            <a:off x="467290" y="318717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Pagamento del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cliente David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5812692" name="Freeform 54"/>
          <p:cNvSpPr/>
          <p:nvPr/>
        </p:nvSpPr>
        <p:spPr bwMode="auto">
          <a:xfrm rot="0" flipH="0" flipV="0">
            <a:off x="467290" y="4096684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193386" name="TextBox 55"/>
          <p:cNvSpPr txBox="1"/>
          <p:nvPr/>
        </p:nvSpPr>
        <p:spPr bwMode="auto">
          <a:xfrm rot="0" flipH="0" flipV="0">
            <a:off x="467290" y="400024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Acquisto di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computer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3552904" name="Freeform 57"/>
          <p:cNvSpPr/>
          <p:nvPr/>
        </p:nvSpPr>
        <p:spPr bwMode="auto">
          <a:xfrm rot="0" flipH="0" flipV="0">
            <a:off x="467290" y="490975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019435" name="TextBox 58"/>
          <p:cNvSpPr txBox="1"/>
          <p:nvPr/>
        </p:nvSpPr>
        <p:spPr bwMode="auto">
          <a:xfrm rot="0" flipH="0" flipV="0">
            <a:off x="467290" y="481331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Acquisto P2P da Charles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1496645" name="AutoShape 59"/>
          <p:cNvSpPr/>
          <p:nvPr/>
        </p:nvSpPr>
        <p:spPr bwMode="auto">
          <a:xfrm flipV="1">
            <a:off x="4055069" y="185531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030180" name="AutoShape 60"/>
          <p:cNvSpPr/>
          <p:nvPr/>
        </p:nvSpPr>
        <p:spPr bwMode="auto">
          <a:xfrm flipV="1">
            <a:off x="4055069" y="2666744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962002" name="AutoShape 61"/>
          <p:cNvSpPr/>
          <p:nvPr/>
        </p:nvSpPr>
        <p:spPr bwMode="auto">
          <a:xfrm flipV="1">
            <a:off x="4055069" y="3479816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013352" name="AutoShape 62"/>
          <p:cNvSpPr/>
          <p:nvPr/>
        </p:nvSpPr>
        <p:spPr bwMode="auto">
          <a:xfrm flipV="1">
            <a:off x="4055069" y="429288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882408" name="AutoShape 63"/>
          <p:cNvSpPr/>
          <p:nvPr/>
        </p:nvSpPr>
        <p:spPr bwMode="auto">
          <a:xfrm flipV="1">
            <a:off x="4055069" y="510595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2755" name="TextBox 64"/>
          <p:cNvSpPr txBox="1"/>
          <p:nvPr/>
        </p:nvSpPr>
        <p:spPr bwMode="auto">
          <a:xfrm flipH="0" flipV="0">
            <a:off x="709281" y="292224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Portafoglio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0463396" name="TextBox 65"/>
          <p:cNvSpPr txBox="1"/>
          <p:nvPr/>
        </p:nvSpPr>
        <p:spPr bwMode="auto">
          <a:xfrm flipH="0" flipV="0">
            <a:off x="781451" y="1045363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Etichette</a:t>
            </a:r>
            <a:endParaRPr/>
          </a:p>
        </p:txBody>
      </p:sp>
      <p:sp>
        <p:nvSpPr>
          <p:cNvPr id="1985615312" name="TextBox 66"/>
          <p:cNvSpPr txBox="1"/>
          <p:nvPr/>
        </p:nvSpPr>
        <p:spPr bwMode="auto">
          <a:xfrm flipH="0" flipV="0">
            <a:off x="4408507" y="1045363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133344621" name="Freeform 71"/>
          <p:cNvSpPr/>
          <p:nvPr/>
        </p:nvSpPr>
        <p:spPr bwMode="auto">
          <a:xfrm rot="0" flipH="0" flipV="0">
            <a:off x="467290" y="572282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5793029" name="TextBox 72"/>
          <p:cNvSpPr txBox="1"/>
          <p:nvPr/>
        </p:nvSpPr>
        <p:spPr bwMode="auto">
          <a:xfrm rot="0" flipH="0" flipV="0">
            <a:off x="467290" y="562638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Acquisto P2P da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4562226" name="AutoShape 73"/>
          <p:cNvSpPr/>
          <p:nvPr/>
        </p:nvSpPr>
        <p:spPr bwMode="auto">
          <a:xfrm flipV="1">
            <a:off x="4055069" y="591902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060186" name="Rectangle: Rounded Corners 12"/>
          <p:cNvSpPr/>
          <p:nvPr/>
        </p:nvSpPr>
        <p:spPr bwMode="auto">
          <a:xfrm flipH="0" flipV="0">
            <a:off x="87767" y="67805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13221206" name=""/>
          <p:cNvSpPr/>
          <p:nvPr/>
        </p:nvSpPr>
        <p:spPr bwMode="auto">
          <a:xfrm rot="0" flipH="0" flipV="0">
            <a:off x="850487" y="3386694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6756081" name="TextBox 55"/>
          <p:cNvSpPr txBox="1"/>
          <p:nvPr/>
        </p:nvSpPr>
        <p:spPr bwMode="auto">
          <a:xfrm flipH="0" flipV="0">
            <a:off x="961236" y="3397577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Pagamento al cliente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31969144" name=""/>
          <p:cNvGrpSpPr/>
          <p:nvPr/>
        </p:nvGrpSpPr>
        <p:grpSpPr bwMode="auto">
          <a:xfrm>
            <a:off x="4408506" y="1369026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675950" name="Freeform 45"/>
          <p:cNvSpPr/>
          <p:nvPr/>
        </p:nvSpPr>
        <p:spPr bwMode="auto">
          <a:xfrm rot="0" flipH="0" flipV="0">
            <a:off x="493749" y="172753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9678903" name="TextBox 46"/>
          <p:cNvSpPr txBox="1"/>
          <p:nvPr/>
        </p:nvSpPr>
        <p:spPr bwMode="auto">
          <a:xfrm rot="0" flipH="0" flipV="0">
            <a:off x="493749" y="163110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Cambio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per acquisto divano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2841891" name="Freeform 48"/>
          <p:cNvSpPr/>
          <p:nvPr/>
        </p:nvSpPr>
        <p:spPr bwMode="auto">
          <a:xfrm rot="0" flipH="0" flipV="0">
            <a:off x="493749" y="2538966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9898644" name="TextBox 49"/>
          <p:cNvSpPr txBox="1"/>
          <p:nvPr/>
        </p:nvSpPr>
        <p:spPr bwMode="auto">
          <a:xfrm rot="0" flipH="0" flipV="0">
            <a:off x="493749" y="244253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Prelievo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da Exchange.com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6752484" name="Freeform 51"/>
          <p:cNvSpPr/>
          <p:nvPr/>
        </p:nvSpPr>
        <p:spPr bwMode="auto">
          <a:xfrm rot="0" flipH="0" flipV="0">
            <a:off x="493749" y="3352035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99290207" name="TextBox 52"/>
          <p:cNvSpPr txBox="1"/>
          <p:nvPr/>
        </p:nvSpPr>
        <p:spPr bwMode="auto">
          <a:xfrm rot="0" flipH="0" flipV="0">
            <a:off x="493749" y="3255600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Pagamento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del cliente David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120547" name="Freeform 54"/>
          <p:cNvSpPr/>
          <p:nvPr/>
        </p:nvSpPr>
        <p:spPr bwMode="auto">
          <a:xfrm rot="0" flipH="0" flipV="0">
            <a:off x="493749" y="416510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4078458" name="TextBox 55"/>
          <p:cNvSpPr txBox="1"/>
          <p:nvPr/>
        </p:nvSpPr>
        <p:spPr bwMode="auto">
          <a:xfrm rot="0" flipH="0" flipV="0">
            <a:off x="493749" y="406867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Acquisto di computer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0065717" name="Freeform 57"/>
          <p:cNvSpPr/>
          <p:nvPr/>
        </p:nvSpPr>
        <p:spPr bwMode="auto">
          <a:xfrm rot="0" flipH="0" flipV="0">
            <a:off x="493749" y="497817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5579731" name="TextBox 58"/>
          <p:cNvSpPr txBox="1"/>
          <p:nvPr/>
        </p:nvSpPr>
        <p:spPr bwMode="auto">
          <a:xfrm rot="0" flipH="0" flipV="0">
            <a:off x="493749" y="488174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Acquisto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da Charles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3702110" name="TextBox 64"/>
          <p:cNvSpPr txBox="1"/>
          <p:nvPr/>
        </p:nvSpPr>
        <p:spPr bwMode="auto">
          <a:xfrm flipH="0" flipV="0">
            <a:off x="785350" y="360649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Portafoglio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0754824" name="TextBox 65"/>
          <p:cNvSpPr txBox="1"/>
          <p:nvPr/>
        </p:nvSpPr>
        <p:spPr bwMode="auto">
          <a:xfrm flipH="0" flipV="0">
            <a:off x="446251" y="1113785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Etichette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5759826" name="TextBox 66"/>
          <p:cNvSpPr txBox="1"/>
          <p:nvPr/>
        </p:nvSpPr>
        <p:spPr bwMode="auto">
          <a:xfrm flipH="0" flipV="0">
            <a:off x="4455429" y="1113786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654154858" name="Freeform 71"/>
          <p:cNvSpPr/>
          <p:nvPr/>
        </p:nvSpPr>
        <p:spPr bwMode="auto">
          <a:xfrm rot="0" flipH="0" flipV="0">
            <a:off x="493749" y="5791251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137166" name="TextBox 72"/>
          <p:cNvSpPr txBox="1"/>
          <p:nvPr/>
        </p:nvSpPr>
        <p:spPr bwMode="auto">
          <a:xfrm rot="0" flipH="0" flipV="0">
            <a:off x="493749" y="569481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Acquisto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da Alice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03325449" name="Rectangle: Rounded Corners 12"/>
          <p:cNvSpPr/>
          <p:nvPr/>
        </p:nvSpPr>
        <p:spPr bwMode="auto">
          <a:xfrm flipH="0" flipV="0">
            <a:off x="119185" y="95910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70718575" name=""/>
          <p:cNvSpPr/>
          <p:nvPr/>
        </p:nvSpPr>
        <p:spPr bwMode="auto">
          <a:xfrm rot="0" flipH="0" flipV="0">
            <a:off x="939732" y="3449150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62649023" name="TextBox 55"/>
          <p:cNvSpPr txBox="1"/>
          <p:nvPr/>
        </p:nvSpPr>
        <p:spPr bwMode="auto">
          <a:xfrm flipH="0" flipV="0">
            <a:off x="797600" y="3348241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Pagamento al cliente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311388301" name=""/>
          <p:cNvGrpSpPr/>
          <p:nvPr/>
        </p:nvGrpSpPr>
        <p:grpSpPr bwMode="auto">
          <a:xfrm>
            <a:off x="4101993" y="1437448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550467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111152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430125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841475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392727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70911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18524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783767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28061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338543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387747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590904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33403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421967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44839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217668" name="AutoShape 34"/>
          <p:cNvSpPr/>
          <p:nvPr/>
        </p:nvSpPr>
        <p:spPr bwMode="auto">
          <a:xfrm>
            <a:off x="7346128" y="1805832"/>
            <a:ext cx="0" cy="43260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845658" name="TextBox 47"/>
          <p:cNvSpPr txBox="1"/>
          <p:nvPr/>
        </p:nvSpPr>
        <p:spPr bwMode="auto">
          <a:xfrm>
            <a:off x="4259459" y="805631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637366" name="TextBox 48"/>
          <p:cNvSpPr txBox="1"/>
          <p:nvPr/>
        </p:nvSpPr>
        <p:spPr bwMode="auto">
          <a:xfrm>
            <a:off x="4433526" y="1733886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/>
          </a:p>
        </p:txBody>
      </p:sp>
      <p:sp>
        <p:nvSpPr>
          <p:cNvPr id="1202482253" name="TextBox 49"/>
          <p:cNvSpPr txBox="1"/>
          <p:nvPr/>
        </p:nvSpPr>
        <p:spPr bwMode="auto">
          <a:xfrm>
            <a:off x="8042272" y="1754650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/>
          </a:p>
        </p:txBody>
      </p:sp>
      <p:sp>
        <p:nvSpPr>
          <p:cNvPr id="407884009" name="Rectangle: Rounded Corners 12"/>
          <p:cNvSpPr/>
          <p:nvPr/>
        </p:nvSpPr>
        <p:spPr bwMode="auto">
          <a:xfrm>
            <a:off x="3637529" y="460327"/>
            <a:ext cx="7577030" cy="59239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47286971" name=""/>
          <p:cNvGrpSpPr/>
          <p:nvPr/>
        </p:nvGrpSpPr>
        <p:grpSpPr bwMode="auto">
          <a:xfrm>
            <a:off x="4392351" y="2285280"/>
            <a:ext cx="5907362" cy="3747741"/>
            <a:chOff x="0" y="0"/>
            <a:chExt cx="5907362" cy="3747741"/>
          </a:xfrm>
        </p:grpSpPr>
        <p:sp>
          <p:nvSpPr>
            <p:cNvPr id="1077671625" name="Freeform 32"/>
            <p:cNvSpPr/>
            <p:nvPr/>
          </p:nvSpPr>
          <p:spPr bwMode="auto">
            <a:xfrm rot="0" flipH="0" flipV="0">
              <a:off x="0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854469286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4551642" name="Freeform 36"/>
            <p:cNvSpPr/>
            <p:nvPr/>
          </p:nvSpPr>
          <p:spPr bwMode="auto">
            <a:xfrm rot="0" flipH="0" flipV="0">
              <a:off x="0" y="110675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7144335" name="TextBox 37"/>
            <p:cNvSpPr txBox="1"/>
            <p:nvPr/>
          </p:nvSpPr>
          <p:spPr bwMode="auto">
            <a:xfrm rot="0" flipH="0" flipV="0">
              <a:off x="0" y="96259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39790401" name="Freeform 39"/>
            <p:cNvSpPr/>
            <p:nvPr/>
          </p:nvSpPr>
          <p:spPr bwMode="auto">
            <a:xfrm rot="0" flipH="0" flipV="0">
              <a:off x="184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04539674" name="TextBox 40"/>
            <p:cNvSpPr txBox="1"/>
            <p:nvPr/>
          </p:nvSpPr>
          <p:spPr bwMode="auto">
            <a:xfrm rot="0" flipH="0" flipV="0">
              <a:off x="184" y="1925188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65752471" name="Freeform 42"/>
            <p:cNvSpPr/>
            <p:nvPr/>
          </p:nvSpPr>
          <p:spPr bwMode="auto">
            <a:xfrm rot="0" flipH="0" flipV="0">
              <a:off x="184" y="303194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89117497" name="TextBox 43"/>
            <p:cNvSpPr txBox="1"/>
            <p:nvPr/>
          </p:nvSpPr>
          <p:spPr bwMode="auto">
            <a:xfrm rot="0" flipH="0" flipV="0">
              <a:off x="184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81800784" name="Freeform 45"/>
            <p:cNvSpPr/>
            <p:nvPr/>
          </p:nvSpPr>
          <p:spPr bwMode="auto">
            <a:xfrm rot="0" flipH="0" flipV="0">
              <a:off x="3608743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61339358" name="TextBox 46"/>
            <p:cNvSpPr txBox="1"/>
            <p:nvPr/>
          </p:nvSpPr>
          <p:spPr bwMode="auto">
            <a:xfrm rot="0" flipH="0" flipV="0">
              <a:off x="3608743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9109215" name="Freeform 51"/>
            <p:cNvSpPr/>
            <p:nvPr/>
          </p:nvSpPr>
          <p:spPr bwMode="auto">
            <a:xfrm rot="0" flipH="0" flipV="0">
              <a:off x="3608743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9150590" name="TextBox 52"/>
            <p:cNvSpPr txBox="1"/>
            <p:nvPr/>
          </p:nvSpPr>
          <p:spPr bwMode="auto">
            <a:xfrm rot="0" flipH="0" flipV="0">
              <a:off x="3608743" y="955793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271313" name="AutoShape 32"/>
          <p:cNvSpPr/>
          <p:nvPr/>
        </p:nvSpPr>
        <p:spPr bwMode="auto">
          <a:xfrm flipH="0" flipV="0">
            <a:off x="9467921" y="1565933"/>
            <a:ext cx="0" cy="2556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549042" name="Freeform 46"/>
          <p:cNvSpPr/>
          <p:nvPr/>
        </p:nvSpPr>
        <p:spPr bwMode="auto">
          <a:xfrm rot="0" flipH="0" flipV="0">
            <a:off x="2361493" y="1016913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5387721" name="TextBox 47"/>
          <p:cNvSpPr txBox="1"/>
          <p:nvPr/>
        </p:nvSpPr>
        <p:spPr bwMode="auto">
          <a:xfrm rot="0" flipH="0" flipV="0">
            <a:off x="2361493" y="924474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Transazione</a:t>
            </a:r>
            <a:endParaRPr/>
          </a:p>
        </p:txBody>
      </p:sp>
      <p:sp>
        <p:nvSpPr>
          <p:cNvPr id="585455175" name="Freeform 49"/>
          <p:cNvSpPr/>
          <p:nvPr/>
        </p:nvSpPr>
        <p:spPr bwMode="auto">
          <a:xfrm rot="0" flipH="0" flipV="0">
            <a:off x="684249" y="2281875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4635095" name="TextBox 50"/>
          <p:cNvSpPr txBox="1"/>
          <p:nvPr/>
        </p:nvSpPr>
        <p:spPr bwMode="auto">
          <a:xfrm rot="0" flipH="0" flipV="0">
            <a:off x="684249" y="2189436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Transazione</a:t>
            </a:r>
            <a:endParaRPr/>
          </a:p>
        </p:txBody>
      </p:sp>
      <p:sp>
        <p:nvSpPr>
          <p:cNvPr id="1481562391" name="Freeform 52"/>
          <p:cNvSpPr/>
          <p:nvPr/>
        </p:nvSpPr>
        <p:spPr bwMode="auto">
          <a:xfrm rot="0" flipH="0" flipV="0">
            <a:off x="3590965" y="2805436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299145" name="TextBox 53"/>
          <p:cNvSpPr txBox="1"/>
          <p:nvPr/>
        </p:nvSpPr>
        <p:spPr bwMode="auto">
          <a:xfrm rot="0" flipH="0" flipV="0">
            <a:off x="3590965" y="2712997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Transazione</a:t>
            </a:r>
            <a:endParaRPr/>
          </a:p>
        </p:txBody>
      </p:sp>
      <p:sp>
        <p:nvSpPr>
          <p:cNvPr id="2045768930" name="Freeform 55"/>
          <p:cNvSpPr/>
          <p:nvPr/>
        </p:nvSpPr>
        <p:spPr bwMode="auto">
          <a:xfrm rot="0" flipH="0" flipV="0">
            <a:off x="1996309" y="4039880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9781023" name="TextBox 56"/>
          <p:cNvSpPr txBox="1"/>
          <p:nvPr/>
        </p:nvSpPr>
        <p:spPr bwMode="auto">
          <a:xfrm rot="0" flipH="0" flipV="0">
            <a:off x="1996309" y="3947441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Transazione</a:t>
            </a:r>
            <a:endParaRPr/>
          </a:p>
        </p:txBody>
      </p:sp>
      <p:sp>
        <p:nvSpPr>
          <p:cNvPr id="1247407466" name="Freeform 57"/>
          <p:cNvSpPr/>
          <p:nvPr/>
        </p:nvSpPr>
        <p:spPr bwMode="auto">
          <a:xfrm>
            <a:off x="7091997" y="512023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27275" name="AutoShape 58"/>
          <p:cNvSpPr/>
          <p:nvPr/>
        </p:nvSpPr>
        <p:spPr bwMode="auto">
          <a:xfrm>
            <a:off x="5820602" y="3097776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287095" name="AutoShape 59"/>
          <p:cNvSpPr/>
          <p:nvPr/>
        </p:nvSpPr>
        <p:spPr bwMode="auto">
          <a:xfrm>
            <a:off x="2913890" y="2544452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43243" name="AutoShape 60"/>
          <p:cNvSpPr/>
          <p:nvPr/>
        </p:nvSpPr>
        <p:spPr bwMode="auto">
          <a:xfrm>
            <a:off x="4591130" y="1408159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375218" name="AutoShape 61"/>
          <p:cNvSpPr/>
          <p:nvPr/>
        </p:nvSpPr>
        <p:spPr bwMode="auto">
          <a:xfrm flipV="1">
            <a:off x="4225948" y="3882495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758967" name="TextBox 62"/>
          <p:cNvSpPr txBox="1"/>
          <p:nvPr/>
        </p:nvSpPr>
        <p:spPr bwMode="auto">
          <a:xfrm>
            <a:off x="7414317" y="986190"/>
            <a:ext cx="3959822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2200"/>
          </a:p>
        </p:txBody>
      </p:sp>
      <p:sp>
        <p:nvSpPr>
          <p:cNvPr id="1247453736" name="TextBox 63"/>
          <p:cNvSpPr txBox="1"/>
          <p:nvPr/>
        </p:nvSpPr>
        <p:spPr bwMode="auto">
          <a:xfrm>
            <a:off x="7600344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2200"/>
          </a:p>
        </p:txBody>
      </p:sp>
      <p:sp>
        <p:nvSpPr>
          <p:cNvPr id="1346095663" name="TextBox 64"/>
          <p:cNvSpPr txBox="1"/>
          <p:nvPr/>
        </p:nvSpPr>
        <p:spPr bwMode="auto">
          <a:xfrm>
            <a:off x="9839880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uscite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63153624" name="AutoShape 65"/>
          <p:cNvSpPr/>
          <p:nvPr/>
        </p:nvSpPr>
        <p:spPr bwMode="auto">
          <a:xfrm>
            <a:off x="5820602" y="4554537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102375" name="Freeform 67"/>
          <p:cNvSpPr/>
          <p:nvPr/>
        </p:nvSpPr>
        <p:spPr bwMode="auto">
          <a:xfrm rot="0" flipH="0" flipV="0">
            <a:off x="538197" y="38488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2882031" name="Rectangle: Rounded Corners 12"/>
          <p:cNvSpPr/>
          <p:nvPr/>
        </p:nvSpPr>
        <p:spPr bwMode="auto">
          <a:xfrm>
            <a:off x="7192742" y="608070"/>
            <a:ext cx="4452382" cy="386957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2507010" name=""/>
          <p:cNvGrpSpPr/>
          <p:nvPr/>
        </p:nvGrpSpPr>
        <p:grpSpPr bwMode="auto">
          <a:xfrm>
            <a:off x="7573941" y="1890859"/>
            <a:ext cx="3713425" cy="2372268"/>
            <a:chOff x="0" y="0"/>
            <a:chExt cx="3713425" cy="2372268"/>
          </a:xfrm>
        </p:grpSpPr>
        <p:sp>
          <p:nvSpPr>
            <p:cNvPr id="1733468421" name="Freeform 30"/>
            <p:cNvSpPr/>
            <p:nvPr/>
          </p:nvSpPr>
          <p:spPr bwMode="auto">
            <a:xfrm rot="0" flipH="0" flipV="0">
              <a:off x="0" y="61623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02327741" name="TextBox 31"/>
            <p:cNvSpPr txBox="1"/>
            <p:nvPr/>
          </p:nvSpPr>
          <p:spPr bwMode="auto">
            <a:xfrm rot="0" flipH="0" flipV="0">
              <a:off x="0" y="0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1685038" name="Freeform 34"/>
            <p:cNvSpPr/>
            <p:nvPr/>
          </p:nvSpPr>
          <p:spPr bwMode="auto">
            <a:xfrm rot="0" flipH="0" flipV="0">
              <a:off x="0" y="678844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6073496" name="TextBox 35"/>
            <p:cNvSpPr txBox="1"/>
            <p:nvPr/>
          </p:nvSpPr>
          <p:spPr bwMode="auto">
            <a:xfrm rot="0" flipH="0" flipV="0">
              <a:off x="0" y="617221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540909" name="Freeform 37"/>
            <p:cNvSpPr/>
            <p:nvPr/>
          </p:nvSpPr>
          <p:spPr bwMode="auto">
            <a:xfrm rot="0" flipH="0" flipV="0">
              <a:off x="117" y="1296067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1084323" name="TextBox 38"/>
            <p:cNvSpPr txBox="1"/>
            <p:nvPr/>
          </p:nvSpPr>
          <p:spPr bwMode="auto">
            <a:xfrm rot="0" flipH="0" flipV="0">
              <a:off x="117" y="1234442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6235541" name="Freeform 40"/>
            <p:cNvSpPr/>
            <p:nvPr/>
          </p:nvSpPr>
          <p:spPr bwMode="auto">
            <a:xfrm rot="0" flipH="0" flipV="0">
              <a:off x="117" y="1913289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66420" name="TextBox 41"/>
            <p:cNvSpPr txBox="1"/>
            <p:nvPr/>
          </p:nvSpPr>
          <p:spPr bwMode="auto">
            <a:xfrm rot="0" flipH="0" flipV="0">
              <a:off x="117" y="1851666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5638069" name="Freeform 43"/>
            <p:cNvSpPr/>
            <p:nvPr/>
          </p:nvSpPr>
          <p:spPr bwMode="auto">
            <a:xfrm rot="0" flipH="0" flipV="0">
              <a:off x="2239536" y="6162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2506320" name="TextBox 44"/>
            <p:cNvSpPr txBox="1"/>
            <p:nvPr/>
          </p:nvSpPr>
          <p:spPr bwMode="auto">
            <a:xfrm rot="0" flipH="0" flipV="0">
              <a:off x="2239536" y="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3980002" name="Freeform 70"/>
            <p:cNvSpPr/>
            <p:nvPr/>
          </p:nvSpPr>
          <p:spPr bwMode="auto">
            <a:xfrm rot="0" flipH="0" flipV="0">
              <a:off x="2239536" y="67448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1599959" name="TextBox 71"/>
            <p:cNvSpPr txBox="1"/>
            <p:nvPr/>
          </p:nvSpPr>
          <p:spPr bwMode="auto">
            <a:xfrm rot="0" flipH="0" flipV="0">
              <a:off x="2239536" y="61286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575428" name="AutoShape 32"/>
          <p:cNvSpPr/>
          <p:nvPr/>
        </p:nvSpPr>
        <p:spPr bwMode="auto">
          <a:xfrm>
            <a:off x="7570946" y="924744"/>
            <a:ext cx="0" cy="305096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111716" name="Freeform 40"/>
          <p:cNvSpPr/>
          <p:nvPr/>
        </p:nvSpPr>
        <p:spPr bwMode="auto">
          <a:xfrm rot="0" flipH="0" flipV="0">
            <a:off x="1384521" y="1321470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9669530" name="TextBox 41"/>
          <p:cNvSpPr txBox="1"/>
          <p:nvPr/>
        </p:nvSpPr>
        <p:spPr bwMode="auto">
          <a:xfrm rot="0" flipH="0" flipV="0">
            <a:off x="1384521" y="1219796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33151135" name="Freeform 43"/>
          <p:cNvSpPr/>
          <p:nvPr/>
        </p:nvSpPr>
        <p:spPr bwMode="auto">
          <a:xfrm rot="0" flipH="0" flipV="0">
            <a:off x="1384521" y="1993367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3921021" name="TextBox 44"/>
          <p:cNvSpPr txBox="1"/>
          <p:nvPr/>
        </p:nvSpPr>
        <p:spPr bwMode="auto">
          <a:xfrm rot="0" flipH="0" flipV="0">
            <a:off x="1384521" y="189169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Scambio.kyc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84477116" name="Freeform 45"/>
          <p:cNvSpPr/>
          <p:nvPr/>
        </p:nvSpPr>
        <p:spPr bwMode="auto">
          <a:xfrm>
            <a:off x="1588076" y="4417215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6" y="0"/>
                </a:lnTo>
                <a:lnTo>
                  <a:pt x="1543366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246799" name="AutoShape 46"/>
          <p:cNvSpPr/>
          <p:nvPr/>
        </p:nvSpPr>
        <p:spPr bwMode="auto">
          <a:xfrm>
            <a:off x="3334997" y="2277588"/>
            <a:ext cx="2152774" cy="26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265336" name="AutoShape 47"/>
          <p:cNvSpPr/>
          <p:nvPr/>
        </p:nvSpPr>
        <p:spPr bwMode="auto">
          <a:xfrm flipV="1">
            <a:off x="3334997" y="1602768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223396" name="TextBox 48"/>
          <p:cNvSpPr txBox="1"/>
          <p:nvPr/>
        </p:nvSpPr>
        <p:spPr bwMode="auto">
          <a:xfrm>
            <a:off x="5394045" y="536435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800"/>
          </a:p>
        </p:txBody>
      </p:sp>
      <p:sp>
        <p:nvSpPr>
          <p:cNvPr id="1537313014" name="TextBox 49"/>
          <p:cNvSpPr txBox="1"/>
          <p:nvPr/>
        </p:nvSpPr>
        <p:spPr bwMode="auto">
          <a:xfrm>
            <a:off x="5516809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52615905" name="TextBox 50"/>
          <p:cNvSpPr txBox="1"/>
          <p:nvPr/>
        </p:nvSpPr>
        <p:spPr bwMode="auto">
          <a:xfrm>
            <a:off x="8061908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38518972" name="AutoShape 51"/>
          <p:cNvSpPr/>
          <p:nvPr/>
        </p:nvSpPr>
        <p:spPr bwMode="auto">
          <a:xfrm flipH="1">
            <a:off x="2359759" y="2559434"/>
            <a:ext cx="0" cy="172736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011820" name="AutoShape 55"/>
          <p:cNvSpPr/>
          <p:nvPr/>
        </p:nvSpPr>
        <p:spPr bwMode="auto">
          <a:xfrm flipH="1">
            <a:off x="286391" y="1604503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683638" name="TextBox 56"/>
          <p:cNvSpPr txBox="1"/>
          <p:nvPr/>
        </p:nvSpPr>
        <p:spPr bwMode="auto">
          <a:xfrm>
            <a:off x="182859" y="914160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77355134" name="AutoShape 57"/>
          <p:cNvSpPr/>
          <p:nvPr/>
        </p:nvSpPr>
        <p:spPr bwMode="auto">
          <a:xfrm>
            <a:off x="286391" y="5264055"/>
            <a:ext cx="1301684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963737" name="AutoShape 58"/>
          <p:cNvSpPr/>
          <p:nvPr/>
        </p:nvSpPr>
        <p:spPr bwMode="auto">
          <a:xfrm>
            <a:off x="286391" y="1604503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435291" name="Rectangle: Rounded Corners 12"/>
          <p:cNvSpPr/>
          <p:nvPr/>
        </p:nvSpPr>
        <p:spPr bwMode="auto">
          <a:xfrm>
            <a:off x="4978278" y="158095"/>
            <a:ext cx="5116917" cy="42591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9358441" name=""/>
          <p:cNvGrpSpPr/>
          <p:nvPr/>
        </p:nvGrpSpPr>
        <p:grpSpPr bwMode="auto">
          <a:xfrm>
            <a:off x="5487770" y="1282128"/>
            <a:ext cx="4459493" cy="1251482"/>
            <a:chOff x="0" y="0"/>
            <a:chExt cx="4459493" cy="1251482"/>
          </a:xfrm>
        </p:grpSpPr>
        <p:sp>
          <p:nvSpPr>
            <p:cNvPr id="1954140277" name="Freeform 30"/>
            <p:cNvSpPr/>
            <p:nvPr/>
          </p:nvSpPr>
          <p:spPr bwMode="auto">
            <a:xfrm rot="0" flipH="0" flipV="0">
              <a:off x="0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9993458" name="TextBox 31"/>
            <p:cNvSpPr txBox="1"/>
            <p:nvPr/>
          </p:nvSpPr>
          <p:spPr bwMode="auto">
            <a:xfrm rot="0" flipH="0" flipV="0">
              <a:off x="0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8019791" name="Freeform 34"/>
            <p:cNvSpPr/>
            <p:nvPr/>
          </p:nvSpPr>
          <p:spPr bwMode="auto">
            <a:xfrm rot="0" flipH="0" flipV="0">
              <a:off x="0" y="746656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113394" name="TextBox 35"/>
            <p:cNvSpPr txBox="1"/>
            <p:nvPr/>
          </p:nvSpPr>
          <p:spPr bwMode="auto">
            <a:xfrm rot="0" flipH="0" flipV="0">
              <a:off x="0" y="678878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9239213" name="Freeform 37"/>
            <p:cNvSpPr/>
            <p:nvPr/>
          </p:nvSpPr>
          <p:spPr bwMode="auto">
            <a:xfrm rot="0" flipH="0" flipV="0">
              <a:off x="2545097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4452803" name="TextBox 38"/>
            <p:cNvSpPr txBox="1"/>
            <p:nvPr/>
          </p:nvSpPr>
          <p:spPr bwMode="auto">
            <a:xfrm rot="0" flipH="0" flipV="0">
              <a:off x="2545097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6819551" name="Freeform 53"/>
            <p:cNvSpPr/>
            <p:nvPr/>
          </p:nvSpPr>
          <p:spPr bwMode="auto">
            <a:xfrm rot="0" flipH="0" flipV="0">
              <a:off x="2545097" y="741859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3986938" name="TextBox 54"/>
            <p:cNvSpPr txBox="1"/>
            <p:nvPr/>
          </p:nvSpPr>
          <p:spPr bwMode="auto">
            <a:xfrm rot="0" flipH="0" flipV="0">
              <a:off x="2545097" y="674081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843679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0428763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76479738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55704373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745499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278514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2403225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1482547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169961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875702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6070106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39742719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3033757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78549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2672335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169364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6515038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313377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88924315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7357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8128103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47068216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84698440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244990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4557980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241542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535509017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664068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908501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41465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1467139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720169277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416722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621621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5698338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85161254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0536260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9515110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888485364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162905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053150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854917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987919691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60247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061998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44784566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976865001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4018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1723752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878782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32846015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8893645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8349109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7529765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38523413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497919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2248693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5487414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11127728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3667652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0853313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6404963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97594499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53109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217253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16602340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025296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41117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165311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58085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457201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7113405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283112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993955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867387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04205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869660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62583820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98288752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64898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02998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4680454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3026351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084154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201549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62683243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9728463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5609274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5358736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1656489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767033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9823097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9650830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75533086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335751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140765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6934612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01217997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785986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714533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9464955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2755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936429008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646543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33480239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9195612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957958023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2355823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7464481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5109707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38581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088384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5563108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8703264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39975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4114536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9119951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17649549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56187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5914662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3636598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774307381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899230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994412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58860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81598762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52358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6656680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68239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12965472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73683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2916732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8731428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65468219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498877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7516348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9884344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019680838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060106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637389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503905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119952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16670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847637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358479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147098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476556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6898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778467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  <p:sp>
        <p:nvSpPr>
          <p:cNvPr id="1120844682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821024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45505524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627951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649435" name="AutoShape 26"/>
          <p:cNvSpPr/>
          <p:nvPr/>
        </p:nvSpPr>
        <p:spPr bwMode="auto">
          <a:xfrm flipV="1">
            <a:off x="1487747" y="1147624"/>
            <a:ext cx="1021349" cy="76978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267076" name="Freeform 29"/>
          <p:cNvSpPr/>
          <p:nvPr/>
        </p:nvSpPr>
        <p:spPr bwMode="auto">
          <a:xfrm rot="0" flipH="0" flipV="0">
            <a:off x="2509097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8405355" name="TextBox 30"/>
          <p:cNvSpPr txBox="1"/>
          <p:nvPr/>
        </p:nvSpPr>
        <p:spPr bwMode="auto">
          <a:xfrm rot="0" flipH="0" flipV="0">
            <a:off x="2535898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8040248" name="Freeform 31"/>
          <p:cNvSpPr/>
          <p:nvPr/>
        </p:nvSpPr>
        <p:spPr bwMode="auto">
          <a:xfrm rot="0" flipH="0" flipV="0">
            <a:off x="2546215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766303148" name="Freeform 34"/>
          <p:cNvSpPr/>
          <p:nvPr/>
        </p:nvSpPr>
        <p:spPr bwMode="auto">
          <a:xfrm rot="0" flipH="0" flipV="0">
            <a:off x="1059624" y="186467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5923709" name="TextBox 35"/>
          <p:cNvSpPr txBox="1"/>
          <p:nvPr/>
        </p:nvSpPr>
        <p:spPr bwMode="auto">
          <a:xfrm rot="0" flipH="0" flipV="0">
            <a:off x="1099759" y="187973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8548829" name="Freeform 36"/>
          <p:cNvSpPr/>
          <p:nvPr/>
        </p:nvSpPr>
        <p:spPr bwMode="auto">
          <a:xfrm rot="0" flipH="0" flipV="0">
            <a:off x="1115210" y="1920265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18609629" name="AutoShape 37"/>
          <p:cNvSpPr/>
          <p:nvPr/>
        </p:nvSpPr>
        <p:spPr bwMode="auto">
          <a:xfrm>
            <a:off x="2770913" y="1182832"/>
            <a:ext cx="525105" cy="63142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67312" name="Freeform 40"/>
          <p:cNvSpPr/>
          <p:nvPr/>
        </p:nvSpPr>
        <p:spPr bwMode="auto">
          <a:xfrm rot="0" flipH="0" flipV="0">
            <a:off x="4521843" y="1153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291721" name="TextBox 41"/>
          <p:cNvSpPr txBox="1"/>
          <p:nvPr/>
        </p:nvSpPr>
        <p:spPr bwMode="auto">
          <a:xfrm rot="0" flipH="0" flipV="0">
            <a:off x="4548643" y="1163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70913871" name="Freeform 42"/>
          <p:cNvSpPr/>
          <p:nvPr/>
        </p:nvSpPr>
        <p:spPr bwMode="auto">
          <a:xfrm rot="0" flipH="0" flipV="0">
            <a:off x="4558960" y="1190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78481378" name="AutoShape 43"/>
          <p:cNvSpPr/>
          <p:nvPr/>
        </p:nvSpPr>
        <p:spPr bwMode="auto">
          <a:xfrm flipH="1">
            <a:off x="3824645" y="1384233"/>
            <a:ext cx="697196" cy="4300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484982" name="Freeform 46"/>
          <p:cNvSpPr/>
          <p:nvPr/>
        </p:nvSpPr>
        <p:spPr bwMode="auto">
          <a:xfrm rot="0" flipH="0" flipV="0">
            <a:off x="4102126" y="79817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0009940" name="TextBox 47"/>
          <p:cNvSpPr txBox="1"/>
          <p:nvPr/>
        </p:nvSpPr>
        <p:spPr bwMode="auto">
          <a:xfrm rot="0" flipH="0" flipV="0">
            <a:off x="4128927" y="80822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45201496" name="Freeform 48"/>
          <p:cNvSpPr/>
          <p:nvPr/>
        </p:nvSpPr>
        <p:spPr bwMode="auto">
          <a:xfrm rot="0" flipH="0" flipV="0">
            <a:off x="4139244" y="83529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599213181" name="AutoShape 49"/>
          <p:cNvSpPr/>
          <p:nvPr/>
        </p:nvSpPr>
        <p:spPr bwMode="auto">
          <a:xfrm flipH="1">
            <a:off x="3627636" y="1084058"/>
            <a:ext cx="516350" cy="73019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282490" name="Freeform 52"/>
          <p:cNvSpPr/>
          <p:nvPr/>
        </p:nvSpPr>
        <p:spPr bwMode="auto">
          <a:xfrm rot="0" flipH="0" flipV="0">
            <a:off x="3328192" y="709350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6667091" name="TextBox 53"/>
          <p:cNvSpPr txBox="1"/>
          <p:nvPr/>
        </p:nvSpPr>
        <p:spPr bwMode="auto">
          <a:xfrm rot="0" flipH="0" flipV="0">
            <a:off x="3354993" y="719401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0613631" name="Freeform 54"/>
          <p:cNvSpPr/>
          <p:nvPr/>
        </p:nvSpPr>
        <p:spPr bwMode="auto">
          <a:xfrm rot="0" flipH="0" flipV="0">
            <a:off x="3365310" y="74646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02155006" name="AutoShape 55"/>
          <p:cNvSpPr/>
          <p:nvPr/>
        </p:nvSpPr>
        <p:spPr bwMode="auto">
          <a:xfrm>
            <a:off x="3471633" y="995234"/>
            <a:ext cx="2854" cy="8190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134773" name="AutoShape 56"/>
          <p:cNvSpPr/>
          <p:nvPr/>
        </p:nvSpPr>
        <p:spPr bwMode="auto">
          <a:xfrm>
            <a:off x="3718643" y="2245277"/>
            <a:ext cx="847874" cy="7507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455760" name="Freeform 59"/>
          <p:cNvSpPr/>
          <p:nvPr/>
        </p:nvSpPr>
        <p:spPr bwMode="auto">
          <a:xfrm rot="0" flipH="0" flipV="0">
            <a:off x="4566519" y="297146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502295193" name="TextBox 60"/>
          <p:cNvSpPr txBox="1"/>
          <p:nvPr/>
        </p:nvSpPr>
        <p:spPr bwMode="auto">
          <a:xfrm rot="0" flipH="0" flipV="0">
            <a:off x="4606654" y="298651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73922446" name="Freeform 61"/>
          <p:cNvSpPr/>
          <p:nvPr/>
        </p:nvSpPr>
        <p:spPr bwMode="auto">
          <a:xfrm rot="0" flipH="0" flipV="0">
            <a:off x="4622105" y="3027048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442748357" name="AutoShape 62"/>
          <p:cNvSpPr/>
          <p:nvPr/>
        </p:nvSpPr>
        <p:spPr bwMode="auto">
          <a:xfrm flipV="1">
            <a:off x="4895388" y="1617606"/>
            <a:ext cx="726105" cy="1353854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02694" name="Freeform 65"/>
          <p:cNvSpPr/>
          <p:nvPr/>
        </p:nvSpPr>
        <p:spPr bwMode="auto">
          <a:xfrm rot="0" flipH="0" flipV="0">
            <a:off x="5522239" y="118948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485074253" name="TextBox 66"/>
          <p:cNvSpPr txBox="1"/>
          <p:nvPr/>
        </p:nvSpPr>
        <p:spPr bwMode="auto">
          <a:xfrm rot="0" flipH="0" flipV="0">
            <a:off x="5562375" y="120453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846632446" name="Freeform 67"/>
          <p:cNvSpPr/>
          <p:nvPr/>
        </p:nvSpPr>
        <p:spPr bwMode="auto">
          <a:xfrm rot="0" flipH="0" flipV="0">
            <a:off x="5577825" y="1245067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29555043" name="Freeform 70"/>
          <p:cNvSpPr/>
          <p:nvPr/>
        </p:nvSpPr>
        <p:spPr bwMode="auto">
          <a:xfrm rot="0" flipH="0" flipV="0">
            <a:off x="5550696" y="310351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40722880" name="TextBox 71"/>
          <p:cNvSpPr txBox="1"/>
          <p:nvPr/>
        </p:nvSpPr>
        <p:spPr bwMode="auto">
          <a:xfrm rot="0" flipH="0" flipV="0">
            <a:off x="5577496" y="3113570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36500207" name="Freeform 72"/>
          <p:cNvSpPr/>
          <p:nvPr/>
        </p:nvSpPr>
        <p:spPr bwMode="auto">
          <a:xfrm rot="0" flipH="0" flipV="0">
            <a:off x="5587813" y="3140637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91513346" name="AutoShape 73"/>
          <p:cNvSpPr/>
          <p:nvPr/>
        </p:nvSpPr>
        <p:spPr bwMode="auto">
          <a:xfrm>
            <a:off x="4994644" y="3199810"/>
            <a:ext cx="556051" cy="37108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788872" name="Freeform 76"/>
          <p:cNvSpPr/>
          <p:nvPr/>
        </p:nvSpPr>
        <p:spPr bwMode="auto">
          <a:xfrm rot="0" flipH="0" flipV="0">
            <a:off x="6668166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896081141" name="TextBox 77"/>
          <p:cNvSpPr txBox="1"/>
          <p:nvPr/>
        </p:nvSpPr>
        <p:spPr bwMode="auto">
          <a:xfrm rot="0" flipH="0" flipV="0">
            <a:off x="6694967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0469025" name="Freeform 78"/>
          <p:cNvSpPr/>
          <p:nvPr/>
        </p:nvSpPr>
        <p:spPr bwMode="auto">
          <a:xfrm rot="0" flipH="0" flipV="0">
            <a:off x="6705284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2005488522" name="AutoShape 79"/>
          <p:cNvSpPr/>
          <p:nvPr/>
        </p:nvSpPr>
        <p:spPr bwMode="auto">
          <a:xfrm flipV="1">
            <a:off x="5950365" y="1088254"/>
            <a:ext cx="717800" cy="24286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866717" name="Freeform 82"/>
          <p:cNvSpPr/>
          <p:nvPr/>
        </p:nvSpPr>
        <p:spPr bwMode="auto">
          <a:xfrm rot="0" flipH="0" flipV="0">
            <a:off x="6597046" y="2194126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352885917" name="TextBox 83"/>
          <p:cNvSpPr txBox="1"/>
          <p:nvPr/>
        </p:nvSpPr>
        <p:spPr bwMode="auto">
          <a:xfrm rot="0" flipH="0" flipV="0">
            <a:off x="6637182" y="2209178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54147966" name="Freeform 84"/>
          <p:cNvSpPr/>
          <p:nvPr/>
        </p:nvSpPr>
        <p:spPr bwMode="auto">
          <a:xfrm rot="0" flipH="0" flipV="0">
            <a:off x="6652632" y="2249713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88253542" name="AutoShape 85"/>
          <p:cNvSpPr/>
          <p:nvPr/>
        </p:nvSpPr>
        <p:spPr bwMode="auto">
          <a:xfrm>
            <a:off x="5950365" y="1603634"/>
            <a:ext cx="646679" cy="604467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067192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650514644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435617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669998042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343640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396253823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803582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710867870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982472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84303039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1173069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32789011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74272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009956092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80941593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142624070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33617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982397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4044546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111120741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907287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671940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84274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9587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962989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6245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374206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986296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104828" name="Freeform 123"/>
          <p:cNvSpPr/>
          <p:nvPr/>
        </p:nvSpPr>
        <p:spPr bwMode="auto">
          <a:xfrm>
            <a:off x="4006122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2" y="0"/>
                </a:lnTo>
                <a:lnTo>
                  <a:pt x="1518432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76015" name="Freeform 124"/>
          <p:cNvSpPr/>
          <p:nvPr/>
        </p:nvSpPr>
        <p:spPr bwMode="auto">
          <a:xfrm>
            <a:off x="5950365" y="5079333"/>
            <a:ext cx="789936" cy="473961"/>
          </a:xfrm>
          <a:custGeom>
            <a:avLst/>
            <a:gdLst/>
            <a:ahLst/>
            <a:cxnLst/>
            <a:rect l="l" t="t" r="r" b="b"/>
            <a:pathLst>
              <a:path w="789938" h="473963" fill="norm" stroke="1" extrusionOk="0">
                <a:moveTo>
                  <a:pt x="0" y="0"/>
                </a:moveTo>
                <a:lnTo>
                  <a:pt x="789938" y="0"/>
                </a:lnTo>
                <a:lnTo>
                  <a:pt x="789938" y="473963"/>
                </a:lnTo>
                <a:lnTo>
                  <a:pt x="0" y="473963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5634" name="Freeform 126"/>
          <p:cNvSpPr/>
          <p:nvPr/>
        </p:nvSpPr>
        <p:spPr bwMode="auto">
          <a:xfrm rot="0" flipH="0" flipV="0">
            <a:off x="850392" y="5021257"/>
            <a:ext cx="846585" cy="59010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9739" y="0"/>
                </a:moveTo>
                <a:lnTo>
                  <a:pt x="255858" y="0"/>
                </a:lnTo>
                <a:cubicBezTo>
                  <a:pt x="316465" y="0"/>
                  <a:pt x="365597" y="49132"/>
                  <a:pt x="365597" y="109739"/>
                </a:cubicBezTo>
                <a:lnTo>
                  <a:pt x="365597" y="145100"/>
                </a:lnTo>
                <a:cubicBezTo>
                  <a:pt x="365597" y="174205"/>
                  <a:pt x="354035" y="202117"/>
                  <a:pt x="333455" y="222697"/>
                </a:cubicBezTo>
                <a:cubicBezTo>
                  <a:pt x="312875" y="243277"/>
                  <a:pt x="284963" y="254839"/>
                  <a:pt x="255858" y="254839"/>
                </a:cubicBezTo>
                <a:lnTo>
                  <a:pt x="109739" y="254839"/>
                </a:lnTo>
                <a:cubicBezTo>
                  <a:pt x="80634" y="254839"/>
                  <a:pt x="52722" y="243277"/>
                  <a:pt x="32142" y="222697"/>
                </a:cubicBezTo>
                <a:cubicBezTo>
                  <a:pt x="11562" y="202117"/>
                  <a:pt x="0" y="174205"/>
                  <a:pt x="0" y="145100"/>
                </a:cubicBezTo>
                <a:lnTo>
                  <a:pt x="0" y="109739"/>
                </a:lnTo>
                <a:cubicBezTo>
                  <a:pt x="0" y="80634"/>
                  <a:pt x="11562" y="52722"/>
                  <a:pt x="32142" y="32142"/>
                </a:cubicBezTo>
                <a:cubicBezTo>
                  <a:pt x="52722" y="11562"/>
                  <a:pt x="80634" y="0"/>
                  <a:pt x="1097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787323" name="TextBox 127"/>
          <p:cNvSpPr txBox="1"/>
          <p:nvPr/>
        </p:nvSpPr>
        <p:spPr bwMode="auto">
          <a:xfrm rot="0" flipH="0" flipV="0">
            <a:off x="850392" y="4866867"/>
            <a:ext cx="846585" cy="7445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9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2074828929" name="AutoShape 128"/>
          <p:cNvSpPr/>
          <p:nvPr/>
        </p:nvSpPr>
        <p:spPr bwMode="auto">
          <a:xfrm>
            <a:off x="1273685" y="2292805"/>
            <a:ext cx="0" cy="2728453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158025" name="AutoShape 129"/>
          <p:cNvSpPr/>
          <p:nvPr/>
        </p:nvSpPr>
        <p:spPr bwMode="auto">
          <a:xfrm flipH="1">
            <a:off x="1696979" y="5316315"/>
            <a:ext cx="2309144" cy="0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620612" name="Freeform 131"/>
          <p:cNvSpPr/>
          <p:nvPr/>
        </p:nvSpPr>
        <p:spPr bwMode="auto">
          <a:xfrm rot="0" flipH="0" flipV="0">
            <a:off x="2081248" y="1814256"/>
            <a:ext cx="1924871" cy="431019"/>
          </a:xfrm>
          <a:custGeom>
            <a:avLst/>
            <a:gdLst/>
            <a:ahLst/>
            <a:cxnLst/>
            <a:rect l="l" t="t" r="r" b="b"/>
            <a:pathLst>
              <a:path w="458522" h="186135" fill="norm" stroke="1" extrusionOk="0">
                <a:moveTo>
                  <a:pt x="87499" y="0"/>
                </a:moveTo>
                <a:lnTo>
                  <a:pt x="371024" y="0"/>
                </a:lnTo>
                <a:cubicBezTo>
                  <a:pt x="419348" y="0"/>
                  <a:pt x="458522" y="39174"/>
                  <a:pt x="458522" y="87499"/>
                </a:cubicBezTo>
                <a:lnTo>
                  <a:pt x="458522" y="98636"/>
                </a:lnTo>
                <a:cubicBezTo>
                  <a:pt x="458522" y="146960"/>
                  <a:pt x="419348" y="186135"/>
                  <a:pt x="371024" y="186135"/>
                </a:cubicBezTo>
                <a:lnTo>
                  <a:pt x="87499" y="186135"/>
                </a:lnTo>
                <a:cubicBezTo>
                  <a:pt x="39174" y="186135"/>
                  <a:pt x="0" y="146960"/>
                  <a:pt x="0" y="98636"/>
                </a:cubicBezTo>
                <a:lnTo>
                  <a:pt x="0" y="87499"/>
                </a:lnTo>
                <a:cubicBezTo>
                  <a:pt x="0" y="39174"/>
                  <a:pt x="39174" y="0"/>
                  <a:pt x="8749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8547644" name="TextBox 132"/>
          <p:cNvSpPr txBox="1"/>
          <p:nvPr/>
        </p:nvSpPr>
        <p:spPr bwMode="auto">
          <a:xfrm rot="0" flipH="0" flipV="0">
            <a:off x="2081248" y="1726035"/>
            <a:ext cx="1924871" cy="519248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180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400"/>
          </a:p>
        </p:txBody>
      </p:sp>
      <p:sp>
        <p:nvSpPr>
          <p:cNvPr id="542394074" name="Freeform 135"/>
          <p:cNvSpPr/>
          <p:nvPr/>
        </p:nvSpPr>
        <p:spPr bwMode="auto">
          <a:xfrm rot="0" flipH="0" flipV="0">
            <a:off x="4609505" y="1770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3041482" name="TextBox 136"/>
          <p:cNvSpPr txBox="1"/>
          <p:nvPr/>
        </p:nvSpPr>
        <p:spPr bwMode="auto">
          <a:xfrm rot="0" flipH="0" flipV="0">
            <a:off x="4636306" y="1780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19582692" name="Freeform 137"/>
          <p:cNvSpPr/>
          <p:nvPr/>
        </p:nvSpPr>
        <p:spPr bwMode="auto">
          <a:xfrm rot="0" flipH="0" flipV="0">
            <a:off x="4646623" y="1807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p/>
        </p:txBody>
      </p:sp>
      <p:sp>
        <p:nvSpPr>
          <p:cNvPr id="1713653044" name="AutoShape 138"/>
          <p:cNvSpPr/>
          <p:nvPr/>
        </p:nvSpPr>
        <p:spPr bwMode="auto">
          <a:xfrm flipH="1">
            <a:off x="4006122" y="1926128"/>
            <a:ext cx="603380" cy="551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9628887" name="Freeform 141"/>
          <p:cNvSpPr/>
          <p:nvPr/>
        </p:nvSpPr>
        <p:spPr bwMode="auto">
          <a:xfrm rot="0" flipH="0" flipV="0">
            <a:off x="3565593" y="304957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23331" name="TextBox 142"/>
          <p:cNvSpPr txBox="1"/>
          <p:nvPr/>
        </p:nvSpPr>
        <p:spPr bwMode="auto">
          <a:xfrm rot="0" flipH="0" flipV="0">
            <a:off x="3592393" y="305962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6365309" name="Freeform 143"/>
          <p:cNvSpPr/>
          <p:nvPr/>
        </p:nvSpPr>
        <p:spPr bwMode="auto">
          <a:xfrm rot="0" flipH="0" flipV="0">
            <a:off x="3602709" y="308669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p/>
        </p:txBody>
      </p:sp>
      <p:sp>
        <p:nvSpPr>
          <p:cNvPr id="2146190515" name="AutoShape 144"/>
          <p:cNvSpPr/>
          <p:nvPr/>
        </p:nvSpPr>
        <p:spPr bwMode="auto">
          <a:xfrm flipH="1" flipV="1">
            <a:off x="3518481" y="2245277"/>
            <a:ext cx="161372" cy="8042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749007" name="Freeform 147"/>
          <p:cNvSpPr/>
          <p:nvPr/>
        </p:nvSpPr>
        <p:spPr bwMode="auto">
          <a:xfrm rot="0" flipH="0" flipV="0">
            <a:off x="2718459" y="303987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3159782" name="TextBox 148"/>
          <p:cNvSpPr txBox="1"/>
          <p:nvPr/>
        </p:nvSpPr>
        <p:spPr bwMode="auto">
          <a:xfrm rot="0" flipH="0" flipV="0">
            <a:off x="2745261" y="304992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00817914" name="Freeform 149"/>
          <p:cNvSpPr/>
          <p:nvPr/>
        </p:nvSpPr>
        <p:spPr bwMode="auto">
          <a:xfrm rot="0" flipH="0" flipV="0">
            <a:off x="2755578" y="307699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p/>
        </p:txBody>
      </p:sp>
      <p:sp>
        <p:nvSpPr>
          <p:cNvPr id="178739844" name="AutoShape 150"/>
          <p:cNvSpPr/>
          <p:nvPr/>
        </p:nvSpPr>
        <p:spPr bwMode="auto">
          <a:xfrm flipV="1">
            <a:off x="2937498" y="2245277"/>
            <a:ext cx="423013" cy="7946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906344" name="Freeform 153"/>
          <p:cNvSpPr/>
          <p:nvPr/>
        </p:nvSpPr>
        <p:spPr bwMode="auto">
          <a:xfrm rot="0" flipH="0" flipV="0">
            <a:off x="2214736" y="281025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105770" name="TextBox 154"/>
          <p:cNvSpPr txBox="1"/>
          <p:nvPr/>
        </p:nvSpPr>
        <p:spPr bwMode="auto">
          <a:xfrm rot="0" flipH="0" flipV="0">
            <a:off x="2241537" y="282030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771496" name="Freeform 155"/>
          <p:cNvSpPr/>
          <p:nvPr/>
        </p:nvSpPr>
        <p:spPr bwMode="auto">
          <a:xfrm rot="0" flipH="0" flipV="0">
            <a:off x="2251854" y="284737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p/>
        </p:txBody>
      </p:sp>
      <p:sp>
        <p:nvSpPr>
          <p:cNvPr id="2035836944" name="AutoShape 156"/>
          <p:cNvSpPr/>
          <p:nvPr/>
        </p:nvSpPr>
        <p:spPr bwMode="auto">
          <a:xfrm flipV="1">
            <a:off x="2500618" y="2245277"/>
            <a:ext cx="713804" cy="5898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965373" name="Freeform 159"/>
          <p:cNvSpPr/>
          <p:nvPr/>
        </p:nvSpPr>
        <p:spPr bwMode="auto">
          <a:xfrm rot="0" flipH="0" flipV="0">
            <a:off x="3189358" y="3612006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492808" name="TextBox 160"/>
          <p:cNvSpPr txBox="1"/>
          <p:nvPr/>
        </p:nvSpPr>
        <p:spPr bwMode="auto">
          <a:xfrm rot="0" flipH="0" flipV="0">
            <a:off x="3216159" y="362205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40506340" name="Freeform 161"/>
          <p:cNvSpPr/>
          <p:nvPr/>
        </p:nvSpPr>
        <p:spPr bwMode="auto">
          <a:xfrm rot="0" flipH="0" flipV="0">
            <a:off x="3226476" y="364912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p/>
        </p:txBody>
      </p:sp>
      <p:sp>
        <p:nvSpPr>
          <p:cNvPr id="2011066894" name="AutoShape 162"/>
          <p:cNvSpPr/>
          <p:nvPr/>
        </p:nvSpPr>
        <p:spPr bwMode="auto">
          <a:xfrm flipV="1">
            <a:off x="3344143" y="2245277"/>
            <a:ext cx="113240" cy="13667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035608" name="Freeform 163"/>
          <p:cNvSpPr/>
          <p:nvPr/>
        </p:nvSpPr>
        <p:spPr bwMode="auto">
          <a:xfrm>
            <a:off x="3969220" y="2408189"/>
            <a:ext cx="345458" cy="345458"/>
          </a:xfrm>
          <a:custGeom>
            <a:avLst/>
            <a:gdLst/>
            <a:ahLst/>
            <a:cxnLst/>
            <a:rect l="l" t="t" r="r" b="b"/>
            <a:pathLst>
              <a:path w="345460" h="345460" fill="norm" stroke="1" extrusionOk="0">
                <a:moveTo>
                  <a:pt x="0" y="0"/>
                </a:moveTo>
                <a:lnTo>
                  <a:pt x="345461" y="0"/>
                </a:lnTo>
                <a:lnTo>
                  <a:pt x="345461" y="345461"/>
                </a:lnTo>
                <a:lnTo>
                  <a:pt x="0" y="345461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522974" name="TextBox 164"/>
          <p:cNvSpPr txBox="1"/>
          <p:nvPr/>
        </p:nvSpPr>
        <p:spPr bwMode="auto">
          <a:xfrm>
            <a:off x="3955728" y="6170423"/>
            <a:ext cx="1596405" cy="32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843288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504112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05621658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0090754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98390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354686989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741119199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15232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732783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102556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185079" name="AutoShape 38"/>
          <p:cNvSpPr/>
          <p:nvPr/>
        </p:nvSpPr>
        <p:spPr bwMode="auto">
          <a:xfrm flipV="1">
            <a:off x="2833076" y="1533230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2088" name="AutoShape 39"/>
          <p:cNvSpPr/>
          <p:nvPr/>
        </p:nvSpPr>
        <p:spPr bwMode="auto">
          <a:xfrm>
            <a:off x="2833076" y="1533230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915395" name="Freeform 41"/>
          <p:cNvSpPr/>
          <p:nvPr/>
        </p:nvSpPr>
        <p:spPr bwMode="auto">
          <a:xfrm rot="0" flipH="0" flipV="0">
            <a:off x="2370367" y="1210699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2385092" name="TextBox 42"/>
          <p:cNvSpPr txBox="1"/>
          <p:nvPr/>
        </p:nvSpPr>
        <p:spPr bwMode="auto">
          <a:xfrm rot="0" flipH="0" flipV="0">
            <a:off x="2370367" y="1041933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669113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65443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07048400" name="Freeform 29"/>
          <p:cNvSpPr/>
          <p:nvPr/>
        </p:nvSpPr>
        <p:spPr bwMode="auto">
          <a:xfrm rot="0" flipH="0" flipV="0">
            <a:off x="5941906" y="785429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24063644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86417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65738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310045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773037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928299" name="AutoShape 35"/>
          <p:cNvSpPr/>
          <p:nvPr/>
        </p:nvSpPr>
        <p:spPr bwMode="auto">
          <a:xfrm>
            <a:off x="2835503" y="16076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012321" name="Freeform 37"/>
          <p:cNvSpPr/>
          <p:nvPr/>
        </p:nvSpPr>
        <p:spPr bwMode="auto">
          <a:xfrm rot="0" flipH="0" flipV="0">
            <a:off x="2372796" y="1285113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399774" name="TextBox 38"/>
          <p:cNvSpPr txBox="1"/>
          <p:nvPr/>
        </p:nvSpPr>
        <p:spPr bwMode="auto">
          <a:xfrm rot="0" flipH="0" flipV="0">
            <a:off x="2372796" y="1116347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807871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98154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829770" name="Freeform 26"/>
          <p:cNvSpPr/>
          <p:nvPr/>
        </p:nvSpPr>
        <p:spPr bwMode="auto">
          <a:xfrm>
            <a:off x="901544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677282" name="AutoShape 27"/>
          <p:cNvSpPr/>
          <p:nvPr/>
        </p:nvSpPr>
        <p:spPr bwMode="auto">
          <a:xfrm flipH="1">
            <a:off x="3517866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613411" name="Freeform 28"/>
          <p:cNvSpPr/>
          <p:nvPr/>
        </p:nvSpPr>
        <p:spPr bwMode="auto">
          <a:xfrm>
            <a:off x="5282105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07439" name="AutoShape 29"/>
          <p:cNvSpPr/>
          <p:nvPr/>
        </p:nvSpPr>
        <p:spPr bwMode="auto">
          <a:xfrm flipV="1">
            <a:off x="3517866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87599" name="Freeform 30"/>
          <p:cNvSpPr/>
          <p:nvPr/>
        </p:nvSpPr>
        <p:spPr bwMode="auto">
          <a:xfrm>
            <a:off x="5429977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804274" name="Freeform 31"/>
          <p:cNvSpPr/>
          <p:nvPr/>
        </p:nvSpPr>
        <p:spPr bwMode="auto">
          <a:xfrm>
            <a:off x="8951073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105358" name="Freeform 26"/>
          <p:cNvSpPr/>
          <p:nvPr/>
        </p:nvSpPr>
        <p:spPr bwMode="auto">
          <a:xfrm>
            <a:off x="901543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244744" name="AutoShape 27"/>
          <p:cNvSpPr/>
          <p:nvPr/>
        </p:nvSpPr>
        <p:spPr bwMode="auto">
          <a:xfrm flipH="1">
            <a:off x="3517866" y="337088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18460" name="Freeform 28"/>
          <p:cNvSpPr/>
          <p:nvPr/>
        </p:nvSpPr>
        <p:spPr bwMode="auto">
          <a:xfrm>
            <a:off x="5282104" y="1877157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663344" name="AutoShape 29"/>
          <p:cNvSpPr/>
          <p:nvPr/>
        </p:nvSpPr>
        <p:spPr bwMode="auto">
          <a:xfrm flipV="1">
            <a:off x="3517866" y="416211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322661" name="Freeform 30"/>
          <p:cNvSpPr/>
          <p:nvPr/>
        </p:nvSpPr>
        <p:spPr bwMode="auto">
          <a:xfrm>
            <a:off x="5429976" y="4538693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740384" name="Freeform 31"/>
          <p:cNvSpPr/>
          <p:nvPr/>
        </p:nvSpPr>
        <p:spPr bwMode="auto">
          <a:xfrm>
            <a:off x="8951072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11791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702402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926652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697698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27349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199116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236384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56447728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3522449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26540660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98151216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0070713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8208398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25401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88188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26549992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152985920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188321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699900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460089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81833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69318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47389445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946786888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14972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1615359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752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613967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101482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39418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112167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76451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07505022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96691985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435053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596052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5799523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61033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797702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511788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950393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199074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0210610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5546551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06237850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05187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357456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194267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305760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31382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775402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240574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568026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772356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120903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49418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24376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3868427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860466765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56535188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4702406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425389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432791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2750355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60043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340523" name="Freeform 37"/>
          <p:cNvSpPr/>
          <p:nvPr/>
        </p:nvSpPr>
        <p:spPr bwMode="auto">
          <a:xfrm rot="0" flipH="0" flipV="0">
            <a:off x="2447209" y="1387312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4600615" name="TextBox 38"/>
          <p:cNvSpPr txBox="1"/>
          <p:nvPr/>
        </p:nvSpPr>
        <p:spPr bwMode="auto">
          <a:xfrm rot="0" flipH="0" flipV="0">
            <a:off x="2447209" y="1218546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5644371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996654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356121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97658815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85560600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323056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75327593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8706494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764894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195670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773503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894813850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785821828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04647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182814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884849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334784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47678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314833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16912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85246860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  <p:sp>
        <p:nvSpPr>
          <p:cNvPr id="1841216400" name=""/>
          <p:cNvSpPr/>
          <p:nvPr/>
        </p:nvSpPr>
        <p:spPr bwMode="auto">
          <a:xfrm rot="0" flipH="0" flipV="0">
            <a:off x="399514" y="824551"/>
            <a:ext cx="10918208" cy="5515970"/>
          </a:xfrm>
          <a:prstGeom prst="rect">
            <a:avLst/>
          </a:prstGeom>
          <a:noFill/>
          <a:ln w="6349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094355" name="Freeform 26"/>
          <p:cNvSpPr/>
          <p:nvPr/>
        </p:nvSpPr>
        <p:spPr bwMode="auto">
          <a:xfrm>
            <a:off x="1006851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0988480" name="AutoShape 27"/>
          <p:cNvSpPr/>
          <p:nvPr/>
        </p:nvSpPr>
        <p:spPr bwMode="auto">
          <a:xfrm flipH="1">
            <a:off x="3623173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150698" name="Freeform 28"/>
          <p:cNvSpPr/>
          <p:nvPr/>
        </p:nvSpPr>
        <p:spPr bwMode="auto">
          <a:xfrm>
            <a:off x="5387413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935459" name="AutoShape 29"/>
          <p:cNvSpPr/>
          <p:nvPr/>
        </p:nvSpPr>
        <p:spPr bwMode="auto">
          <a:xfrm flipV="1">
            <a:off x="3623173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079321" name="Freeform 30"/>
          <p:cNvSpPr/>
          <p:nvPr/>
        </p:nvSpPr>
        <p:spPr bwMode="auto">
          <a:xfrm>
            <a:off x="5535284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594841" name="Freeform 31"/>
          <p:cNvSpPr/>
          <p:nvPr/>
        </p:nvSpPr>
        <p:spPr bwMode="auto">
          <a:xfrm>
            <a:off x="9080312" y="2504617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443550" name="Freeform 32"/>
          <p:cNvSpPr/>
          <p:nvPr/>
        </p:nvSpPr>
        <p:spPr bwMode="auto">
          <a:xfrm>
            <a:off x="10098439" y="4257123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010194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233797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19458248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460947" name="TextBox 32"/>
          <p:cNvSpPr txBox="1"/>
          <p:nvPr/>
        </p:nvSpPr>
        <p:spPr bwMode="auto">
          <a:xfrm>
            <a:off x="269315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66977004" name="TextBox 33"/>
          <p:cNvSpPr txBox="1"/>
          <p:nvPr/>
        </p:nvSpPr>
        <p:spPr bwMode="auto">
          <a:xfrm>
            <a:off x="384378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400"/>
          </a:p>
        </p:txBody>
      </p:sp>
      <p:sp>
        <p:nvSpPr>
          <p:cNvPr id="132709877" name="AutoShape 34"/>
          <p:cNvSpPr/>
          <p:nvPr/>
        </p:nvSpPr>
        <p:spPr bwMode="auto">
          <a:xfrm>
            <a:off x="2309662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70942" name="TextBox 35"/>
          <p:cNvSpPr txBox="1"/>
          <p:nvPr/>
        </p:nvSpPr>
        <p:spPr bwMode="auto">
          <a:xfrm>
            <a:off x="2769827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22974" name="TextBox 49"/>
          <p:cNvSpPr txBox="1"/>
          <p:nvPr/>
        </p:nvSpPr>
        <p:spPr bwMode="auto">
          <a:xfrm>
            <a:off x="5975202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08859682" name="TextBox 50"/>
          <p:cNvSpPr txBox="1"/>
          <p:nvPr/>
        </p:nvSpPr>
        <p:spPr bwMode="auto">
          <a:xfrm>
            <a:off x="6090264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87098416" name="AutoShape 51"/>
          <p:cNvSpPr/>
          <p:nvPr/>
        </p:nvSpPr>
        <p:spPr bwMode="auto">
          <a:xfrm>
            <a:off x="8015907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2610" name="TextBox 52"/>
          <p:cNvSpPr txBox="1"/>
          <p:nvPr/>
        </p:nvSpPr>
        <p:spPr bwMode="auto">
          <a:xfrm>
            <a:off x="8475712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2540180" name="Rectangle: Rounded Corners 12"/>
          <p:cNvSpPr/>
          <p:nvPr/>
        </p:nvSpPr>
        <p:spPr bwMode="auto">
          <a:xfrm>
            <a:off x="160764" y="118597"/>
            <a:ext cx="4317133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41070641" name="Rectangle: Rounded Corners 12"/>
          <p:cNvSpPr/>
          <p:nvPr/>
        </p:nvSpPr>
        <p:spPr bwMode="auto">
          <a:xfrm>
            <a:off x="5837665" y="118597"/>
            <a:ext cx="4317132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910280410" name=""/>
          <p:cNvGrpSpPr/>
          <p:nvPr/>
        </p:nvGrpSpPr>
        <p:grpSpPr bwMode="auto">
          <a:xfrm>
            <a:off x="357159" y="1250983"/>
            <a:ext cx="9611120" cy="1160425"/>
            <a:chOff x="0" y="0"/>
            <a:chExt cx="9611120" cy="1160425"/>
          </a:xfrm>
        </p:grpSpPr>
        <p:sp>
          <p:nvSpPr>
            <p:cNvPr id="1752553401" name="Freeform 30"/>
            <p:cNvSpPr/>
            <p:nvPr/>
          </p:nvSpPr>
          <p:spPr bwMode="auto">
            <a:xfrm rot="0" flipH="0" flipV="0">
              <a:off x="0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606665" name="TextBox 31"/>
            <p:cNvSpPr txBox="1"/>
            <p:nvPr/>
          </p:nvSpPr>
          <p:spPr bwMode="auto">
            <a:xfrm rot="0" flipH="0" flipV="0">
              <a:off x="0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3054930" name="Freeform 37"/>
            <p:cNvSpPr/>
            <p:nvPr/>
          </p:nvSpPr>
          <p:spPr bwMode="auto">
            <a:xfrm rot="0" flipH="0" flipV="0">
              <a:off x="2385446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983184" name="TextBox 38"/>
            <p:cNvSpPr txBox="1"/>
            <p:nvPr/>
          </p:nvSpPr>
          <p:spPr bwMode="auto">
            <a:xfrm rot="0" flipH="0" flipV="0">
              <a:off x="2385446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198 006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2356952" name="Freeform 47"/>
            <p:cNvSpPr/>
            <p:nvPr/>
          </p:nvSpPr>
          <p:spPr bwMode="auto">
            <a:xfrm rot="0" flipH="0" flipV="0">
              <a:off x="5706244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963125" name="TextBox 48"/>
            <p:cNvSpPr txBox="1"/>
            <p:nvPr/>
          </p:nvSpPr>
          <p:spPr bwMode="auto">
            <a:xfrm rot="0" flipH="0" flipV="0">
              <a:off x="5706244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3710885" name="Freeform 54"/>
            <p:cNvSpPr/>
            <p:nvPr/>
          </p:nvSpPr>
          <p:spPr bwMode="auto">
            <a:xfrm rot="0" flipH="0" flipV="0">
              <a:off x="8091691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3999741" name="TextBox 55"/>
            <p:cNvSpPr txBox="1"/>
            <p:nvPr/>
          </p:nvSpPr>
          <p:spPr bwMode="auto">
            <a:xfrm rot="0" flipH="0" flipV="0">
              <a:off x="8091691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9939877" name="Freeform 57"/>
            <p:cNvSpPr/>
            <p:nvPr/>
          </p:nvSpPr>
          <p:spPr bwMode="auto">
            <a:xfrm rot="0" flipH="0" flipV="0">
              <a:off x="8091691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537698" name="TextBox 58"/>
            <p:cNvSpPr txBox="1"/>
            <p:nvPr/>
          </p:nvSpPr>
          <p:spPr bwMode="auto">
            <a:xfrm rot="0" flipH="0" flipV="0">
              <a:off x="8091691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22 360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2405600" name="Freeform 64"/>
            <p:cNvSpPr/>
            <p:nvPr/>
          </p:nvSpPr>
          <p:spPr bwMode="auto">
            <a:xfrm rot="0" flipH="0" flipV="0">
              <a:off x="5705926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963724" name="TextBox 65"/>
            <p:cNvSpPr txBox="1"/>
            <p:nvPr/>
          </p:nvSpPr>
          <p:spPr bwMode="auto">
            <a:xfrm rot="0" flipH="0" flipV="0">
              <a:off x="5705926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  <p:grpSp>
        <p:nvGrpSpPr>
          <p:cNvPr id="1590940797" name=""/>
          <p:cNvGrpSpPr/>
          <p:nvPr/>
        </p:nvGrpSpPr>
        <p:grpSpPr bwMode="auto">
          <a:xfrm>
            <a:off x="1549944" y="3365625"/>
            <a:ext cx="7225672" cy="850887"/>
            <a:chOff x="0" y="0"/>
            <a:chExt cx="7225672" cy="850887"/>
          </a:xfrm>
        </p:grpSpPr>
        <p:sp>
          <p:nvSpPr>
            <p:cNvPr id="474101732" name="AutoShape 39"/>
            <p:cNvSpPr/>
            <p:nvPr/>
          </p:nvSpPr>
          <p:spPr bwMode="auto">
            <a:xfrm>
              <a:off x="759717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372980" name="Freeform 41"/>
            <p:cNvSpPr/>
            <p:nvPr/>
          </p:nvSpPr>
          <p:spPr bwMode="auto">
            <a:xfrm rot="0" flipH="0" flipV="0">
              <a:off x="0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577244" name="TextBox 42"/>
            <p:cNvSpPr txBox="1"/>
            <p:nvPr/>
          </p:nvSpPr>
          <p:spPr bwMode="auto">
            <a:xfrm rot="0" flipH="0" flipV="0">
              <a:off x="0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1 994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744215" name="AutoShape 59"/>
            <p:cNvSpPr/>
            <p:nvPr/>
          </p:nvSpPr>
          <p:spPr bwMode="auto">
            <a:xfrm>
              <a:off x="6465961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4292381" name="Freeform 61"/>
            <p:cNvSpPr/>
            <p:nvPr/>
          </p:nvSpPr>
          <p:spPr bwMode="auto">
            <a:xfrm rot="0" flipH="0" flipV="0">
              <a:off x="5706243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2422157" name="TextBox 62"/>
            <p:cNvSpPr txBox="1"/>
            <p:nvPr/>
          </p:nvSpPr>
          <p:spPr bwMode="auto">
            <a:xfrm rot="0" flipH="0" flipV="0">
              <a:off x="5706243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2 640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493210" name="TextBox 32"/>
          <p:cNvSpPr txBox="1"/>
          <p:nvPr/>
        </p:nvSpPr>
        <p:spPr bwMode="auto">
          <a:xfrm>
            <a:off x="290452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12304922" name="TextBox 33"/>
          <p:cNvSpPr txBox="1"/>
          <p:nvPr/>
        </p:nvSpPr>
        <p:spPr bwMode="auto">
          <a:xfrm>
            <a:off x="405516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400"/>
          </a:p>
        </p:txBody>
      </p:sp>
      <p:sp>
        <p:nvSpPr>
          <p:cNvPr id="2123570105" name="AutoShape 34"/>
          <p:cNvSpPr/>
          <p:nvPr/>
        </p:nvSpPr>
        <p:spPr bwMode="auto">
          <a:xfrm>
            <a:off x="2331159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104798" name="TextBox 35"/>
          <p:cNvSpPr txBox="1"/>
          <p:nvPr/>
        </p:nvSpPr>
        <p:spPr bwMode="auto">
          <a:xfrm>
            <a:off x="2790964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8716480" name="AutoShape 39"/>
          <p:cNvSpPr/>
          <p:nvPr/>
        </p:nvSpPr>
        <p:spPr bwMode="auto">
          <a:xfrm>
            <a:off x="2331159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51653" name="TextBox 49"/>
          <p:cNvSpPr txBox="1"/>
          <p:nvPr/>
        </p:nvSpPr>
        <p:spPr bwMode="auto">
          <a:xfrm>
            <a:off x="5996699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47212209" name="TextBox 50"/>
          <p:cNvSpPr txBox="1"/>
          <p:nvPr/>
        </p:nvSpPr>
        <p:spPr bwMode="auto">
          <a:xfrm>
            <a:off x="6111761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400"/>
          </a:p>
        </p:txBody>
      </p:sp>
      <p:sp>
        <p:nvSpPr>
          <p:cNvPr id="2032464192" name="AutoShape 51"/>
          <p:cNvSpPr/>
          <p:nvPr/>
        </p:nvSpPr>
        <p:spPr bwMode="auto">
          <a:xfrm>
            <a:off x="8037404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280523" name="TextBox 52"/>
          <p:cNvSpPr txBox="1"/>
          <p:nvPr/>
        </p:nvSpPr>
        <p:spPr bwMode="auto">
          <a:xfrm>
            <a:off x="8497569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6203455" name="AutoShape 59"/>
          <p:cNvSpPr/>
          <p:nvPr/>
        </p:nvSpPr>
        <p:spPr bwMode="auto">
          <a:xfrm>
            <a:off x="8037404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036694" name="Rectangle: Rounded Corners 12"/>
          <p:cNvSpPr/>
          <p:nvPr/>
        </p:nvSpPr>
        <p:spPr bwMode="auto">
          <a:xfrm>
            <a:off x="125111" y="126866"/>
            <a:ext cx="440054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43243594" name="Rectangle: Rounded Corners 12"/>
          <p:cNvSpPr/>
          <p:nvPr/>
        </p:nvSpPr>
        <p:spPr bwMode="auto">
          <a:xfrm>
            <a:off x="5763911" y="126866"/>
            <a:ext cx="449579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79121031" name=""/>
          <p:cNvGrpSpPr/>
          <p:nvPr/>
        </p:nvGrpSpPr>
        <p:grpSpPr bwMode="auto">
          <a:xfrm>
            <a:off x="1571441" y="3705547"/>
            <a:ext cx="7225675" cy="1327304"/>
            <a:chOff x="0" y="0"/>
            <a:chExt cx="7225675" cy="1327304"/>
          </a:xfrm>
        </p:grpSpPr>
        <p:grpSp>
          <p:nvGrpSpPr>
            <p:cNvPr id="1600492454" name="Group 40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619289362" name="Freeform 4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91853404" name="TextBox 4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889351502" name="Group 60"/>
            <p:cNvGrpSpPr/>
            <p:nvPr/>
          </p:nvGrpSpPr>
          <p:grpSpPr bwMode="auto">
            <a:xfrm>
              <a:off x="5706245" y="0"/>
              <a:ext cx="1519430" cy="473152"/>
              <a:chOff x="0" y="0"/>
              <a:chExt cx="911224" cy="283756"/>
            </a:xfrm>
          </p:grpSpPr>
          <p:sp>
            <p:nvSpPr>
              <p:cNvPr id="1738129936" name="Freeform 6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24223912" name="TextBox 6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22983125" name="Group 66"/>
            <p:cNvGrpSpPr/>
            <p:nvPr/>
          </p:nvGrpSpPr>
          <p:grpSpPr bwMode="auto">
            <a:xfrm>
              <a:off x="5706245" y="854152"/>
              <a:ext cx="1519430" cy="473152"/>
              <a:chOff x="0" y="0"/>
              <a:chExt cx="911224" cy="283756"/>
            </a:xfrm>
          </p:grpSpPr>
          <p:sp>
            <p:nvSpPr>
              <p:cNvPr id="559733485" name="Freeform 6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710893572" name="TextBox 6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12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sp>
          <p:nvSpPr>
            <p:cNvPr id="1224032126" name="AutoShape 69"/>
            <p:cNvSpPr/>
            <p:nvPr/>
          </p:nvSpPr>
          <p:spPr bwMode="auto">
            <a:xfrm flipH="1">
              <a:off x="6465961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0892218" name="AutoShape 70"/>
            <p:cNvSpPr/>
            <p:nvPr/>
          </p:nvSpPr>
          <p:spPr bwMode="auto">
            <a:xfrm>
              <a:off x="759717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9966253" name="Group 71"/>
            <p:cNvGrpSpPr/>
            <p:nvPr/>
          </p:nvGrpSpPr>
          <p:grpSpPr bwMode="auto">
            <a:xfrm>
              <a:off x="0" y="854152"/>
              <a:ext cx="1519430" cy="473152"/>
              <a:chOff x="0" y="0"/>
              <a:chExt cx="911224" cy="283756"/>
            </a:xfrm>
          </p:grpSpPr>
          <p:sp>
            <p:nvSpPr>
              <p:cNvPr id="2105362871" name="Freeform 72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52453462" name="TextBox 73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14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  <p:grpSp>
        <p:nvGrpSpPr>
          <p:cNvPr id="1782807878" name=""/>
          <p:cNvGrpSpPr/>
          <p:nvPr/>
        </p:nvGrpSpPr>
        <p:grpSpPr bwMode="auto">
          <a:xfrm>
            <a:off x="378657" y="1276704"/>
            <a:ext cx="9611121" cy="1096893"/>
            <a:chOff x="0" y="0"/>
            <a:chExt cx="9611121" cy="1096893"/>
          </a:xfrm>
        </p:grpSpPr>
        <p:grpSp>
          <p:nvGrpSpPr>
            <p:cNvPr id="2075107259" name="Group 29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366526586" name="Freeform 30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37112606" name="TextBox 31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573201062" name="Group 36"/>
            <p:cNvGrpSpPr/>
            <p:nvPr/>
          </p:nvGrpSpPr>
          <p:grpSpPr bwMode="auto">
            <a:xfrm>
              <a:off x="2385446" y="0"/>
              <a:ext cx="1519430" cy="473152"/>
              <a:chOff x="0" y="0"/>
              <a:chExt cx="911224" cy="283756"/>
            </a:xfrm>
          </p:grpSpPr>
          <p:sp>
            <p:nvSpPr>
              <p:cNvPr id="699287068" name="Freeform 3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053308648" name="TextBox 3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51465438" name="Group 46"/>
            <p:cNvGrpSpPr/>
            <p:nvPr/>
          </p:nvGrpSpPr>
          <p:grpSpPr bwMode="auto">
            <a:xfrm>
              <a:off x="5706244" y="0"/>
              <a:ext cx="1519430" cy="473152"/>
              <a:chOff x="0" y="0"/>
              <a:chExt cx="911224" cy="283756"/>
            </a:xfrm>
          </p:grpSpPr>
          <p:sp>
            <p:nvSpPr>
              <p:cNvPr id="1338986628" name="Freeform 4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132874448" name="TextBox 4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797030115" name="Group 53"/>
            <p:cNvGrpSpPr/>
            <p:nvPr/>
          </p:nvGrpSpPr>
          <p:grpSpPr bwMode="auto">
            <a:xfrm>
              <a:off x="8091691" y="0"/>
              <a:ext cx="1519430" cy="473152"/>
              <a:chOff x="0" y="0"/>
              <a:chExt cx="911224" cy="283756"/>
            </a:xfrm>
          </p:grpSpPr>
          <p:sp>
            <p:nvSpPr>
              <p:cNvPr id="233845446" name="Freeform 5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89819133" name="TextBox 5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15177373" name="Group 56"/>
            <p:cNvGrpSpPr/>
            <p:nvPr/>
          </p:nvGrpSpPr>
          <p:grpSpPr bwMode="auto">
            <a:xfrm>
              <a:off x="8091691" y="623741"/>
              <a:ext cx="1519430" cy="473152"/>
              <a:chOff x="0" y="0"/>
              <a:chExt cx="911224" cy="283756"/>
            </a:xfrm>
          </p:grpSpPr>
          <p:sp>
            <p:nvSpPr>
              <p:cNvPr id="603583509" name="Freeform 5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61015106" name="TextBox 5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67699903" name="Group 63"/>
            <p:cNvGrpSpPr/>
            <p:nvPr/>
          </p:nvGrpSpPr>
          <p:grpSpPr bwMode="auto">
            <a:xfrm>
              <a:off x="5705926" y="623741"/>
              <a:ext cx="1519430" cy="473152"/>
              <a:chOff x="0" y="0"/>
              <a:chExt cx="911224" cy="283756"/>
            </a:xfrm>
          </p:grpSpPr>
          <p:sp>
            <p:nvSpPr>
              <p:cNvPr id="701537283" name="Freeform 6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10530298" name="TextBox 6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62134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199" y="95249"/>
            <a:ext cx="12039599" cy="6667499"/>
          </a:xfrm>
          <a:prstGeom prst="rect">
            <a:avLst/>
          </a:prstGeom>
        </p:spPr>
      </p:pic>
      <p:sp>
        <p:nvSpPr>
          <p:cNvPr id="1218195920" name=""/>
          <p:cNvSpPr txBox="1"/>
          <p:nvPr/>
        </p:nvSpPr>
        <p:spPr bwMode="auto">
          <a:xfrm rot="0" flipH="0" flipV="0">
            <a:off x="1081125" y="206374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Spese medie in sats/vB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320408" name="Freeform 26"/>
          <p:cNvSpPr/>
          <p:nvPr/>
        </p:nvSpPr>
        <p:spPr bwMode="auto">
          <a:xfrm>
            <a:off x="2282966" y="1636428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903350" name="Freeform 27"/>
          <p:cNvSpPr/>
          <p:nvPr/>
        </p:nvSpPr>
        <p:spPr bwMode="auto">
          <a:xfrm>
            <a:off x="460670" y="266829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144049" name="AutoShape 34"/>
          <p:cNvSpPr/>
          <p:nvPr/>
        </p:nvSpPr>
        <p:spPr bwMode="auto">
          <a:xfrm flipH="0" flipV="0">
            <a:off x="7104363" y="1256821"/>
            <a:ext cx="0" cy="392404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623637" name="TextBox 47"/>
          <p:cNvSpPr txBox="1"/>
          <p:nvPr/>
        </p:nvSpPr>
        <p:spPr bwMode="auto">
          <a:xfrm>
            <a:off x="4017696" y="479863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07281597" name="TextBox 48"/>
          <p:cNvSpPr txBox="1"/>
          <p:nvPr/>
        </p:nvSpPr>
        <p:spPr bwMode="auto">
          <a:xfrm>
            <a:off x="4191762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5286489" name="TextBox 49"/>
          <p:cNvSpPr txBox="1"/>
          <p:nvPr/>
        </p:nvSpPr>
        <p:spPr bwMode="auto">
          <a:xfrm>
            <a:off x="7800507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492187" name="Rectangle: Rounded Corners 12"/>
          <p:cNvSpPr/>
          <p:nvPr/>
        </p:nvSpPr>
        <p:spPr bwMode="auto">
          <a:xfrm>
            <a:off x="3623166" y="157624"/>
            <a:ext cx="6934199" cy="56768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58247897" name=""/>
          <p:cNvGrpSpPr/>
          <p:nvPr/>
        </p:nvGrpSpPr>
        <p:grpSpPr bwMode="auto">
          <a:xfrm>
            <a:off x="4150587" y="1715504"/>
            <a:ext cx="5907360" cy="3747741"/>
            <a:chOff x="0" y="0"/>
            <a:chExt cx="5907360" cy="3747741"/>
          </a:xfrm>
        </p:grpSpPr>
        <p:sp>
          <p:nvSpPr>
            <p:cNvPr id="955285746" name="Freeform 32"/>
            <p:cNvSpPr/>
            <p:nvPr/>
          </p:nvSpPr>
          <p:spPr bwMode="auto">
            <a:xfrm rot="0" flipH="0" flipV="0">
              <a:off x="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9826740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5508473" name="Freeform 36"/>
            <p:cNvSpPr/>
            <p:nvPr/>
          </p:nvSpPr>
          <p:spPr bwMode="auto">
            <a:xfrm rot="0" flipH="0" flipV="0">
              <a:off x="0" y="1106757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68291829" name="TextBox 37"/>
            <p:cNvSpPr txBox="1"/>
            <p:nvPr/>
          </p:nvSpPr>
          <p:spPr bwMode="auto">
            <a:xfrm rot="0" flipH="0" flipV="0">
              <a:off x="0" y="9625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04806284" name="Freeform 39"/>
            <p:cNvSpPr/>
            <p:nvPr/>
          </p:nvSpPr>
          <p:spPr bwMode="auto">
            <a:xfrm rot="0" flipH="0" flipV="0">
              <a:off x="182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091205628" name="TextBox 40"/>
            <p:cNvSpPr txBox="1"/>
            <p:nvPr/>
          </p:nvSpPr>
          <p:spPr bwMode="auto">
            <a:xfrm rot="0" flipH="0" flipV="0">
              <a:off x="182" y="192519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22656038" name="Freeform 42"/>
            <p:cNvSpPr/>
            <p:nvPr/>
          </p:nvSpPr>
          <p:spPr bwMode="auto">
            <a:xfrm rot="0" flipH="0" flipV="0">
              <a:off x="182" y="303194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0211662" name="TextBox 43"/>
            <p:cNvSpPr txBox="1"/>
            <p:nvPr/>
          </p:nvSpPr>
          <p:spPr bwMode="auto">
            <a:xfrm rot="0" flipH="0" flipV="0">
              <a:off x="182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73468589" name="Freeform 45"/>
            <p:cNvSpPr/>
            <p:nvPr/>
          </p:nvSpPr>
          <p:spPr bwMode="auto">
            <a:xfrm rot="0" flipH="0" flipV="0">
              <a:off x="360874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23305378" name="TextBox 46"/>
            <p:cNvSpPr txBox="1"/>
            <p:nvPr/>
          </p:nvSpPr>
          <p:spPr bwMode="auto">
            <a:xfrm rot="0" flipH="0" flipV="0">
              <a:off x="360874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627986" name="Freeform 51"/>
            <p:cNvSpPr/>
            <p:nvPr/>
          </p:nvSpPr>
          <p:spPr bwMode="auto">
            <a:xfrm rot="0" flipH="0" flipV="0">
              <a:off x="3608740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64590089" name="TextBox 52"/>
            <p:cNvSpPr txBox="1"/>
            <p:nvPr/>
          </p:nvSpPr>
          <p:spPr bwMode="auto">
            <a:xfrm rot="0" flipH="0" flipV="0">
              <a:off x="3608740" y="9557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684252" name="Freeform 40"/>
          <p:cNvSpPr/>
          <p:nvPr/>
        </p:nvSpPr>
        <p:spPr bwMode="auto">
          <a:xfrm rot="0" flipH="0" flipV="0">
            <a:off x="1363025" y="1013892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3357610" name="TextBox 41"/>
          <p:cNvSpPr txBox="1"/>
          <p:nvPr/>
        </p:nvSpPr>
        <p:spPr bwMode="auto">
          <a:xfrm rot="0" flipH="0" flipV="0">
            <a:off x="1363025" y="912218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/>
          </a:p>
        </p:txBody>
      </p:sp>
      <p:sp>
        <p:nvSpPr>
          <p:cNvPr id="181290174" name="Freeform 43"/>
          <p:cNvSpPr/>
          <p:nvPr/>
        </p:nvSpPr>
        <p:spPr bwMode="auto">
          <a:xfrm rot="0" flipH="0" flipV="0">
            <a:off x="1363025" y="3049726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379550" name="TextBox 44"/>
          <p:cNvSpPr txBox="1"/>
          <p:nvPr/>
        </p:nvSpPr>
        <p:spPr bwMode="auto">
          <a:xfrm rot="0" flipH="0" flipV="0">
            <a:off x="1363025" y="294805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Scambio.kyc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93553192" name="Freeform 45"/>
          <p:cNvSpPr/>
          <p:nvPr/>
        </p:nvSpPr>
        <p:spPr bwMode="auto">
          <a:xfrm>
            <a:off x="4349431" y="4109637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5" y="0"/>
                </a:lnTo>
                <a:lnTo>
                  <a:pt x="1543365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335580" name="AutoShape 46"/>
          <p:cNvSpPr/>
          <p:nvPr/>
        </p:nvSpPr>
        <p:spPr bwMode="auto">
          <a:xfrm>
            <a:off x="3313499" y="1296925"/>
            <a:ext cx="2152773" cy="6766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07296" name="AutoShape 47"/>
          <p:cNvSpPr/>
          <p:nvPr/>
        </p:nvSpPr>
        <p:spPr bwMode="auto">
          <a:xfrm flipV="1">
            <a:off x="3313499" y="1295190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337382" name="TextBox 48"/>
          <p:cNvSpPr txBox="1"/>
          <p:nvPr/>
        </p:nvSpPr>
        <p:spPr bwMode="auto">
          <a:xfrm>
            <a:off x="5298133" y="228856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1789641148" name="TextBox 49"/>
          <p:cNvSpPr txBox="1"/>
          <p:nvPr/>
        </p:nvSpPr>
        <p:spPr bwMode="auto">
          <a:xfrm>
            <a:off x="5569726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ingressi</a:t>
            </a:r>
            <a:endParaRPr/>
          </a:p>
        </p:txBody>
      </p:sp>
      <p:sp>
        <p:nvSpPr>
          <p:cNvPr id="767995189" name="TextBox 50"/>
          <p:cNvSpPr txBox="1"/>
          <p:nvPr/>
        </p:nvSpPr>
        <p:spPr bwMode="auto">
          <a:xfrm>
            <a:off x="7817168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2657003" name="AutoShape 51"/>
          <p:cNvSpPr/>
          <p:nvPr/>
        </p:nvSpPr>
        <p:spPr bwMode="auto">
          <a:xfrm>
            <a:off x="2957215" y="3615795"/>
            <a:ext cx="1557945" cy="71241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292611" name="AutoShape 52"/>
          <p:cNvSpPr/>
          <p:nvPr/>
        </p:nvSpPr>
        <p:spPr bwMode="auto">
          <a:xfrm flipH="1">
            <a:off x="264894" y="1296925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456778" name="TextBox 53"/>
          <p:cNvSpPr txBox="1"/>
          <p:nvPr/>
        </p:nvSpPr>
        <p:spPr bwMode="auto">
          <a:xfrm>
            <a:off x="161362" y="511332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82063649" name="AutoShape 54"/>
          <p:cNvSpPr/>
          <p:nvPr/>
        </p:nvSpPr>
        <p:spPr bwMode="auto">
          <a:xfrm flipV="1">
            <a:off x="264894" y="4956477"/>
            <a:ext cx="4084535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92355" name="AutoShape 55"/>
          <p:cNvSpPr/>
          <p:nvPr/>
        </p:nvSpPr>
        <p:spPr bwMode="auto">
          <a:xfrm>
            <a:off x="264894" y="1296925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7216" name="AutoShape 62"/>
          <p:cNvSpPr/>
          <p:nvPr/>
        </p:nvSpPr>
        <p:spPr bwMode="auto">
          <a:xfrm>
            <a:off x="3313499" y="3332761"/>
            <a:ext cx="215277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369278" name="AutoShape 63"/>
          <p:cNvSpPr/>
          <p:nvPr/>
        </p:nvSpPr>
        <p:spPr bwMode="auto">
          <a:xfrm>
            <a:off x="3313499" y="1296925"/>
            <a:ext cx="2152773" cy="135695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24928" name="Rectangle: Rounded Corners 12"/>
          <p:cNvSpPr/>
          <p:nvPr/>
        </p:nvSpPr>
        <p:spPr bwMode="auto">
          <a:xfrm flipH="0" flipV="0">
            <a:off x="5205441" y="82215"/>
            <a:ext cx="4471562" cy="38897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96461631" name=""/>
          <p:cNvGrpSpPr/>
          <p:nvPr/>
        </p:nvGrpSpPr>
        <p:grpSpPr bwMode="auto">
          <a:xfrm>
            <a:off x="5540687" y="1063649"/>
            <a:ext cx="3868561" cy="2670352"/>
            <a:chOff x="0" y="0"/>
            <a:chExt cx="3868561" cy="2670352"/>
          </a:xfrm>
        </p:grpSpPr>
        <p:sp>
          <p:nvSpPr>
            <p:cNvPr id="664730013" name="Freeform 30"/>
            <p:cNvSpPr/>
            <p:nvPr/>
          </p:nvSpPr>
          <p:spPr bwMode="auto">
            <a:xfrm rot="0" flipH="0" flipV="0">
              <a:off x="0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9366188" name="TextBox 31"/>
            <p:cNvSpPr txBox="1"/>
            <p:nvPr/>
          </p:nvSpPr>
          <p:spPr bwMode="auto">
            <a:xfrm rot="0" flipH="0" flipV="0">
              <a:off x="0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10027" name="AutoShape 32"/>
            <p:cNvSpPr/>
            <p:nvPr/>
          </p:nvSpPr>
          <p:spPr bwMode="auto">
            <a:xfrm flipH="0" flipV="0">
              <a:off x="1859931" y="0"/>
              <a:ext cx="0" cy="256676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289386" name="Freeform 34"/>
            <p:cNvSpPr/>
            <p:nvPr/>
          </p:nvSpPr>
          <p:spPr bwMode="auto">
            <a:xfrm rot="0" flipH="0" flipV="0">
              <a:off x="0" y="806385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69907308" name="TextBox 35"/>
            <p:cNvSpPr txBox="1"/>
            <p:nvPr/>
          </p:nvSpPr>
          <p:spPr bwMode="auto">
            <a:xfrm rot="0" flipH="0" flipV="0">
              <a:off x="0" y="738607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7980996" name="Freeform 37"/>
            <p:cNvSpPr/>
            <p:nvPr/>
          </p:nvSpPr>
          <p:spPr bwMode="auto">
            <a:xfrm rot="0" flipH="0" flipV="0">
              <a:off x="2247441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410188" name="TextBox 38"/>
            <p:cNvSpPr txBox="1"/>
            <p:nvPr/>
          </p:nvSpPr>
          <p:spPr bwMode="auto">
            <a:xfrm rot="0" flipH="0" flipV="0">
              <a:off x="2247441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22120553" name="Freeform 57"/>
            <p:cNvSpPr/>
            <p:nvPr/>
          </p:nvSpPr>
          <p:spPr bwMode="auto">
            <a:xfrm rot="0" flipH="0" flipV="0">
              <a:off x="0" y="1486649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110922" name="TextBox 58"/>
            <p:cNvSpPr txBox="1"/>
            <p:nvPr/>
          </p:nvSpPr>
          <p:spPr bwMode="auto">
            <a:xfrm rot="0" flipH="0" flipV="0">
              <a:off x="0" y="1418870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0440464" name="Freeform 60"/>
            <p:cNvSpPr/>
            <p:nvPr/>
          </p:nvSpPr>
          <p:spPr bwMode="auto">
            <a:xfrm rot="0" flipH="0" flipV="0">
              <a:off x="0" y="216552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4707436" name="TextBox 61"/>
            <p:cNvSpPr txBox="1"/>
            <p:nvPr/>
          </p:nvSpPr>
          <p:spPr bwMode="auto">
            <a:xfrm rot="0" flipH="0" flipV="0">
              <a:off x="0" y="209774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474899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2851614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8761280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70486277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34729607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3545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9729868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0792498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902006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4249044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200640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789010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2583233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88355726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081533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0445663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171220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653040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0331927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8501578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7800823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132385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7828471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6651196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1030647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58926155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7976924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7971090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5342158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4377589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970841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69982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36461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79342666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0670148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0033114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784554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048575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0548990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124720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752752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3902004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84279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5663969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966250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746791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908532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096343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064462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310416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7464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36121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37476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349488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379841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6784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893488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072125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288640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853778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1509603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148046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592232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266512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558984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792832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365002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878790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77813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229911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356900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64309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411263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84805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06718" name="Rectangle: Rounded Corners 12"/>
          <p:cNvSpPr/>
          <p:nvPr/>
        </p:nvSpPr>
        <p:spPr bwMode="auto">
          <a:xfrm flipH="0" flipV="0">
            <a:off x="185013" y="178593"/>
            <a:ext cx="11695812" cy="6518671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5404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7101934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5796579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9221940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732337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071181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0039076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06538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2764692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4239456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1737940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8553175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261363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26663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4564552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4337901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033833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479958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840428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50079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929349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39562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897220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18805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65311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329930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4050462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29784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663865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549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17" y="209085"/>
            <a:ext cx="12158753" cy="6458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340480" name="TextBox 32"/>
          <p:cNvSpPr txBox="1"/>
          <p:nvPr/>
        </p:nvSpPr>
        <p:spPr bwMode="auto">
          <a:xfrm>
            <a:off x="482709" y="715756"/>
            <a:ext cx="7564705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3422254" name="TextBox 33"/>
          <p:cNvSpPr txBox="1"/>
          <p:nvPr/>
        </p:nvSpPr>
        <p:spPr bwMode="auto">
          <a:xfrm>
            <a:off x="695983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491939" name="AutoShape 34"/>
          <p:cNvSpPr/>
          <p:nvPr/>
        </p:nvSpPr>
        <p:spPr bwMode="auto">
          <a:xfrm>
            <a:off x="4264524" y="1381303"/>
            <a:ext cx="0" cy="40823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086862" name="TextBox 35"/>
          <p:cNvSpPr txBox="1"/>
          <p:nvPr/>
        </p:nvSpPr>
        <p:spPr bwMode="auto">
          <a:xfrm>
            <a:off x="5117449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4118465" name="Rectangle: Rounded Corners 12"/>
          <p:cNvSpPr/>
          <p:nvPr/>
        </p:nvSpPr>
        <p:spPr bwMode="auto">
          <a:xfrm>
            <a:off x="245889" y="162863"/>
            <a:ext cx="8063021" cy="598081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03105187" name=""/>
          <p:cNvGrpSpPr/>
          <p:nvPr/>
        </p:nvGrpSpPr>
        <p:grpSpPr bwMode="auto">
          <a:xfrm>
            <a:off x="645528" y="1972733"/>
            <a:ext cx="7237756" cy="2180308"/>
            <a:chOff x="0" y="0"/>
            <a:chExt cx="7237756" cy="2180308"/>
          </a:xfrm>
        </p:grpSpPr>
        <p:sp>
          <p:nvSpPr>
            <p:cNvPr id="776321856" name="Freeform 30"/>
            <p:cNvSpPr/>
            <p:nvPr/>
          </p:nvSpPr>
          <p:spPr bwMode="auto">
            <a:xfrm rot="0" flipH="0" flipV="0">
              <a:off x="0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5273817" name="TextBox 31"/>
            <p:cNvSpPr txBox="1"/>
            <p:nvPr/>
          </p:nvSpPr>
          <p:spPr bwMode="auto">
            <a:xfrm rot="0" flipH="0" flipV="0">
              <a:off x="0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415 141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94524234" name="Freeform 37"/>
            <p:cNvSpPr/>
            <p:nvPr/>
          </p:nvSpPr>
          <p:spPr bwMode="auto">
            <a:xfrm rot="0" flipH="0" flipV="0">
              <a:off x="4421466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35634629" name="TextBox 38"/>
            <p:cNvSpPr txBox="1"/>
            <p:nvPr/>
          </p:nvSpPr>
          <p:spPr bwMode="auto">
            <a:xfrm rot="0" flipH="0" flipV="0">
              <a:off x="4421466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205 120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20458043" name="Freeform 40"/>
            <p:cNvSpPr/>
            <p:nvPr/>
          </p:nvSpPr>
          <p:spPr bwMode="auto">
            <a:xfrm rot="0" flipH="0" flipV="0">
              <a:off x="4421466" y="130330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6937835" name="TextBox 41"/>
            <p:cNvSpPr txBox="1"/>
            <p:nvPr/>
          </p:nvSpPr>
          <p:spPr bwMode="auto">
            <a:xfrm rot="0" flipH="0" flipV="0">
              <a:off x="4421466" y="1156119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207 867 sats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431888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Modello di riservatezza del sistema bancario: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4705984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Modello di privacy Bitcoin: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23115021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5004927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Controparte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2787748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38485825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Pubblico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1943917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2170580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Banca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0594137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275827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Transazioni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089722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450384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Identità</a:t>
            </a:r>
            <a:endParaRPr/>
          </a:p>
        </p:txBody>
      </p:sp>
      <p:sp>
        <p:nvSpPr>
          <p:cNvPr id="1292993018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815416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0112510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Pubblico</a:t>
            </a:r>
            <a:endParaRPr/>
          </a:p>
        </p:txBody>
      </p:sp>
      <p:sp>
        <p:nvSpPr>
          <p:cNvPr id="1948058140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97651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Transazioni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89318516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5245661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Identità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95982310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510500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7052340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278051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826076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740214" name="AutoShape 26"/>
          <p:cNvSpPr/>
          <p:nvPr/>
        </p:nvSpPr>
        <p:spPr bwMode="auto">
          <a:xfrm>
            <a:off x="2554786" y="2067766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45816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40687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042845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85745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436723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3693328" name="AutoShape 32"/>
          <p:cNvSpPr/>
          <p:nvPr/>
        </p:nvSpPr>
        <p:spPr bwMode="auto">
          <a:xfrm flipV="1">
            <a:off x="5141047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0684998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15411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597013" name="AutoShape 35"/>
          <p:cNvSpPr/>
          <p:nvPr/>
        </p:nvSpPr>
        <p:spPr bwMode="auto">
          <a:xfrm>
            <a:off x="2554786" y="5126039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169746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865470" name="Freeform 37"/>
          <p:cNvSpPr/>
          <p:nvPr/>
        </p:nvSpPr>
        <p:spPr bwMode="auto">
          <a:xfrm>
            <a:off x="4307608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998681" name="Freeform 38"/>
          <p:cNvSpPr/>
          <p:nvPr/>
        </p:nvSpPr>
        <p:spPr bwMode="auto">
          <a:xfrm>
            <a:off x="6893946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3032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365954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3022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050420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16645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179646" name="Freeform 44"/>
          <p:cNvSpPr/>
          <p:nvPr/>
        </p:nvSpPr>
        <p:spPr bwMode="auto">
          <a:xfrm>
            <a:off x="5665205" y="4773710"/>
            <a:ext cx="704656" cy="704656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497516" name="TextBox 45"/>
          <p:cNvSpPr txBox="1"/>
          <p:nvPr/>
        </p:nvSpPr>
        <p:spPr bwMode="auto">
          <a:xfrm>
            <a:off x="3961307" y="3474531"/>
            <a:ext cx="4114971" cy="27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6182" name="Freeform 27"/>
          <p:cNvSpPr/>
          <p:nvPr/>
        </p:nvSpPr>
        <p:spPr bwMode="auto">
          <a:xfrm rot="0" flipH="0" flipV="0">
            <a:off x="153822" y="78390"/>
            <a:ext cx="7203420" cy="606136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841491329" name="TextBox 32"/>
          <p:cNvSpPr txBox="1"/>
          <p:nvPr/>
        </p:nvSpPr>
        <p:spPr bwMode="auto">
          <a:xfrm flipH="0" flipV="0">
            <a:off x="153822" y="140232"/>
            <a:ext cx="720485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477685086" name="TextBox 33"/>
          <p:cNvSpPr txBox="1"/>
          <p:nvPr/>
        </p:nvSpPr>
        <p:spPr bwMode="auto">
          <a:xfrm>
            <a:off x="832898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/>
          </a:p>
        </p:txBody>
      </p:sp>
      <p:sp>
        <p:nvSpPr>
          <p:cNvPr id="633211055" name="AutoShape 34"/>
          <p:cNvSpPr/>
          <p:nvPr/>
        </p:nvSpPr>
        <p:spPr bwMode="auto">
          <a:xfrm flipH="0" flipV="0">
            <a:off x="3755532" y="918903"/>
            <a:ext cx="0" cy="4873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5377268" name="TextBox 38"/>
          <p:cNvSpPr txBox="1"/>
          <p:nvPr/>
        </p:nvSpPr>
        <p:spPr bwMode="auto">
          <a:xfrm>
            <a:off x="4454075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/>
          </a:p>
        </p:txBody>
      </p:sp>
      <p:grpSp>
        <p:nvGrpSpPr>
          <p:cNvPr id="81227883" name=""/>
          <p:cNvGrpSpPr/>
          <p:nvPr/>
        </p:nvGrpSpPr>
        <p:grpSpPr bwMode="auto">
          <a:xfrm>
            <a:off x="791579" y="1131820"/>
            <a:ext cx="5927902" cy="4750677"/>
            <a:chOff x="0" y="0"/>
            <a:chExt cx="5927902" cy="4750677"/>
          </a:xfrm>
        </p:grpSpPr>
        <p:sp>
          <p:nvSpPr>
            <p:cNvPr id="540558535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774234148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70583454" name="Freeform 36"/>
            <p:cNvSpPr/>
            <p:nvPr/>
          </p:nvSpPr>
          <p:spPr bwMode="auto">
            <a:xfrm rot="0" flipH="0" flipV="0">
              <a:off x="0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592018898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2942772" name="Freeform 40"/>
            <p:cNvSpPr/>
            <p:nvPr/>
          </p:nvSpPr>
          <p:spPr bwMode="auto">
            <a:xfrm rot="0" flipH="0" flipV="0">
              <a:off x="185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845085773" name="TextBox 41"/>
            <p:cNvSpPr txBox="1"/>
            <p:nvPr/>
          </p:nvSpPr>
          <p:spPr bwMode="auto">
            <a:xfrm rot="0" flipH="0" flipV="0">
              <a:off x="185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8620956" name="Freeform 43"/>
            <p:cNvSpPr/>
            <p:nvPr/>
          </p:nvSpPr>
          <p:spPr bwMode="auto">
            <a:xfrm rot="0" flipH="0" flipV="0">
              <a:off x="185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73034435" name="TextBox 44"/>
            <p:cNvSpPr txBox="1"/>
            <p:nvPr/>
          </p:nvSpPr>
          <p:spPr bwMode="auto">
            <a:xfrm rot="0" flipH="0" flipV="0">
              <a:off x="185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23224535" name="Freeform 46"/>
            <p:cNvSpPr/>
            <p:nvPr/>
          </p:nvSpPr>
          <p:spPr bwMode="auto">
            <a:xfrm rot="0" flipH="0" flipV="0">
              <a:off x="185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47464317" name="TextBox 47"/>
            <p:cNvSpPr txBox="1"/>
            <p:nvPr/>
          </p:nvSpPr>
          <p:spPr bwMode="auto">
            <a:xfrm rot="0" flipH="0" flipV="0">
              <a:off x="185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5821459" name="Freeform 49"/>
            <p:cNvSpPr/>
            <p:nvPr/>
          </p:nvSpPr>
          <p:spPr bwMode="auto">
            <a:xfrm rot="0" flipH="0" flipV="0">
              <a:off x="3621177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357437761" name="TextBox 50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93322313" name="Freeform 52"/>
            <p:cNvSpPr/>
            <p:nvPr/>
          </p:nvSpPr>
          <p:spPr bwMode="auto">
            <a:xfrm rot="0" flipH="0" flipV="0">
              <a:off x="3621177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86609417" name="TextBox 53"/>
            <p:cNvSpPr txBox="1"/>
            <p:nvPr/>
          </p:nvSpPr>
          <p:spPr bwMode="auto">
            <a:xfrm rot="0" flipH="0" flipV="0">
              <a:off x="3621177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48999605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0210904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3025677" name="Freeform 58"/>
            <p:cNvSpPr/>
            <p:nvPr/>
          </p:nvSpPr>
          <p:spPr bwMode="auto">
            <a:xfrm rot="0" flipH="0" flipV="0">
              <a:off x="3621363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22318949" name="TextBox 59"/>
            <p:cNvSpPr txBox="1"/>
            <p:nvPr/>
          </p:nvSpPr>
          <p:spPr bwMode="auto">
            <a:xfrm rot="0" flipH="0" flipV="0">
              <a:off x="3621363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232380" name="Freeform 61"/>
            <p:cNvSpPr/>
            <p:nvPr/>
          </p:nvSpPr>
          <p:spPr bwMode="auto">
            <a:xfrm rot="0" flipH="0" flipV="0">
              <a:off x="3621363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50049569" name="TextBox 62"/>
            <p:cNvSpPr txBox="1"/>
            <p:nvPr/>
          </p:nvSpPr>
          <p:spPr bwMode="auto">
            <a:xfrm rot="0" flipH="0" flipV="0">
              <a:off x="3621363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980783" name="Freeform 27"/>
          <p:cNvSpPr/>
          <p:nvPr/>
        </p:nvSpPr>
        <p:spPr bwMode="auto">
          <a:xfrm rot="0" flipH="0" flipV="0">
            <a:off x="3526179" y="409353"/>
            <a:ext cx="6688318" cy="5627934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68247855" name="TextBox 28"/>
          <p:cNvSpPr txBox="1"/>
          <p:nvPr/>
        </p:nvSpPr>
        <p:spPr bwMode="auto">
          <a:xfrm rot="0" flipH="0" flipV="0">
            <a:off x="3526179" y="252656"/>
            <a:ext cx="6688318" cy="578463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083248283" name="TextBox 32"/>
          <p:cNvSpPr txBox="1"/>
          <p:nvPr/>
        </p:nvSpPr>
        <p:spPr bwMode="auto">
          <a:xfrm>
            <a:off x="3994518" y="472212"/>
            <a:ext cx="5752724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9025837" name="TextBox 33"/>
          <p:cNvSpPr txBox="1"/>
          <p:nvPr/>
        </p:nvSpPr>
        <p:spPr bwMode="auto">
          <a:xfrm>
            <a:off x="4156696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1501" name="TextBox 38"/>
          <p:cNvSpPr txBox="1"/>
          <p:nvPr/>
        </p:nvSpPr>
        <p:spPr bwMode="auto">
          <a:xfrm>
            <a:off x="7518933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9649019" name="TextBox 39"/>
          <p:cNvSpPr txBox="1"/>
          <p:nvPr/>
        </p:nvSpPr>
        <p:spPr bwMode="auto">
          <a:xfrm flipH="0" flipV="0">
            <a:off x="695914" y="83263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304956" name="Freeform 40"/>
          <p:cNvSpPr/>
          <p:nvPr/>
        </p:nvSpPr>
        <p:spPr bwMode="auto">
          <a:xfrm rot="1981001">
            <a:off x="2399789" y="150092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550494" name="TextBox 41"/>
          <p:cNvSpPr txBox="1"/>
          <p:nvPr/>
        </p:nvSpPr>
        <p:spPr bwMode="auto">
          <a:xfrm flipH="0" flipV="0">
            <a:off x="192124" y="3849172"/>
            <a:ext cx="2900944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30128090" name="Freeform 42"/>
          <p:cNvSpPr/>
          <p:nvPr/>
        </p:nvSpPr>
        <p:spPr bwMode="auto">
          <a:xfrm rot="10008104" flipH="1">
            <a:off x="2306817" y="3462675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8" y="0"/>
                </a:moveTo>
                <a:lnTo>
                  <a:pt x="0" y="0"/>
                </a:lnTo>
                <a:lnTo>
                  <a:pt x="0" y="280330"/>
                </a:lnTo>
                <a:lnTo>
                  <a:pt x="992318" y="280330"/>
                </a:lnTo>
                <a:lnTo>
                  <a:pt x="99231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399852" name="TextBox 52"/>
          <p:cNvSpPr txBox="1"/>
          <p:nvPr/>
        </p:nvSpPr>
        <p:spPr bwMode="auto">
          <a:xfrm flipH="0" flipV="0">
            <a:off x="395952" y="2079214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5527526" name="Freeform 53"/>
          <p:cNvSpPr/>
          <p:nvPr/>
        </p:nvSpPr>
        <p:spPr bwMode="auto">
          <a:xfrm rot="731793">
            <a:off x="2224411" y="260798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762761" name="TextBox 54"/>
          <p:cNvSpPr txBox="1"/>
          <p:nvPr/>
        </p:nvSpPr>
        <p:spPr bwMode="auto">
          <a:xfrm flipH="0" flipV="0">
            <a:off x="602339" y="503380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David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04160958" name="TextBox 55"/>
          <p:cNvSpPr txBox="1"/>
          <p:nvPr/>
        </p:nvSpPr>
        <p:spPr bwMode="auto">
          <a:xfrm flipH="0" flipV="0">
            <a:off x="266542" y="5994954"/>
            <a:ext cx="2940545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Emma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68584999" name="Freeform 56"/>
          <p:cNvSpPr/>
          <p:nvPr/>
        </p:nvSpPr>
        <p:spPr bwMode="auto">
          <a:xfrm rot="9117488" flipH="1">
            <a:off x="2318067" y="4540090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30"/>
                </a:lnTo>
                <a:lnTo>
                  <a:pt x="992317" y="280330"/>
                </a:lnTo>
                <a:lnTo>
                  <a:pt x="99231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102993" name="Freeform 57"/>
          <p:cNvSpPr/>
          <p:nvPr/>
        </p:nvSpPr>
        <p:spPr bwMode="auto">
          <a:xfrm rot="9379580" flipH="1">
            <a:off x="2308420" y="5530611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29"/>
                </a:lnTo>
                <a:lnTo>
                  <a:pt x="992317" y="280329"/>
                </a:lnTo>
                <a:lnTo>
                  <a:pt x="99231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148199388" name=""/>
          <p:cNvGrpSpPr/>
          <p:nvPr/>
        </p:nvGrpSpPr>
        <p:grpSpPr bwMode="auto">
          <a:xfrm>
            <a:off x="3843373" y="1280137"/>
            <a:ext cx="6061158" cy="4518280"/>
            <a:chOff x="0" y="0"/>
            <a:chExt cx="6061158" cy="4518280"/>
          </a:xfrm>
        </p:grpSpPr>
        <p:sp>
          <p:nvSpPr>
            <p:cNvPr id="826421348" name="Freeform 30"/>
            <p:cNvSpPr/>
            <p:nvPr/>
          </p:nvSpPr>
          <p:spPr bwMode="auto">
            <a:xfrm rot="0" flipH="0" flipV="0">
              <a:off x="0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834252061" name="TextBox 31"/>
            <p:cNvSpPr txBox="1"/>
            <p:nvPr/>
          </p:nvSpPr>
          <p:spPr bwMode="auto">
            <a:xfrm rot="0" flipH="0" flipV="0">
              <a:off x="0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00223077" name="AutoShape 34"/>
            <p:cNvSpPr/>
            <p:nvPr/>
          </p:nvSpPr>
          <p:spPr bwMode="auto">
            <a:xfrm flipH="0" flipV="0">
              <a:off x="3026964" y="0"/>
              <a:ext cx="0" cy="44824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50685255" name="Freeform 36"/>
            <p:cNvSpPr/>
            <p:nvPr/>
          </p:nvSpPr>
          <p:spPr bwMode="auto">
            <a:xfrm rot="0" flipH="0" flipV="0">
              <a:off x="0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7995553" name="TextBox 37"/>
            <p:cNvSpPr txBox="1"/>
            <p:nvPr/>
          </p:nvSpPr>
          <p:spPr bwMode="auto">
            <a:xfrm rot="0" flipH="0" flipV="0">
              <a:off x="0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8731454" name="Freeform 44"/>
            <p:cNvSpPr/>
            <p:nvPr/>
          </p:nvSpPr>
          <p:spPr bwMode="auto">
            <a:xfrm rot="0" flipH="0" flipV="0">
              <a:off x="171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66828647" name="TextBox 45"/>
            <p:cNvSpPr txBox="1"/>
            <p:nvPr/>
          </p:nvSpPr>
          <p:spPr bwMode="auto">
            <a:xfrm rot="0" flipH="0" flipV="0">
              <a:off x="171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31106213" name="Freeform 47"/>
            <p:cNvSpPr/>
            <p:nvPr/>
          </p:nvSpPr>
          <p:spPr bwMode="auto">
            <a:xfrm rot="0" flipH="0" flipV="0">
              <a:off x="171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02263614" name="TextBox 48"/>
            <p:cNvSpPr txBox="1"/>
            <p:nvPr/>
          </p:nvSpPr>
          <p:spPr bwMode="auto">
            <a:xfrm rot="0" flipH="0" flipV="0">
              <a:off x="171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61482835" name="Freeform 50"/>
            <p:cNvSpPr/>
            <p:nvPr/>
          </p:nvSpPr>
          <p:spPr bwMode="auto">
            <a:xfrm rot="0" flipH="0" flipV="0">
              <a:off x="171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50787987" name="TextBox 51"/>
            <p:cNvSpPr txBox="1"/>
            <p:nvPr/>
          </p:nvSpPr>
          <p:spPr bwMode="auto">
            <a:xfrm rot="0" flipH="0" flipV="0">
              <a:off x="171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4367025" name="Freeform 59"/>
            <p:cNvSpPr/>
            <p:nvPr/>
          </p:nvSpPr>
          <p:spPr bwMode="auto">
            <a:xfrm rot="0" flipH="0" flipV="0">
              <a:off x="3362234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2382667" name="TextBox 60"/>
            <p:cNvSpPr txBox="1"/>
            <p:nvPr/>
          </p:nvSpPr>
          <p:spPr bwMode="auto">
            <a:xfrm rot="0" flipH="0" flipV="0">
              <a:off x="3362234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58750084" name="Freeform 62"/>
            <p:cNvSpPr/>
            <p:nvPr/>
          </p:nvSpPr>
          <p:spPr bwMode="auto">
            <a:xfrm rot="0" flipH="0" flipV="0">
              <a:off x="3362234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97936550" name="TextBox 63"/>
            <p:cNvSpPr txBox="1"/>
            <p:nvPr/>
          </p:nvSpPr>
          <p:spPr bwMode="auto">
            <a:xfrm rot="0" flipH="0" flipV="0">
              <a:off x="3362234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9592425" name="Freeform 65"/>
            <p:cNvSpPr/>
            <p:nvPr/>
          </p:nvSpPr>
          <p:spPr bwMode="auto">
            <a:xfrm rot="0" flipH="0" flipV="0">
              <a:off x="3362409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46262257" name="TextBox 66"/>
            <p:cNvSpPr txBox="1"/>
            <p:nvPr/>
          </p:nvSpPr>
          <p:spPr bwMode="auto">
            <a:xfrm rot="0" flipH="0" flipV="0">
              <a:off x="3362409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4785230" name="Freeform 68"/>
            <p:cNvSpPr/>
            <p:nvPr/>
          </p:nvSpPr>
          <p:spPr bwMode="auto">
            <a:xfrm rot="0" flipH="0" flipV="0">
              <a:off x="3362409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96840801" name="TextBox 69"/>
            <p:cNvSpPr txBox="1"/>
            <p:nvPr/>
          </p:nvSpPr>
          <p:spPr bwMode="auto">
            <a:xfrm rot="0" flipH="0" flipV="0">
              <a:off x="3362409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58683636" name="Freeform 71"/>
            <p:cNvSpPr/>
            <p:nvPr/>
          </p:nvSpPr>
          <p:spPr bwMode="auto">
            <a:xfrm rot="0" flipH="0" flipV="0">
              <a:off x="3362409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01919127" name="TextBox 72"/>
            <p:cNvSpPr txBox="1"/>
            <p:nvPr/>
          </p:nvSpPr>
          <p:spPr bwMode="auto">
            <a:xfrm rot="0" flipH="0" flipV="0">
              <a:off x="3362409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83726" name="Freeform 27"/>
          <p:cNvSpPr/>
          <p:nvPr/>
        </p:nvSpPr>
        <p:spPr bwMode="auto">
          <a:xfrm rot="0" flipH="0" flipV="0">
            <a:off x="2835590" y="484496"/>
            <a:ext cx="6518772" cy="5485268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08263995" name="TextBox 28"/>
          <p:cNvSpPr txBox="1"/>
          <p:nvPr/>
        </p:nvSpPr>
        <p:spPr bwMode="auto">
          <a:xfrm rot="0" flipH="0" flipV="0">
            <a:off x="2835590" y="331770"/>
            <a:ext cx="6518772" cy="563799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89850498" name="TextBox 32"/>
          <p:cNvSpPr txBox="1"/>
          <p:nvPr/>
        </p:nvSpPr>
        <p:spPr bwMode="auto">
          <a:xfrm>
            <a:off x="3292057" y="535031"/>
            <a:ext cx="5607282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1325062272" name="TextBox 33"/>
          <p:cNvSpPr txBox="1"/>
          <p:nvPr/>
        </p:nvSpPr>
        <p:spPr bwMode="auto">
          <a:xfrm>
            <a:off x="3450124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56544062" name="TextBox 38"/>
          <p:cNvSpPr txBox="1"/>
          <p:nvPr/>
        </p:nvSpPr>
        <p:spPr bwMode="auto">
          <a:xfrm>
            <a:off x="6727130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uscite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48146049" name="TextBox 39"/>
          <p:cNvSpPr txBox="1"/>
          <p:nvPr/>
        </p:nvSpPr>
        <p:spPr bwMode="auto">
          <a:xfrm flipH="0" flipV="0">
            <a:off x="446124" y="918509"/>
            <a:ext cx="2174103" cy="33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93242303" name="Freeform 40"/>
          <p:cNvSpPr/>
          <p:nvPr/>
        </p:nvSpPr>
        <p:spPr bwMode="auto">
          <a:xfrm rot="1981001">
            <a:off x="1737754" y="154840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014936" name="TextBox 41"/>
          <p:cNvSpPr txBox="1"/>
          <p:nvPr/>
        </p:nvSpPr>
        <p:spPr bwMode="auto">
          <a:xfrm flipH="0" flipV="0">
            <a:off x="4421" y="3858581"/>
            <a:ext cx="24113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di 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1865767" name="Freeform 42"/>
          <p:cNvSpPr/>
          <p:nvPr/>
        </p:nvSpPr>
        <p:spPr bwMode="auto">
          <a:xfrm rot="10008104" flipH="1">
            <a:off x="1647140" y="34604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4"/>
                </a:lnTo>
                <a:lnTo>
                  <a:pt x="967162" y="273224"/>
                </a:lnTo>
                <a:lnTo>
                  <a:pt x="967162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871609" name="TextBox 43"/>
          <p:cNvSpPr txBox="1"/>
          <p:nvPr/>
        </p:nvSpPr>
        <p:spPr bwMode="auto">
          <a:xfrm>
            <a:off x="9675647" y="749420"/>
            <a:ext cx="1560116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976193" name="Freeform 44"/>
          <p:cNvSpPr/>
          <p:nvPr/>
        </p:nvSpPr>
        <p:spPr bwMode="auto">
          <a:xfrm rot="-423529" flipH="1">
            <a:off x="9567840" y="2685327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3"/>
                </a:lnTo>
                <a:lnTo>
                  <a:pt x="967162" y="273223"/>
                </a:lnTo>
                <a:lnTo>
                  <a:pt x="96716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9818497" name="TextBox 45"/>
          <p:cNvSpPr txBox="1"/>
          <p:nvPr/>
        </p:nvSpPr>
        <p:spPr bwMode="auto">
          <a:xfrm>
            <a:off x="9906332" y="2246149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141336267" name="Freeform 46"/>
          <p:cNvSpPr/>
          <p:nvPr/>
        </p:nvSpPr>
        <p:spPr bwMode="auto">
          <a:xfrm rot="-2557580" flipH="1">
            <a:off x="9457024" y="14539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4"/>
                </a:lnTo>
                <a:lnTo>
                  <a:pt x="967163" y="273224"/>
                </a:lnTo>
                <a:lnTo>
                  <a:pt x="96716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847851" name="Freeform 47"/>
          <p:cNvSpPr/>
          <p:nvPr/>
        </p:nvSpPr>
        <p:spPr bwMode="auto">
          <a:xfrm rot="-10662274">
            <a:off x="9455057" y="3409714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705227" name="TextBox 48"/>
          <p:cNvSpPr txBox="1"/>
          <p:nvPr/>
        </p:nvSpPr>
        <p:spPr bwMode="auto">
          <a:xfrm>
            <a:off x="9769505" y="3732141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343684608" name="Freeform 49"/>
          <p:cNvSpPr/>
          <p:nvPr/>
        </p:nvSpPr>
        <p:spPr bwMode="auto">
          <a:xfrm rot="-9983765">
            <a:off x="9468539" y="442486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063076" name="TextBox 50"/>
          <p:cNvSpPr txBox="1"/>
          <p:nvPr/>
        </p:nvSpPr>
        <p:spPr bwMode="auto">
          <a:xfrm>
            <a:off x="9906332" y="4803465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713992010" name="TextBox 60"/>
          <p:cNvSpPr txBox="1"/>
          <p:nvPr/>
        </p:nvSpPr>
        <p:spPr bwMode="auto">
          <a:xfrm flipH="0" flipV="0">
            <a:off x="155304" y="2133487"/>
            <a:ext cx="216860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di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5142472" name="Freeform 61"/>
          <p:cNvSpPr/>
          <p:nvPr/>
        </p:nvSpPr>
        <p:spPr bwMode="auto">
          <a:xfrm rot="731793">
            <a:off x="1566822" y="262739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979291" name="TextBox 62"/>
          <p:cNvSpPr txBox="1"/>
          <p:nvPr/>
        </p:nvSpPr>
        <p:spPr bwMode="auto">
          <a:xfrm flipH="0" flipV="0">
            <a:off x="355342" y="5013182"/>
            <a:ext cx="2172603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di David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2442175" name="TextBox 63"/>
          <p:cNvSpPr txBox="1"/>
          <p:nvPr/>
        </p:nvSpPr>
        <p:spPr bwMode="auto">
          <a:xfrm flipH="0" flipV="0">
            <a:off x="76778" y="5949968"/>
            <a:ext cx="2449368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di Emma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4722619" name="Freeform 64"/>
          <p:cNvSpPr/>
          <p:nvPr/>
        </p:nvSpPr>
        <p:spPr bwMode="auto">
          <a:xfrm rot="9117488" flipH="1">
            <a:off x="1658102" y="451052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47208" name="Freeform 65"/>
          <p:cNvSpPr/>
          <p:nvPr/>
        </p:nvSpPr>
        <p:spPr bwMode="auto">
          <a:xfrm rot="9379580" flipH="1">
            <a:off x="1648700" y="5475933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8127" name="Freeform 66"/>
          <p:cNvSpPr/>
          <p:nvPr/>
        </p:nvSpPr>
        <p:spPr bwMode="auto">
          <a:xfrm rot="-9983765">
            <a:off x="9559892" y="532646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490601" name="TextBox 67"/>
          <p:cNvSpPr txBox="1"/>
          <p:nvPr/>
        </p:nvSpPr>
        <p:spPr bwMode="auto">
          <a:xfrm flipH="0" flipV="0">
            <a:off x="9997686" y="5705065"/>
            <a:ext cx="15619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64218527" name=""/>
          <p:cNvGrpSpPr/>
          <p:nvPr/>
        </p:nvGrpSpPr>
        <p:grpSpPr bwMode="auto">
          <a:xfrm>
            <a:off x="3208374" y="1415169"/>
            <a:ext cx="5833048" cy="4321782"/>
            <a:chOff x="0" y="0"/>
            <a:chExt cx="5833048" cy="4321782"/>
          </a:xfrm>
        </p:grpSpPr>
        <p:sp>
          <p:nvSpPr>
            <p:cNvPr id="746675543" name="Freeform 30"/>
            <p:cNvSpPr/>
            <p:nvPr/>
          </p:nvSpPr>
          <p:spPr bwMode="auto">
            <a:xfrm rot="0" flipH="0" flipV="0">
              <a:off x="0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7081435" name="TextBox 31"/>
            <p:cNvSpPr txBox="1"/>
            <p:nvPr/>
          </p:nvSpPr>
          <p:spPr bwMode="auto">
            <a:xfrm rot="0" flipH="0" flipV="0">
              <a:off x="0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1096809" name="AutoShape 34"/>
            <p:cNvSpPr/>
            <p:nvPr/>
          </p:nvSpPr>
          <p:spPr bwMode="auto">
            <a:xfrm flipH="0" flipV="0">
              <a:off x="2886606" y="0"/>
              <a:ext cx="0" cy="425015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58076245" name="Freeform 36"/>
            <p:cNvSpPr/>
            <p:nvPr/>
          </p:nvSpPr>
          <p:spPr bwMode="auto">
            <a:xfrm rot="0" flipH="0" flipV="0">
              <a:off x="0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32349654" name="TextBox 37"/>
            <p:cNvSpPr txBox="1"/>
            <p:nvPr/>
          </p:nvSpPr>
          <p:spPr bwMode="auto">
            <a:xfrm rot="0" flipH="0" flipV="0">
              <a:off x="0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6862891" name="Freeform 52"/>
            <p:cNvSpPr/>
            <p:nvPr/>
          </p:nvSpPr>
          <p:spPr bwMode="auto">
            <a:xfrm rot="0" flipH="0" flipV="0">
              <a:off x="167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4498870" name="TextBox 53"/>
            <p:cNvSpPr txBox="1"/>
            <p:nvPr/>
          </p:nvSpPr>
          <p:spPr bwMode="auto">
            <a:xfrm rot="0" flipH="0" flipV="0">
              <a:off x="167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11672434" name="Freeform 55"/>
            <p:cNvSpPr/>
            <p:nvPr/>
          </p:nvSpPr>
          <p:spPr bwMode="auto">
            <a:xfrm rot="0" flipH="0" flipV="0">
              <a:off x="167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4237911" name="TextBox 56"/>
            <p:cNvSpPr txBox="1"/>
            <p:nvPr/>
          </p:nvSpPr>
          <p:spPr bwMode="auto">
            <a:xfrm rot="0" flipH="0" flipV="0">
              <a:off x="167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5251664" name="Freeform 58"/>
            <p:cNvSpPr/>
            <p:nvPr/>
          </p:nvSpPr>
          <p:spPr bwMode="auto">
            <a:xfrm rot="0" flipH="0" flipV="0">
              <a:off x="167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7048814" name="TextBox 59"/>
            <p:cNvSpPr txBox="1"/>
            <p:nvPr/>
          </p:nvSpPr>
          <p:spPr bwMode="auto">
            <a:xfrm rot="0" flipH="0" flipV="0">
              <a:off x="167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55234019" name="Freeform 69"/>
            <p:cNvSpPr/>
            <p:nvPr/>
          </p:nvSpPr>
          <p:spPr bwMode="auto">
            <a:xfrm rot="0" flipH="0" flipV="0">
              <a:off x="3277004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4590998" name="TextBox 70"/>
            <p:cNvSpPr txBox="1"/>
            <p:nvPr/>
          </p:nvSpPr>
          <p:spPr bwMode="auto">
            <a:xfrm rot="0" flipH="0" flipV="0">
              <a:off x="3277004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50517129" name="Freeform 72"/>
            <p:cNvSpPr/>
            <p:nvPr/>
          </p:nvSpPr>
          <p:spPr bwMode="auto">
            <a:xfrm rot="0" flipH="0" flipV="0">
              <a:off x="3277004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1427854" name="TextBox 73"/>
            <p:cNvSpPr txBox="1"/>
            <p:nvPr/>
          </p:nvSpPr>
          <p:spPr bwMode="auto">
            <a:xfrm rot="0" flipH="0" flipV="0">
              <a:off x="3277004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5570734" name="Freeform 75"/>
            <p:cNvSpPr/>
            <p:nvPr/>
          </p:nvSpPr>
          <p:spPr bwMode="auto">
            <a:xfrm rot="0" flipH="0" flipV="0">
              <a:off x="3277174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69429" name="TextBox 76"/>
            <p:cNvSpPr txBox="1"/>
            <p:nvPr/>
          </p:nvSpPr>
          <p:spPr bwMode="auto">
            <a:xfrm rot="0" flipH="0" flipV="0">
              <a:off x="3277174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70458803" name="Freeform 78"/>
            <p:cNvSpPr/>
            <p:nvPr/>
          </p:nvSpPr>
          <p:spPr bwMode="auto">
            <a:xfrm rot="0" flipH="0" flipV="0">
              <a:off x="3277174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3202991" name="TextBox 79"/>
            <p:cNvSpPr txBox="1"/>
            <p:nvPr/>
          </p:nvSpPr>
          <p:spPr bwMode="auto">
            <a:xfrm rot="0" flipH="0" flipV="0">
              <a:off x="3277174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0365595" name="Freeform 81"/>
            <p:cNvSpPr/>
            <p:nvPr/>
          </p:nvSpPr>
          <p:spPr bwMode="auto">
            <a:xfrm rot="0" flipH="0" flipV="0">
              <a:off x="3277174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11684720" name="TextBox 82"/>
            <p:cNvSpPr txBox="1"/>
            <p:nvPr/>
          </p:nvSpPr>
          <p:spPr bwMode="auto">
            <a:xfrm rot="0" flipH="0" flipV="0">
              <a:off x="3277174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351625" name="Freeform 27"/>
          <p:cNvSpPr/>
          <p:nvPr/>
        </p:nvSpPr>
        <p:spPr bwMode="auto">
          <a:xfrm rot="0" flipH="0" flipV="0">
            <a:off x="3591186" y="652461"/>
            <a:ext cx="6475595" cy="5448936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80073105" name="TextBox 28"/>
          <p:cNvSpPr txBox="1"/>
          <p:nvPr/>
        </p:nvSpPr>
        <p:spPr bwMode="auto">
          <a:xfrm rot="0" flipH="0" flipV="0">
            <a:off x="3591186" y="426333"/>
            <a:ext cx="6475595" cy="56006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792004239" name="TextBox 32"/>
          <p:cNvSpPr txBox="1"/>
          <p:nvPr/>
        </p:nvSpPr>
        <p:spPr bwMode="auto">
          <a:xfrm>
            <a:off x="4044629" y="702282"/>
            <a:ext cx="5570151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28884076" name="TextBox 33"/>
          <p:cNvSpPr txBox="1"/>
          <p:nvPr/>
        </p:nvSpPr>
        <p:spPr bwMode="auto">
          <a:xfrm>
            <a:off x="4201647" y="1136865"/>
            <a:ext cx="2000643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305273562" name="TextBox 38"/>
          <p:cNvSpPr txBox="1"/>
          <p:nvPr/>
        </p:nvSpPr>
        <p:spPr bwMode="auto">
          <a:xfrm flipH="0" flipV="0">
            <a:off x="604874" y="1060763"/>
            <a:ext cx="2766673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26853956" name="Freeform 39"/>
          <p:cNvSpPr/>
          <p:nvPr/>
        </p:nvSpPr>
        <p:spPr bwMode="auto">
          <a:xfrm rot="1981001">
            <a:off x="2500621" y="17093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6" y="0"/>
                </a:lnTo>
                <a:lnTo>
                  <a:pt x="960756" y="271413"/>
                </a:lnTo>
                <a:lnTo>
                  <a:pt x="0" y="271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32764" name="TextBox 40"/>
          <p:cNvSpPr txBox="1"/>
          <p:nvPr/>
        </p:nvSpPr>
        <p:spPr bwMode="auto">
          <a:xfrm flipH="0" flipV="0">
            <a:off x="-90331" y="3981362"/>
            <a:ext cx="3262332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7486041" name="Freeform 41"/>
          <p:cNvSpPr/>
          <p:nvPr/>
        </p:nvSpPr>
        <p:spPr bwMode="auto">
          <a:xfrm rot="10008104" flipH="1">
            <a:off x="2410607" y="3608672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3"/>
                </a:lnTo>
                <a:lnTo>
                  <a:pt x="960756" y="271413"/>
                </a:lnTo>
                <a:lnTo>
                  <a:pt x="96075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060735" name="TextBox 51"/>
          <p:cNvSpPr txBox="1"/>
          <p:nvPr/>
        </p:nvSpPr>
        <p:spPr bwMode="auto">
          <a:xfrm flipH="0" flipV="0">
            <a:off x="313888" y="2267696"/>
            <a:ext cx="276795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8062726" name="Freeform 52"/>
          <p:cNvSpPr/>
          <p:nvPr/>
        </p:nvSpPr>
        <p:spPr bwMode="auto">
          <a:xfrm rot="731793">
            <a:off x="2330821" y="278117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7" y="0"/>
                </a:lnTo>
                <a:lnTo>
                  <a:pt x="960757" y="271414"/>
                </a:lnTo>
                <a:lnTo>
                  <a:pt x="0" y="271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3042829" name="TextBox 53"/>
          <p:cNvSpPr txBox="1"/>
          <p:nvPr/>
        </p:nvSpPr>
        <p:spPr bwMode="auto">
          <a:xfrm flipH="0" flipV="0">
            <a:off x="513429" y="5128315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David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35719524" name="TextBox 54"/>
          <p:cNvSpPr txBox="1"/>
          <p:nvPr/>
        </p:nvSpPr>
        <p:spPr bwMode="auto">
          <a:xfrm flipH="0" flipV="0">
            <a:off x="513429" y="6058897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Frank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9654226" name="Freeform 55"/>
          <p:cNvSpPr/>
          <p:nvPr/>
        </p:nvSpPr>
        <p:spPr bwMode="auto">
          <a:xfrm rot="9117488" flipH="1">
            <a:off x="2421497" y="46518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4"/>
                </a:lnTo>
                <a:lnTo>
                  <a:pt x="960756" y="271414"/>
                </a:lnTo>
                <a:lnTo>
                  <a:pt x="9607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1623227" name="Freeform 56"/>
          <p:cNvSpPr/>
          <p:nvPr/>
        </p:nvSpPr>
        <p:spPr bwMode="auto">
          <a:xfrm rot="9379580" flipH="1">
            <a:off x="2412156" y="5610837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7" y="0"/>
                </a:moveTo>
                <a:lnTo>
                  <a:pt x="0" y="0"/>
                </a:lnTo>
                <a:lnTo>
                  <a:pt x="0" y="271414"/>
                </a:lnTo>
                <a:lnTo>
                  <a:pt x="960757" y="271414"/>
                </a:lnTo>
                <a:lnTo>
                  <a:pt x="96075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07286454" name=""/>
          <p:cNvGrpSpPr/>
          <p:nvPr/>
        </p:nvGrpSpPr>
        <p:grpSpPr bwMode="auto">
          <a:xfrm>
            <a:off x="3843373" y="1627056"/>
            <a:ext cx="2985609" cy="4243068"/>
            <a:chOff x="0" y="0"/>
            <a:chExt cx="2985609" cy="4243068"/>
          </a:xfrm>
        </p:grpSpPr>
        <p:sp>
          <p:nvSpPr>
            <p:cNvPr id="451044058" name="Freeform 30"/>
            <p:cNvSpPr/>
            <p:nvPr/>
          </p:nvSpPr>
          <p:spPr bwMode="auto">
            <a:xfrm rot="0" flipH="0" flipV="0">
              <a:off x="0" y="12410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76112455" name="TextBox 31"/>
            <p:cNvSpPr txBox="1"/>
            <p:nvPr/>
          </p:nvSpPr>
          <p:spPr bwMode="auto">
            <a:xfrm rot="0" flipH="0" flipV="0">
              <a:off x="0" y="0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2284272" name="AutoShape 34"/>
            <p:cNvSpPr/>
            <p:nvPr/>
          </p:nvSpPr>
          <p:spPr bwMode="auto">
            <a:xfrm flipH="0" flipV="0">
              <a:off x="2985609" y="70010"/>
              <a:ext cx="0" cy="41730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699077098" name="Freeform 36"/>
            <p:cNvSpPr/>
            <p:nvPr/>
          </p:nvSpPr>
          <p:spPr bwMode="auto">
            <a:xfrm rot="0" flipH="0" flipV="0">
              <a:off x="0" y="992426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4369019" name="TextBox 37"/>
            <p:cNvSpPr txBox="1"/>
            <p:nvPr/>
          </p:nvSpPr>
          <p:spPr bwMode="auto">
            <a:xfrm rot="0" flipH="0" flipV="0">
              <a:off x="0" y="840712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90500110" name="Freeform 43"/>
            <p:cNvSpPr/>
            <p:nvPr/>
          </p:nvSpPr>
          <p:spPr bwMode="auto">
            <a:xfrm rot="0" flipH="0" flipV="0">
              <a:off x="166" y="1860743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48920" name="TextBox 44"/>
            <p:cNvSpPr txBox="1"/>
            <p:nvPr/>
          </p:nvSpPr>
          <p:spPr bwMode="auto">
            <a:xfrm rot="0" flipH="0" flipV="0">
              <a:off x="166" y="1709029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768674361" name="Freeform 46"/>
            <p:cNvSpPr/>
            <p:nvPr/>
          </p:nvSpPr>
          <p:spPr bwMode="auto">
            <a:xfrm rot="0" flipH="0" flipV="0">
              <a:off x="166" y="2729062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825783" name="TextBox 47"/>
            <p:cNvSpPr txBox="1"/>
            <p:nvPr/>
          </p:nvSpPr>
          <p:spPr bwMode="auto">
            <a:xfrm rot="0" flipH="0" flipV="0">
              <a:off x="166" y="2577348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3254587" name="Freeform 49"/>
            <p:cNvSpPr/>
            <p:nvPr/>
          </p:nvSpPr>
          <p:spPr bwMode="auto">
            <a:xfrm rot="0" flipH="0" flipV="0">
              <a:off x="166" y="359737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8863444" name="TextBox 50"/>
            <p:cNvSpPr txBox="1"/>
            <p:nvPr/>
          </p:nvSpPr>
          <p:spPr bwMode="auto">
            <a:xfrm rot="0" flipH="0" flipV="0">
              <a:off x="166" y="3445664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188" name="Freeform 27"/>
          <p:cNvSpPr/>
          <p:nvPr/>
        </p:nvSpPr>
        <p:spPr bwMode="auto">
          <a:xfrm rot="0" flipH="0" flipV="0">
            <a:off x="2648455" y="507484"/>
            <a:ext cx="6634805" cy="558290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37673835" name="TextBox 28"/>
          <p:cNvSpPr txBox="1"/>
          <p:nvPr/>
        </p:nvSpPr>
        <p:spPr bwMode="auto">
          <a:xfrm rot="0" flipH="0" flipV="0">
            <a:off x="2648455" y="352039"/>
            <a:ext cx="6634805" cy="57383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2036923481" name="TextBox 32"/>
          <p:cNvSpPr txBox="1"/>
          <p:nvPr/>
        </p:nvSpPr>
        <p:spPr bwMode="auto">
          <a:xfrm>
            <a:off x="3113046" y="559934"/>
            <a:ext cx="5706705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2130871475" name="TextBox 33"/>
          <p:cNvSpPr txBox="1"/>
          <p:nvPr/>
        </p:nvSpPr>
        <p:spPr bwMode="auto">
          <a:xfrm>
            <a:off x="3273927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643388" name="TextBox 38"/>
          <p:cNvSpPr txBox="1"/>
          <p:nvPr/>
        </p:nvSpPr>
        <p:spPr bwMode="auto">
          <a:xfrm>
            <a:off x="6609262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3534862" name="TextBox 39"/>
          <p:cNvSpPr txBox="1"/>
          <p:nvPr/>
        </p:nvSpPr>
        <p:spPr bwMode="auto">
          <a:xfrm flipH="0" flipV="0">
            <a:off x="473411" y="950044"/>
            <a:ext cx="195064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6734426" name="Freeform 40"/>
          <p:cNvSpPr/>
          <p:nvPr/>
        </p:nvSpPr>
        <p:spPr bwMode="auto">
          <a:xfrm rot="1981001">
            <a:off x="1531077" y="1590328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36761" name="TextBox 41"/>
          <p:cNvSpPr txBox="1"/>
          <p:nvPr/>
        </p:nvSpPr>
        <p:spPr bwMode="auto">
          <a:xfrm flipH="0" flipV="0">
            <a:off x="76029" y="3919401"/>
            <a:ext cx="2142818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75813297" name="Freeform 42"/>
          <p:cNvSpPr/>
          <p:nvPr/>
        </p:nvSpPr>
        <p:spPr bwMode="auto">
          <a:xfrm rot="10008104" flipH="1">
            <a:off x="1438850" y="3536377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6"/>
                </a:lnTo>
                <a:lnTo>
                  <a:pt x="984378" y="278086"/>
                </a:lnTo>
                <a:lnTo>
                  <a:pt x="98437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925949" name="TextBox 43"/>
          <p:cNvSpPr txBox="1"/>
          <p:nvPr/>
        </p:nvSpPr>
        <p:spPr bwMode="auto">
          <a:xfrm>
            <a:off x="9610263" y="777970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72343452" name="Freeform 44"/>
          <p:cNvSpPr/>
          <p:nvPr/>
        </p:nvSpPr>
        <p:spPr bwMode="auto">
          <a:xfrm rot="-423529" flipH="1">
            <a:off x="9500537" y="2747489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976368" name="TextBox 45"/>
          <p:cNvSpPr txBox="1"/>
          <p:nvPr/>
        </p:nvSpPr>
        <p:spPr bwMode="auto">
          <a:xfrm>
            <a:off x="9845054" y="2301341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112237060" name="Freeform 46"/>
          <p:cNvSpPr/>
          <p:nvPr/>
        </p:nvSpPr>
        <p:spPr bwMode="auto">
          <a:xfrm rot="-2557580" flipH="1">
            <a:off x="9387749" y="1494161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491389" name="Freeform 47"/>
          <p:cNvSpPr/>
          <p:nvPr/>
        </p:nvSpPr>
        <p:spPr bwMode="auto">
          <a:xfrm rot="-10662274">
            <a:off x="9385747" y="348477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246133" name="TextBox 48"/>
          <p:cNvSpPr txBox="1"/>
          <p:nvPr/>
        </p:nvSpPr>
        <p:spPr bwMode="auto">
          <a:xfrm>
            <a:off x="9705793" y="3813784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344076771" name="Freeform 49"/>
          <p:cNvSpPr/>
          <p:nvPr/>
        </p:nvSpPr>
        <p:spPr bwMode="auto">
          <a:xfrm rot="-9983765">
            <a:off x="9399470" y="4517993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495361" name="TextBox 50"/>
          <p:cNvSpPr txBox="1"/>
          <p:nvPr/>
        </p:nvSpPr>
        <p:spPr bwMode="auto">
          <a:xfrm>
            <a:off x="9845054" y="4904177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23102803" name="TextBox 60"/>
          <p:cNvSpPr txBox="1"/>
          <p:nvPr/>
        </p:nvSpPr>
        <p:spPr bwMode="auto">
          <a:xfrm flipH="0" flipV="0">
            <a:off x="175768" y="2163602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16695362" name="Freeform 61"/>
          <p:cNvSpPr/>
          <p:nvPr/>
        </p:nvSpPr>
        <p:spPr bwMode="auto">
          <a:xfrm rot="731793">
            <a:off x="1357103" y="268853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6"/>
                </a:lnTo>
                <a:lnTo>
                  <a:pt x="0" y="2780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682263" name="TextBox 62"/>
          <p:cNvSpPr txBox="1"/>
          <p:nvPr/>
        </p:nvSpPr>
        <p:spPr bwMode="auto">
          <a:xfrm flipH="0" flipV="0">
            <a:off x="380503" y="5094553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David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0126706" name="TextBox 63"/>
          <p:cNvSpPr txBox="1"/>
          <p:nvPr/>
        </p:nvSpPr>
        <p:spPr bwMode="auto">
          <a:xfrm flipH="0" flipV="0">
            <a:off x="380503" y="6048014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Frank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16021934" name="Freeform 64"/>
          <p:cNvSpPr/>
          <p:nvPr/>
        </p:nvSpPr>
        <p:spPr bwMode="auto">
          <a:xfrm rot="9117488" flipH="1">
            <a:off x="1450008" y="460517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49269" name="Freeform 65"/>
          <p:cNvSpPr/>
          <p:nvPr/>
        </p:nvSpPr>
        <p:spPr bwMode="auto">
          <a:xfrm rot="9379580" flipH="1">
            <a:off x="1440438" y="5587766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586751" name="Freeform 66"/>
          <p:cNvSpPr/>
          <p:nvPr/>
        </p:nvSpPr>
        <p:spPr bwMode="auto">
          <a:xfrm rot="-9983765">
            <a:off x="9492448" y="543564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502903" name="TextBox 67"/>
          <p:cNvSpPr txBox="1"/>
          <p:nvPr/>
        </p:nvSpPr>
        <p:spPr bwMode="auto">
          <a:xfrm>
            <a:off x="9938034" y="5821826"/>
            <a:ext cx="158747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2044497768" name=""/>
          <p:cNvGrpSpPr/>
          <p:nvPr/>
        </p:nvGrpSpPr>
        <p:grpSpPr bwMode="auto">
          <a:xfrm>
            <a:off x="3113046" y="1428943"/>
            <a:ext cx="5764460" cy="4424488"/>
            <a:chOff x="0" y="0"/>
            <a:chExt cx="5764460" cy="4424488"/>
          </a:xfrm>
        </p:grpSpPr>
        <p:sp>
          <p:nvSpPr>
            <p:cNvPr id="1558915183" name="Freeform 30"/>
            <p:cNvSpPr/>
            <p:nvPr/>
          </p:nvSpPr>
          <p:spPr bwMode="auto">
            <a:xfrm rot="0" flipH="0" flipV="0">
              <a:off x="0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85867817" name="TextBox 31"/>
            <p:cNvSpPr txBox="1"/>
            <p:nvPr/>
          </p:nvSpPr>
          <p:spPr bwMode="auto">
            <a:xfrm rot="0" flipH="0" flipV="0">
              <a:off x="0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2064133" name="AutoShape 34"/>
            <p:cNvSpPr/>
            <p:nvPr/>
          </p:nvSpPr>
          <p:spPr bwMode="auto">
            <a:xfrm flipH="0" flipV="0">
              <a:off x="2852811" y="0"/>
              <a:ext cx="0" cy="42756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00523784" name="Freeform 36"/>
            <p:cNvSpPr/>
            <p:nvPr/>
          </p:nvSpPr>
          <p:spPr bwMode="auto">
            <a:xfrm rot="0" flipH="0" flipV="0">
              <a:off x="0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9179198" name="TextBox 37"/>
            <p:cNvSpPr txBox="1"/>
            <p:nvPr/>
          </p:nvSpPr>
          <p:spPr bwMode="auto">
            <a:xfrm rot="0" flipH="0" flipV="0">
              <a:off x="0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47475948" name="Freeform 52"/>
            <p:cNvSpPr/>
            <p:nvPr/>
          </p:nvSpPr>
          <p:spPr bwMode="auto">
            <a:xfrm rot="0" flipH="0" flipV="0">
              <a:off x="171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57141328" name="TextBox 53"/>
            <p:cNvSpPr txBox="1"/>
            <p:nvPr/>
          </p:nvSpPr>
          <p:spPr bwMode="auto">
            <a:xfrm rot="0" flipH="0" flipV="0">
              <a:off x="171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62452692" name="Freeform 55"/>
            <p:cNvSpPr/>
            <p:nvPr/>
          </p:nvSpPr>
          <p:spPr bwMode="auto">
            <a:xfrm rot="0" flipH="0" flipV="0">
              <a:off x="171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5126208" name="TextBox 56"/>
            <p:cNvSpPr txBox="1"/>
            <p:nvPr/>
          </p:nvSpPr>
          <p:spPr bwMode="auto">
            <a:xfrm rot="0" flipH="0" flipV="0">
              <a:off x="171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957916" name="Freeform 58"/>
            <p:cNvSpPr/>
            <p:nvPr/>
          </p:nvSpPr>
          <p:spPr bwMode="auto">
            <a:xfrm rot="0" flipH="0" flipV="0">
              <a:off x="171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8041093" name="TextBox 59"/>
            <p:cNvSpPr txBox="1"/>
            <p:nvPr/>
          </p:nvSpPr>
          <p:spPr bwMode="auto">
            <a:xfrm rot="0" flipH="0" flipV="0">
              <a:off x="171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79522219" name="Freeform 69"/>
            <p:cNvSpPr/>
            <p:nvPr/>
          </p:nvSpPr>
          <p:spPr bwMode="auto">
            <a:xfrm rot="0" flipH="0" flipV="0">
              <a:off x="3335336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936163" name="TextBox 70"/>
            <p:cNvSpPr txBox="1"/>
            <p:nvPr/>
          </p:nvSpPr>
          <p:spPr bwMode="auto">
            <a:xfrm rot="0" flipH="0" flipV="0">
              <a:off x="3335336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1907052" name="Freeform 72"/>
            <p:cNvSpPr/>
            <p:nvPr/>
          </p:nvSpPr>
          <p:spPr bwMode="auto">
            <a:xfrm rot="0" flipH="0" flipV="0">
              <a:off x="3335336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062358" name="TextBox 73"/>
            <p:cNvSpPr txBox="1"/>
            <p:nvPr/>
          </p:nvSpPr>
          <p:spPr bwMode="auto">
            <a:xfrm rot="0" flipH="0" flipV="0">
              <a:off x="3335336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7980233" name="Freeform 75"/>
            <p:cNvSpPr/>
            <p:nvPr/>
          </p:nvSpPr>
          <p:spPr bwMode="auto">
            <a:xfrm rot="0" flipH="0" flipV="0">
              <a:off x="3335508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6625555" name="TextBox 76"/>
            <p:cNvSpPr txBox="1"/>
            <p:nvPr/>
          </p:nvSpPr>
          <p:spPr bwMode="auto">
            <a:xfrm rot="0" flipH="0" flipV="0">
              <a:off x="3335508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60770282" name="Freeform 78"/>
            <p:cNvSpPr/>
            <p:nvPr/>
          </p:nvSpPr>
          <p:spPr bwMode="auto">
            <a:xfrm rot="0" flipH="0" flipV="0">
              <a:off x="3335508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1518235" name="TextBox 79"/>
            <p:cNvSpPr txBox="1"/>
            <p:nvPr/>
          </p:nvSpPr>
          <p:spPr bwMode="auto">
            <a:xfrm rot="0" flipH="0" flipV="0">
              <a:off x="3335508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64243910" name="Freeform 81"/>
            <p:cNvSpPr/>
            <p:nvPr/>
          </p:nvSpPr>
          <p:spPr bwMode="auto">
            <a:xfrm rot="0" flipH="0" flipV="0">
              <a:off x="3335508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58519139" name="TextBox 82"/>
            <p:cNvSpPr txBox="1"/>
            <p:nvPr/>
          </p:nvSpPr>
          <p:spPr bwMode="auto">
            <a:xfrm rot="0" flipH="0" flipV="0">
              <a:off x="3335508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81143" name="Freeform 27"/>
          <p:cNvSpPr/>
          <p:nvPr/>
        </p:nvSpPr>
        <p:spPr bwMode="auto">
          <a:xfrm rot="0" flipH="0" flipV="0">
            <a:off x="243894" y="231555"/>
            <a:ext cx="5137497" cy="4322982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77532" name="TextBox 28"/>
          <p:cNvSpPr txBox="1"/>
          <p:nvPr/>
        </p:nvSpPr>
        <p:spPr bwMode="auto">
          <a:xfrm rot="0" flipH="0" flipV="0">
            <a:off x="243894" y="162777"/>
            <a:ext cx="5137497" cy="439176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34745172" name="TextBox 32"/>
          <p:cNvSpPr txBox="1"/>
          <p:nvPr/>
        </p:nvSpPr>
        <p:spPr bwMode="auto">
          <a:xfrm>
            <a:off x="603639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7310533" name="TextBox 33"/>
          <p:cNvSpPr txBox="1"/>
          <p:nvPr/>
        </p:nvSpPr>
        <p:spPr bwMode="auto">
          <a:xfrm>
            <a:off x="72821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96378279" name="TextBox 38"/>
          <p:cNvSpPr txBox="1"/>
          <p:nvPr/>
        </p:nvSpPr>
        <p:spPr bwMode="auto">
          <a:xfrm>
            <a:off x="3310846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5223853" name="Freeform 64"/>
          <p:cNvSpPr/>
          <p:nvPr/>
        </p:nvSpPr>
        <p:spPr bwMode="auto">
          <a:xfrm rot="0" flipH="0" flipV="0">
            <a:off x="6193010" y="231555"/>
            <a:ext cx="5137497" cy="2072826"/>
          </a:xfrm>
          <a:custGeom>
            <a:avLst/>
            <a:gdLst/>
            <a:ahLst/>
            <a:cxnLst/>
            <a:rect l="l" t="t" r="r" b="b"/>
            <a:pathLst>
              <a:path w="2845795" h="114819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55851091" name="TextBox 65"/>
          <p:cNvSpPr txBox="1"/>
          <p:nvPr/>
        </p:nvSpPr>
        <p:spPr bwMode="auto">
          <a:xfrm rot="0" flipH="0" flipV="0">
            <a:off x="6193010" y="162777"/>
            <a:ext cx="5137497" cy="214160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68026844" name="TextBox 69"/>
          <p:cNvSpPr txBox="1"/>
          <p:nvPr/>
        </p:nvSpPr>
        <p:spPr bwMode="auto">
          <a:xfrm>
            <a:off x="6552755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912200" name="TextBox 70"/>
          <p:cNvSpPr txBox="1"/>
          <p:nvPr/>
        </p:nvSpPr>
        <p:spPr bwMode="auto">
          <a:xfrm>
            <a:off x="6677329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39402225" name="TextBox 72"/>
          <p:cNvSpPr txBox="1"/>
          <p:nvPr/>
        </p:nvSpPr>
        <p:spPr bwMode="auto">
          <a:xfrm>
            <a:off x="925996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29918229" name="AutoShape 76"/>
          <p:cNvSpPr/>
          <p:nvPr/>
        </p:nvSpPr>
        <p:spPr bwMode="auto">
          <a:xfrm flipH="0" flipV="1">
            <a:off x="4999349" y="1450985"/>
            <a:ext cx="1580397" cy="118482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564204391" name=""/>
          <p:cNvGrpSpPr/>
          <p:nvPr/>
        </p:nvGrpSpPr>
        <p:grpSpPr bwMode="auto">
          <a:xfrm>
            <a:off x="698743" y="1034448"/>
            <a:ext cx="4227795" cy="3336611"/>
            <a:chOff x="0" y="0"/>
            <a:chExt cx="4227795" cy="3336611"/>
          </a:xfrm>
        </p:grpSpPr>
        <p:sp>
          <p:nvSpPr>
            <p:cNvPr id="1796253669" name="Freeform 30"/>
            <p:cNvSpPr/>
            <p:nvPr/>
          </p:nvSpPr>
          <p:spPr bwMode="auto">
            <a:xfrm rot="0" flipH="0" flipV="0">
              <a:off x="0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4334436" name="TextBox 31"/>
            <p:cNvSpPr txBox="1"/>
            <p:nvPr/>
          </p:nvSpPr>
          <p:spPr bwMode="auto">
            <a:xfrm rot="0" flipH="0" flipV="0">
              <a:off x="0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711972" name="AutoShape 34"/>
            <p:cNvSpPr/>
            <p:nvPr/>
          </p:nvSpPr>
          <p:spPr bwMode="auto">
            <a:xfrm flipH="0" flipV="0">
              <a:off x="2113897" y="0"/>
              <a:ext cx="0" cy="333660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5159015" name="Freeform 36"/>
            <p:cNvSpPr/>
            <p:nvPr/>
          </p:nvSpPr>
          <p:spPr bwMode="auto">
            <a:xfrm rot="0" flipH="0" flipV="0">
              <a:off x="0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0345941" name="TextBox 37"/>
            <p:cNvSpPr txBox="1"/>
            <p:nvPr/>
          </p:nvSpPr>
          <p:spPr bwMode="auto">
            <a:xfrm rot="0" flipH="0" flipV="0">
              <a:off x="0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41999693" name="Freeform 40"/>
            <p:cNvSpPr/>
            <p:nvPr/>
          </p:nvSpPr>
          <p:spPr bwMode="auto">
            <a:xfrm rot="0" flipH="0" flipV="0">
              <a:off x="132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06174656" name="TextBox 41"/>
            <p:cNvSpPr txBox="1"/>
            <p:nvPr/>
          </p:nvSpPr>
          <p:spPr bwMode="auto">
            <a:xfrm rot="0" flipH="0" flipV="0">
              <a:off x="132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804727" name="Freeform 43"/>
            <p:cNvSpPr/>
            <p:nvPr/>
          </p:nvSpPr>
          <p:spPr bwMode="auto">
            <a:xfrm rot="0" flipH="0" flipV="0">
              <a:off x="132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8521825" name="TextBox 44"/>
            <p:cNvSpPr txBox="1"/>
            <p:nvPr/>
          </p:nvSpPr>
          <p:spPr bwMode="auto">
            <a:xfrm rot="0" flipH="0" flipV="0">
              <a:off x="132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4460815" name="Freeform 46"/>
            <p:cNvSpPr/>
            <p:nvPr/>
          </p:nvSpPr>
          <p:spPr bwMode="auto">
            <a:xfrm rot="0" flipH="0" flipV="0">
              <a:off x="132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6897524" name="TextBox 47"/>
            <p:cNvSpPr txBox="1"/>
            <p:nvPr/>
          </p:nvSpPr>
          <p:spPr bwMode="auto">
            <a:xfrm rot="0" flipH="0" flipV="0">
              <a:off x="132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546109" name="Freeform 49"/>
            <p:cNvSpPr/>
            <p:nvPr/>
          </p:nvSpPr>
          <p:spPr bwMode="auto">
            <a:xfrm rot="0" flipH="0" flipV="0">
              <a:off x="2582634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7365263" name="TextBox 50"/>
            <p:cNvSpPr txBox="1"/>
            <p:nvPr/>
          </p:nvSpPr>
          <p:spPr bwMode="auto">
            <a:xfrm rot="0" flipH="0" flipV="0">
              <a:off x="2582634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828323" name="Freeform 52"/>
            <p:cNvSpPr/>
            <p:nvPr/>
          </p:nvSpPr>
          <p:spPr bwMode="auto">
            <a:xfrm rot="0" flipH="0" flipV="0">
              <a:off x="2582634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18925" name="TextBox 53"/>
            <p:cNvSpPr txBox="1"/>
            <p:nvPr/>
          </p:nvSpPr>
          <p:spPr bwMode="auto">
            <a:xfrm rot="0" flipH="0" flipV="0">
              <a:off x="2582634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7664519" name="Freeform 55"/>
            <p:cNvSpPr/>
            <p:nvPr/>
          </p:nvSpPr>
          <p:spPr bwMode="auto">
            <a:xfrm rot="0" flipH="0" flipV="0">
              <a:off x="2582766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3412036" name="TextBox 56"/>
            <p:cNvSpPr txBox="1"/>
            <p:nvPr/>
          </p:nvSpPr>
          <p:spPr bwMode="auto">
            <a:xfrm rot="0" flipH="0" flipV="0">
              <a:off x="2582766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053184" name="Freeform 58"/>
            <p:cNvSpPr/>
            <p:nvPr/>
          </p:nvSpPr>
          <p:spPr bwMode="auto">
            <a:xfrm rot="0" flipH="0" flipV="0">
              <a:off x="2582766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6102503" name="TextBox 59"/>
            <p:cNvSpPr txBox="1"/>
            <p:nvPr/>
          </p:nvSpPr>
          <p:spPr bwMode="auto">
            <a:xfrm rot="0" flipH="0" flipV="0">
              <a:off x="2582766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4170833" name="Freeform 61"/>
            <p:cNvSpPr/>
            <p:nvPr/>
          </p:nvSpPr>
          <p:spPr bwMode="auto">
            <a:xfrm rot="0" flipH="0" flipV="0">
              <a:off x="2582766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2295713" name="TextBox 62"/>
            <p:cNvSpPr txBox="1"/>
            <p:nvPr/>
          </p:nvSpPr>
          <p:spPr bwMode="auto">
            <a:xfrm rot="0" flipH="0" flipV="0">
              <a:off x="2582766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911559584" name=""/>
          <p:cNvGrpSpPr/>
          <p:nvPr/>
        </p:nvGrpSpPr>
        <p:grpSpPr bwMode="auto">
          <a:xfrm>
            <a:off x="6647860" y="945029"/>
            <a:ext cx="4227660" cy="1103218"/>
            <a:chOff x="0" y="0"/>
            <a:chExt cx="4227660" cy="1103218"/>
          </a:xfrm>
        </p:grpSpPr>
        <p:sp>
          <p:nvSpPr>
            <p:cNvPr id="1599258932" name="Freeform 67"/>
            <p:cNvSpPr/>
            <p:nvPr/>
          </p:nvSpPr>
          <p:spPr bwMode="auto">
            <a:xfrm rot="0" flipH="0" flipV="0">
              <a:off x="0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1931151" name="TextBox 68"/>
            <p:cNvSpPr txBox="1"/>
            <p:nvPr/>
          </p:nvSpPr>
          <p:spPr bwMode="auto">
            <a:xfrm rot="0" flipH="0" flipV="0">
              <a:off x="0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2384462" name="AutoShape 71"/>
            <p:cNvSpPr/>
            <p:nvPr/>
          </p:nvSpPr>
          <p:spPr bwMode="auto">
            <a:xfrm flipH="0" flipV="0">
              <a:off x="2113898" y="0"/>
              <a:ext cx="0" cy="110321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700912" name="Freeform 74"/>
            <p:cNvSpPr/>
            <p:nvPr/>
          </p:nvSpPr>
          <p:spPr bwMode="auto">
            <a:xfrm rot="0" flipH="0" flipV="0">
              <a:off x="2582631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8514759" name="TextBox 75"/>
            <p:cNvSpPr txBox="1"/>
            <p:nvPr/>
          </p:nvSpPr>
          <p:spPr bwMode="auto">
            <a:xfrm rot="0" flipH="0" flipV="0">
              <a:off x="2582631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202718" name="Freeform 27"/>
          <p:cNvSpPr/>
          <p:nvPr/>
        </p:nvSpPr>
        <p:spPr bwMode="auto">
          <a:xfrm rot="0" flipH="0" flipV="0">
            <a:off x="1281414" y="247160"/>
            <a:ext cx="4639609" cy="4539818"/>
          </a:xfrm>
          <a:custGeom>
            <a:avLst/>
            <a:gdLst/>
            <a:ahLst/>
            <a:cxnLst/>
            <a:rect l="l" t="t" r="r" b="b"/>
            <a:pathLst>
              <a:path w="2447252" h="239461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99638177" name="TextBox 28"/>
          <p:cNvSpPr txBox="1"/>
          <p:nvPr/>
        </p:nvSpPr>
        <p:spPr bwMode="auto">
          <a:xfrm rot="0" flipH="0" flipV="0">
            <a:off x="1281414" y="174933"/>
            <a:ext cx="4639609" cy="461205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71616708" name="AutoShape 32"/>
          <p:cNvSpPr/>
          <p:nvPr/>
        </p:nvSpPr>
        <p:spPr bwMode="auto">
          <a:xfrm>
            <a:off x="3601222" y="709479"/>
            <a:ext cx="0" cy="388481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36290" name="Freeform 61"/>
          <p:cNvSpPr/>
          <p:nvPr/>
        </p:nvSpPr>
        <p:spPr bwMode="auto">
          <a:xfrm rot="0" flipH="0" flipV="0">
            <a:off x="6987828" y="247160"/>
            <a:ext cx="4639609" cy="2176797"/>
          </a:xfrm>
          <a:custGeom>
            <a:avLst/>
            <a:gdLst/>
            <a:ahLst/>
            <a:cxnLst/>
            <a:rect l="l" t="t" r="r" b="b"/>
            <a:pathLst>
              <a:path w="2447252" h="114819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56162329" name="TextBox 62"/>
          <p:cNvSpPr txBox="1"/>
          <p:nvPr/>
        </p:nvSpPr>
        <p:spPr bwMode="auto">
          <a:xfrm rot="0" flipH="0" flipV="0">
            <a:off x="6987828" y="174933"/>
            <a:ext cx="4639609" cy="224902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701177806" name="AutoShape 66"/>
          <p:cNvSpPr/>
          <p:nvPr/>
        </p:nvSpPr>
        <p:spPr bwMode="auto">
          <a:xfrm>
            <a:off x="9307633" y="709479"/>
            <a:ext cx="0" cy="144549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408066" name="AutoShape 70"/>
          <p:cNvSpPr/>
          <p:nvPr/>
        </p:nvSpPr>
        <p:spPr bwMode="auto">
          <a:xfrm flipH="0" flipV="1">
            <a:off x="5730020" y="1532865"/>
            <a:ext cx="1444389" cy="1272326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4746336" name="Freeform 71"/>
          <p:cNvSpPr/>
          <p:nvPr/>
        </p:nvSpPr>
        <p:spPr bwMode="auto">
          <a:xfrm>
            <a:off x="351115" y="111968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101882" name="Freeform 72"/>
          <p:cNvSpPr/>
          <p:nvPr/>
        </p:nvSpPr>
        <p:spPr bwMode="auto">
          <a:xfrm>
            <a:off x="869610" y="10815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7"/>
                </a:lnTo>
                <a:lnTo>
                  <a:pt x="0" y="306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9088620" name="Freeform 73"/>
          <p:cNvSpPr/>
          <p:nvPr/>
        </p:nvSpPr>
        <p:spPr bwMode="auto">
          <a:xfrm>
            <a:off x="351115" y="18431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5431" name="Freeform 74"/>
          <p:cNvSpPr/>
          <p:nvPr/>
        </p:nvSpPr>
        <p:spPr bwMode="auto">
          <a:xfrm>
            <a:off x="869610" y="1805027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3043334" name="Freeform 75"/>
          <p:cNvSpPr/>
          <p:nvPr/>
        </p:nvSpPr>
        <p:spPr bwMode="auto">
          <a:xfrm>
            <a:off x="351115" y="256208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07546" name="Freeform 76"/>
          <p:cNvSpPr/>
          <p:nvPr/>
        </p:nvSpPr>
        <p:spPr bwMode="auto">
          <a:xfrm>
            <a:off x="869610" y="25239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702617" name="Freeform 77"/>
          <p:cNvSpPr/>
          <p:nvPr/>
        </p:nvSpPr>
        <p:spPr bwMode="auto">
          <a:xfrm>
            <a:off x="351115" y="32855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9110878" name="Freeform 78"/>
          <p:cNvSpPr/>
          <p:nvPr/>
        </p:nvSpPr>
        <p:spPr bwMode="auto">
          <a:xfrm>
            <a:off x="869610" y="3247428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1026599" name="Freeform 79"/>
          <p:cNvSpPr/>
          <p:nvPr/>
        </p:nvSpPr>
        <p:spPr bwMode="auto">
          <a:xfrm>
            <a:off x="351115" y="401346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423451" name="Freeform 80"/>
          <p:cNvSpPr/>
          <p:nvPr/>
        </p:nvSpPr>
        <p:spPr bwMode="auto">
          <a:xfrm>
            <a:off x="869610" y="3975362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20847" name="AutoShape 81"/>
          <p:cNvSpPr/>
          <p:nvPr/>
        </p:nvSpPr>
        <p:spPr bwMode="auto">
          <a:xfrm flipH="1" flipV="1">
            <a:off x="919466" y="1431535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599230" name="AutoShape 82"/>
          <p:cNvSpPr/>
          <p:nvPr/>
        </p:nvSpPr>
        <p:spPr bwMode="auto">
          <a:xfrm flipH="1">
            <a:off x="919466" y="2154979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92557" name="AutoShape 83"/>
          <p:cNvSpPr/>
          <p:nvPr/>
        </p:nvSpPr>
        <p:spPr bwMode="auto">
          <a:xfrm flipH="1" flipV="1">
            <a:off x="919466" y="2874644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54172" name="AutoShape 84"/>
          <p:cNvSpPr/>
          <p:nvPr/>
        </p:nvSpPr>
        <p:spPr bwMode="auto">
          <a:xfrm flipH="1" flipV="1">
            <a:off x="919466" y="3598090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944139" name="AutoShape 85"/>
          <p:cNvSpPr/>
          <p:nvPr/>
        </p:nvSpPr>
        <p:spPr bwMode="auto">
          <a:xfrm flipH="1">
            <a:off x="919466" y="4325314"/>
            <a:ext cx="64940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8749106" name="Freeform 86"/>
          <p:cNvSpPr/>
          <p:nvPr/>
        </p:nvSpPr>
        <p:spPr bwMode="auto">
          <a:xfrm>
            <a:off x="9023459" y="350502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651272" name="AutoShape 87"/>
          <p:cNvSpPr/>
          <p:nvPr/>
        </p:nvSpPr>
        <p:spPr bwMode="auto">
          <a:xfrm>
            <a:off x="9307633" y="2423960"/>
            <a:ext cx="0" cy="97683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529212" name="TextBox 89"/>
          <p:cNvSpPr txBox="1"/>
          <p:nvPr/>
        </p:nvSpPr>
        <p:spPr bwMode="auto">
          <a:xfrm>
            <a:off x="1281416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5818929" name="TextBox 90"/>
          <p:cNvSpPr txBox="1"/>
          <p:nvPr/>
        </p:nvSpPr>
        <p:spPr bwMode="auto">
          <a:xfrm>
            <a:off x="1599685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324236" name="TextBox 91"/>
          <p:cNvSpPr txBox="1"/>
          <p:nvPr/>
        </p:nvSpPr>
        <p:spPr bwMode="auto">
          <a:xfrm>
            <a:off x="3936446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uscite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23469164" name="TextBox 92"/>
          <p:cNvSpPr txBox="1"/>
          <p:nvPr/>
        </p:nvSpPr>
        <p:spPr bwMode="auto">
          <a:xfrm>
            <a:off x="6987828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6441025" name="TextBox 93"/>
          <p:cNvSpPr txBox="1"/>
          <p:nvPr/>
        </p:nvSpPr>
        <p:spPr bwMode="auto">
          <a:xfrm>
            <a:off x="730669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37368543" name="TextBox 94"/>
          <p:cNvSpPr txBox="1"/>
          <p:nvPr/>
        </p:nvSpPr>
        <p:spPr bwMode="auto">
          <a:xfrm>
            <a:off x="964338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uscite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70851966" name="TextBox 95"/>
          <p:cNvSpPr txBox="1"/>
          <p:nvPr/>
        </p:nvSpPr>
        <p:spPr bwMode="auto">
          <a:xfrm>
            <a:off x="8474808" y="4166829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Vigilia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765481" name="Freeform 70"/>
          <p:cNvSpPr/>
          <p:nvPr/>
        </p:nvSpPr>
        <p:spPr bwMode="auto">
          <a:xfrm>
            <a:off x="9441979" y="2873934"/>
            <a:ext cx="299657" cy="166684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96137045" name=""/>
          <p:cNvGrpSpPr/>
          <p:nvPr/>
        </p:nvGrpSpPr>
        <p:grpSpPr bwMode="auto">
          <a:xfrm>
            <a:off x="1568734" y="1090325"/>
            <a:ext cx="4064445" cy="3503971"/>
            <a:chOff x="0" y="0"/>
            <a:chExt cx="4064445" cy="3503971"/>
          </a:xfrm>
        </p:grpSpPr>
        <p:sp>
          <p:nvSpPr>
            <p:cNvPr id="1439319962" name="Freeform 30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6503004" name="TextBox 31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038102" name="Freeform 34"/>
            <p:cNvSpPr/>
            <p:nvPr/>
          </p:nvSpPr>
          <p:spPr bwMode="auto">
            <a:xfrm rot="0" flipH="0" flipV="0">
              <a:off x="0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91948649" name="TextBox 35"/>
            <p:cNvSpPr txBox="1"/>
            <p:nvPr/>
          </p:nvSpPr>
          <p:spPr bwMode="auto">
            <a:xfrm rot="0" flipH="0" flipV="0">
              <a:off x="0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1116522" name="Freeform 37"/>
            <p:cNvSpPr/>
            <p:nvPr/>
          </p:nvSpPr>
          <p:spPr bwMode="auto">
            <a:xfrm rot="0" flipH="0" flipV="0">
              <a:off x="141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3890715" name="TextBox 38"/>
            <p:cNvSpPr txBox="1"/>
            <p:nvPr/>
          </p:nvSpPr>
          <p:spPr bwMode="auto">
            <a:xfrm rot="0" flipH="0" flipV="0">
              <a:off x="141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2019887" name="Freeform 40"/>
            <p:cNvSpPr/>
            <p:nvPr/>
          </p:nvSpPr>
          <p:spPr bwMode="auto">
            <a:xfrm rot="0" flipH="0" flipV="0">
              <a:off x="141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6546220" name="TextBox 41"/>
            <p:cNvSpPr txBox="1"/>
            <p:nvPr/>
          </p:nvSpPr>
          <p:spPr bwMode="auto">
            <a:xfrm rot="0" flipH="0" flipV="0">
              <a:off x="141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224567" name="Freeform 43"/>
            <p:cNvSpPr/>
            <p:nvPr/>
          </p:nvSpPr>
          <p:spPr bwMode="auto">
            <a:xfrm rot="0" flipH="0" flipV="0">
              <a:off x="141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449192" name="TextBox 44"/>
            <p:cNvSpPr txBox="1"/>
            <p:nvPr/>
          </p:nvSpPr>
          <p:spPr bwMode="auto">
            <a:xfrm rot="0" flipH="0" flipV="0">
              <a:off x="141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11453357" name="Freeform 46"/>
            <p:cNvSpPr/>
            <p:nvPr/>
          </p:nvSpPr>
          <p:spPr bwMode="auto">
            <a:xfrm rot="0" flipH="0" flipV="0">
              <a:off x="2336762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1103500" name="TextBox 47"/>
            <p:cNvSpPr txBox="1"/>
            <p:nvPr/>
          </p:nvSpPr>
          <p:spPr bwMode="auto">
            <a:xfrm rot="0" flipH="0" flipV="0">
              <a:off x="2336762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0299068" name="Freeform 49"/>
            <p:cNvSpPr/>
            <p:nvPr/>
          </p:nvSpPr>
          <p:spPr bwMode="auto">
            <a:xfrm rot="0" flipH="0" flipV="0">
              <a:off x="2336762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204013" name="TextBox 50"/>
            <p:cNvSpPr txBox="1"/>
            <p:nvPr/>
          </p:nvSpPr>
          <p:spPr bwMode="auto">
            <a:xfrm rot="0" flipH="0" flipV="0">
              <a:off x="2336762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2232739" name="Freeform 52"/>
            <p:cNvSpPr/>
            <p:nvPr/>
          </p:nvSpPr>
          <p:spPr bwMode="auto">
            <a:xfrm rot="0" flipH="0" flipV="0">
              <a:off x="2336902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794903" name="TextBox 53"/>
            <p:cNvSpPr txBox="1"/>
            <p:nvPr/>
          </p:nvSpPr>
          <p:spPr bwMode="auto">
            <a:xfrm rot="0" flipH="0" flipV="0">
              <a:off x="2336902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6554639" name="Freeform 55"/>
            <p:cNvSpPr/>
            <p:nvPr/>
          </p:nvSpPr>
          <p:spPr bwMode="auto">
            <a:xfrm rot="0" flipH="0" flipV="0">
              <a:off x="2336902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1375908" name="TextBox 56"/>
            <p:cNvSpPr txBox="1"/>
            <p:nvPr/>
          </p:nvSpPr>
          <p:spPr bwMode="auto">
            <a:xfrm rot="0" flipH="0" flipV="0">
              <a:off x="2336902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282521" name="Freeform 58"/>
            <p:cNvSpPr/>
            <p:nvPr/>
          </p:nvSpPr>
          <p:spPr bwMode="auto">
            <a:xfrm rot="0" flipH="0" flipV="0">
              <a:off x="2336902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8767626" name="TextBox 59"/>
            <p:cNvSpPr txBox="1"/>
            <p:nvPr/>
          </p:nvSpPr>
          <p:spPr bwMode="auto">
            <a:xfrm rot="0" flipH="0" flipV="0">
              <a:off x="2336902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254832543" name=""/>
          <p:cNvGrpSpPr/>
          <p:nvPr/>
        </p:nvGrpSpPr>
        <p:grpSpPr bwMode="auto">
          <a:xfrm>
            <a:off x="7275741" y="1090325"/>
            <a:ext cx="4064232" cy="610193"/>
            <a:chOff x="0" y="0"/>
            <a:chExt cx="4064232" cy="610193"/>
          </a:xfrm>
        </p:grpSpPr>
        <p:sp>
          <p:nvSpPr>
            <p:cNvPr id="1412684847" name="Freeform 64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2420003" name="TextBox 65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635852" name="Freeform 68"/>
            <p:cNvSpPr/>
            <p:nvPr/>
          </p:nvSpPr>
          <p:spPr bwMode="auto">
            <a:xfrm rot="0" flipH="0" flipV="0">
              <a:off x="233669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9175826" name="TextBox 69"/>
            <p:cNvSpPr txBox="1"/>
            <p:nvPr/>
          </p:nvSpPr>
          <p:spPr bwMode="auto">
            <a:xfrm rot="0" flipH="0" flipV="0">
              <a:off x="233669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369323" name="Freeform 27"/>
          <p:cNvSpPr/>
          <p:nvPr/>
        </p:nvSpPr>
        <p:spPr bwMode="auto">
          <a:xfrm rot="0" flipH="0" flipV="0">
            <a:off x="7181618" y="353614"/>
            <a:ext cx="3934875" cy="4013280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5045513" name="TextBox 28"/>
          <p:cNvSpPr txBox="1"/>
          <p:nvPr/>
        </p:nvSpPr>
        <p:spPr bwMode="auto">
          <a:xfrm rot="0" flipH="0" flipV="0">
            <a:off x="7181618" y="241873"/>
            <a:ext cx="3934875" cy="41250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9638657" name="TextBox 32"/>
          <p:cNvSpPr txBox="1"/>
          <p:nvPr/>
        </p:nvSpPr>
        <p:spPr bwMode="auto">
          <a:xfrm>
            <a:off x="7399170" y="394299"/>
            <a:ext cx="3501217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12783208" name="TextBox 33"/>
          <p:cNvSpPr txBox="1"/>
          <p:nvPr/>
        </p:nvSpPr>
        <p:spPr bwMode="auto">
          <a:xfrm>
            <a:off x="7420549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15826460" name="TextBox 38"/>
          <p:cNvSpPr txBox="1"/>
          <p:nvPr/>
        </p:nvSpPr>
        <p:spPr bwMode="auto">
          <a:xfrm flipH="0" flipV="0">
            <a:off x="4716498" y="2802411"/>
            <a:ext cx="2301441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Mallory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236288" name="Freeform 39"/>
          <p:cNvSpPr/>
          <p:nvPr/>
        </p:nvSpPr>
        <p:spPr bwMode="auto">
          <a:xfrm rot="10008104" flipH="1">
            <a:off x="6453042" y="2530939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14548" name="TextBox 49"/>
          <p:cNvSpPr txBox="1"/>
          <p:nvPr/>
        </p:nvSpPr>
        <p:spPr bwMode="auto">
          <a:xfrm>
            <a:off x="5805167" y="1540253"/>
            <a:ext cx="1142227" cy="24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Grace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6346571" name="Freeform 50"/>
          <p:cNvSpPr/>
          <p:nvPr/>
        </p:nvSpPr>
        <p:spPr bwMode="auto">
          <a:xfrm rot="731793">
            <a:off x="6394279" y="1921462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0" y="0"/>
                </a:moveTo>
                <a:lnTo>
                  <a:pt x="707622" y="0"/>
                </a:lnTo>
                <a:lnTo>
                  <a:pt x="707622" y="199903"/>
                </a:lnTo>
                <a:lnTo>
                  <a:pt x="0" y="199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3432003" name="TextBox 51"/>
          <p:cNvSpPr txBox="1"/>
          <p:nvPr/>
        </p:nvSpPr>
        <p:spPr bwMode="auto">
          <a:xfrm flipH="0" flipV="0">
            <a:off x="5173330" y="3647171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Oscar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2581916" name="TextBox 52"/>
          <p:cNvSpPr txBox="1"/>
          <p:nvPr/>
        </p:nvSpPr>
        <p:spPr bwMode="auto">
          <a:xfrm flipH="0" flipV="0">
            <a:off x="5173330" y="4332569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Victor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6441212" name="Freeform 53"/>
          <p:cNvSpPr/>
          <p:nvPr/>
        </p:nvSpPr>
        <p:spPr bwMode="auto">
          <a:xfrm rot="9117488" flipH="1">
            <a:off x="6461064" y="329924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3263215" name="Freeform 54"/>
          <p:cNvSpPr/>
          <p:nvPr/>
        </p:nvSpPr>
        <p:spPr bwMode="auto">
          <a:xfrm rot="9379580" flipH="1">
            <a:off x="6454185" y="400558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506349" name="Freeform 56"/>
          <p:cNvSpPr/>
          <p:nvPr/>
        </p:nvSpPr>
        <p:spPr bwMode="auto">
          <a:xfrm rot="0" flipH="0" flipV="0">
            <a:off x="1704155" y="353614"/>
            <a:ext cx="3934875" cy="1563579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22124" name="TextBox 57"/>
          <p:cNvSpPr txBox="1"/>
          <p:nvPr/>
        </p:nvSpPr>
        <p:spPr bwMode="auto">
          <a:xfrm rot="0" flipH="0" flipV="0">
            <a:off x="1704155" y="241873"/>
            <a:ext cx="3934875" cy="16753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579820361" name="TextBox 61"/>
          <p:cNvSpPr txBox="1"/>
          <p:nvPr/>
        </p:nvSpPr>
        <p:spPr bwMode="auto">
          <a:xfrm>
            <a:off x="1998896" y="394299"/>
            <a:ext cx="3346836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26629611" name="TextBox 62"/>
          <p:cNvSpPr txBox="1"/>
          <p:nvPr/>
        </p:nvSpPr>
        <p:spPr bwMode="auto">
          <a:xfrm>
            <a:off x="1943086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186467999" name="AutoShape 63"/>
          <p:cNvSpPr/>
          <p:nvPr/>
        </p:nvSpPr>
        <p:spPr bwMode="auto">
          <a:xfrm flipH="0" flipV="0">
            <a:off x="3666492" y="867919"/>
            <a:ext cx="0" cy="793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129971" name="AutoShape 67"/>
          <p:cNvSpPr/>
          <p:nvPr/>
        </p:nvSpPr>
        <p:spPr bwMode="auto">
          <a:xfrm flipH="1">
            <a:off x="5418495" y="1400623"/>
            <a:ext cx="1974693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262878" name="Freeform 68"/>
          <p:cNvSpPr/>
          <p:nvPr/>
        </p:nvSpPr>
        <p:spPr bwMode="auto">
          <a:xfrm>
            <a:off x="640553" y="1106189"/>
            <a:ext cx="536604" cy="588866"/>
          </a:xfrm>
          <a:custGeom>
            <a:avLst/>
            <a:gdLst/>
            <a:ahLst/>
            <a:cxnLst/>
            <a:rect l="l" t="t" r="r" b="b"/>
            <a:pathLst>
              <a:path w="536606" h="588868" fill="norm" stroke="1" extrusionOk="0">
                <a:moveTo>
                  <a:pt x="0" y="0"/>
                </a:moveTo>
                <a:lnTo>
                  <a:pt x="536605" y="0"/>
                </a:lnTo>
                <a:lnTo>
                  <a:pt x="536605" y="588868"/>
                </a:lnTo>
                <a:lnTo>
                  <a:pt x="0" y="5888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554351" name="AutoShape 69"/>
          <p:cNvSpPr/>
          <p:nvPr/>
        </p:nvSpPr>
        <p:spPr bwMode="auto">
          <a:xfrm flipH="1" flipV="1">
            <a:off x="1177157" y="1400623"/>
            <a:ext cx="738568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186808" name="Freeform 70"/>
          <p:cNvSpPr/>
          <p:nvPr/>
        </p:nvSpPr>
        <p:spPr bwMode="auto">
          <a:xfrm>
            <a:off x="1290825" y="1162840"/>
            <a:ext cx="299658" cy="166685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92906047" name=""/>
          <p:cNvGrpSpPr/>
          <p:nvPr/>
        </p:nvGrpSpPr>
        <p:grpSpPr bwMode="auto">
          <a:xfrm>
            <a:off x="7393188" y="1079535"/>
            <a:ext cx="1750764" cy="3117024"/>
            <a:chOff x="0" y="0"/>
            <a:chExt cx="1750764" cy="3117024"/>
          </a:xfrm>
        </p:grpSpPr>
        <p:sp>
          <p:nvSpPr>
            <p:cNvPr id="1512641579" name="Freeform 30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0211274" name="TextBox 31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75004243" name="AutoShape 34"/>
            <p:cNvSpPr/>
            <p:nvPr/>
          </p:nvSpPr>
          <p:spPr bwMode="auto">
            <a:xfrm flipH="0" flipV="0">
              <a:off x="1750764" y="26651"/>
              <a:ext cx="0" cy="309036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6916802" name="Freeform 36"/>
            <p:cNvSpPr/>
            <p:nvPr/>
          </p:nvSpPr>
          <p:spPr bwMode="auto">
            <a:xfrm rot="0" flipH="0" flipV="0">
              <a:off x="0" y="722841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92413146" name="TextBox 37"/>
            <p:cNvSpPr txBox="1"/>
            <p:nvPr/>
          </p:nvSpPr>
          <p:spPr bwMode="auto">
            <a:xfrm rot="0" flipH="0" flipV="0">
              <a:off x="0" y="643027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5853306" name="Freeform 41"/>
            <p:cNvSpPr/>
            <p:nvPr/>
          </p:nvSpPr>
          <p:spPr bwMode="auto">
            <a:xfrm rot="0" flipH="0" flipV="0">
              <a:off x="124" y="1362378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1542684" name="TextBox 42"/>
            <p:cNvSpPr txBox="1"/>
            <p:nvPr/>
          </p:nvSpPr>
          <p:spPr bwMode="auto">
            <a:xfrm rot="0" flipH="0" flipV="0">
              <a:off x="124" y="1282566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07530058" name="Freeform 44"/>
            <p:cNvSpPr/>
            <p:nvPr/>
          </p:nvSpPr>
          <p:spPr bwMode="auto">
            <a:xfrm rot="0" flipH="0" flipV="0">
              <a:off x="124" y="200191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80500553" name="TextBox 45"/>
            <p:cNvSpPr txBox="1"/>
            <p:nvPr/>
          </p:nvSpPr>
          <p:spPr bwMode="auto">
            <a:xfrm rot="0" flipH="0" flipV="0">
              <a:off x="124" y="192210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95650172" name="Freeform 47"/>
            <p:cNvSpPr/>
            <p:nvPr/>
          </p:nvSpPr>
          <p:spPr bwMode="auto">
            <a:xfrm rot="0" flipH="0" flipV="0">
              <a:off x="124" y="264145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46444707" name="TextBox 48"/>
            <p:cNvSpPr txBox="1"/>
            <p:nvPr/>
          </p:nvSpPr>
          <p:spPr bwMode="auto">
            <a:xfrm rot="0" flipH="0" flipV="0">
              <a:off x="124" y="256164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  <p:grpSp>
        <p:nvGrpSpPr>
          <p:cNvPr id="119076972" name=""/>
          <p:cNvGrpSpPr/>
          <p:nvPr/>
        </p:nvGrpSpPr>
        <p:grpSpPr bwMode="auto">
          <a:xfrm>
            <a:off x="1915723" y="1079535"/>
            <a:ext cx="3502767" cy="558866"/>
            <a:chOff x="0" y="0"/>
            <a:chExt cx="3502767" cy="558866"/>
          </a:xfrm>
        </p:grpSpPr>
        <p:sp>
          <p:nvSpPr>
            <p:cNvPr id="1754292327" name="Freeform 59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47993598" name="TextBox 60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25799544" name="Freeform 65"/>
            <p:cNvSpPr/>
            <p:nvPr/>
          </p:nvSpPr>
          <p:spPr bwMode="auto">
            <a:xfrm rot="0" flipH="0" flipV="0">
              <a:off x="197559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3645409" name="TextBox 66"/>
            <p:cNvSpPr txBox="1"/>
            <p:nvPr/>
          </p:nvSpPr>
          <p:spPr bwMode="auto">
            <a:xfrm rot="0" flipH="0" flipV="0">
              <a:off x="1975588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279004" name="Freeform 27"/>
          <p:cNvSpPr/>
          <p:nvPr/>
        </p:nvSpPr>
        <p:spPr bwMode="auto">
          <a:xfrm rot="0" flipH="0" flipV="0">
            <a:off x="7465716" y="221819"/>
            <a:ext cx="3983202" cy="4062567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36970098" name="TextBox 28"/>
          <p:cNvSpPr txBox="1"/>
          <p:nvPr/>
        </p:nvSpPr>
        <p:spPr bwMode="auto">
          <a:xfrm rot="0" flipH="0" flipV="0">
            <a:off x="7465716" y="108706"/>
            <a:ext cx="3983202" cy="41756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427637068" name="TextBox 32"/>
          <p:cNvSpPr txBox="1"/>
          <p:nvPr/>
        </p:nvSpPr>
        <p:spPr bwMode="auto">
          <a:xfrm>
            <a:off x="7685938" y="263473"/>
            <a:ext cx="3544200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6812174" name="TextBox 33"/>
          <p:cNvSpPr txBox="1"/>
          <p:nvPr/>
        </p:nvSpPr>
        <p:spPr bwMode="auto">
          <a:xfrm>
            <a:off x="7707582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8970017" name="AutoShape 34"/>
          <p:cNvSpPr/>
          <p:nvPr/>
        </p:nvSpPr>
        <p:spPr bwMode="auto">
          <a:xfrm flipH="0" flipV="0">
            <a:off x="9457317" y="893534"/>
            <a:ext cx="0" cy="321842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56534972" name="TextBox 38"/>
          <p:cNvSpPr txBox="1"/>
          <p:nvPr/>
        </p:nvSpPr>
        <p:spPr bwMode="auto">
          <a:xfrm flipH="0" flipV="0">
            <a:off x="4877178" y="2710683"/>
            <a:ext cx="2419877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Mallory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1920496" name="Freeform 39"/>
          <p:cNvSpPr/>
          <p:nvPr/>
        </p:nvSpPr>
        <p:spPr bwMode="auto">
          <a:xfrm rot="10008104" flipH="1">
            <a:off x="6728194" y="2425884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500237" name="TextBox 49"/>
          <p:cNvSpPr txBox="1"/>
          <p:nvPr/>
        </p:nvSpPr>
        <p:spPr bwMode="auto">
          <a:xfrm flipH="0" flipV="0">
            <a:off x="4968896" y="2002806"/>
            <a:ext cx="2000386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Grace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6217582" name="Freeform 50"/>
          <p:cNvSpPr/>
          <p:nvPr/>
        </p:nvSpPr>
        <p:spPr bwMode="auto">
          <a:xfrm rot="731793" flipH="0" flipV="1">
            <a:off x="6717582" y="1688473"/>
            <a:ext cx="716310" cy="306090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0" y="0"/>
                </a:moveTo>
                <a:lnTo>
                  <a:pt x="716312" y="0"/>
                </a:lnTo>
                <a:lnTo>
                  <a:pt x="716312" y="202358"/>
                </a:lnTo>
                <a:lnTo>
                  <a:pt x="0" y="202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553992" name="TextBox 51"/>
          <p:cNvSpPr txBox="1"/>
          <p:nvPr/>
        </p:nvSpPr>
        <p:spPr bwMode="auto">
          <a:xfrm flipH="0" flipV="0">
            <a:off x="5494374" y="3565818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Oscar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35233464" name="TextBox 52"/>
          <p:cNvSpPr txBox="1"/>
          <p:nvPr/>
        </p:nvSpPr>
        <p:spPr bwMode="auto">
          <a:xfrm flipH="0" flipV="0">
            <a:off x="5494374" y="4259634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Victor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0914441" name="Freeform 53"/>
          <p:cNvSpPr/>
          <p:nvPr/>
        </p:nvSpPr>
        <p:spPr bwMode="auto">
          <a:xfrm rot="9117488" flipH="1">
            <a:off x="6736312" y="3203625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69788" name="Freeform 54"/>
          <p:cNvSpPr/>
          <p:nvPr/>
        </p:nvSpPr>
        <p:spPr bwMode="auto">
          <a:xfrm rot="9379580" flipH="1">
            <a:off x="6729350" y="3918640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346532" name="Freeform 56"/>
          <p:cNvSpPr/>
          <p:nvPr/>
        </p:nvSpPr>
        <p:spPr bwMode="auto">
          <a:xfrm rot="0" flipH="0" flipV="0">
            <a:off x="1920987" y="221819"/>
            <a:ext cx="3983202" cy="1582781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06466579" name="TextBox 57"/>
          <p:cNvSpPr txBox="1"/>
          <p:nvPr/>
        </p:nvSpPr>
        <p:spPr bwMode="auto">
          <a:xfrm rot="0" flipH="0" flipV="0">
            <a:off x="1920987" y="108706"/>
            <a:ext cx="3983202" cy="16959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636524141" name="TextBox 61"/>
          <p:cNvSpPr txBox="1"/>
          <p:nvPr/>
        </p:nvSpPr>
        <p:spPr bwMode="auto">
          <a:xfrm>
            <a:off x="2219346" y="263473"/>
            <a:ext cx="3387921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58613794" name="TextBox 62"/>
          <p:cNvSpPr txBox="1"/>
          <p:nvPr/>
        </p:nvSpPr>
        <p:spPr bwMode="auto">
          <a:xfrm>
            <a:off x="2162849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45726083" name="AutoShape 63"/>
          <p:cNvSpPr/>
          <p:nvPr/>
        </p:nvSpPr>
        <p:spPr bwMode="auto">
          <a:xfrm flipH="0" flipV="0">
            <a:off x="3907418" y="744706"/>
            <a:ext cx="0" cy="80324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135519" name="AutoShape 67"/>
          <p:cNvSpPr/>
          <p:nvPr/>
        </p:nvSpPr>
        <p:spPr bwMode="auto">
          <a:xfrm flipH="1" flipV="1">
            <a:off x="5680940" y="1281687"/>
            <a:ext cx="199894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949723" name="Freeform 68"/>
          <p:cNvSpPr/>
          <p:nvPr/>
        </p:nvSpPr>
        <p:spPr bwMode="auto">
          <a:xfrm>
            <a:off x="844319" y="983637"/>
            <a:ext cx="543195" cy="596098"/>
          </a:xfrm>
          <a:custGeom>
            <a:avLst/>
            <a:gdLst/>
            <a:ahLst/>
            <a:cxnLst/>
            <a:rect l="l" t="t" r="r" b="b"/>
            <a:pathLst>
              <a:path w="543196" h="596100" fill="norm" stroke="1" extrusionOk="0">
                <a:moveTo>
                  <a:pt x="0" y="0"/>
                </a:moveTo>
                <a:lnTo>
                  <a:pt x="543196" y="0"/>
                </a:lnTo>
                <a:lnTo>
                  <a:pt x="543196" y="596100"/>
                </a:lnTo>
                <a:lnTo>
                  <a:pt x="0" y="596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886859" name="AutoShape 69"/>
          <p:cNvSpPr/>
          <p:nvPr/>
        </p:nvSpPr>
        <p:spPr bwMode="auto">
          <a:xfrm flipH="1">
            <a:off x="1387515" y="1281687"/>
            <a:ext cx="74763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168948" name="Freeform 70"/>
          <p:cNvSpPr/>
          <p:nvPr/>
        </p:nvSpPr>
        <p:spPr bwMode="auto">
          <a:xfrm>
            <a:off x="1502579" y="1040985"/>
            <a:ext cx="303339" cy="168732"/>
          </a:xfrm>
          <a:custGeom>
            <a:avLst/>
            <a:gdLst/>
            <a:ahLst/>
            <a:cxnLst/>
            <a:rect l="l" t="t" r="r" b="b"/>
            <a:pathLst>
              <a:path w="303341" h="168734" fill="norm" stroke="1" extrusionOk="0">
                <a:moveTo>
                  <a:pt x="0" y="0"/>
                </a:moveTo>
                <a:lnTo>
                  <a:pt x="303341" y="0"/>
                </a:lnTo>
                <a:lnTo>
                  <a:pt x="303341" y="168733"/>
                </a:lnTo>
                <a:lnTo>
                  <a:pt x="0" y="1687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486940" name="TextBox 71"/>
          <p:cNvSpPr txBox="1"/>
          <p:nvPr/>
        </p:nvSpPr>
        <p:spPr bwMode="auto">
          <a:xfrm>
            <a:off x="319952" y="1601235"/>
            <a:ext cx="1593369" cy="332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6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grpSp>
        <p:nvGrpSpPr>
          <p:cNvPr id="856210297" name=""/>
          <p:cNvGrpSpPr/>
          <p:nvPr/>
        </p:nvGrpSpPr>
        <p:grpSpPr bwMode="auto">
          <a:xfrm>
            <a:off x="2135153" y="956655"/>
            <a:ext cx="3545781" cy="565731"/>
            <a:chOff x="0" y="0"/>
            <a:chExt cx="3545781" cy="565731"/>
          </a:xfrm>
        </p:grpSpPr>
        <p:sp>
          <p:nvSpPr>
            <p:cNvPr id="1935805206" name="Freeform 59"/>
            <p:cNvSpPr/>
            <p:nvPr/>
          </p:nvSpPr>
          <p:spPr bwMode="auto">
            <a:xfrm rot="0" flipH="0" flipV="0">
              <a:off x="0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26897" name="TextBox 60"/>
            <p:cNvSpPr txBox="1"/>
            <p:nvPr/>
          </p:nvSpPr>
          <p:spPr bwMode="auto">
            <a:xfrm rot="0" flipH="0" flipV="0">
              <a:off x="0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53910998" name="Freeform 65"/>
            <p:cNvSpPr/>
            <p:nvPr/>
          </p:nvSpPr>
          <p:spPr bwMode="auto">
            <a:xfrm rot="0" flipH="0" flipV="0">
              <a:off x="1999849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9669344" name="TextBox 66"/>
            <p:cNvSpPr txBox="1"/>
            <p:nvPr/>
          </p:nvSpPr>
          <p:spPr bwMode="auto">
            <a:xfrm rot="0" flipH="0" flipV="0">
              <a:off x="1999849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410707985" name=""/>
          <p:cNvGrpSpPr/>
          <p:nvPr/>
        </p:nvGrpSpPr>
        <p:grpSpPr bwMode="auto">
          <a:xfrm>
            <a:off x="7653271" y="956655"/>
            <a:ext cx="3581626" cy="3155303"/>
            <a:chOff x="0" y="0"/>
            <a:chExt cx="3581626" cy="3155303"/>
          </a:xfrm>
        </p:grpSpPr>
        <p:sp>
          <p:nvSpPr>
            <p:cNvPr id="1942445482" name="Freeform 30"/>
            <p:cNvSpPr/>
            <p:nvPr/>
          </p:nvSpPr>
          <p:spPr bwMode="auto">
            <a:xfrm rot="0" flipH="0" flipV="0">
              <a:off x="26615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86507123" name="TextBox 31"/>
            <p:cNvSpPr txBox="1"/>
            <p:nvPr/>
          </p:nvSpPr>
          <p:spPr bwMode="auto">
            <a:xfrm rot="0" flipH="0" flipV="0">
              <a:off x="26615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07125950" name="Freeform 36"/>
            <p:cNvSpPr/>
            <p:nvPr/>
          </p:nvSpPr>
          <p:spPr bwMode="auto">
            <a:xfrm rot="0" flipH="0" flipV="0">
              <a:off x="0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66588" name="TextBox 37"/>
            <p:cNvSpPr txBox="1"/>
            <p:nvPr/>
          </p:nvSpPr>
          <p:spPr bwMode="auto">
            <a:xfrm rot="0" flipH="0" flipV="0">
              <a:off x="0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9127074" name="Freeform 41"/>
            <p:cNvSpPr/>
            <p:nvPr/>
          </p:nvSpPr>
          <p:spPr bwMode="auto">
            <a:xfrm rot="0" flipH="0" flipV="0">
              <a:off x="26739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3061350" name="TextBox 42"/>
            <p:cNvSpPr txBox="1"/>
            <p:nvPr/>
          </p:nvSpPr>
          <p:spPr bwMode="auto">
            <a:xfrm rot="0" flipH="0" flipV="0">
              <a:off x="26739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6339785" name="Freeform 44"/>
            <p:cNvSpPr/>
            <p:nvPr/>
          </p:nvSpPr>
          <p:spPr bwMode="auto">
            <a:xfrm rot="0" flipH="0" flipV="0">
              <a:off x="26739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809383" name="TextBox 45"/>
            <p:cNvSpPr txBox="1"/>
            <p:nvPr/>
          </p:nvSpPr>
          <p:spPr bwMode="auto">
            <a:xfrm rot="0" flipH="0" flipV="0">
              <a:off x="26739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1680498" name="Freeform 47"/>
            <p:cNvSpPr/>
            <p:nvPr/>
          </p:nvSpPr>
          <p:spPr bwMode="auto">
            <a:xfrm rot="0" flipH="0" flipV="0">
              <a:off x="26739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8249773" name="TextBox 48"/>
            <p:cNvSpPr txBox="1"/>
            <p:nvPr/>
          </p:nvSpPr>
          <p:spPr bwMode="auto">
            <a:xfrm rot="0" flipH="0" flipV="0">
              <a:off x="26739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79152471" name="Freeform 73"/>
            <p:cNvSpPr/>
            <p:nvPr/>
          </p:nvSpPr>
          <p:spPr bwMode="auto">
            <a:xfrm rot="0" flipH="0" flipV="0">
              <a:off x="2035568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3335636" name="TextBox 74"/>
            <p:cNvSpPr txBox="1"/>
            <p:nvPr/>
          </p:nvSpPr>
          <p:spPr bwMode="auto">
            <a:xfrm rot="0" flipH="0" flipV="0">
              <a:off x="2035568" y="3534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239353" name="Freeform 76"/>
            <p:cNvSpPr/>
            <p:nvPr/>
          </p:nvSpPr>
          <p:spPr bwMode="auto">
            <a:xfrm rot="0" flipH="0" flipV="0">
              <a:off x="2035568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0888230" name="TextBox 77"/>
            <p:cNvSpPr txBox="1"/>
            <p:nvPr/>
          </p:nvSpPr>
          <p:spPr bwMode="auto">
            <a:xfrm rot="0" flipH="0" flipV="0">
              <a:off x="2035568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1165" name="Freeform 79"/>
            <p:cNvSpPr/>
            <p:nvPr/>
          </p:nvSpPr>
          <p:spPr bwMode="auto">
            <a:xfrm rot="0" flipH="0" flipV="0">
              <a:off x="2035693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5078641" name="TextBox 80"/>
            <p:cNvSpPr txBox="1"/>
            <p:nvPr/>
          </p:nvSpPr>
          <p:spPr bwMode="auto">
            <a:xfrm rot="0" flipH="0" flipV="0">
              <a:off x="2035693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7622509" name="Freeform 82"/>
            <p:cNvSpPr/>
            <p:nvPr/>
          </p:nvSpPr>
          <p:spPr bwMode="auto">
            <a:xfrm rot="0" flipH="0" flipV="0">
              <a:off x="2035693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2207177" name="TextBox 83"/>
            <p:cNvSpPr txBox="1"/>
            <p:nvPr/>
          </p:nvSpPr>
          <p:spPr bwMode="auto">
            <a:xfrm rot="0" flipH="0" flipV="0">
              <a:off x="2035693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93241" name="Freeform 85"/>
            <p:cNvSpPr/>
            <p:nvPr/>
          </p:nvSpPr>
          <p:spPr bwMode="auto">
            <a:xfrm rot="0" flipH="0" flipV="0">
              <a:off x="2035693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7389602" name="TextBox 86"/>
            <p:cNvSpPr txBox="1"/>
            <p:nvPr/>
          </p:nvSpPr>
          <p:spPr bwMode="auto">
            <a:xfrm rot="0" flipH="0" flipV="0">
              <a:off x="2035693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397996" name="Freeform 26"/>
          <p:cNvSpPr/>
          <p:nvPr/>
        </p:nvSpPr>
        <p:spPr bwMode="auto">
          <a:xfrm>
            <a:off x="10803565" y="17582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26581" name="Freeform 27"/>
          <p:cNvSpPr/>
          <p:nvPr/>
        </p:nvSpPr>
        <p:spPr bwMode="auto">
          <a:xfrm>
            <a:off x="11205846" y="1697734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4116437" name="Freeform 29"/>
          <p:cNvSpPr/>
          <p:nvPr/>
        </p:nvSpPr>
        <p:spPr bwMode="auto">
          <a:xfrm>
            <a:off x="10803565" y="2373015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319341" name="Freeform 30"/>
          <p:cNvSpPr/>
          <p:nvPr/>
        </p:nvSpPr>
        <p:spPr bwMode="auto">
          <a:xfrm>
            <a:off x="11205846" y="2312540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1941556" name="Freeform 32"/>
          <p:cNvSpPr/>
          <p:nvPr/>
        </p:nvSpPr>
        <p:spPr bwMode="auto">
          <a:xfrm>
            <a:off x="10803565" y="2999702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634866" name="Freeform 33"/>
          <p:cNvSpPr/>
          <p:nvPr/>
        </p:nvSpPr>
        <p:spPr bwMode="auto">
          <a:xfrm>
            <a:off x="11205846" y="2915118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5494087" name="Freeform 35"/>
          <p:cNvSpPr/>
          <p:nvPr/>
        </p:nvSpPr>
        <p:spPr bwMode="auto">
          <a:xfrm>
            <a:off x="10803565" y="36145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789302" name="Freeform 36"/>
          <p:cNvSpPr/>
          <p:nvPr/>
        </p:nvSpPr>
        <p:spPr bwMode="auto">
          <a:xfrm>
            <a:off x="11205846" y="3529925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3451959" name="Freeform 38"/>
          <p:cNvSpPr/>
          <p:nvPr/>
        </p:nvSpPr>
        <p:spPr bwMode="auto">
          <a:xfrm>
            <a:off x="10803565" y="1128973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70"/>
                </a:lnTo>
                <a:lnTo>
                  <a:pt x="0" y="4317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119214" name="Freeform 39"/>
          <p:cNvSpPr/>
          <p:nvPr/>
        </p:nvSpPr>
        <p:spPr bwMode="auto">
          <a:xfrm>
            <a:off x="11205846" y="1044389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99692020" name="Freeform 42"/>
          <p:cNvSpPr/>
          <p:nvPr/>
        </p:nvSpPr>
        <p:spPr bwMode="auto">
          <a:xfrm rot="0" flipH="0" flipV="0">
            <a:off x="6756699" y="317875"/>
            <a:ext cx="3864114" cy="3941109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89040782" name="TextBox 43"/>
          <p:cNvSpPr txBox="1"/>
          <p:nvPr/>
        </p:nvSpPr>
        <p:spPr bwMode="auto">
          <a:xfrm rot="0" flipH="0" flipV="0">
            <a:off x="6756699" y="208144"/>
            <a:ext cx="3864114" cy="40508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26751940" name="TextBox 47"/>
          <p:cNvSpPr txBox="1"/>
          <p:nvPr/>
        </p:nvSpPr>
        <p:spPr bwMode="auto">
          <a:xfrm>
            <a:off x="6970338" y="357145"/>
            <a:ext cx="3438279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1012531" name="TextBox 48"/>
          <p:cNvSpPr txBox="1"/>
          <p:nvPr/>
        </p:nvSpPr>
        <p:spPr bwMode="auto">
          <a:xfrm>
            <a:off x="6991331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96701680" name="TextBox 53"/>
          <p:cNvSpPr txBox="1"/>
          <p:nvPr/>
        </p:nvSpPr>
        <p:spPr bwMode="auto">
          <a:xfrm flipH="0" flipV="0">
            <a:off x="4541873" y="2741801"/>
            <a:ext cx="2051705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Mallory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44073" name="Freeform 54"/>
          <p:cNvSpPr/>
          <p:nvPr/>
        </p:nvSpPr>
        <p:spPr bwMode="auto">
          <a:xfrm rot="10008104" flipH="1">
            <a:off x="6041225" y="2456044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416550" name="TextBox 64"/>
          <p:cNvSpPr txBox="1"/>
          <p:nvPr/>
        </p:nvSpPr>
        <p:spPr bwMode="auto">
          <a:xfrm flipH="0" flipV="0">
            <a:off x="4679411" y="1990636"/>
            <a:ext cx="1757826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UTXO di Grace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3903297" name="Freeform 65"/>
          <p:cNvSpPr/>
          <p:nvPr/>
        </p:nvSpPr>
        <p:spPr bwMode="auto">
          <a:xfrm rot="731793" flipH="0" flipV="1">
            <a:off x="6012571" y="1734164"/>
            <a:ext cx="694893" cy="254835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0" y="0"/>
                </a:moveTo>
                <a:lnTo>
                  <a:pt x="694897" y="0"/>
                </a:lnTo>
                <a:lnTo>
                  <a:pt x="694897" y="196308"/>
                </a:lnTo>
                <a:lnTo>
                  <a:pt x="0" y="19630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52096" name="TextBox 66"/>
          <p:cNvSpPr txBox="1"/>
          <p:nvPr/>
        </p:nvSpPr>
        <p:spPr bwMode="auto">
          <a:xfrm flipH="0" flipV="0">
            <a:off x="4983633" y="355151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Oscar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0373530" name="TextBox 67"/>
          <p:cNvSpPr txBox="1"/>
          <p:nvPr/>
        </p:nvSpPr>
        <p:spPr bwMode="auto">
          <a:xfrm flipH="0" flipV="0">
            <a:off x="4983633" y="422458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di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Victor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79718766" name="Freeform 68"/>
          <p:cNvSpPr/>
          <p:nvPr/>
        </p:nvSpPr>
        <p:spPr bwMode="auto">
          <a:xfrm rot="9117488" flipH="1">
            <a:off x="6049102" y="3210531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6" y="0"/>
                </a:moveTo>
                <a:lnTo>
                  <a:pt x="0" y="0"/>
                </a:lnTo>
                <a:lnTo>
                  <a:pt x="0" y="196309"/>
                </a:lnTo>
                <a:lnTo>
                  <a:pt x="694896" y="196309"/>
                </a:lnTo>
                <a:lnTo>
                  <a:pt x="694896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621103" name="Freeform 69"/>
          <p:cNvSpPr/>
          <p:nvPr/>
        </p:nvSpPr>
        <p:spPr bwMode="auto">
          <a:xfrm rot="9379580" flipH="1">
            <a:off x="6042348" y="3904170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7406889" name="Freeform 71"/>
          <p:cNvSpPr/>
          <p:nvPr/>
        </p:nvSpPr>
        <p:spPr bwMode="auto">
          <a:xfrm rot="0" flipH="0" flipV="0">
            <a:off x="1523223" y="337726"/>
            <a:ext cx="3864114" cy="1535463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8618107" name="TextBox 72"/>
          <p:cNvSpPr txBox="1"/>
          <p:nvPr/>
        </p:nvSpPr>
        <p:spPr bwMode="auto">
          <a:xfrm rot="0" flipH="0" flipV="0">
            <a:off x="1523223" y="227994"/>
            <a:ext cx="3864114" cy="164520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8953533" name="TextBox 76"/>
          <p:cNvSpPr txBox="1"/>
          <p:nvPr/>
        </p:nvSpPr>
        <p:spPr bwMode="auto">
          <a:xfrm>
            <a:off x="1812663" y="357145"/>
            <a:ext cx="328667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4120650" name="TextBox 77"/>
          <p:cNvSpPr txBox="1"/>
          <p:nvPr/>
        </p:nvSpPr>
        <p:spPr bwMode="auto">
          <a:xfrm>
            <a:off x="1757857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6616430" name="AutoShape 78"/>
          <p:cNvSpPr/>
          <p:nvPr/>
        </p:nvSpPr>
        <p:spPr bwMode="auto">
          <a:xfrm flipH="0" flipV="0">
            <a:off x="3450267" y="819420"/>
            <a:ext cx="0" cy="7804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4623276" name="AutoShape 82"/>
          <p:cNvSpPr/>
          <p:nvPr/>
        </p:nvSpPr>
        <p:spPr bwMode="auto">
          <a:xfrm flipH="1" flipV="1">
            <a:off x="5170766" y="1346056"/>
            <a:ext cx="1793700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499044" name="Freeform 83"/>
          <p:cNvSpPr/>
          <p:nvPr/>
        </p:nvSpPr>
        <p:spPr bwMode="auto">
          <a:xfrm>
            <a:off x="478747" y="1056916"/>
            <a:ext cx="526954" cy="578277"/>
          </a:xfrm>
          <a:custGeom>
            <a:avLst/>
            <a:gdLst/>
            <a:ahLst/>
            <a:cxnLst/>
            <a:rect l="l" t="t" r="r" b="b"/>
            <a:pathLst>
              <a:path w="526956" h="578278" fill="norm" stroke="1" extrusionOk="0">
                <a:moveTo>
                  <a:pt x="0" y="0"/>
                </a:moveTo>
                <a:lnTo>
                  <a:pt x="526956" y="0"/>
                </a:lnTo>
                <a:lnTo>
                  <a:pt x="526956" y="578278"/>
                </a:lnTo>
                <a:lnTo>
                  <a:pt x="0" y="57827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53746" name="AutoShape 84"/>
          <p:cNvSpPr/>
          <p:nvPr/>
        </p:nvSpPr>
        <p:spPr bwMode="auto">
          <a:xfrm flipH="1" flipV="1">
            <a:off x="1005701" y="1346056"/>
            <a:ext cx="72528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563486" name="Freeform 85"/>
          <p:cNvSpPr/>
          <p:nvPr/>
        </p:nvSpPr>
        <p:spPr bwMode="auto">
          <a:xfrm>
            <a:off x="1117328" y="1112549"/>
            <a:ext cx="294269" cy="163687"/>
          </a:xfrm>
          <a:custGeom>
            <a:avLst/>
            <a:gdLst/>
            <a:ahLst/>
            <a:cxnLst/>
            <a:rect l="l" t="t" r="r" b="b"/>
            <a:pathLst>
              <a:path w="294272" h="163689" fill="norm" stroke="1" extrusionOk="0">
                <a:moveTo>
                  <a:pt x="0" y="0"/>
                </a:moveTo>
                <a:lnTo>
                  <a:pt x="294272" y="0"/>
                </a:lnTo>
                <a:lnTo>
                  <a:pt x="294272" y="163689"/>
                </a:lnTo>
                <a:lnTo>
                  <a:pt x="0" y="16368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89418546" name=""/>
          <p:cNvGrpSpPr/>
          <p:nvPr/>
        </p:nvGrpSpPr>
        <p:grpSpPr bwMode="auto">
          <a:xfrm>
            <a:off x="6964464" y="1034170"/>
            <a:ext cx="3839098" cy="3057540"/>
            <a:chOff x="0" y="0"/>
            <a:chExt cx="3839098" cy="3057540"/>
          </a:xfrm>
        </p:grpSpPr>
        <p:sp>
          <p:nvSpPr>
            <p:cNvPr id="377977244" name="AutoShape 28"/>
            <p:cNvSpPr/>
            <p:nvPr/>
          </p:nvSpPr>
          <p:spPr bwMode="auto">
            <a:xfrm flipV="1">
              <a:off x="3448606" y="939921"/>
              <a:ext cx="390492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60751349" name="AutoShape 31"/>
            <p:cNvSpPr/>
            <p:nvPr/>
          </p:nvSpPr>
          <p:spPr bwMode="auto">
            <a:xfrm flipV="1">
              <a:off x="2698749" y="1554728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1754512" name="AutoShape 34"/>
            <p:cNvSpPr/>
            <p:nvPr/>
          </p:nvSpPr>
          <p:spPr bwMode="auto">
            <a:xfrm flipV="1">
              <a:off x="2698749" y="2181414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24549313" name="AutoShape 37"/>
            <p:cNvSpPr/>
            <p:nvPr/>
          </p:nvSpPr>
          <p:spPr bwMode="auto">
            <a:xfrm>
              <a:off x="2698749" y="2796221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27277910" name="AutoShape 40"/>
            <p:cNvSpPr/>
            <p:nvPr/>
          </p:nvSpPr>
          <p:spPr bwMode="auto">
            <a:xfrm flipV="1">
              <a:off x="2698749" y="310686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20076355" name="Freeform 45"/>
            <p:cNvSpPr/>
            <p:nvPr/>
          </p:nvSpPr>
          <p:spPr bwMode="auto">
            <a:xfrm rot="0" flipH="0" flipV="0">
              <a:off x="0" y="9599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7835867" name="TextBox 46"/>
            <p:cNvSpPr txBox="1"/>
            <p:nvPr/>
          </p:nvSpPr>
          <p:spPr bwMode="auto">
            <a:xfrm rot="0" flipH="0" flipV="0">
              <a:off x="0" y="1762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8886103" name="AutoShape 49"/>
            <p:cNvSpPr/>
            <p:nvPr/>
          </p:nvSpPr>
          <p:spPr bwMode="auto">
            <a:xfrm flipH="0" flipV="0">
              <a:off x="1724290" y="71286"/>
              <a:ext cx="0" cy="298624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57283069" name="Freeform 51"/>
            <p:cNvSpPr/>
            <p:nvPr/>
          </p:nvSpPr>
          <p:spPr bwMode="auto">
            <a:xfrm rot="0" flipH="0" flipV="0">
              <a:off x="0" y="724035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2216634" name="TextBox 52"/>
            <p:cNvSpPr txBox="1"/>
            <p:nvPr/>
          </p:nvSpPr>
          <p:spPr bwMode="auto">
            <a:xfrm rot="0" flipH="0" flipV="0">
              <a:off x="0" y="645658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68755445" name="Freeform 56"/>
            <p:cNvSpPr/>
            <p:nvPr/>
          </p:nvSpPr>
          <p:spPr bwMode="auto">
            <a:xfrm rot="0" flipH="0" flipV="0">
              <a:off x="120" y="135207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9203704" name="TextBox 57"/>
            <p:cNvSpPr txBox="1"/>
            <p:nvPr/>
          </p:nvSpPr>
          <p:spPr bwMode="auto">
            <a:xfrm rot="0" flipH="0" flipV="0">
              <a:off x="120" y="127369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522127" name="Freeform 59"/>
            <p:cNvSpPr/>
            <p:nvPr/>
          </p:nvSpPr>
          <p:spPr bwMode="auto">
            <a:xfrm rot="0" flipH="0" flipV="0">
              <a:off x="120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964222" name="TextBox 60"/>
            <p:cNvSpPr txBox="1"/>
            <p:nvPr/>
          </p:nvSpPr>
          <p:spPr bwMode="auto">
            <a:xfrm rot="0" flipH="0" flipV="0">
              <a:off x="120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2402820" name="Freeform 62"/>
            <p:cNvSpPr/>
            <p:nvPr/>
          </p:nvSpPr>
          <p:spPr bwMode="auto">
            <a:xfrm rot="0" flipH="0" flipV="0">
              <a:off x="120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2559444" name="TextBox 63"/>
            <p:cNvSpPr txBox="1"/>
            <p:nvPr/>
          </p:nvSpPr>
          <p:spPr bwMode="auto">
            <a:xfrm rot="0" flipH="0" flipV="0">
              <a:off x="120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584136" name="Freeform 88"/>
            <p:cNvSpPr/>
            <p:nvPr/>
          </p:nvSpPr>
          <p:spPr bwMode="auto">
            <a:xfrm rot="0" flipH="0" flipV="0">
              <a:off x="194889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1113980" name="TextBox 89"/>
            <p:cNvSpPr txBox="1"/>
            <p:nvPr/>
          </p:nvSpPr>
          <p:spPr bwMode="auto">
            <a:xfrm rot="0" flipH="0" flipV="0">
              <a:off x="194889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2575541" name="Freeform 91"/>
            <p:cNvSpPr/>
            <p:nvPr/>
          </p:nvSpPr>
          <p:spPr bwMode="auto">
            <a:xfrm rot="0" flipH="0" flipV="0">
              <a:off x="1948890" y="70641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7724606" name="TextBox 92"/>
            <p:cNvSpPr txBox="1"/>
            <p:nvPr/>
          </p:nvSpPr>
          <p:spPr bwMode="auto">
            <a:xfrm rot="0" flipH="0" flipV="0">
              <a:off x="1948890" y="62803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177594" name="Freeform 94"/>
            <p:cNvSpPr/>
            <p:nvPr/>
          </p:nvSpPr>
          <p:spPr bwMode="auto">
            <a:xfrm rot="0" flipH="0" flipV="0">
              <a:off x="1949011" y="133444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9536561" name="TextBox 95"/>
            <p:cNvSpPr txBox="1"/>
            <p:nvPr/>
          </p:nvSpPr>
          <p:spPr bwMode="auto">
            <a:xfrm rot="0" flipH="0" flipV="0">
              <a:off x="1949011" y="125607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040316" name="Freeform 97"/>
            <p:cNvSpPr/>
            <p:nvPr/>
          </p:nvSpPr>
          <p:spPr bwMode="auto">
            <a:xfrm rot="0" flipH="0" flipV="0">
              <a:off x="1949011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7031575" name="TextBox 98"/>
            <p:cNvSpPr txBox="1"/>
            <p:nvPr/>
          </p:nvSpPr>
          <p:spPr bwMode="auto">
            <a:xfrm rot="0" flipH="0" flipV="0">
              <a:off x="1949011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832762" name="Freeform 100"/>
            <p:cNvSpPr/>
            <p:nvPr/>
          </p:nvSpPr>
          <p:spPr bwMode="auto">
            <a:xfrm rot="0" flipH="0" flipV="0">
              <a:off x="1949011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1282862" name="TextBox 101"/>
            <p:cNvSpPr txBox="1"/>
            <p:nvPr/>
          </p:nvSpPr>
          <p:spPr bwMode="auto">
            <a:xfrm rot="0" flipH="0" flipV="0">
              <a:off x="1949011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54405409" name=""/>
          <p:cNvGrpSpPr/>
          <p:nvPr/>
        </p:nvGrpSpPr>
        <p:grpSpPr bwMode="auto">
          <a:xfrm>
            <a:off x="1730988" y="1068217"/>
            <a:ext cx="3439774" cy="545393"/>
            <a:chOff x="0" y="0"/>
            <a:chExt cx="3439774" cy="545393"/>
          </a:xfrm>
        </p:grpSpPr>
        <p:sp>
          <p:nvSpPr>
            <p:cNvPr id="530795925" name="Freeform 74"/>
            <p:cNvSpPr/>
            <p:nvPr/>
          </p:nvSpPr>
          <p:spPr bwMode="auto">
            <a:xfrm rot="0" flipH="0" flipV="0">
              <a:off x="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939098" name="TextBox 75"/>
            <p:cNvSpPr txBox="1"/>
            <p:nvPr/>
          </p:nvSpPr>
          <p:spPr bwMode="auto">
            <a:xfrm rot="0" flipH="0" flipV="0">
              <a:off x="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1481144" name="Freeform 80"/>
            <p:cNvSpPr/>
            <p:nvPr/>
          </p:nvSpPr>
          <p:spPr bwMode="auto">
            <a:xfrm rot="0" flipH="0" flipV="0">
              <a:off x="1940059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4493496" name="TextBox 81"/>
            <p:cNvSpPr txBox="1"/>
            <p:nvPr/>
          </p:nvSpPr>
          <p:spPr bwMode="auto">
            <a:xfrm rot="0" flipH="0" flipV="0">
              <a:off x="1940059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83726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5779316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370190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791254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587421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3894353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946391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20061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14782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988301" name="AutoShape 35"/>
          <p:cNvSpPr/>
          <p:nvPr/>
        </p:nvSpPr>
        <p:spPr bwMode="auto">
          <a:xfrm>
            <a:off x="2554785" y="5126038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36006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093648" name="Freeform 37"/>
          <p:cNvSpPr/>
          <p:nvPr/>
        </p:nvSpPr>
        <p:spPr bwMode="auto">
          <a:xfrm>
            <a:off x="4307608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06027" name="Freeform 38"/>
          <p:cNvSpPr/>
          <p:nvPr/>
        </p:nvSpPr>
        <p:spPr bwMode="auto">
          <a:xfrm>
            <a:off x="68939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7596623" name="Freeform 39"/>
          <p:cNvSpPr/>
          <p:nvPr/>
        </p:nvSpPr>
        <p:spPr bwMode="auto">
          <a:xfrm>
            <a:off x="9480281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731838" name="AutoShape 40"/>
          <p:cNvSpPr/>
          <p:nvPr/>
        </p:nvSpPr>
        <p:spPr bwMode="auto">
          <a:xfrm>
            <a:off x="7727383" y="5126038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149525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406902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151231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362045" name="Freeform 44"/>
          <p:cNvSpPr/>
          <p:nvPr/>
        </p:nvSpPr>
        <p:spPr bwMode="auto">
          <a:xfrm>
            <a:off x="5665204" y="4773709"/>
            <a:ext cx="704655" cy="704655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240645" name="TextBox 45"/>
          <p:cNvSpPr txBox="1"/>
          <p:nvPr/>
        </p:nvSpPr>
        <p:spPr bwMode="auto">
          <a:xfrm>
            <a:off x="3961306" y="3474531"/>
            <a:ext cx="4114971" cy="27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2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9472966" name="Group 26"/>
          <p:cNvGrpSpPr/>
          <p:nvPr/>
        </p:nvGrpSpPr>
        <p:grpSpPr bwMode="auto">
          <a:xfrm>
            <a:off x="1436256" y="1791070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775134" name="Group 29"/>
          <p:cNvGrpSpPr/>
          <p:nvPr/>
        </p:nvGrpSpPr>
        <p:grpSpPr bwMode="auto">
          <a:xfrm>
            <a:off x="1628880" y="1791070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4489287" name="Group 32"/>
          <p:cNvGrpSpPr/>
          <p:nvPr/>
        </p:nvGrpSpPr>
        <p:grpSpPr bwMode="auto">
          <a:xfrm>
            <a:off x="1821505" y="1791070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5147799" name="Group 35"/>
          <p:cNvGrpSpPr/>
          <p:nvPr/>
        </p:nvGrpSpPr>
        <p:grpSpPr bwMode="auto">
          <a:xfrm>
            <a:off x="2013034" y="1791070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530668" name="Group 38"/>
          <p:cNvGrpSpPr/>
          <p:nvPr/>
        </p:nvGrpSpPr>
        <p:grpSpPr bwMode="auto">
          <a:xfrm>
            <a:off x="2205657" y="1791070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435239" name="Group 41"/>
          <p:cNvGrpSpPr/>
          <p:nvPr/>
        </p:nvGrpSpPr>
        <p:grpSpPr bwMode="auto">
          <a:xfrm>
            <a:off x="2398280" y="1791070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3475835" name="Group 44"/>
          <p:cNvGrpSpPr/>
          <p:nvPr/>
        </p:nvGrpSpPr>
        <p:grpSpPr bwMode="auto">
          <a:xfrm>
            <a:off x="2589809" y="1791070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492185" name="Group 47"/>
          <p:cNvGrpSpPr/>
          <p:nvPr/>
        </p:nvGrpSpPr>
        <p:grpSpPr bwMode="auto">
          <a:xfrm>
            <a:off x="2782434" y="1791070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7825" name="Group 50"/>
          <p:cNvGrpSpPr/>
          <p:nvPr/>
        </p:nvGrpSpPr>
        <p:grpSpPr bwMode="auto">
          <a:xfrm>
            <a:off x="2975058" y="1791070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3817490" name="Group 53"/>
          <p:cNvGrpSpPr/>
          <p:nvPr/>
        </p:nvGrpSpPr>
        <p:grpSpPr bwMode="auto">
          <a:xfrm>
            <a:off x="859482" y="1791070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62027" name="Group 56"/>
          <p:cNvGrpSpPr/>
          <p:nvPr/>
        </p:nvGrpSpPr>
        <p:grpSpPr bwMode="auto">
          <a:xfrm>
            <a:off x="1052104" y="1791070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6596710" name="Group 59"/>
          <p:cNvGrpSpPr/>
          <p:nvPr/>
        </p:nvGrpSpPr>
        <p:grpSpPr bwMode="auto">
          <a:xfrm>
            <a:off x="1244731" y="1791070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5797459" name="Group 62"/>
          <p:cNvGrpSpPr/>
          <p:nvPr/>
        </p:nvGrpSpPr>
        <p:grpSpPr bwMode="auto">
          <a:xfrm>
            <a:off x="1436256" y="1980542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5688934" name="Group 65"/>
          <p:cNvGrpSpPr/>
          <p:nvPr/>
        </p:nvGrpSpPr>
        <p:grpSpPr bwMode="auto">
          <a:xfrm>
            <a:off x="1628880" y="1980542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2894367" name="Group 68"/>
          <p:cNvGrpSpPr/>
          <p:nvPr/>
        </p:nvGrpSpPr>
        <p:grpSpPr bwMode="auto">
          <a:xfrm>
            <a:off x="1821505" y="1980542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242082" name="Group 71"/>
          <p:cNvGrpSpPr/>
          <p:nvPr/>
        </p:nvGrpSpPr>
        <p:grpSpPr bwMode="auto">
          <a:xfrm>
            <a:off x="2013034" y="1980542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7085962" name="Group 74"/>
          <p:cNvGrpSpPr/>
          <p:nvPr/>
        </p:nvGrpSpPr>
        <p:grpSpPr bwMode="auto">
          <a:xfrm>
            <a:off x="2205657" y="1980542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814967" name="Group 77"/>
          <p:cNvGrpSpPr/>
          <p:nvPr/>
        </p:nvGrpSpPr>
        <p:grpSpPr bwMode="auto">
          <a:xfrm>
            <a:off x="2398280" y="1980542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364239" name="Group 80"/>
          <p:cNvGrpSpPr/>
          <p:nvPr/>
        </p:nvGrpSpPr>
        <p:grpSpPr bwMode="auto">
          <a:xfrm>
            <a:off x="2589809" y="1980542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895959" name="Group 83"/>
          <p:cNvGrpSpPr/>
          <p:nvPr/>
        </p:nvGrpSpPr>
        <p:grpSpPr bwMode="auto">
          <a:xfrm>
            <a:off x="2782434" y="1980542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4168367" name="Group 86"/>
          <p:cNvGrpSpPr/>
          <p:nvPr/>
        </p:nvGrpSpPr>
        <p:grpSpPr bwMode="auto">
          <a:xfrm>
            <a:off x="2975058" y="1980542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7364520" name="Group 89"/>
          <p:cNvGrpSpPr/>
          <p:nvPr/>
        </p:nvGrpSpPr>
        <p:grpSpPr bwMode="auto">
          <a:xfrm>
            <a:off x="859482" y="1980542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0760330" name="Group 92"/>
          <p:cNvGrpSpPr/>
          <p:nvPr/>
        </p:nvGrpSpPr>
        <p:grpSpPr bwMode="auto">
          <a:xfrm>
            <a:off x="1052104" y="1980542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5291222" name="Group 95"/>
          <p:cNvGrpSpPr/>
          <p:nvPr/>
        </p:nvGrpSpPr>
        <p:grpSpPr bwMode="auto">
          <a:xfrm>
            <a:off x="1244731" y="1980542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4014557" name="Group 98"/>
          <p:cNvGrpSpPr/>
          <p:nvPr/>
        </p:nvGrpSpPr>
        <p:grpSpPr bwMode="auto">
          <a:xfrm>
            <a:off x="1436256" y="2172070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3462959" name="Group 101"/>
          <p:cNvGrpSpPr/>
          <p:nvPr/>
        </p:nvGrpSpPr>
        <p:grpSpPr bwMode="auto">
          <a:xfrm>
            <a:off x="1628880" y="2172070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896251" name="Group 104"/>
          <p:cNvGrpSpPr/>
          <p:nvPr/>
        </p:nvGrpSpPr>
        <p:grpSpPr bwMode="auto">
          <a:xfrm>
            <a:off x="1821505" y="2172070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7609599" name="Group 107"/>
          <p:cNvGrpSpPr/>
          <p:nvPr/>
        </p:nvGrpSpPr>
        <p:grpSpPr bwMode="auto">
          <a:xfrm>
            <a:off x="2013034" y="2172070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3598891" name="Group 110"/>
          <p:cNvGrpSpPr/>
          <p:nvPr/>
        </p:nvGrpSpPr>
        <p:grpSpPr bwMode="auto">
          <a:xfrm>
            <a:off x="2205657" y="2172070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2683200" name="Group 113"/>
          <p:cNvGrpSpPr/>
          <p:nvPr/>
        </p:nvGrpSpPr>
        <p:grpSpPr bwMode="auto">
          <a:xfrm>
            <a:off x="2398280" y="2172070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9787083" name="Group 116"/>
          <p:cNvGrpSpPr/>
          <p:nvPr/>
        </p:nvGrpSpPr>
        <p:grpSpPr bwMode="auto">
          <a:xfrm>
            <a:off x="2589809" y="2172070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368530" name="Group 119"/>
          <p:cNvGrpSpPr/>
          <p:nvPr/>
        </p:nvGrpSpPr>
        <p:grpSpPr bwMode="auto">
          <a:xfrm>
            <a:off x="2782434" y="2172070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8667460" name="Group 122"/>
          <p:cNvGrpSpPr/>
          <p:nvPr/>
        </p:nvGrpSpPr>
        <p:grpSpPr bwMode="auto">
          <a:xfrm>
            <a:off x="2975058" y="2172070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228552" name="Group 125"/>
          <p:cNvGrpSpPr/>
          <p:nvPr/>
        </p:nvGrpSpPr>
        <p:grpSpPr bwMode="auto">
          <a:xfrm>
            <a:off x="859482" y="2172070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4364814" name="Group 128"/>
          <p:cNvGrpSpPr/>
          <p:nvPr/>
        </p:nvGrpSpPr>
        <p:grpSpPr bwMode="auto">
          <a:xfrm>
            <a:off x="1052104" y="2172070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94909" name="Group 131"/>
          <p:cNvGrpSpPr/>
          <p:nvPr/>
        </p:nvGrpSpPr>
        <p:grpSpPr bwMode="auto">
          <a:xfrm>
            <a:off x="1244731" y="2172070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037598" name="Group 134"/>
          <p:cNvGrpSpPr/>
          <p:nvPr/>
        </p:nvGrpSpPr>
        <p:grpSpPr bwMode="auto">
          <a:xfrm>
            <a:off x="1436256" y="2361542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8149523" name="Group 137"/>
          <p:cNvGrpSpPr/>
          <p:nvPr/>
        </p:nvGrpSpPr>
        <p:grpSpPr bwMode="auto">
          <a:xfrm>
            <a:off x="1628880" y="2361542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254375" name="Group 140"/>
          <p:cNvGrpSpPr/>
          <p:nvPr/>
        </p:nvGrpSpPr>
        <p:grpSpPr bwMode="auto">
          <a:xfrm>
            <a:off x="1821505" y="2361542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482755" name="Group 143"/>
          <p:cNvGrpSpPr/>
          <p:nvPr/>
        </p:nvGrpSpPr>
        <p:grpSpPr bwMode="auto">
          <a:xfrm>
            <a:off x="2013034" y="2361542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92763" name="Group 146"/>
          <p:cNvGrpSpPr/>
          <p:nvPr/>
        </p:nvGrpSpPr>
        <p:grpSpPr bwMode="auto">
          <a:xfrm>
            <a:off x="2205657" y="2361542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071039" name="Group 149"/>
          <p:cNvGrpSpPr/>
          <p:nvPr/>
        </p:nvGrpSpPr>
        <p:grpSpPr bwMode="auto">
          <a:xfrm>
            <a:off x="2398280" y="2361542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5693767" name="Group 152"/>
          <p:cNvGrpSpPr/>
          <p:nvPr/>
        </p:nvGrpSpPr>
        <p:grpSpPr bwMode="auto">
          <a:xfrm>
            <a:off x="2589809" y="2361542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2075822" name="Group 155"/>
          <p:cNvGrpSpPr/>
          <p:nvPr/>
        </p:nvGrpSpPr>
        <p:grpSpPr bwMode="auto">
          <a:xfrm>
            <a:off x="2782434" y="2361542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40071" name="Group 158"/>
          <p:cNvGrpSpPr/>
          <p:nvPr/>
        </p:nvGrpSpPr>
        <p:grpSpPr bwMode="auto">
          <a:xfrm>
            <a:off x="2975058" y="2361542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6027540" name="Group 161"/>
          <p:cNvGrpSpPr/>
          <p:nvPr/>
        </p:nvGrpSpPr>
        <p:grpSpPr bwMode="auto">
          <a:xfrm>
            <a:off x="859482" y="2361542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8986727" name="Group 164"/>
          <p:cNvGrpSpPr/>
          <p:nvPr/>
        </p:nvGrpSpPr>
        <p:grpSpPr bwMode="auto">
          <a:xfrm>
            <a:off x="1052104" y="2361542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9447168" name="Group 167"/>
          <p:cNvGrpSpPr/>
          <p:nvPr/>
        </p:nvGrpSpPr>
        <p:grpSpPr bwMode="auto">
          <a:xfrm>
            <a:off x="1244731" y="2361542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779942" name="Group 170"/>
          <p:cNvGrpSpPr/>
          <p:nvPr/>
        </p:nvGrpSpPr>
        <p:grpSpPr bwMode="auto">
          <a:xfrm>
            <a:off x="1436256" y="2553069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055286" name="Group 173"/>
          <p:cNvGrpSpPr/>
          <p:nvPr/>
        </p:nvGrpSpPr>
        <p:grpSpPr bwMode="auto">
          <a:xfrm>
            <a:off x="1628880" y="2553069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33123" name="Group 176"/>
          <p:cNvGrpSpPr/>
          <p:nvPr/>
        </p:nvGrpSpPr>
        <p:grpSpPr bwMode="auto">
          <a:xfrm>
            <a:off x="1821505" y="2553069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4397104" name="Group 179"/>
          <p:cNvGrpSpPr/>
          <p:nvPr/>
        </p:nvGrpSpPr>
        <p:grpSpPr bwMode="auto">
          <a:xfrm>
            <a:off x="2013034" y="2553069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859566" name="Group 182"/>
          <p:cNvGrpSpPr/>
          <p:nvPr/>
        </p:nvGrpSpPr>
        <p:grpSpPr bwMode="auto">
          <a:xfrm>
            <a:off x="2205657" y="2553069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4173" name="Group 185"/>
          <p:cNvGrpSpPr/>
          <p:nvPr/>
        </p:nvGrpSpPr>
        <p:grpSpPr bwMode="auto">
          <a:xfrm>
            <a:off x="2398280" y="2553069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3458156" name="Group 188"/>
          <p:cNvGrpSpPr/>
          <p:nvPr/>
        </p:nvGrpSpPr>
        <p:grpSpPr bwMode="auto">
          <a:xfrm>
            <a:off x="2589809" y="2553069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828908" name="Group 191"/>
          <p:cNvGrpSpPr/>
          <p:nvPr/>
        </p:nvGrpSpPr>
        <p:grpSpPr bwMode="auto">
          <a:xfrm>
            <a:off x="2782434" y="2553069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6513414" name="Group 194"/>
          <p:cNvGrpSpPr/>
          <p:nvPr/>
        </p:nvGrpSpPr>
        <p:grpSpPr bwMode="auto">
          <a:xfrm>
            <a:off x="2975058" y="2553069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911760" name="Group 197"/>
          <p:cNvGrpSpPr/>
          <p:nvPr/>
        </p:nvGrpSpPr>
        <p:grpSpPr bwMode="auto">
          <a:xfrm>
            <a:off x="859482" y="2553069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8366519" name="Group 200"/>
          <p:cNvGrpSpPr/>
          <p:nvPr/>
        </p:nvGrpSpPr>
        <p:grpSpPr bwMode="auto">
          <a:xfrm>
            <a:off x="1052104" y="2553069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002500" name="Group 203"/>
          <p:cNvGrpSpPr/>
          <p:nvPr/>
        </p:nvGrpSpPr>
        <p:grpSpPr bwMode="auto">
          <a:xfrm>
            <a:off x="1244731" y="2553069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8895842" name="Group 206"/>
          <p:cNvGrpSpPr/>
          <p:nvPr/>
        </p:nvGrpSpPr>
        <p:grpSpPr bwMode="auto">
          <a:xfrm>
            <a:off x="1436256" y="2742542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019923" name="Group 209"/>
          <p:cNvGrpSpPr/>
          <p:nvPr/>
        </p:nvGrpSpPr>
        <p:grpSpPr bwMode="auto">
          <a:xfrm>
            <a:off x="1628880" y="2742542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3882597" name="Group 212"/>
          <p:cNvGrpSpPr/>
          <p:nvPr/>
        </p:nvGrpSpPr>
        <p:grpSpPr bwMode="auto">
          <a:xfrm>
            <a:off x="1821505" y="2742542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2270586" name="Group 215"/>
          <p:cNvGrpSpPr/>
          <p:nvPr/>
        </p:nvGrpSpPr>
        <p:grpSpPr bwMode="auto">
          <a:xfrm>
            <a:off x="2013034" y="2742542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467359" name="Group 218"/>
          <p:cNvGrpSpPr/>
          <p:nvPr/>
        </p:nvGrpSpPr>
        <p:grpSpPr bwMode="auto">
          <a:xfrm>
            <a:off x="2205657" y="2742542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116348" name="Group 221"/>
          <p:cNvGrpSpPr/>
          <p:nvPr/>
        </p:nvGrpSpPr>
        <p:grpSpPr bwMode="auto">
          <a:xfrm>
            <a:off x="2398280" y="2742542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946894" name="Group 224"/>
          <p:cNvGrpSpPr/>
          <p:nvPr/>
        </p:nvGrpSpPr>
        <p:grpSpPr bwMode="auto">
          <a:xfrm>
            <a:off x="2589809" y="2742542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375874" name="Group 227"/>
          <p:cNvGrpSpPr/>
          <p:nvPr/>
        </p:nvGrpSpPr>
        <p:grpSpPr bwMode="auto">
          <a:xfrm>
            <a:off x="2782434" y="2742542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22593" name="Group 230"/>
          <p:cNvGrpSpPr/>
          <p:nvPr/>
        </p:nvGrpSpPr>
        <p:grpSpPr bwMode="auto">
          <a:xfrm>
            <a:off x="2975058" y="2742542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13356" name="Group 233"/>
          <p:cNvGrpSpPr/>
          <p:nvPr/>
        </p:nvGrpSpPr>
        <p:grpSpPr bwMode="auto">
          <a:xfrm>
            <a:off x="859482" y="2742542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14951" name="Group 236"/>
          <p:cNvGrpSpPr/>
          <p:nvPr/>
        </p:nvGrpSpPr>
        <p:grpSpPr bwMode="auto">
          <a:xfrm>
            <a:off x="1052104" y="2742542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2703955" name="Group 239"/>
          <p:cNvGrpSpPr/>
          <p:nvPr/>
        </p:nvGrpSpPr>
        <p:grpSpPr bwMode="auto">
          <a:xfrm>
            <a:off x="1244731" y="2742542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344987" name="Group 242"/>
          <p:cNvGrpSpPr/>
          <p:nvPr/>
        </p:nvGrpSpPr>
        <p:grpSpPr bwMode="auto">
          <a:xfrm>
            <a:off x="1436256" y="2935859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879876" name="Group 245"/>
          <p:cNvGrpSpPr/>
          <p:nvPr/>
        </p:nvGrpSpPr>
        <p:grpSpPr bwMode="auto">
          <a:xfrm>
            <a:off x="1628880" y="2935859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9987" name="Group 248"/>
          <p:cNvGrpSpPr/>
          <p:nvPr/>
        </p:nvGrpSpPr>
        <p:grpSpPr bwMode="auto">
          <a:xfrm>
            <a:off x="1821505" y="2935859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1114" name="Group 251"/>
          <p:cNvGrpSpPr/>
          <p:nvPr/>
        </p:nvGrpSpPr>
        <p:grpSpPr bwMode="auto">
          <a:xfrm>
            <a:off x="2013034" y="2935859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8142187" name="Group 254"/>
          <p:cNvGrpSpPr/>
          <p:nvPr/>
        </p:nvGrpSpPr>
        <p:grpSpPr bwMode="auto">
          <a:xfrm>
            <a:off x="2205657" y="2935859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581546" name="Group 257"/>
          <p:cNvGrpSpPr/>
          <p:nvPr/>
        </p:nvGrpSpPr>
        <p:grpSpPr bwMode="auto">
          <a:xfrm>
            <a:off x="2398280" y="2935859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510212" name="Group 260"/>
          <p:cNvGrpSpPr/>
          <p:nvPr/>
        </p:nvGrpSpPr>
        <p:grpSpPr bwMode="auto">
          <a:xfrm>
            <a:off x="2589809" y="2935859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257702" name="Group 263"/>
          <p:cNvGrpSpPr/>
          <p:nvPr/>
        </p:nvGrpSpPr>
        <p:grpSpPr bwMode="auto">
          <a:xfrm>
            <a:off x="2782434" y="2935859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0200156" name="Group 266"/>
          <p:cNvGrpSpPr/>
          <p:nvPr/>
        </p:nvGrpSpPr>
        <p:grpSpPr bwMode="auto">
          <a:xfrm>
            <a:off x="2975058" y="2935859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722435" name="Group 269"/>
          <p:cNvGrpSpPr/>
          <p:nvPr/>
        </p:nvGrpSpPr>
        <p:grpSpPr bwMode="auto">
          <a:xfrm>
            <a:off x="859482" y="2935859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400362" name="Group 272"/>
          <p:cNvGrpSpPr/>
          <p:nvPr/>
        </p:nvGrpSpPr>
        <p:grpSpPr bwMode="auto">
          <a:xfrm>
            <a:off x="1052104" y="2935859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9109939" name="Group 275"/>
          <p:cNvGrpSpPr/>
          <p:nvPr/>
        </p:nvGrpSpPr>
        <p:grpSpPr bwMode="auto">
          <a:xfrm>
            <a:off x="1244731" y="2935859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410916" name="Group 278"/>
          <p:cNvGrpSpPr/>
          <p:nvPr/>
        </p:nvGrpSpPr>
        <p:grpSpPr bwMode="auto">
          <a:xfrm>
            <a:off x="1436256" y="3125331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5397772" name="Group 281"/>
          <p:cNvGrpSpPr/>
          <p:nvPr/>
        </p:nvGrpSpPr>
        <p:grpSpPr bwMode="auto">
          <a:xfrm>
            <a:off x="1628880" y="3125331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3391639" name="Group 284"/>
          <p:cNvGrpSpPr/>
          <p:nvPr/>
        </p:nvGrpSpPr>
        <p:grpSpPr bwMode="auto">
          <a:xfrm>
            <a:off x="1821505" y="3125331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986797" name="Group 287"/>
          <p:cNvGrpSpPr/>
          <p:nvPr/>
        </p:nvGrpSpPr>
        <p:grpSpPr bwMode="auto">
          <a:xfrm>
            <a:off x="2013034" y="3125331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048387" name="Group 290"/>
          <p:cNvGrpSpPr/>
          <p:nvPr/>
        </p:nvGrpSpPr>
        <p:grpSpPr bwMode="auto">
          <a:xfrm>
            <a:off x="2205657" y="3125331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6952332" name="Group 293"/>
          <p:cNvGrpSpPr/>
          <p:nvPr/>
        </p:nvGrpSpPr>
        <p:grpSpPr bwMode="auto">
          <a:xfrm>
            <a:off x="2398280" y="3125331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154791" name="Group 296"/>
          <p:cNvGrpSpPr/>
          <p:nvPr/>
        </p:nvGrpSpPr>
        <p:grpSpPr bwMode="auto">
          <a:xfrm>
            <a:off x="2589809" y="3125331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300642" name="Group 299"/>
          <p:cNvGrpSpPr/>
          <p:nvPr/>
        </p:nvGrpSpPr>
        <p:grpSpPr bwMode="auto">
          <a:xfrm>
            <a:off x="2782434" y="3125331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2939334" name="Group 302"/>
          <p:cNvGrpSpPr/>
          <p:nvPr/>
        </p:nvGrpSpPr>
        <p:grpSpPr bwMode="auto">
          <a:xfrm>
            <a:off x="2975058" y="3125331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280492" name="Group 305"/>
          <p:cNvGrpSpPr/>
          <p:nvPr/>
        </p:nvGrpSpPr>
        <p:grpSpPr bwMode="auto">
          <a:xfrm>
            <a:off x="859482" y="3125331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662783" name="Group 308"/>
          <p:cNvGrpSpPr/>
          <p:nvPr/>
        </p:nvGrpSpPr>
        <p:grpSpPr bwMode="auto">
          <a:xfrm>
            <a:off x="1052104" y="3125331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58843" name="Group 311"/>
          <p:cNvGrpSpPr/>
          <p:nvPr/>
        </p:nvGrpSpPr>
        <p:grpSpPr bwMode="auto">
          <a:xfrm>
            <a:off x="1244731" y="3125331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836453" name="Group 314"/>
          <p:cNvGrpSpPr/>
          <p:nvPr/>
        </p:nvGrpSpPr>
        <p:grpSpPr bwMode="auto">
          <a:xfrm>
            <a:off x="1436256" y="3316859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066848" name="Group 317"/>
          <p:cNvGrpSpPr/>
          <p:nvPr/>
        </p:nvGrpSpPr>
        <p:grpSpPr bwMode="auto">
          <a:xfrm>
            <a:off x="1628880" y="3316859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5759687" name="Group 320"/>
          <p:cNvGrpSpPr/>
          <p:nvPr/>
        </p:nvGrpSpPr>
        <p:grpSpPr bwMode="auto">
          <a:xfrm>
            <a:off x="1821505" y="3316859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010448" name="Group 323"/>
          <p:cNvGrpSpPr/>
          <p:nvPr/>
        </p:nvGrpSpPr>
        <p:grpSpPr bwMode="auto">
          <a:xfrm>
            <a:off x="2013034" y="3316859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2258903" name="Group 326"/>
          <p:cNvGrpSpPr/>
          <p:nvPr/>
        </p:nvGrpSpPr>
        <p:grpSpPr bwMode="auto">
          <a:xfrm>
            <a:off x="2205657" y="3316859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013" name="Group 329"/>
          <p:cNvGrpSpPr/>
          <p:nvPr/>
        </p:nvGrpSpPr>
        <p:grpSpPr bwMode="auto">
          <a:xfrm>
            <a:off x="2398280" y="3316859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1814064" name="Group 332"/>
          <p:cNvGrpSpPr/>
          <p:nvPr/>
        </p:nvGrpSpPr>
        <p:grpSpPr bwMode="auto">
          <a:xfrm>
            <a:off x="2589809" y="3316859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9471517" name="Group 335"/>
          <p:cNvGrpSpPr/>
          <p:nvPr/>
        </p:nvGrpSpPr>
        <p:grpSpPr bwMode="auto">
          <a:xfrm>
            <a:off x="2782434" y="3316859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740938" name="Group 338"/>
          <p:cNvGrpSpPr/>
          <p:nvPr/>
        </p:nvGrpSpPr>
        <p:grpSpPr bwMode="auto">
          <a:xfrm>
            <a:off x="2975058" y="3316859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637115" name="Group 341"/>
          <p:cNvGrpSpPr/>
          <p:nvPr/>
        </p:nvGrpSpPr>
        <p:grpSpPr bwMode="auto">
          <a:xfrm>
            <a:off x="859482" y="3316859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6962102" name="Group 344"/>
          <p:cNvGrpSpPr/>
          <p:nvPr/>
        </p:nvGrpSpPr>
        <p:grpSpPr bwMode="auto">
          <a:xfrm>
            <a:off x="1052104" y="3316859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419605" name="Group 347"/>
          <p:cNvGrpSpPr/>
          <p:nvPr/>
        </p:nvGrpSpPr>
        <p:grpSpPr bwMode="auto">
          <a:xfrm>
            <a:off x="1244731" y="3316859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454134" name="Group 350"/>
          <p:cNvGrpSpPr/>
          <p:nvPr/>
        </p:nvGrpSpPr>
        <p:grpSpPr bwMode="auto">
          <a:xfrm>
            <a:off x="1436256" y="3506331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9712716" name="Group 353"/>
          <p:cNvGrpSpPr/>
          <p:nvPr/>
        </p:nvGrpSpPr>
        <p:grpSpPr bwMode="auto">
          <a:xfrm>
            <a:off x="1628880" y="3506331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893104" name="Group 356"/>
          <p:cNvGrpSpPr/>
          <p:nvPr/>
        </p:nvGrpSpPr>
        <p:grpSpPr bwMode="auto">
          <a:xfrm>
            <a:off x="1821505" y="3506331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604018" name="Group 359"/>
          <p:cNvGrpSpPr/>
          <p:nvPr/>
        </p:nvGrpSpPr>
        <p:grpSpPr bwMode="auto">
          <a:xfrm>
            <a:off x="2013034" y="3506331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7619747" name="Group 362"/>
          <p:cNvGrpSpPr/>
          <p:nvPr/>
        </p:nvGrpSpPr>
        <p:grpSpPr bwMode="auto">
          <a:xfrm>
            <a:off x="2205657" y="3506331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282556" name="Group 365"/>
          <p:cNvGrpSpPr/>
          <p:nvPr/>
        </p:nvGrpSpPr>
        <p:grpSpPr bwMode="auto">
          <a:xfrm>
            <a:off x="2398280" y="3506331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489126" name="Group 368"/>
          <p:cNvGrpSpPr/>
          <p:nvPr/>
        </p:nvGrpSpPr>
        <p:grpSpPr bwMode="auto">
          <a:xfrm>
            <a:off x="2589809" y="3506331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906398" name="Group 371"/>
          <p:cNvGrpSpPr/>
          <p:nvPr/>
        </p:nvGrpSpPr>
        <p:grpSpPr bwMode="auto">
          <a:xfrm>
            <a:off x="2782434" y="3506331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158538" name="Group 374"/>
          <p:cNvGrpSpPr/>
          <p:nvPr/>
        </p:nvGrpSpPr>
        <p:grpSpPr bwMode="auto">
          <a:xfrm>
            <a:off x="2975058" y="3506331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8943136" name="Group 377"/>
          <p:cNvGrpSpPr/>
          <p:nvPr/>
        </p:nvGrpSpPr>
        <p:grpSpPr bwMode="auto">
          <a:xfrm>
            <a:off x="859482" y="3506331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732939" name="Group 380"/>
          <p:cNvGrpSpPr/>
          <p:nvPr/>
        </p:nvGrpSpPr>
        <p:grpSpPr bwMode="auto">
          <a:xfrm>
            <a:off x="1052104" y="3506331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2603437" name="Group 383"/>
          <p:cNvGrpSpPr/>
          <p:nvPr/>
        </p:nvGrpSpPr>
        <p:grpSpPr bwMode="auto">
          <a:xfrm>
            <a:off x="1244731" y="3506331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5495677" name="Group 386"/>
          <p:cNvGrpSpPr/>
          <p:nvPr/>
        </p:nvGrpSpPr>
        <p:grpSpPr bwMode="auto">
          <a:xfrm>
            <a:off x="1436256" y="3697859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693134" name="Group 389"/>
          <p:cNvGrpSpPr/>
          <p:nvPr/>
        </p:nvGrpSpPr>
        <p:grpSpPr bwMode="auto">
          <a:xfrm>
            <a:off x="1628880" y="3697859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5092833" name="Group 392"/>
          <p:cNvGrpSpPr/>
          <p:nvPr/>
        </p:nvGrpSpPr>
        <p:grpSpPr bwMode="auto">
          <a:xfrm>
            <a:off x="1821505" y="3697859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907013" name="Group 395"/>
          <p:cNvGrpSpPr/>
          <p:nvPr/>
        </p:nvGrpSpPr>
        <p:grpSpPr bwMode="auto">
          <a:xfrm>
            <a:off x="2013034" y="3697859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307455" name="Group 398"/>
          <p:cNvGrpSpPr/>
          <p:nvPr/>
        </p:nvGrpSpPr>
        <p:grpSpPr bwMode="auto">
          <a:xfrm>
            <a:off x="2205657" y="3697859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0664857" name="Group 401"/>
          <p:cNvGrpSpPr/>
          <p:nvPr/>
        </p:nvGrpSpPr>
        <p:grpSpPr bwMode="auto">
          <a:xfrm>
            <a:off x="2398280" y="3697859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367905" name="Group 404"/>
          <p:cNvGrpSpPr/>
          <p:nvPr/>
        </p:nvGrpSpPr>
        <p:grpSpPr bwMode="auto">
          <a:xfrm>
            <a:off x="2589809" y="3697859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9304178" name="Group 407"/>
          <p:cNvGrpSpPr/>
          <p:nvPr/>
        </p:nvGrpSpPr>
        <p:grpSpPr bwMode="auto">
          <a:xfrm>
            <a:off x="2782434" y="3697859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9933417" name="Group 410"/>
          <p:cNvGrpSpPr/>
          <p:nvPr/>
        </p:nvGrpSpPr>
        <p:grpSpPr bwMode="auto">
          <a:xfrm>
            <a:off x="2975058" y="3697859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231524" name="Group 413"/>
          <p:cNvGrpSpPr/>
          <p:nvPr/>
        </p:nvGrpSpPr>
        <p:grpSpPr bwMode="auto">
          <a:xfrm>
            <a:off x="859482" y="3697859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708356" name="Group 416"/>
          <p:cNvGrpSpPr/>
          <p:nvPr/>
        </p:nvGrpSpPr>
        <p:grpSpPr bwMode="auto">
          <a:xfrm>
            <a:off x="1052104" y="3697859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310106" name="Group 419"/>
          <p:cNvGrpSpPr/>
          <p:nvPr/>
        </p:nvGrpSpPr>
        <p:grpSpPr bwMode="auto">
          <a:xfrm>
            <a:off x="1244731" y="3697859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1906408" name="Group 422"/>
          <p:cNvGrpSpPr/>
          <p:nvPr/>
        </p:nvGrpSpPr>
        <p:grpSpPr bwMode="auto">
          <a:xfrm>
            <a:off x="1436256" y="3887332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26802" name="Group 425"/>
          <p:cNvGrpSpPr/>
          <p:nvPr/>
        </p:nvGrpSpPr>
        <p:grpSpPr bwMode="auto">
          <a:xfrm>
            <a:off x="1628880" y="3887332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4133008" name="Group 428"/>
          <p:cNvGrpSpPr/>
          <p:nvPr/>
        </p:nvGrpSpPr>
        <p:grpSpPr bwMode="auto">
          <a:xfrm>
            <a:off x="1821505" y="3887332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779867" name="Group 431"/>
          <p:cNvGrpSpPr/>
          <p:nvPr/>
        </p:nvGrpSpPr>
        <p:grpSpPr bwMode="auto">
          <a:xfrm>
            <a:off x="2013034" y="3887332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17202" name="Group 434"/>
          <p:cNvGrpSpPr/>
          <p:nvPr/>
        </p:nvGrpSpPr>
        <p:grpSpPr bwMode="auto">
          <a:xfrm>
            <a:off x="2205657" y="3887332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7214787" name="Group 437"/>
          <p:cNvGrpSpPr/>
          <p:nvPr/>
        </p:nvGrpSpPr>
        <p:grpSpPr bwMode="auto">
          <a:xfrm>
            <a:off x="2398280" y="3887332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231393" name="Group 440"/>
          <p:cNvGrpSpPr/>
          <p:nvPr/>
        </p:nvGrpSpPr>
        <p:grpSpPr bwMode="auto">
          <a:xfrm>
            <a:off x="2589809" y="3887332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6865477" name="Group 443"/>
          <p:cNvGrpSpPr/>
          <p:nvPr/>
        </p:nvGrpSpPr>
        <p:grpSpPr bwMode="auto">
          <a:xfrm>
            <a:off x="2782434" y="3887332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780102" name="Group 446"/>
          <p:cNvGrpSpPr/>
          <p:nvPr/>
        </p:nvGrpSpPr>
        <p:grpSpPr bwMode="auto">
          <a:xfrm>
            <a:off x="2975058" y="3887332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8777866" name="Group 449"/>
          <p:cNvGrpSpPr/>
          <p:nvPr/>
        </p:nvGrpSpPr>
        <p:grpSpPr bwMode="auto">
          <a:xfrm>
            <a:off x="859482" y="3887332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589107" name="Group 452"/>
          <p:cNvGrpSpPr/>
          <p:nvPr/>
        </p:nvGrpSpPr>
        <p:grpSpPr bwMode="auto">
          <a:xfrm>
            <a:off x="1052104" y="3887332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327955" name="Group 455"/>
          <p:cNvGrpSpPr/>
          <p:nvPr/>
        </p:nvGrpSpPr>
        <p:grpSpPr bwMode="auto">
          <a:xfrm>
            <a:off x="1244731" y="3887332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6798724" name="Group 458"/>
          <p:cNvGrpSpPr/>
          <p:nvPr/>
        </p:nvGrpSpPr>
        <p:grpSpPr bwMode="auto">
          <a:xfrm>
            <a:off x="1436256" y="1410069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0226946" name="Group 461"/>
          <p:cNvGrpSpPr/>
          <p:nvPr/>
        </p:nvGrpSpPr>
        <p:grpSpPr bwMode="auto">
          <a:xfrm>
            <a:off x="1628880" y="1410069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0995686" name="Group 464"/>
          <p:cNvGrpSpPr/>
          <p:nvPr/>
        </p:nvGrpSpPr>
        <p:grpSpPr bwMode="auto">
          <a:xfrm>
            <a:off x="1821505" y="1410069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4215680" name="Group 467"/>
          <p:cNvGrpSpPr/>
          <p:nvPr/>
        </p:nvGrpSpPr>
        <p:grpSpPr bwMode="auto">
          <a:xfrm>
            <a:off x="2013034" y="1410069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1457508" name="Group 470"/>
          <p:cNvGrpSpPr/>
          <p:nvPr/>
        </p:nvGrpSpPr>
        <p:grpSpPr bwMode="auto">
          <a:xfrm>
            <a:off x="2205657" y="1410069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336507" name="Group 473"/>
          <p:cNvGrpSpPr/>
          <p:nvPr/>
        </p:nvGrpSpPr>
        <p:grpSpPr bwMode="auto">
          <a:xfrm>
            <a:off x="2398280" y="1410069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511712" name="Group 476"/>
          <p:cNvGrpSpPr/>
          <p:nvPr/>
        </p:nvGrpSpPr>
        <p:grpSpPr bwMode="auto">
          <a:xfrm>
            <a:off x="2589809" y="1410069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533232" name="Group 479"/>
          <p:cNvGrpSpPr/>
          <p:nvPr/>
        </p:nvGrpSpPr>
        <p:grpSpPr bwMode="auto">
          <a:xfrm>
            <a:off x="2782434" y="1410069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9391824" name="Group 482"/>
          <p:cNvGrpSpPr/>
          <p:nvPr/>
        </p:nvGrpSpPr>
        <p:grpSpPr bwMode="auto">
          <a:xfrm>
            <a:off x="2975058" y="1410069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1446138" name="Group 485"/>
          <p:cNvGrpSpPr/>
          <p:nvPr/>
        </p:nvGrpSpPr>
        <p:grpSpPr bwMode="auto">
          <a:xfrm>
            <a:off x="859482" y="1410069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106150" name="Group 488"/>
          <p:cNvGrpSpPr/>
          <p:nvPr/>
        </p:nvGrpSpPr>
        <p:grpSpPr bwMode="auto">
          <a:xfrm>
            <a:off x="1052104" y="1410069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657788" name="Group 491"/>
          <p:cNvGrpSpPr/>
          <p:nvPr/>
        </p:nvGrpSpPr>
        <p:grpSpPr bwMode="auto">
          <a:xfrm>
            <a:off x="1244731" y="1410069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2152743" name="Group 494"/>
          <p:cNvGrpSpPr/>
          <p:nvPr/>
        </p:nvGrpSpPr>
        <p:grpSpPr bwMode="auto">
          <a:xfrm>
            <a:off x="1436256" y="1599542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046290" name="Group 497"/>
          <p:cNvGrpSpPr/>
          <p:nvPr/>
        </p:nvGrpSpPr>
        <p:grpSpPr bwMode="auto">
          <a:xfrm>
            <a:off x="1628880" y="1599542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4287851" name="Group 500"/>
          <p:cNvGrpSpPr/>
          <p:nvPr/>
        </p:nvGrpSpPr>
        <p:grpSpPr bwMode="auto">
          <a:xfrm>
            <a:off x="1821505" y="1599542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129452" name="Group 503"/>
          <p:cNvGrpSpPr/>
          <p:nvPr/>
        </p:nvGrpSpPr>
        <p:grpSpPr bwMode="auto">
          <a:xfrm>
            <a:off x="2013034" y="1599542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091450" name="Group 506"/>
          <p:cNvGrpSpPr/>
          <p:nvPr/>
        </p:nvGrpSpPr>
        <p:grpSpPr bwMode="auto">
          <a:xfrm>
            <a:off x="2205657" y="1599542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142591" name="Group 509"/>
          <p:cNvGrpSpPr/>
          <p:nvPr/>
        </p:nvGrpSpPr>
        <p:grpSpPr bwMode="auto">
          <a:xfrm>
            <a:off x="2398280" y="1599542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798107" name="Group 512"/>
          <p:cNvGrpSpPr/>
          <p:nvPr/>
        </p:nvGrpSpPr>
        <p:grpSpPr bwMode="auto">
          <a:xfrm>
            <a:off x="2589809" y="1599542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8938430" name="Group 515"/>
          <p:cNvGrpSpPr/>
          <p:nvPr/>
        </p:nvGrpSpPr>
        <p:grpSpPr bwMode="auto">
          <a:xfrm>
            <a:off x="2782434" y="1599542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902526" name="Group 518"/>
          <p:cNvGrpSpPr/>
          <p:nvPr/>
        </p:nvGrpSpPr>
        <p:grpSpPr bwMode="auto">
          <a:xfrm>
            <a:off x="2975058" y="1599542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202691" name="Group 521"/>
          <p:cNvGrpSpPr/>
          <p:nvPr/>
        </p:nvGrpSpPr>
        <p:grpSpPr bwMode="auto">
          <a:xfrm>
            <a:off x="859482" y="1599542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1150315" name="Group 524"/>
          <p:cNvGrpSpPr/>
          <p:nvPr/>
        </p:nvGrpSpPr>
        <p:grpSpPr bwMode="auto">
          <a:xfrm>
            <a:off x="1052104" y="1599542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4877276" name="Group 527"/>
          <p:cNvGrpSpPr/>
          <p:nvPr/>
        </p:nvGrpSpPr>
        <p:grpSpPr bwMode="auto">
          <a:xfrm>
            <a:off x="1244731" y="1599542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2833183" name="Group 530"/>
          <p:cNvGrpSpPr/>
          <p:nvPr/>
        </p:nvGrpSpPr>
        <p:grpSpPr bwMode="auto">
          <a:xfrm>
            <a:off x="1436256" y="4077831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107674" name="Group 533"/>
          <p:cNvGrpSpPr/>
          <p:nvPr/>
        </p:nvGrpSpPr>
        <p:grpSpPr bwMode="auto">
          <a:xfrm>
            <a:off x="1628880" y="4077831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3736593" name="Group 536"/>
          <p:cNvGrpSpPr/>
          <p:nvPr/>
        </p:nvGrpSpPr>
        <p:grpSpPr bwMode="auto">
          <a:xfrm>
            <a:off x="1821505" y="4077831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9638891" name="Group 539"/>
          <p:cNvGrpSpPr/>
          <p:nvPr/>
        </p:nvGrpSpPr>
        <p:grpSpPr bwMode="auto">
          <a:xfrm>
            <a:off x="2013034" y="4077831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9192770" name="Group 542"/>
          <p:cNvGrpSpPr/>
          <p:nvPr/>
        </p:nvGrpSpPr>
        <p:grpSpPr bwMode="auto">
          <a:xfrm>
            <a:off x="2205657" y="4077831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7370518" name="Group 545"/>
          <p:cNvGrpSpPr/>
          <p:nvPr/>
        </p:nvGrpSpPr>
        <p:grpSpPr bwMode="auto">
          <a:xfrm>
            <a:off x="2398280" y="4077831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9802333" name="Group 548"/>
          <p:cNvGrpSpPr/>
          <p:nvPr/>
        </p:nvGrpSpPr>
        <p:grpSpPr bwMode="auto">
          <a:xfrm>
            <a:off x="2589809" y="4077831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81914" name="Group 551"/>
          <p:cNvGrpSpPr/>
          <p:nvPr/>
        </p:nvGrpSpPr>
        <p:grpSpPr bwMode="auto">
          <a:xfrm>
            <a:off x="2782434" y="4077831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983812" name="Group 554"/>
          <p:cNvGrpSpPr/>
          <p:nvPr/>
        </p:nvGrpSpPr>
        <p:grpSpPr bwMode="auto">
          <a:xfrm>
            <a:off x="2975058" y="4077831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5382101" name="Group 557"/>
          <p:cNvGrpSpPr/>
          <p:nvPr/>
        </p:nvGrpSpPr>
        <p:grpSpPr bwMode="auto">
          <a:xfrm>
            <a:off x="859482" y="4077831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49925" name="Group 560"/>
          <p:cNvGrpSpPr/>
          <p:nvPr/>
        </p:nvGrpSpPr>
        <p:grpSpPr bwMode="auto">
          <a:xfrm>
            <a:off x="1052104" y="4077831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2891723" name="Group 563"/>
          <p:cNvGrpSpPr/>
          <p:nvPr/>
        </p:nvGrpSpPr>
        <p:grpSpPr bwMode="auto">
          <a:xfrm>
            <a:off x="1244731" y="4077831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3533001" name="Group 566"/>
          <p:cNvGrpSpPr/>
          <p:nvPr/>
        </p:nvGrpSpPr>
        <p:grpSpPr bwMode="auto">
          <a:xfrm>
            <a:off x="1436256" y="4267302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3414253" name="Group 569"/>
          <p:cNvGrpSpPr/>
          <p:nvPr/>
        </p:nvGrpSpPr>
        <p:grpSpPr bwMode="auto">
          <a:xfrm>
            <a:off x="1628880" y="4267302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8780737" name="Group 572"/>
          <p:cNvGrpSpPr/>
          <p:nvPr/>
        </p:nvGrpSpPr>
        <p:grpSpPr bwMode="auto">
          <a:xfrm>
            <a:off x="1821505" y="4267302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160974" name="Group 575"/>
          <p:cNvGrpSpPr/>
          <p:nvPr/>
        </p:nvGrpSpPr>
        <p:grpSpPr bwMode="auto">
          <a:xfrm>
            <a:off x="2013034" y="4267302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243658" name="Group 578"/>
          <p:cNvGrpSpPr/>
          <p:nvPr/>
        </p:nvGrpSpPr>
        <p:grpSpPr bwMode="auto">
          <a:xfrm>
            <a:off x="2205657" y="4267302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4869131" name="Group 581"/>
          <p:cNvGrpSpPr/>
          <p:nvPr/>
        </p:nvGrpSpPr>
        <p:grpSpPr bwMode="auto">
          <a:xfrm>
            <a:off x="2398280" y="4267302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435553" name="Group 584"/>
          <p:cNvGrpSpPr/>
          <p:nvPr/>
        </p:nvGrpSpPr>
        <p:grpSpPr bwMode="auto">
          <a:xfrm>
            <a:off x="2589809" y="4267302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289714" name="Group 587"/>
          <p:cNvGrpSpPr/>
          <p:nvPr/>
        </p:nvGrpSpPr>
        <p:grpSpPr bwMode="auto">
          <a:xfrm>
            <a:off x="2782434" y="4267302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489003" name="Group 590"/>
          <p:cNvGrpSpPr/>
          <p:nvPr/>
        </p:nvGrpSpPr>
        <p:grpSpPr bwMode="auto">
          <a:xfrm>
            <a:off x="2975058" y="4267302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7771430" name="Group 593"/>
          <p:cNvGrpSpPr/>
          <p:nvPr/>
        </p:nvGrpSpPr>
        <p:grpSpPr bwMode="auto">
          <a:xfrm>
            <a:off x="859482" y="4267302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188171" name="Group 596"/>
          <p:cNvGrpSpPr/>
          <p:nvPr/>
        </p:nvGrpSpPr>
        <p:grpSpPr bwMode="auto">
          <a:xfrm>
            <a:off x="1052104" y="4267302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4987776" name="Group 599"/>
          <p:cNvGrpSpPr/>
          <p:nvPr/>
        </p:nvGrpSpPr>
        <p:grpSpPr bwMode="auto">
          <a:xfrm>
            <a:off x="1244731" y="4267302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21287" name="Group 602"/>
          <p:cNvGrpSpPr/>
          <p:nvPr/>
        </p:nvGrpSpPr>
        <p:grpSpPr bwMode="auto">
          <a:xfrm>
            <a:off x="5562625" y="1791070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6346939" name="Group 605"/>
          <p:cNvGrpSpPr/>
          <p:nvPr/>
        </p:nvGrpSpPr>
        <p:grpSpPr bwMode="auto">
          <a:xfrm>
            <a:off x="5755248" y="1791070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744289" name="Group 608"/>
          <p:cNvGrpSpPr/>
          <p:nvPr/>
        </p:nvGrpSpPr>
        <p:grpSpPr bwMode="auto">
          <a:xfrm>
            <a:off x="5947870" y="1791070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6257383" name="Group 611"/>
          <p:cNvGrpSpPr/>
          <p:nvPr/>
        </p:nvGrpSpPr>
        <p:grpSpPr bwMode="auto">
          <a:xfrm>
            <a:off x="6139399" y="1791070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6195106" name="Group 614"/>
          <p:cNvGrpSpPr/>
          <p:nvPr/>
        </p:nvGrpSpPr>
        <p:grpSpPr bwMode="auto">
          <a:xfrm>
            <a:off x="6332026" y="1791070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599415" name="Group 617"/>
          <p:cNvGrpSpPr/>
          <p:nvPr/>
        </p:nvGrpSpPr>
        <p:grpSpPr bwMode="auto">
          <a:xfrm>
            <a:off x="6524645" y="1791070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0052863" name="Group 620"/>
          <p:cNvGrpSpPr/>
          <p:nvPr/>
        </p:nvGrpSpPr>
        <p:grpSpPr bwMode="auto">
          <a:xfrm>
            <a:off x="6716175" y="1791070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399375" name="Group 623"/>
          <p:cNvGrpSpPr/>
          <p:nvPr/>
        </p:nvGrpSpPr>
        <p:grpSpPr bwMode="auto">
          <a:xfrm>
            <a:off x="6908799" y="1791070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80165" name="Group 626"/>
          <p:cNvGrpSpPr/>
          <p:nvPr/>
        </p:nvGrpSpPr>
        <p:grpSpPr bwMode="auto">
          <a:xfrm>
            <a:off x="7101427" y="1791070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3389256" name="Group 629"/>
          <p:cNvGrpSpPr/>
          <p:nvPr/>
        </p:nvGrpSpPr>
        <p:grpSpPr bwMode="auto">
          <a:xfrm>
            <a:off x="4985845" y="1791070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4292263" name="Group 632"/>
          <p:cNvGrpSpPr/>
          <p:nvPr/>
        </p:nvGrpSpPr>
        <p:grpSpPr bwMode="auto">
          <a:xfrm>
            <a:off x="5178469" y="1791070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19507" name="Group 635"/>
          <p:cNvGrpSpPr/>
          <p:nvPr/>
        </p:nvGrpSpPr>
        <p:grpSpPr bwMode="auto">
          <a:xfrm>
            <a:off x="5371096" y="1791070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5776719" name="Group 638"/>
          <p:cNvGrpSpPr/>
          <p:nvPr/>
        </p:nvGrpSpPr>
        <p:grpSpPr bwMode="auto">
          <a:xfrm>
            <a:off x="5562625" y="1980542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8574031" name="Group 641"/>
          <p:cNvGrpSpPr/>
          <p:nvPr/>
        </p:nvGrpSpPr>
        <p:grpSpPr bwMode="auto">
          <a:xfrm>
            <a:off x="5755248" y="1980542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0278169" name="Group 644"/>
          <p:cNvGrpSpPr/>
          <p:nvPr/>
        </p:nvGrpSpPr>
        <p:grpSpPr bwMode="auto">
          <a:xfrm>
            <a:off x="5947870" y="1980542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0603232" name="Group 647"/>
          <p:cNvGrpSpPr/>
          <p:nvPr/>
        </p:nvGrpSpPr>
        <p:grpSpPr bwMode="auto">
          <a:xfrm>
            <a:off x="6139399" y="1980542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0511717" name="Group 650"/>
          <p:cNvGrpSpPr/>
          <p:nvPr/>
        </p:nvGrpSpPr>
        <p:grpSpPr bwMode="auto">
          <a:xfrm>
            <a:off x="6332026" y="1980542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15844" name="Group 653"/>
          <p:cNvGrpSpPr/>
          <p:nvPr/>
        </p:nvGrpSpPr>
        <p:grpSpPr bwMode="auto">
          <a:xfrm>
            <a:off x="6524645" y="1980542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9487988" name="Group 656"/>
          <p:cNvGrpSpPr/>
          <p:nvPr/>
        </p:nvGrpSpPr>
        <p:grpSpPr bwMode="auto">
          <a:xfrm>
            <a:off x="6716175" y="1980542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8699777" name="Group 659"/>
          <p:cNvGrpSpPr/>
          <p:nvPr/>
        </p:nvGrpSpPr>
        <p:grpSpPr bwMode="auto">
          <a:xfrm>
            <a:off x="6908799" y="1980542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825558" name="Group 662"/>
          <p:cNvGrpSpPr/>
          <p:nvPr/>
        </p:nvGrpSpPr>
        <p:grpSpPr bwMode="auto">
          <a:xfrm>
            <a:off x="7101427" y="1980542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2354891" name="Group 665"/>
          <p:cNvGrpSpPr/>
          <p:nvPr/>
        </p:nvGrpSpPr>
        <p:grpSpPr bwMode="auto">
          <a:xfrm>
            <a:off x="4985845" y="1980542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710895" name="Group 668"/>
          <p:cNvGrpSpPr/>
          <p:nvPr/>
        </p:nvGrpSpPr>
        <p:grpSpPr bwMode="auto">
          <a:xfrm>
            <a:off x="5178469" y="1980542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374017" name="Group 671"/>
          <p:cNvGrpSpPr/>
          <p:nvPr/>
        </p:nvGrpSpPr>
        <p:grpSpPr bwMode="auto">
          <a:xfrm>
            <a:off x="5371096" y="1980542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1178143" name="Group 674"/>
          <p:cNvGrpSpPr/>
          <p:nvPr/>
        </p:nvGrpSpPr>
        <p:grpSpPr bwMode="auto">
          <a:xfrm>
            <a:off x="5562625" y="2172070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018706" name="Group 677"/>
          <p:cNvGrpSpPr/>
          <p:nvPr/>
        </p:nvGrpSpPr>
        <p:grpSpPr bwMode="auto">
          <a:xfrm>
            <a:off x="5755248" y="2172070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2556296" name="Group 680"/>
          <p:cNvGrpSpPr/>
          <p:nvPr/>
        </p:nvGrpSpPr>
        <p:grpSpPr bwMode="auto">
          <a:xfrm>
            <a:off x="5947870" y="2172070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822103" name="Group 683"/>
          <p:cNvGrpSpPr/>
          <p:nvPr/>
        </p:nvGrpSpPr>
        <p:grpSpPr bwMode="auto">
          <a:xfrm>
            <a:off x="6139399" y="2172070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6447122" name="Group 686"/>
          <p:cNvGrpSpPr/>
          <p:nvPr/>
        </p:nvGrpSpPr>
        <p:grpSpPr bwMode="auto">
          <a:xfrm>
            <a:off x="6332026" y="2172070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77546" name="Group 689"/>
          <p:cNvGrpSpPr/>
          <p:nvPr/>
        </p:nvGrpSpPr>
        <p:grpSpPr bwMode="auto">
          <a:xfrm>
            <a:off x="6524645" y="2172070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1032" name="Group 692"/>
          <p:cNvGrpSpPr/>
          <p:nvPr/>
        </p:nvGrpSpPr>
        <p:grpSpPr bwMode="auto">
          <a:xfrm>
            <a:off x="6716175" y="2172070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989987" name="Group 695"/>
          <p:cNvGrpSpPr/>
          <p:nvPr/>
        </p:nvGrpSpPr>
        <p:grpSpPr bwMode="auto">
          <a:xfrm>
            <a:off x="6908799" y="2172070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505495" name="Group 698"/>
          <p:cNvGrpSpPr/>
          <p:nvPr/>
        </p:nvGrpSpPr>
        <p:grpSpPr bwMode="auto">
          <a:xfrm>
            <a:off x="7101427" y="2172070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6658123" name="Group 701"/>
          <p:cNvGrpSpPr/>
          <p:nvPr/>
        </p:nvGrpSpPr>
        <p:grpSpPr bwMode="auto">
          <a:xfrm>
            <a:off x="4985845" y="2172070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2755738" name="Group 704"/>
          <p:cNvGrpSpPr/>
          <p:nvPr/>
        </p:nvGrpSpPr>
        <p:grpSpPr bwMode="auto">
          <a:xfrm>
            <a:off x="5178469" y="2172070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684422" name="Group 707"/>
          <p:cNvGrpSpPr/>
          <p:nvPr/>
        </p:nvGrpSpPr>
        <p:grpSpPr bwMode="auto">
          <a:xfrm>
            <a:off x="5371096" y="2172070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43390" name="Group 710"/>
          <p:cNvGrpSpPr/>
          <p:nvPr/>
        </p:nvGrpSpPr>
        <p:grpSpPr bwMode="auto">
          <a:xfrm>
            <a:off x="5562625" y="2361542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011962" name="Group 713"/>
          <p:cNvGrpSpPr/>
          <p:nvPr/>
        </p:nvGrpSpPr>
        <p:grpSpPr bwMode="auto">
          <a:xfrm>
            <a:off x="5755248" y="2361542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3616550" name="Group 716"/>
          <p:cNvGrpSpPr/>
          <p:nvPr/>
        </p:nvGrpSpPr>
        <p:grpSpPr bwMode="auto">
          <a:xfrm>
            <a:off x="5947870" y="2361542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4023184" name="Group 719"/>
          <p:cNvGrpSpPr/>
          <p:nvPr/>
        </p:nvGrpSpPr>
        <p:grpSpPr bwMode="auto">
          <a:xfrm>
            <a:off x="6139399" y="2361542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7839150" name="Group 722"/>
          <p:cNvGrpSpPr/>
          <p:nvPr/>
        </p:nvGrpSpPr>
        <p:grpSpPr bwMode="auto">
          <a:xfrm>
            <a:off x="6332026" y="2361542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315277" name="Group 725"/>
          <p:cNvGrpSpPr/>
          <p:nvPr/>
        </p:nvGrpSpPr>
        <p:grpSpPr bwMode="auto">
          <a:xfrm>
            <a:off x="6524645" y="2361542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542548" name="Group 728"/>
          <p:cNvGrpSpPr/>
          <p:nvPr/>
        </p:nvGrpSpPr>
        <p:grpSpPr bwMode="auto">
          <a:xfrm>
            <a:off x="6716175" y="2361542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3961283" name="Group 731"/>
          <p:cNvGrpSpPr/>
          <p:nvPr/>
        </p:nvGrpSpPr>
        <p:grpSpPr bwMode="auto">
          <a:xfrm>
            <a:off x="6908799" y="2361542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295373" name="Group 734"/>
          <p:cNvGrpSpPr/>
          <p:nvPr/>
        </p:nvGrpSpPr>
        <p:grpSpPr bwMode="auto">
          <a:xfrm>
            <a:off x="7101427" y="2361542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0383140" name="Group 737"/>
          <p:cNvGrpSpPr/>
          <p:nvPr/>
        </p:nvGrpSpPr>
        <p:grpSpPr bwMode="auto">
          <a:xfrm>
            <a:off x="4985845" y="2361542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88502" name="Group 740"/>
          <p:cNvGrpSpPr/>
          <p:nvPr/>
        </p:nvGrpSpPr>
        <p:grpSpPr bwMode="auto">
          <a:xfrm>
            <a:off x="5178469" y="2361542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4552964" name="Group 743"/>
          <p:cNvGrpSpPr/>
          <p:nvPr/>
        </p:nvGrpSpPr>
        <p:grpSpPr bwMode="auto">
          <a:xfrm>
            <a:off x="5371096" y="2361542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23139" name="Group 746"/>
          <p:cNvGrpSpPr/>
          <p:nvPr/>
        </p:nvGrpSpPr>
        <p:grpSpPr bwMode="auto">
          <a:xfrm>
            <a:off x="5562625" y="2553069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352551" name="Group 749"/>
          <p:cNvGrpSpPr/>
          <p:nvPr/>
        </p:nvGrpSpPr>
        <p:grpSpPr bwMode="auto">
          <a:xfrm>
            <a:off x="5755248" y="2553069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7433619" name="Group 752"/>
          <p:cNvGrpSpPr/>
          <p:nvPr/>
        </p:nvGrpSpPr>
        <p:grpSpPr bwMode="auto">
          <a:xfrm>
            <a:off x="5947870" y="2553069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106572" name="Group 755"/>
          <p:cNvGrpSpPr/>
          <p:nvPr/>
        </p:nvGrpSpPr>
        <p:grpSpPr bwMode="auto">
          <a:xfrm>
            <a:off x="6139399" y="2553069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588221" name="Group 758"/>
          <p:cNvGrpSpPr/>
          <p:nvPr/>
        </p:nvGrpSpPr>
        <p:grpSpPr bwMode="auto">
          <a:xfrm>
            <a:off x="6332026" y="2553069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8434180" name="Group 761"/>
          <p:cNvGrpSpPr/>
          <p:nvPr/>
        </p:nvGrpSpPr>
        <p:grpSpPr bwMode="auto">
          <a:xfrm>
            <a:off x="6524645" y="2553069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2180496" name="Group 764"/>
          <p:cNvGrpSpPr/>
          <p:nvPr/>
        </p:nvGrpSpPr>
        <p:grpSpPr bwMode="auto">
          <a:xfrm>
            <a:off x="6716175" y="2553069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898653" name="Group 767"/>
          <p:cNvGrpSpPr/>
          <p:nvPr/>
        </p:nvGrpSpPr>
        <p:grpSpPr bwMode="auto">
          <a:xfrm>
            <a:off x="6908799" y="2553069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438606" name="Group 770"/>
          <p:cNvGrpSpPr/>
          <p:nvPr/>
        </p:nvGrpSpPr>
        <p:grpSpPr bwMode="auto">
          <a:xfrm>
            <a:off x="7101427" y="2553069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94600" name="Group 773"/>
          <p:cNvGrpSpPr/>
          <p:nvPr/>
        </p:nvGrpSpPr>
        <p:grpSpPr bwMode="auto">
          <a:xfrm>
            <a:off x="4985845" y="2553069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4481473" name="Group 776"/>
          <p:cNvGrpSpPr/>
          <p:nvPr/>
        </p:nvGrpSpPr>
        <p:grpSpPr bwMode="auto">
          <a:xfrm>
            <a:off x="5178469" y="2553069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432976" name="Group 779"/>
          <p:cNvGrpSpPr/>
          <p:nvPr/>
        </p:nvGrpSpPr>
        <p:grpSpPr bwMode="auto">
          <a:xfrm>
            <a:off x="5371096" y="2553069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4250365" name="Group 782"/>
          <p:cNvGrpSpPr/>
          <p:nvPr/>
        </p:nvGrpSpPr>
        <p:grpSpPr bwMode="auto">
          <a:xfrm>
            <a:off x="5562625" y="2742542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12921" name="Group 785"/>
          <p:cNvGrpSpPr/>
          <p:nvPr/>
        </p:nvGrpSpPr>
        <p:grpSpPr bwMode="auto">
          <a:xfrm>
            <a:off x="5755248" y="2742542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563514" name="Group 788"/>
          <p:cNvGrpSpPr/>
          <p:nvPr/>
        </p:nvGrpSpPr>
        <p:grpSpPr bwMode="auto">
          <a:xfrm>
            <a:off x="5947870" y="2742542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743204" name="Group 791"/>
          <p:cNvGrpSpPr/>
          <p:nvPr/>
        </p:nvGrpSpPr>
        <p:grpSpPr bwMode="auto">
          <a:xfrm>
            <a:off x="6139399" y="2742542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494267" name="Group 794"/>
          <p:cNvGrpSpPr/>
          <p:nvPr/>
        </p:nvGrpSpPr>
        <p:grpSpPr bwMode="auto">
          <a:xfrm>
            <a:off x="6332026" y="2742542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738141" name="Group 797"/>
          <p:cNvGrpSpPr/>
          <p:nvPr/>
        </p:nvGrpSpPr>
        <p:grpSpPr bwMode="auto">
          <a:xfrm>
            <a:off x="6524645" y="2742542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812477" name="Group 800"/>
          <p:cNvGrpSpPr/>
          <p:nvPr/>
        </p:nvGrpSpPr>
        <p:grpSpPr bwMode="auto">
          <a:xfrm>
            <a:off x="6716175" y="2742542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1442584" name="Group 803"/>
          <p:cNvGrpSpPr/>
          <p:nvPr/>
        </p:nvGrpSpPr>
        <p:grpSpPr bwMode="auto">
          <a:xfrm>
            <a:off x="6908799" y="2742542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172891" name="Group 806"/>
          <p:cNvGrpSpPr/>
          <p:nvPr/>
        </p:nvGrpSpPr>
        <p:grpSpPr bwMode="auto">
          <a:xfrm>
            <a:off x="7101427" y="2742542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1266608" name="Group 809"/>
          <p:cNvGrpSpPr/>
          <p:nvPr/>
        </p:nvGrpSpPr>
        <p:grpSpPr bwMode="auto">
          <a:xfrm>
            <a:off x="4985845" y="2742542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4750213" name="Group 812"/>
          <p:cNvGrpSpPr/>
          <p:nvPr/>
        </p:nvGrpSpPr>
        <p:grpSpPr bwMode="auto">
          <a:xfrm>
            <a:off x="5178469" y="2742542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766186" name="Group 815"/>
          <p:cNvGrpSpPr/>
          <p:nvPr/>
        </p:nvGrpSpPr>
        <p:grpSpPr bwMode="auto">
          <a:xfrm>
            <a:off x="5371096" y="2742542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229589" name="Group 818"/>
          <p:cNvGrpSpPr/>
          <p:nvPr/>
        </p:nvGrpSpPr>
        <p:grpSpPr bwMode="auto">
          <a:xfrm>
            <a:off x="5562625" y="2935859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764947" name="Group 821"/>
          <p:cNvGrpSpPr/>
          <p:nvPr/>
        </p:nvGrpSpPr>
        <p:grpSpPr bwMode="auto">
          <a:xfrm>
            <a:off x="5755248" y="2935859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235229" name="Group 824"/>
          <p:cNvGrpSpPr/>
          <p:nvPr/>
        </p:nvGrpSpPr>
        <p:grpSpPr bwMode="auto">
          <a:xfrm>
            <a:off x="5947870" y="2935859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1267649" name="Group 827"/>
          <p:cNvGrpSpPr/>
          <p:nvPr/>
        </p:nvGrpSpPr>
        <p:grpSpPr bwMode="auto">
          <a:xfrm>
            <a:off x="6139399" y="2935859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1360865" name="Group 830"/>
          <p:cNvGrpSpPr/>
          <p:nvPr/>
        </p:nvGrpSpPr>
        <p:grpSpPr bwMode="auto">
          <a:xfrm>
            <a:off x="6332026" y="2935859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9303970" name="Group 833"/>
          <p:cNvGrpSpPr/>
          <p:nvPr/>
        </p:nvGrpSpPr>
        <p:grpSpPr bwMode="auto">
          <a:xfrm>
            <a:off x="6524645" y="2935859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7033371" name="Group 836"/>
          <p:cNvGrpSpPr/>
          <p:nvPr/>
        </p:nvGrpSpPr>
        <p:grpSpPr bwMode="auto">
          <a:xfrm>
            <a:off x="6716175" y="2935859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459203" name="Group 839"/>
          <p:cNvGrpSpPr/>
          <p:nvPr/>
        </p:nvGrpSpPr>
        <p:grpSpPr bwMode="auto">
          <a:xfrm>
            <a:off x="6908799" y="2935859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689846" name="Group 842"/>
          <p:cNvGrpSpPr/>
          <p:nvPr/>
        </p:nvGrpSpPr>
        <p:grpSpPr bwMode="auto">
          <a:xfrm>
            <a:off x="7101427" y="2935859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03388" name="Group 845"/>
          <p:cNvGrpSpPr/>
          <p:nvPr/>
        </p:nvGrpSpPr>
        <p:grpSpPr bwMode="auto">
          <a:xfrm>
            <a:off x="4985845" y="2935859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960744" name="Group 848"/>
          <p:cNvGrpSpPr/>
          <p:nvPr/>
        </p:nvGrpSpPr>
        <p:grpSpPr bwMode="auto">
          <a:xfrm>
            <a:off x="5178469" y="2935859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8150820" name="Group 851"/>
          <p:cNvGrpSpPr/>
          <p:nvPr/>
        </p:nvGrpSpPr>
        <p:grpSpPr bwMode="auto">
          <a:xfrm>
            <a:off x="5371096" y="2935859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173721" name="Group 854"/>
          <p:cNvGrpSpPr/>
          <p:nvPr/>
        </p:nvGrpSpPr>
        <p:grpSpPr bwMode="auto">
          <a:xfrm>
            <a:off x="5562625" y="3125331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8206765" name="Group 857"/>
          <p:cNvGrpSpPr/>
          <p:nvPr/>
        </p:nvGrpSpPr>
        <p:grpSpPr bwMode="auto">
          <a:xfrm>
            <a:off x="5755248" y="3125331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267695" name="Group 860"/>
          <p:cNvGrpSpPr/>
          <p:nvPr/>
        </p:nvGrpSpPr>
        <p:grpSpPr bwMode="auto">
          <a:xfrm>
            <a:off x="5947870" y="3125331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668833" name="Group 863"/>
          <p:cNvGrpSpPr/>
          <p:nvPr/>
        </p:nvGrpSpPr>
        <p:grpSpPr bwMode="auto">
          <a:xfrm>
            <a:off x="6139399" y="3125331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6529600" name="Group 866"/>
          <p:cNvGrpSpPr/>
          <p:nvPr/>
        </p:nvGrpSpPr>
        <p:grpSpPr bwMode="auto">
          <a:xfrm>
            <a:off x="6332026" y="3125331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358472" name="Group 869"/>
          <p:cNvGrpSpPr/>
          <p:nvPr/>
        </p:nvGrpSpPr>
        <p:grpSpPr bwMode="auto">
          <a:xfrm>
            <a:off x="6524645" y="3125331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2717919" name="Group 872"/>
          <p:cNvGrpSpPr/>
          <p:nvPr/>
        </p:nvGrpSpPr>
        <p:grpSpPr bwMode="auto">
          <a:xfrm>
            <a:off x="6716175" y="3125331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1750722" name="Group 875"/>
          <p:cNvGrpSpPr/>
          <p:nvPr/>
        </p:nvGrpSpPr>
        <p:grpSpPr bwMode="auto">
          <a:xfrm>
            <a:off x="6908799" y="3125331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8928489" name="Group 878"/>
          <p:cNvGrpSpPr/>
          <p:nvPr/>
        </p:nvGrpSpPr>
        <p:grpSpPr bwMode="auto">
          <a:xfrm>
            <a:off x="7101427" y="3125331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028122" name="Group 881"/>
          <p:cNvGrpSpPr/>
          <p:nvPr/>
        </p:nvGrpSpPr>
        <p:grpSpPr bwMode="auto">
          <a:xfrm>
            <a:off x="4985845" y="3125331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5414696" name="Group 884"/>
          <p:cNvGrpSpPr/>
          <p:nvPr/>
        </p:nvGrpSpPr>
        <p:grpSpPr bwMode="auto">
          <a:xfrm>
            <a:off x="5178469" y="3125331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0001645" name="Group 887"/>
          <p:cNvGrpSpPr/>
          <p:nvPr/>
        </p:nvGrpSpPr>
        <p:grpSpPr bwMode="auto">
          <a:xfrm>
            <a:off x="5371096" y="3125331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0315591" name="Group 890"/>
          <p:cNvGrpSpPr/>
          <p:nvPr/>
        </p:nvGrpSpPr>
        <p:grpSpPr bwMode="auto">
          <a:xfrm>
            <a:off x="5562625" y="3316859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626987" name="Group 893"/>
          <p:cNvGrpSpPr/>
          <p:nvPr/>
        </p:nvGrpSpPr>
        <p:grpSpPr bwMode="auto">
          <a:xfrm>
            <a:off x="5755248" y="3316859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0279384" name="Group 896"/>
          <p:cNvGrpSpPr/>
          <p:nvPr/>
        </p:nvGrpSpPr>
        <p:grpSpPr bwMode="auto">
          <a:xfrm>
            <a:off x="5947870" y="3316859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894593" name="Group 899"/>
          <p:cNvGrpSpPr/>
          <p:nvPr/>
        </p:nvGrpSpPr>
        <p:grpSpPr bwMode="auto">
          <a:xfrm>
            <a:off x="6139399" y="3316859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591075" name="Group 902"/>
          <p:cNvGrpSpPr/>
          <p:nvPr/>
        </p:nvGrpSpPr>
        <p:grpSpPr bwMode="auto">
          <a:xfrm>
            <a:off x="6332026" y="3316859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841555" name="Group 905"/>
          <p:cNvGrpSpPr/>
          <p:nvPr/>
        </p:nvGrpSpPr>
        <p:grpSpPr bwMode="auto">
          <a:xfrm>
            <a:off x="6524645" y="3316859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3079518" name="Group 908"/>
          <p:cNvGrpSpPr/>
          <p:nvPr/>
        </p:nvGrpSpPr>
        <p:grpSpPr bwMode="auto">
          <a:xfrm>
            <a:off x="6716175" y="3316859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9967331" name="Group 911"/>
          <p:cNvGrpSpPr/>
          <p:nvPr/>
        </p:nvGrpSpPr>
        <p:grpSpPr bwMode="auto">
          <a:xfrm>
            <a:off x="6908799" y="3316859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37634" name="Group 914"/>
          <p:cNvGrpSpPr/>
          <p:nvPr/>
        </p:nvGrpSpPr>
        <p:grpSpPr bwMode="auto">
          <a:xfrm>
            <a:off x="7101427" y="3316859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0343783" name="Group 917"/>
          <p:cNvGrpSpPr/>
          <p:nvPr/>
        </p:nvGrpSpPr>
        <p:grpSpPr bwMode="auto">
          <a:xfrm>
            <a:off x="4985845" y="3316859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5856798" name="Group 920"/>
          <p:cNvGrpSpPr/>
          <p:nvPr/>
        </p:nvGrpSpPr>
        <p:grpSpPr bwMode="auto">
          <a:xfrm>
            <a:off x="5178469" y="3316859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0604432" name="Group 923"/>
          <p:cNvGrpSpPr/>
          <p:nvPr/>
        </p:nvGrpSpPr>
        <p:grpSpPr bwMode="auto">
          <a:xfrm>
            <a:off x="5371096" y="3316859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666476" name="Group 926"/>
          <p:cNvGrpSpPr/>
          <p:nvPr/>
        </p:nvGrpSpPr>
        <p:grpSpPr bwMode="auto">
          <a:xfrm>
            <a:off x="5562625" y="3506331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1455927" name="Group 929"/>
          <p:cNvGrpSpPr/>
          <p:nvPr/>
        </p:nvGrpSpPr>
        <p:grpSpPr bwMode="auto">
          <a:xfrm>
            <a:off x="5755248" y="3506331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901024" name="Group 932"/>
          <p:cNvGrpSpPr/>
          <p:nvPr/>
        </p:nvGrpSpPr>
        <p:grpSpPr bwMode="auto">
          <a:xfrm>
            <a:off x="5947870" y="3506331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6567490" name="Group 935"/>
          <p:cNvGrpSpPr/>
          <p:nvPr/>
        </p:nvGrpSpPr>
        <p:grpSpPr bwMode="auto">
          <a:xfrm>
            <a:off x="6139399" y="3506331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81615" name="Group 938"/>
          <p:cNvGrpSpPr/>
          <p:nvPr/>
        </p:nvGrpSpPr>
        <p:grpSpPr bwMode="auto">
          <a:xfrm>
            <a:off x="6332026" y="3506331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870480" name="Group 941"/>
          <p:cNvGrpSpPr/>
          <p:nvPr/>
        </p:nvGrpSpPr>
        <p:grpSpPr bwMode="auto">
          <a:xfrm>
            <a:off x="6524645" y="3506331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309973" name="Group 944"/>
          <p:cNvGrpSpPr/>
          <p:nvPr/>
        </p:nvGrpSpPr>
        <p:grpSpPr bwMode="auto">
          <a:xfrm>
            <a:off x="6716175" y="3506331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1607621" name="Group 947"/>
          <p:cNvGrpSpPr/>
          <p:nvPr/>
        </p:nvGrpSpPr>
        <p:grpSpPr bwMode="auto">
          <a:xfrm>
            <a:off x="6908799" y="3506331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4156021" name="Group 950"/>
          <p:cNvGrpSpPr/>
          <p:nvPr/>
        </p:nvGrpSpPr>
        <p:grpSpPr bwMode="auto">
          <a:xfrm>
            <a:off x="7101427" y="3506331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07873" name="Group 953"/>
          <p:cNvGrpSpPr/>
          <p:nvPr/>
        </p:nvGrpSpPr>
        <p:grpSpPr bwMode="auto">
          <a:xfrm>
            <a:off x="4985845" y="3506331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3587749" name="Group 956"/>
          <p:cNvGrpSpPr/>
          <p:nvPr/>
        </p:nvGrpSpPr>
        <p:grpSpPr bwMode="auto">
          <a:xfrm>
            <a:off x="5178469" y="3506331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63977" name="Group 959"/>
          <p:cNvGrpSpPr/>
          <p:nvPr/>
        </p:nvGrpSpPr>
        <p:grpSpPr bwMode="auto">
          <a:xfrm>
            <a:off x="5371096" y="3506331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075233" name="Group 962"/>
          <p:cNvGrpSpPr/>
          <p:nvPr/>
        </p:nvGrpSpPr>
        <p:grpSpPr bwMode="auto">
          <a:xfrm>
            <a:off x="5562625" y="3697859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790514" name="Group 965"/>
          <p:cNvGrpSpPr/>
          <p:nvPr/>
        </p:nvGrpSpPr>
        <p:grpSpPr bwMode="auto">
          <a:xfrm>
            <a:off x="5755248" y="3697859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97399" name="Group 968"/>
          <p:cNvGrpSpPr/>
          <p:nvPr/>
        </p:nvGrpSpPr>
        <p:grpSpPr bwMode="auto">
          <a:xfrm>
            <a:off x="5947870" y="3697859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6128199" name="Group 971"/>
          <p:cNvGrpSpPr/>
          <p:nvPr/>
        </p:nvGrpSpPr>
        <p:grpSpPr bwMode="auto">
          <a:xfrm>
            <a:off x="6139399" y="3697859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9428899" name="Group 974"/>
          <p:cNvGrpSpPr/>
          <p:nvPr/>
        </p:nvGrpSpPr>
        <p:grpSpPr bwMode="auto">
          <a:xfrm>
            <a:off x="6332026" y="3697859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8743475" name="Group 977"/>
          <p:cNvGrpSpPr/>
          <p:nvPr/>
        </p:nvGrpSpPr>
        <p:grpSpPr bwMode="auto">
          <a:xfrm>
            <a:off x="6524645" y="3697859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184986" name="Group 980"/>
          <p:cNvGrpSpPr/>
          <p:nvPr/>
        </p:nvGrpSpPr>
        <p:grpSpPr bwMode="auto">
          <a:xfrm>
            <a:off x="6716175" y="3697859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669485" name="Group 983"/>
          <p:cNvGrpSpPr/>
          <p:nvPr/>
        </p:nvGrpSpPr>
        <p:grpSpPr bwMode="auto">
          <a:xfrm>
            <a:off x="6908799" y="3697859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6580" name="Group 986"/>
          <p:cNvGrpSpPr/>
          <p:nvPr/>
        </p:nvGrpSpPr>
        <p:grpSpPr bwMode="auto">
          <a:xfrm>
            <a:off x="7101427" y="3697859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588836" name="Group 989"/>
          <p:cNvGrpSpPr/>
          <p:nvPr/>
        </p:nvGrpSpPr>
        <p:grpSpPr bwMode="auto">
          <a:xfrm>
            <a:off x="4985845" y="3697859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842010" name="Group 992"/>
          <p:cNvGrpSpPr/>
          <p:nvPr/>
        </p:nvGrpSpPr>
        <p:grpSpPr bwMode="auto">
          <a:xfrm>
            <a:off x="5178469" y="3697859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50899" name="Group 995"/>
          <p:cNvGrpSpPr/>
          <p:nvPr/>
        </p:nvGrpSpPr>
        <p:grpSpPr bwMode="auto">
          <a:xfrm>
            <a:off x="5371096" y="3697859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5775942" name="Group 998"/>
          <p:cNvGrpSpPr/>
          <p:nvPr/>
        </p:nvGrpSpPr>
        <p:grpSpPr bwMode="auto">
          <a:xfrm>
            <a:off x="5562625" y="3887332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9599911" name="Group 1001"/>
          <p:cNvGrpSpPr/>
          <p:nvPr/>
        </p:nvGrpSpPr>
        <p:grpSpPr bwMode="auto">
          <a:xfrm>
            <a:off x="5755248" y="3887332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9928890" name="Group 1004"/>
          <p:cNvGrpSpPr/>
          <p:nvPr/>
        </p:nvGrpSpPr>
        <p:grpSpPr bwMode="auto">
          <a:xfrm>
            <a:off x="5947870" y="3887332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843882" name="Group 1007"/>
          <p:cNvGrpSpPr/>
          <p:nvPr/>
        </p:nvGrpSpPr>
        <p:grpSpPr bwMode="auto">
          <a:xfrm>
            <a:off x="6139399" y="3887332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417817" name="Group 1010"/>
          <p:cNvGrpSpPr/>
          <p:nvPr/>
        </p:nvGrpSpPr>
        <p:grpSpPr bwMode="auto">
          <a:xfrm>
            <a:off x="6332026" y="3887332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559287" name="Group 1013"/>
          <p:cNvGrpSpPr/>
          <p:nvPr/>
        </p:nvGrpSpPr>
        <p:grpSpPr bwMode="auto">
          <a:xfrm>
            <a:off x="6524645" y="3887332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3493939" name="Group 1016"/>
          <p:cNvGrpSpPr/>
          <p:nvPr/>
        </p:nvGrpSpPr>
        <p:grpSpPr bwMode="auto">
          <a:xfrm>
            <a:off x="6716175" y="3887332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2034872" name="Group 1019"/>
          <p:cNvGrpSpPr/>
          <p:nvPr/>
        </p:nvGrpSpPr>
        <p:grpSpPr bwMode="auto">
          <a:xfrm>
            <a:off x="6908799" y="3887332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6873691" name="Group 1022"/>
          <p:cNvGrpSpPr/>
          <p:nvPr/>
        </p:nvGrpSpPr>
        <p:grpSpPr bwMode="auto">
          <a:xfrm>
            <a:off x="7101427" y="3887332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2981690" name="Group 1025"/>
          <p:cNvGrpSpPr/>
          <p:nvPr/>
        </p:nvGrpSpPr>
        <p:grpSpPr bwMode="auto">
          <a:xfrm>
            <a:off x="4985845" y="3887332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7203127" name="Group 1028"/>
          <p:cNvGrpSpPr/>
          <p:nvPr/>
        </p:nvGrpSpPr>
        <p:grpSpPr bwMode="auto">
          <a:xfrm>
            <a:off x="5178469" y="3887332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6720" name="Group 1031"/>
          <p:cNvGrpSpPr/>
          <p:nvPr/>
        </p:nvGrpSpPr>
        <p:grpSpPr bwMode="auto">
          <a:xfrm>
            <a:off x="5371096" y="3887332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187338" name="Group 1034"/>
          <p:cNvGrpSpPr/>
          <p:nvPr/>
        </p:nvGrpSpPr>
        <p:grpSpPr bwMode="auto">
          <a:xfrm>
            <a:off x="5562625" y="1410069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7761613" name="Group 1037"/>
          <p:cNvGrpSpPr/>
          <p:nvPr/>
        </p:nvGrpSpPr>
        <p:grpSpPr bwMode="auto">
          <a:xfrm>
            <a:off x="5755248" y="1410069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939937" name="Group 1040"/>
          <p:cNvGrpSpPr/>
          <p:nvPr/>
        </p:nvGrpSpPr>
        <p:grpSpPr bwMode="auto">
          <a:xfrm>
            <a:off x="5947870" y="1410069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176504" name="Group 1043"/>
          <p:cNvGrpSpPr/>
          <p:nvPr/>
        </p:nvGrpSpPr>
        <p:grpSpPr bwMode="auto">
          <a:xfrm>
            <a:off x="6139399" y="1410069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24908" name="Group 1046"/>
          <p:cNvGrpSpPr/>
          <p:nvPr/>
        </p:nvGrpSpPr>
        <p:grpSpPr bwMode="auto">
          <a:xfrm>
            <a:off x="6332026" y="1410069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407772" name="Group 1049"/>
          <p:cNvGrpSpPr/>
          <p:nvPr/>
        </p:nvGrpSpPr>
        <p:grpSpPr bwMode="auto">
          <a:xfrm>
            <a:off x="6524645" y="1410069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136292" name="Group 1052"/>
          <p:cNvGrpSpPr/>
          <p:nvPr/>
        </p:nvGrpSpPr>
        <p:grpSpPr bwMode="auto">
          <a:xfrm>
            <a:off x="6716175" y="1410069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6008590" name="Group 1055"/>
          <p:cNvGrpSpPr/>
          <p:nvPr/>
        </p:nvGrpSpPr>
        <p:grpSpPr bwMode="auto">
          <a:xfrm>
            <a:off x="6908799" y="1410069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682721" name="Group 1058"/>
          <p:cNvGrpSpPr/>
          <p:nvPr/>
        </p:nvGrpSpPr>
        <p:grpSpPr bwMode="auto">
          <a:xfrm>
            <a:off x="7101427" y="1410069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384463" name="Group 1061"/>
          <p:cNvGrpSpPr/>
          <p:nvPr/>
        </p:nvGrpSpPr>
        <p:grpSpPr bwMode="auto">
          <a:xfrm>
            <a:off x="4985845" y="1410069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6470" name="Group 1064"/>
          <p:cNvGrpSpPr/>
          <p:nvPr/>
        </p:nvGrpSpPr>
        <p:grpSpPr bwMode="auto">
          <a:xfrm>
            <a:off x="5178469" y="1410069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6149835" name="Group 1067"/>
          <p:cNvGrpSpPr/>
          <p:nvPr/>
        </p:nvGrpSpPr>
        <p:grpSpPr bwMode="auto">
          <a:xfrm>
            <a:off x="5371096" y="1410069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0071208" name="Group 1070"/>
          <p:cNvGrpSpPr/>
          <p:nvPr/>
        </p:nvGrpSpPr>
        <p:grpSpPr bwMode="auto">
          <a:xfrm>
            <a:off x="5562625" y="1599542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2973110" name="Group 1073"/>
          <p:cNvGrpSpPr/>
          <p:nvPr/>
        </p:nvGrpSpPr>
        <p:grpSpPr bwMode="auto">
          <a:xfrm>
            <a:off x="5755248" y="1599542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031708" name="Group 1076"/>
          <p:cNvGrpSpPr/>
          <p:nvPr/>
        </p:nvGrpSpPr>
        <p:grpSpPr bwMode="auto">
          <a:xfrm>
            <a:off x="5947870" y="1599542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480293" name="Group 1079"/>
          <p:cNvGrpSpPr/>
          <p:nvPr/>
        </p:nvGrpSpPr>
        <p:grpSpPr bwMode="auto">
          <a:xfrm>
            <a:off x="6139399" y="1599542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445753" name="Group 1082"/>
          <p:cNvGrpSpPr/>
          <p:nvPr/>
        </p:nvGrpSpPr>
        <p:grpSpPr bwMode="auto">
          <a:xfrm>
            <a:off x="6332026" y="1599542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3370930" name="Group 1085"/>
          <p:cNvGrpSpPr/>
          <p:nvPr/>
        </p:nvGrpSpPr>
        <p:grpSpPr bwMode="auto">
          <a:xfrm>
            <a:off x="6524645" y="1599542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5339172" name="Group 1088"/>
          <p:cNvGrpSpPr/>
          <p:nvPr/>
        </p:nvGrpSpPr>
        <p:grpSpPr bwMode="auto">
          <a:xfrm>
            <a:off x="6716175" y="1599542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840966" name="Group 1091"/>
          <p:cNvGrpSpPr/>
          <p:nvPr/>
        </p:nvGrpSpPr>
        <p:grpSpPr bwMode="auto">
          <a:xfrm>
            <a:off x="6908799" y="1599542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0973322" name="Group 1094"/>
          <p:cNvGrpSpPr/>
          <p:nvPr/>
        </p:nvGrpSpPr>
        <p:grpSpPr bwMode="auto">
          <a:xfrm>
            <a:off x="7101427" y="1599542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773905" name="Group 1097"/>
          <p:cNvGrpSpPr/>
          <p:nvPr/>
        </p:nvGrpSpPr>
        <p:grpSpPr bwMode="auto">
          <a:xfrm>
            <a:off x="4985845" y="1599542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542041" name="Group 1100"/>
          <p:cNvGrpSpPr/>
          <p:nvPr/>
        </p:nvGrpSpPr>
        <p:grpSpPr bwMode="auto">
          <a:xfrm>
            <a:off x="5178469" y="1599542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679556" name="Group 1103"/>
          <p:cNvGrpSpPr/>
          <p:nvPr/>
        </p:nvGrpSpPr>
        <p:grpSpPr bwMode="auto">
          <a:xfrm>
            <a:off x="5371096" y="1599542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9329703" name="Group 1106"/>
          <p:cNvGrpSpPr/>
          <p:nvPr/>
        </p:nvGrpSpPr>
        <p:grpSpPr bwMode="auto">
          <a:xfrm>
            <a:off x="5562625" y="4077831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940154" name="Group 1109"/>
          <p:cNvGrpSpPr/>
          <p:nvPr/>
        </p:nvGrpSpPr>
        <p:grpSpPr bwMode="auto">
          <a:xfrm>
            <a:off x="5755248" y="4077831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873745" name="Group 1112"/>
          <p:cNvGrpSpPr/>
          <p:nvPr/>
        </p:nvGrpSpPr>
        <p:grpSpPr bwMode="auto">
          <a:xfrm>
            <a:off x="5947870" y="4077831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98902" name="Group 1115"/>
          <p:cNvGrpSpPr/>
          <p:nvPr/>
        </p:nvGrpSpPr>
        <p:grpSpPr bwMode="auto">
          <a:xfrm>
            <a:off x="6139399" y="4077831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212597" name="Group 1118"/>
          <p:cNvGrpSpPr/>
          <p:nvPr/>
        </p:nvGrpSpPr>
        <p:grpSpPr bwMode="auto">
          <a:xfrm>
            <a:off x="6332026" y="4077831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9909752" name="Group 1121"/>
          <p:cNvGrpSpPr/>
          <p:nvPr/>
        </p:nvGrpSpPr>
        <p:grpSpPr bwMode="auto">
          <a:xfrm>
            <a:off x="6524645" y="4077831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407415" name="Group 1124"/>
          <p:cNvGrpSpPr/>
          <p:nvPr/>
        </p:nvGrpSpPr>
        <p:grpSpPr bwMode="auto">
          <a:xfrm>
            <a:off x="6716175" y="4077831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7576019" name="Group 1127"/>
          <p:cNvGrpSpPr/>
          <p:nvPr/>
        </p:nvGrpSpPr>
        <p:grpSpPr bwMode="auto">
          <a:xfrm>
            <a:off x="6908799" y="4077831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340117" name="Group 1130"/>
          <p:cNvGrpSpPr/>
          <p:nvPr/>
        </p:nvGrpSpPr>
        <p:grpSpPr bwMode="auto">
          <a:xfrm>
            <a:off x="7101427" y="4077831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430433" name="Group 1133"/>
          <p:cNvGrpSpPr/>
          <p:nvPr/>
        </p:nvGrpSpPr>
        <p:grpSpPr bwMode="auto">
          <a:xfrm>
            <a:off x="4985845" y="4077831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5797873" name="Group 1136"/>
          <p:cNvGrpSpPr/>
          <p:nvPr/>
        </p:nvGrpSpPr>
        <p:grpSpPr bwMode="auto">
          <a:xfrm>
            <a:off x="5178469" y="4077831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6478" name="Group 1139"/>
          <p:cNvGrpSpPr/>
          <p:nvPr/>
        </p:nvGrpSpPr>
        <p:grpSpPr bwMode="auto">
          <a:xfrm>
            <a:off x="5371096" y="4077831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61092" name="Group 1142"/>
          <p:cNvGrpSpPr/>
          <p:nvPr/>
        </p:nvGrpSpPr>
        <p:grpSpPr bwMode="auto">
          <a:xfrm>
            <a:off x="5562625" y="4267302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000433" name="Group 1145"/>
          <p:cNvGrpSpPr/>
          <p:nvPr/>
        </p:nvGrpSpPr>
        <p:grpSpPr bwMode="auto">
          <a:xfrm>
            <a:off x="5755248" y="4267302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0672520" name="Group 1148"/>
          <p:cNvGrpSpPr/>
          <p:nvPr/>
        </p:nvGrpSpPr>
        <p:grpSpPr bwMode="auto">
          <a:xfrm>
            <a:off x="5947870" y="4267302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197478" name="Group 1151"/>
          <p:cNvGrpSpPr/>
          <p:nvPr/>
        </p:nvGrpSpPr>
        <p:grpSpPr bwMode="auto">
          <a:xfrm>
            <a:off x="6139399" y="4267302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367824" name="Group 1154"/>
          <p:cNvGrpSpPr/>
          <p:nvPr/>
        </p:nvGrpSpPr>
        <p:grpSpPr bwMode="auto">
          <a:xfrm>
            <a:off x="6332026" y="4267302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9278183" name="Group 1157"/>
          <p:cNvGrpSpPr/>
          <p:nvPr/>
        </p:nvGrpSpPr>
        <p:grpSpPr bwMode="auto">
          <a:xfrm>
            <a:off x="6524645" y="4267302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07437" name="Group 1160"/>
          <p:cNvGrpSpPr/>
          <p:nvPr/>
        </p:nvGrpSpPr>
        <p:grpSpPr bwMode="auto">
          <a:xfrm>
            <a:off x="6716175" y="4267302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9728646" name="Group 1163"/>
          <p:cNvGrpSpPr/>
          <p:nvPr/>
        </p:nvGrpSpPr>
        <p:grpSpPr bwMode="auto">
          <a:xfrm>
            <a:off x="6908799" y="4267302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64113" name="Group 1166"/>
          <p:cNvGrpSpPr/>
          <p:nvPr/>
        </p:nvGrpSpPr>
        <p:grpSpPr bwMode="auto">
          <a:xfrm>
            <a:off x="7101427" y="4267302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412589" name="Group 1169"/>
          <p:cNvGrpSpPr/>
          <p:nvPr/>
        </p:nvGrpSpPr>
        <p:grpSpPr bwMode="auto">
          <a:xfrm>
            <a:off x="4985845" y="4267302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7285138" name="Group 1172"/>
          <p:cNvGrpSpPr/>
          <p:nvPr/>
        </p:nvGrpSpPr>
        <p:grpSpPr bwMode="auto">
          <a:xfrm>
            <a:off x="5178469" y="4267302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766020" name="Group 1175"/>
          <p:cNvGrpSpPr/>
          <p:nvPr/>
        </p:nvGrpSpPr>
        <p:grpSpPr bwMode="auto">
          <a:xfrm>
            <a:off x="5371096" y="4267302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554888" name="Group 1178"/>
          <p:cNvGrpSpPr/>
          <p:nvPr/>
        </p:nvGrpSpPr>
        <p:grpSpPr bwMode="auto">
          <a:xfrm>
            <a:off x="4671868" y="167437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45801" name="Group 1181"/>
          <p:cNvGrpSpPr/>
          <p:nvPr/>
        </p:nvGrpSpPr>
        <p:grpSpPr bwMode="auto">
          <a:xfrm>
            <a:off x="545503" y="167437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2419272" name="Group 1184"/>
          <p:cNvGrpSpPr/>
          <p:nvPr/>
        </p:nvGrpSpPr>
        <p:grpSpPr bwMode="auto">
          <a:xfrm>
            <a:off x="8800276" y="167437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7502600" name="Group 1187"/>
          <p:cNvGrpSpPr/>
          <p:nvPr/>
        </p:nvGrpSpPr>
        <p:grpSpPr bwMode="auto">
          <a:xfrm>
            <a:off x="9691029" y="1791070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2262230" name="Group 1190"/>
          <p:cNvGrpSpPr/>
          <p:nvPr/>
        </p:nvGrpSpPr>
        <p:grpSpPr bwMode="auto">
          <a:xfrm>
            <a:off x="9883656" y="1791070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471236" name="Group 1193"/>
          <p:cNvGrpSpPr/>
          <p:nvPr/>
        </p:nvGrpSpPr>
        <p:grpSpPr bwMode="auto">
          <a:xfrm>
            <a:off x="10076278" y="1791070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7103636" name="Group 1196"/>
          <p:cNvGrpSpPr/>
          <p:nvPr/>
        </p:nvGrpSpPr>
        <p:grpSpPr bwMode="auto">
          <a:xfrm>
            <a:off x="10267807" y="1791070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6436187" name="Group 1199"/>
          <p:cNvGrpSpPr/>
          <p:nvPr/>
        </p:nvGrpSpPr>
        <p:grpSpPr bwMode="auto">
          <a:xfrm>
            <a:off x="10460430" y="1791070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1773815" name="Group 1202"/>
          <p:cNvGrpSpPr/>
          <p:nvPr/>
        </p:nvGrpSpPr>
        <p:grpSpPr bwMode="auto">
          <a:xfrm>
            <a:off x="10653054" y="1791070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871969" name="Group 1205"/>
          <p:cNvGrpSpPr/>
          <p:nvPr/>
        </p:nvGrpSpPr>
        <p:grpSpPr bwMode="auto">
          <a:xfrm>
            <a:off x="10844582" y="1791070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6653105" name="Group 1208"/>
          <p:cNvGrpSpPr/>
          <p:nvPr/>
        </p:nvGrpSpPr>
        <p:grpSpPr bwMode="auto">
          <a:xfrm>
            <a:off x="11037208" y="1791070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3035735" name="Group 1211"/>
          <p:cNvGrpSpPr/>
          <p:nvPr/>
        </p:nvGrpSpPr>
        <p:grpSpPr bwMode="auto">
          <a:xfrm>
            <a:off x="11229831" y="1791070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748850" name="Group 1214"/>
          <p:cNvGrpSpPr/>
          <p:nvPr/>
        </p:nvGrpSpPr>
        <p:grpSpPr bwMode="auto">
          <a:xfrm>
            <a:off x="9114255" y="1791070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05147" name="Group 1217"/>
          <p:cNvGrpSpPr/>
          <p:nvPr/>
        </p:nvGrpSpPr>
        <p:grpSpPr bwMode="auto">
          <a:xfrm>
            <a:off x="9306877" y="1791070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531401" name="Group 1220"/>
          <p:cNvGrpSpPr/>
          <p:nvPr/>
        </p:nvGrpSpPr>
        <p:grpSpPr bwMode="auto">
          <a:xfrm>
            <a:off x="9499500" y="1791070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4664166" name="Group 1223"/>
          <p:cNvGrpSpPr/>
          <p:nvPr/>
        </p:nvGrpSpPr>
        <p:grpSpPr bwMode="auto">
          <a:xfrm>
            <a:off x="9691029" y="1980542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4318857" name="Group 1226"/>
          <p:cNvGrpSpPr/>
          <p:nvPr/>
        </p:nvGrpSpPr>
        <p:grpSpPr bwMode="auto">
          <a:xfrm>
            <a:off x="9883656" y="1980542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5411487" name="Group 1229"/>
          <p:cNvGrpSpPr/>
          <p:nvPr/>
        </p:nvGrpSpPr>
        <p:grpSpPr bwMode="auto">
          <a:xfrm>
            <a:off x="10076278" y="1980542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634686" name="Group 1232"/>
          <p:cNvGrpSpPr/>
          <p:nvPr/>
        </p:nvGrpSpPr>
        <p:grpSpPr bwMode="auto">
          <a:xfrm>
            <a:off x="10267807" y="1980542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5241124" name="Group 1235"/>
          <p:cNvGrpSpPr/>
          <p:nvPr/>
        </p:nvGrpSpPr>
        <p:grpSpPr bwMode="auto">
          <a:xfrm>
            <a:off x="10460430" y="1980542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5119806" name="Group 1238"/>
          <p:cNvGrpSpPr/>
          <p:nvPr/>
        </p:nvGrpSpPr>
        <p:grpSpPr bwMode="auto">
          <a:xfrm>
            <a:off x="10653054" y="1980542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595971" name="Group 1241"/>
          <p:cNvGrpSpPr/>
          <p:nvPr/>
        </p:nvGrpSpPr>
        <p:grpSpPr bwMode="auto">
          <a:xfrm>
            <a:off x="10844582" y="1980542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2649988" name="Group 1244"/>
          <p:cNvGrpSpPr/>
          <p:nvPr/>
        </p:nvGrpSpPr>
        <p:grpSpPr bwMode="auto">
          <a:xfrm>
            <a:off x="11037208" y="1980542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141777" name="Group 1247"/>
          <p:cNvGrpSpPr/>
          <p:nvPr/>
        </p:nvGrpSpPr>
        <p:grpSpPr bwMode="auto">
          <a:xfrm>
            <a:off x="11229831" y="1980542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072758" name="Group 1250"/>
          <p:cNvGrpSpPr/>
          <p:nvPr/>
        </p:nvGrpSpPr>
        <p:grpSpPr bwMode="auto">
          <a:xfrm>
            <a:off x="9114255" y="1980542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3401087" name="Group 1253"/>
          <p:cNvGrpSpPr/>
          <p:nvPr/>
        </p:nvGrpSpPr>
        <p:grpSpPr bwMode="auto">
          <a:xfrm>
            <a:off x="9306877" y="1980542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0377625" name="Group 1256"/>
          <p:cNvGrpSpPr/>
          <p:nvPr/>
        </p:nvGrpSpPr>
        <p:grpSpPr bwMode="auto">
          <a:xfrm>
            <a:off x="9499500" y="1980542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277914" name="Group 1259"/>
          <p:cNvGrpSpPr/>
          <p:nvPr/>
        </p:nvGrpSpPr>
        <p:grpSpPr bwMode="auto">
          <a:xfrm>
            <a:off x="9691029" y="2172070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968565" name="Group 1262"/>
          <p:cNvGrpSpPr/>
          <p:nvPr/>
        </p:nvGrpSpPr>
        <p:grpSpPr bwMode="auto">
          <a:xfrm>
            <a:off x="9883656" y="2172070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528909" name="Group 1265"/>
          <p:cNvGrpSpPr/>
          <p:nvPr/>
        </p:nvGrpSpPr>
        <p:grpSpPr bwMode="auto">
          <a:xfrm>
            <a:off x="10076278" y="2172070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9028418" name="Group 1268"/>
          <p:cNvGrpSpPr/>
          <p:nvPr/>
        </p:nvGrpSpPr>
        <p:grpSpPr bwMode="auto">
          <a:xfrm>
            <a:off x="10267807" y="2172070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46560" name="Group 1271"/>
          <p:cNvGrpSpPr/>
          <p:nvPr/>
        </p:nvGrpSpPr>
        <p:grpSpPr bwMode="auto">
          <a:xfrm>
            <a:off x="10460430" y="2172070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7794969" name="Group 1274"/>
          <p:cNvGrpSpPr/>
          <p:nvPr/>
        </p:nvGrpSpPr>
        <p:grpSpPr bwMode="auto">
          <a:xfrm>
            <a:off x="10653054" y="2172070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6033280" name="Group 1277"/>
          <p:cNvGrpSpPr/>
          <p:nvPr/>
        </p:nvGrpSpPr>
        <p:grpSpPr bwMode="auto">
          <a:xfrm>
            <a:off x="10844582" y="2172070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515797" name="Group 1280"/>
          <p:cNvGrpSpPr/>
          <p:nvPr/>
        </p:nvGrpSpPr>
        <p:grpSpPr bwMode="auto">
          <a:xfrm>
            <a:off x="11037208" y="2172070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532007" name="Group 1283"/>
          <p:cNvGrpSpPr/>
          <p:nvPr/>
        </p:nvGrpSpPr>
        <p:grpSpPr bwMode="auto">
          <a:xfrm>
            <a:off x="11229831" y="2172070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9212879" name="Group 1286"/>
          <p:cNvGrpSpPr/>
          <p:nvPr/>
        </p:nvGrpSpPr>
        <p:grpSpPr bwMode="auto">
          <a:xfrm>
            <a:off x="9114255" y="2172070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5676295" name="Group 1289"/>
          <p:cNvGrpSpPr/>
          <p:nvPr/>
        </p:nvGrpSpPr>
        <p:grpSpPr bwMode="auto">
          <a:xfrm>
            <a:off x="9306877" y="2172070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86890" name="Group 1292"/>
          <p:cNvGrpSpPr/>
          <p:nvPr/>
        </p:nvGrpSpPr>
        <p:grpSpPr bwMode="auto">
          <a:xfrm>
            <a:off x="9499500" y="2172070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7929542" name="Group 1295"/>
          <p:cNvGrpSpPr/>
          <p:nvPr/>
        </p:nvGrpSpPr>
        <p:grpSpPr bwMode="auto">
          <a:xfrm>
            <a:off x="9691029" y="2361542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318986" name="Group 1298"/>
          <p:cNvGrpSpPr/>
          <p:nvPr/>
        </p:nvGrpSpPr>
        <p:grpSpPr bwMode="auto">
          <a:xfrm>
            <a:off x="9883656" y="2361542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332892" name="Group 1301"/>
          <p:cNvGrpSpPr/>
          <p:nvPr/>
        </p:nvGrpSpPr>
        <p:grpSpPr bwMode="auto">
          <a:xfrm>
            <a:off x="10076278" y="2361542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079349" name="Group 1304"/>
          <p:cNvGrpSpPr/>
          <p:nvPr/>
        </p:nvGrpSpPr>
        <p:grpSpPr bwMode="auto">
          <a:xfrm>
            <a:off x="10267807" y="2361542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423962" name="Group 1307"/>
          <p:cNvGrpSpPr/>
          <p:nvPr/>
        </p:nvGrpSpPr>
        <p:grpSpPr bwMode="auto">
          <a:xfrm>
            <a:off x="10460430" y="2361542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222989" name="Group 1310"/>
          <p:cNvGrpSpPr/>
          <p:nvPr/>
        </p:nvGrpSpPr>
        <p:grpSpPr bwMode="auto">
          <a:xfrm>
            <a:off x="10653054" y="2361542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3436555" name="Group 1313"/>
          <p:cNvGrpSpPr/>
          <p:nvPr/>
        </p:nvGrpSpPr>
        <p:grpSpPr bwMode="auto">
          <a:xfrm>
            <a:off x="10844582" y="2361542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138170" name="Group 1316"/>
          <p:cNvGrpSpPr/>
          <p:nvPr/>
        </p:nvGrpSpPr>
        <p:grpSpPr bwMode="auto">
          <a:xfrm>
            <a:off x="11037208" y="2361542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4182817" name="Group 1319"/>
          <p:cNvGrpSpPr/>
          <p:nvPr/>
        </p:nvGrpSpPr>
        <p:grpSpPr bwMode="auto">
          <a:xfrm>
            <a:off x="11229831" y="2361542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4000257" name="Group 1322"/>
          <p:cNvGrpSpPr/>
          <p:nvPr/>
        </p:nvGrpSpPr>
        <p:grpSpPr bwMode="auto">
          <a:xfrm>
            <a:off x="9114255" y="2361542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5742751" name="Group 1325"/>
          <p:cNvGrpSpPr/>
          <p:nvPr/>
        </p:nvGrpSpPr>
        <p:grpSpPr bwMode="auto">
          <a:xfrm>
            <a:off x="9306877" y="2361542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825966" name="Group 1328"/>
          <p:cNvGrpSpPr/>
          <p:nvPr/>
        </p:nvGrpSpPr>
        <p:grpSpPr bwMode="auto">
          <a:xfrm>
            <a:off x="9499500" y="2361542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8313366" name="Group 1331"/>
          <p:cNvGrpSpPr/>
          <p:nvPr/>
        </p:nvGrpSpPr>
        <p:grpSpPr bwMode="auto">
          <a:xfrm>
            <a:off x="9691029" y="2553069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7226462" name="Group 1334"/>
          <p:cNvGrpSpPr/>
          <p:nvPr/>
        </p:nvGrpSpPr>
        <p:grpSpPr bwMode="auto">
          <a:xfrm>
            <a:off x="9883656" y="2553069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799662" name="Group 1337"/>
          <p:cNvGrpSpPr/>
          <p:nvPr/>
        </p:nvGrpSpPr>
        <p:grpSpPr bwMode="auto">
          <a:xfrm>
            <a:off x="10076278" y="2553069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4601324" name="Group 1340"/>
          <p:cNvGrpSpPr/>
          <p:nvPr/>
        </p:nvGrpSpPr>
        <p:grpSpPr bwMode="auto">
          <a:xfrm>
            <a:off x="10267807" y="2553069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842547" name="Group 1343"/>
          <p:cNvGrpSpPr/>
          <p:nvPr/>
        </p:nvGrpSpPr>
        <p:grpSpPr bwMode="auto">
          <a:xfrm>
            <a:off x="10460430" y="2553069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1374591" name="Group 1346"/>
          <p:cNvGrpSpPr/>
          <p:nvPr/>
        </p:nvGrpSpPr>
        <p:grpSpPr bwMode="auto">
          <a:xfrm>
            <a:off x="10653054" y="2553069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242059" name="Group 1349"/>
          <p:cNvGrpSpPr/>
          <p:nvPr/>
        </p:nvGrpSpPr>
        <p:grpSpPr bwMode="auto">
          <a:xfrm>
            <a:off x="10844582" y="2553069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0431009" name="Group 1352"/>
          <p:cNvGrpSpPr/>
          <p:nvPr/>
        </p:nvGrpSpPr>
        <p:grpSpPr bwMode="auto">
          <a:xfrm>
            <a:off x="11037208" y="2553069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4536283" name="Group 1355"/>
          <p:cNvGrpSpPr/>
          <p:nvPr/>
        </p:nvGrpSpPr>
        <p:grpSpPr bwMode="auto">
          <a:xfrm>
            <a:off x="11229831" y="2553069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0881802" name="Group 1358"/>
          <p:cNvGrpSpPr/>
          <p:nvPr/>
        </p:nvGrpSpPr>
        <p:grpSpPr bwMode="auto">
          <a:xfrm>
            <a:off x="9114255" y="2553069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306783" name="Group 1361"/>
          <p:cNvGrpSpPr/>
          <p:nvPr/>
        </p:nvGrpSpPr>
        <p:grpSpPr bwMode="auto">
          <a:xfrm>
            <a:off x="9306877" y="2553069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019335" name="Group 1364"/>
          <p:cNvGrpSpPr/>
          <p:nvPr/>
        </p:nvGrpSpPr>
        <p:grpSpPr bwMode="auto">
          <a:xfrm>
            <a:off x="9499500" y="2553069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8162259" name="Group 1367"/>
          <p:cNvGrpSpPr/>
          <p:nvPr/>
        </p:nvGrpSpPr>
        <p:grpSpPr bwMode="auto">
          <a:xfrm>
            <a:off x="9691029" y="2742542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8170691" name="Group 1370"/>
          <p:cNvGrpSpPr/>
          <p:nvPr/>
        </p:nvGrpSpPr>
        <p:grpSpPr bwMode="auto">
          <a:xfrm>
            <a:off x="9883656" y="2742542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640668" name="Group 1373"/>
          <p:cNvGrpSpPr/>
          <p:nvPr/>
        </p:nvGrpSpPr>
        <p:grpSpPr bwMode="auto">
          <a:xfrm>
            <a:off x="10076278" y="2742542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4153312" name="Group 1376"/>
          <p:cNvGrpSpPr/>
          <p:nvPr/>
        </p:nvGrpSpPr>
        <p:grpSpPr bwMode="auto">
          <a:xfrm>
            <a:off x="10267807" y="2742542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578640" name="Group 1379"/>
          <p:cNvGrpSpPr/>
          <p:nvPr/>
        </p:nvGrpSpPr>
        <p:grpSpPr bwMode="auto">
          <a:xfrm>
            <a:off x="10460430" y="2742542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12501" name="Group 1382"/>
          <p:cNvGrpSpPr/>
          <p:nvPr/>
        </p:nvGrpSpPr>
        <p:grpSpPr bwMode="auto">
          <a:xfrm>
            <a:off x="10653054" y="2742542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666545" name="Group 1385"/>
          <p:cNvGrpSpPr/>
          <p:nvPr/>
        </p:nvGrpSpPr>
        <p:grpSpPr bwMode="auto">
          <a:xfrm>
            <a:off x="10844582" y="2742542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629044" name="Group 1388"/>
          <p:cNvGrpSpPr/>
          <p:nvPr/>
        </p:nvGrpSpPr>
        <p:grpSpPr bwMode="auto">
          <a:xfrm>
            <a:off x="11037208" y="2742542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999914" name="Group 1391"/>
          <p:cNvGrpSpPr/>
          <p:nvPr/>
        </p:nvGrpSpPr>
        <p:grpSpPr bwMode="auto">
          <a:xfrm>
            <a:off x="11229831" y="2742542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396984" name="Group 1394"/>
          <p:cNvGrpSpPr/>
          <p:nvPr/>
        </p:nvGrpSpPr>
        <p:grpSpPr bwMode="auto">
          <a:xfrm>
            <a:off x="9114255" y="2742542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0374088" name="Group 1397"/>
          <p:cNvGrpSpPr/>
          <p:nvPr/>
        </p:nvGrpSpPr>
        <p:grpSpPr bwMode="auto">
          <a:xfrm>
            <a:off x="9306877" y="2742542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8852163" name="Group 1400"/>
          <p:cNvGrpSpPr/>
          <p:nvPr/>
        </p:nvGrpSpPr>
        <p:grpSpPr bwMode="auto">
          <a:xfrm>
            <a:off x="9499500" y="2742542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358775" name="Group 1403"/>
          <p:cNvGrpSpPr/>
          <p:nvPr/>
        </p:nvGrpSpPr>
        <p:grpSpPr bwMode="auto">
          <a:xfrm>
            <a:off x="9691029" y="2935859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7946563" name="Group 1406"/>
          <p:cNvGrpSpPr/>
          <p:nvPr/>
        </p:nvGrpSpPr>
        <p:grpSpPr bwMode="auto">
          <a:xfrm>
            <a:off x="9883656" y="2935859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097198" name="Group 1409"/>
          <p:cNvGrpSpPr/>
          <p:nvPr/>
        </p:nvGrpSpPr>
        <p:grpSpPr bwMode="auto">
          <a:xfrm>
            <a:off x="10076278" y="2935859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1849270" name="Group 1412"/>
          <p:cNvGrpSpPr/>
          <p:nvPr/>
        </p:nvGrpSpPr>
        <p:grpSpPr bwMode="auto">
          <a:xfrm>
            <a:off x="10267807" y="2935859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035963" name="Group 1415"/>
          <p:cNvGrpSpPr/>
          <p:nvPr/>
        </p:nvGrpSpPr>
        <p:grpSpPr bwMode="auto">
          <a:xfrm>
            <a:off x="10460430" y="2935859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911245" name="Group 1418"/>
          <p:cNvGrpSpPr/>
          <p:nvPr/>
        </p:nvGrpSpPr>
        <p:grpSpPr bwMode="auto">
          <a:xfrm>
            <a:off x="10653054" y="2935859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623872" name="Group 1421"/>
          <p:cNvGrpSpPr/>
          <p:nvPr/>
        </p:nvGrpSpPr>
        <p:grpSpPr bwMode="auto">
          <a:xfrm>
            <a:off x="10844582" y="2935859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271247" name="Group 1424"/>
          <p:cNvGrpSpPr/>
          <p:nvPr/>
        </p:nvGrpSpPr>
        <p:grpSpPr bwMode="auto">
          <a:xfrm>
            <a:off x="11037208" y="2935859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3863156" name="Group 1427"/>
          <p:cNvGrpSpPr/>
          <p:nvPr/>
        </p:nvGrpSpPr>
        <p:grpSpPr bwMode="auto">
          <a:xfrm>
            <a:off x="11229831" y="2935859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73359" name="Group 1430"/>
          <p:cNvGrpSpPr/>
          <p:nvPr/>
        </p:nvGrpSpPr>
        <p:grpSpPr bwMode="auto">
          <a:xfrm>
            <a:off x="9114255" y="2935859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2607372" name="Group 1433"/>
          <p:cNvGrpSpPr/>
          <p:nvPr/>
        </p:nvGrpSpPr>
        <p:grpSpPr bwMode="auto">
          <a:xfrm>
            <a:off x="9306877" y="2935859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430270" name="Group 1436"/>
          <p:cNvGrpSpPr/>
          <p:nvPr/>
        </p:nvGrpSpPr>
        <p:grpSpPr bwMode="auto">
          <a:xfrm>
            <a:off x="9499500" y="2935859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1639677" name="Group 1439"/>
          <p:cNvGrpSpPr/>
          <p:nvPr/>
        </p:nvGrpSpPr>
        <p:grpSpPr bwMode="auto">
          <a:xfrm>
            <a:off x="9691029" y="3125331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842218" name="Group 1442"/>
          <p:cNvGrpSpPr/>
          <p:nvPr/>
        </p:nvGrpSpPr>
        <p:grpSpPr bwMode="auto">
          <a:xfrm>
            <a:off x="9883656" y="3125331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7362761" name="Group 1445"/>
          <p:cNvGrpSpPr/>
          <p:nvPr/>
        </p:nvGrpSpPr>
        <p:grpSpPr bwMode="auto">
          <a:xfrm>
            <a:off x="10076278" y="3125331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4514664" name="Group 1448"/>
          <p:cNvGrpSpPr/>
          <p:nvPr/>
        </p:nvGrpSpPr>
        <p:grpSpPr bwMode="auto">
          <a:xfrm>
            <a:off x="10267807" y="3125331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01650" name="Group 1451"/>
          <p:cNvGrpSpPr/>
          <p:nvPr/>
        </p:nvGrpSpPr>
        <p:grpSpPr bwMode="auto">
          <a:xfrm>
            <a:off x="10460430" y="3125331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2147169" name="Group 1454"/>
          <p:cNvGrpSpPr/>
          <p:nvPr/>
        </p:nvGrpSpPr>
        <p:grpSpPr bwMode="auto">
          <a:xfrm>
            <a:off x="10653054" y="3125331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315688" name="Group 1457"/>
          <p:cNvGrpSpPr/>
          <p:nvPr/>
        </p:nvGrpSpPr>
        <p:grpSpPr bwMode="auto">
          <a:xfrm>
            <a:off x="10844582" y="3125331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535782" name="Group 1460"/>
          <p:cNvGrpSpPr/>
          <p:nvPr/>
        </p:nvGrpSpPr>
        <p:grpSpPr bwMode="auto">
          <a:xfrm>
            <a:off x="11037208" y="3125331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262440" name="Group 1463"/>
          <p:cNvGrpSpPr/>
          <p:nvPr/>
        </p:nvGrpSpPr>
        <p:grpSpPr bwMode="auto">
          <a:xfrm>
            <a:off x="11229831" y="3125331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0478892" name="Group 1466"/>
          <p:cNvGrpSpPr/>
          <p:nvPr/>
        </p:nvGrpSpPr>
        <p:grpSpPr bwMode="auto">
          <a:xfrm>
            <a:off x="9114255" y="3125331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323035" name="Group 1469"/>
          <p:cNvGrpSpPr/>
          <p:nvPr/>
        </p:nvGrpSpPr>
        <p:grpSpPr bwMode="auto">
          <a:xfrm>
            <a:off x="9306877" y="3125331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4786826" name="Group 1472"/>
          <p:cNvGrpSpPr/>
          <p:nvPr/>
        </p:nvGrpSpPr>
        <p:grpSpPr bwMode="auto">
          <a:xfrm>
            <a:off x="9499500" y="3125331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2247673" name="Group 1475"/>
          <p:cNvGrpSpPr/>
          <p:nvPr/>
        </p:nvGrpSpPr>
        <p:grpSpPr bwMode="auto">
          <a:xfrm>
            <a:off x="9691029" y="3316859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5298207" name="Group 1478"/>
          <p:cNvGrpSpPr/>
          <p:nvPr/>
        </p:nvGrpSpPr>
        <p:grpSpPr bwMode="auto">
          <a:xfrm>
            <a:off x="9883656" y="3316859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7085690" name="Group 1481"/>
          <p:cNvGrpSpPr/>
          <p:nvPr/>
        </p:nvGrpSpPr>
        <p:grpSpPr bwMode="auto">
          <a:xfrm>
            <a:off x="10076278" y="3316859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4371764" name="Group 1484"/>
          <p:cNvGrpSpPr/>
          <p:nvPr/>
        </p:nvGrpSpPr>
        <p:grpSpPr bwMode="auto">
          <a:xfrm>
            <a:off x="10267807" y="3316859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2198250" name="Group 1487"/>
          <p:cNvGrpSpPr/>
          <p:nvPr/>
        </p:nvGrpSpPr>
        <p:grpSpPr bwMode="auto">
          <a:xfrm>
            <a:off x="10460430" y="3316859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69583" name="Group 1490"/>
          <p:cNvGrpSpPr/>
          <p:nvPr/>
        </p:nvGrpSpPr>
        <p:grpSpPr bwMode="auto">
          <a:xfrm>
            <a:off x="10653054" y="3316859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0835401" name="Group 1493"/>
          <p:cNvGrpSpPr/>
          <p:nvPr/>
        </p:nvGrpSpPr>
        <p:grpSpPr bwMode="auto">
          <a:xfrm>
            <a:off x="10844582" y="3316859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3569493" name="Group 1496"/>
          <p:cNvGrpSpPr/>
          <p:nvPr/>
        </p:nvGrpSpPr>
        <p:grpSpPr bwMode="auto">
          <a:xfrm>
            <a:off x="11037208" y="3316859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9984435" name="Group 1499"/>
          <p:cNvGrpSpPr/>
          <p:nvPr/>
        </p:nvGrpSpPr>
        <p:grpSpPr bwMode="auto">
          <a:xfrm>
            <a:off x="11229831" y="3316859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7517682" name="Group 1502"/>
          <p:cNvGrpSpPr/>
          <p:nvPr/>
        </p:nvGrpSpPr>
        <p:grpSpPr bwMode="auto">
          <a:xfrm>
            <a:off x="9114255" y="3316859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143522" name="Group 1505"/>
          <p:cNvGrpSpPr/>
          <p:nvPr/>
        </p:nvGrpSpPr>
        <p:grpSpPr bwMode="auto">
          <a:xfrm>
            <a:off x="9306877" y="3316859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142087" name="Group 1508"/>
          <p:cNvGrpSpPr/>
          <p:nvPr/>
        </p:nvGrpSpPr>
        <p:grpSpPr bwMode="auto">
          <a:xfrm>
            <a:off x="9499500" y="3316859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089013" name="Group 1511"/>
          <p:cNvGrpSpPr/>
          <p:nvPr/>
        </p:nvGrpSpPr>
        <p:grpSpPr bwMode="auto">
          <a:xfrm>
            <a:off x="9691029" y="3506331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540361" name="Group 1514"/>
          <p:cNvGrpSpPr/>
          <p:nvPr/>
        </p:nvGrpSpPr>
        <p:grpSpPr bwMode="auto">
          <a:xfrm>
            <a:off x="9883656" y="3506331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9714847" name="Group 1517"/>
          <p:cNvGrpSpPr/>
          <p:nvPr/>
        </p:nvGrpSpPr>
        <p:grpSpPr bwMode="auto">
          <a:xfrm>
            <a:off x="10076278" y="3506331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7671380" name="Group 1520"/>
          <p:cNvGrpSpPr/>
          <p:nvPr/>
        </p:nvGrpSpPr>
        <p:grpSpPr bwMode="auto">
          <a:xfrm>
            <a:off x="10267807" y="3506331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014897" name="Group 1523"/>
          <p:cNvGrpSpPr/>
          <p:nvPr/>
        </p:nvGrpSpPr>
        <p:grpSpPr bwMode="auto">
          <a:xfrm>
            <a:off x="10460430" y="3506331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1934922" name="Group 1526"/>
          <p:cNvGrpSpPr/>
          <p:nvPr/>
        </p:nvGrpSpPr>
        <p:grpSpPr bwMode="auto">
          <a:xfrm>
            <a:off x="10653054" y="3506331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411631" name="Group 1529"/>
          <p:cNvGrpSpPr/>
          <p:nvPr/>
        </p:nvGrpSpPr>
        <p:grpSpPr bwMode="auto">
          <a:xfrm>
            <a:off x="10844582" y="3506331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860948" name="Group 1532"/>
          <p:cNvGrpSpPr/>
          <p:nvPr/>
        </p:nvGrpSpPr>
        <p:grpSpPr bwMode="auto">
          <a:xfrm>
            <a:off x="11037208" y="3506331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455930" name="Group 1535"/>
          <p:cNvGrpSpPr/>
          <p:nvPr/>
        </p:nvGrpSpPr>
        <p:grpSpPr bwMode="auto">
          <a:xfrm>
            <a:off x="11229831" y="3506331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165748" name="Group 1538"/>
          <p:cNvGrpSpPr/>
          <p:nvPr/>
        </p:nvGrpSpPr>
        <p:grpSpPr bwMode="auto">
          <a:xfrm>
            <a:off x="9114255" y="3506331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03448" name="Group 1541"/>
          <p:cNvGrpSpPr/>
          <p:nvPr/>
        </p:nvGrpSpPr>
        <p:grpSpPr bwMode="auto">
          <a:xfrm>
            <a:off x="9306877" y="3506331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3611" name="Group 1544"/>
          <p:cNvGrpSpPr/>
          <p:nvPr/>
        </p:nvGrpSpPr>
        <p:grpSpPr bwMode="auto">
          <a:xfrm>
            <a:off x="9499500" y="3506331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8645890" name="Group 1547"/>
          <p:cNvGrpSpPr/>
          <p:nvPr/>
        </p:nvGrpSpPr>
        <p:grpSpPr bwMode="auto">
          <a:xfrm>
            <a:off x="9691029" y="3697859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9641276" name="Group 1550"/>
          <p:cNvGrpSpPr/>
          <p:nvPr/>
        </p:nvGrpSpPr>
        <p:grpSpPr bwMode="auto">
          <a:xfrm>
            <a:off x="9883656" y="3697859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306794" name="Group 1553"/>
          <p:cNvGrpSpPr/>
          <p:nvPr/>
        </p:nvGrpSpPr>
        <p:grpSpPr bwMode="auto">
          <a:xfrm>
            <a:off x="10076278" y="3697859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801959" name="Group 1556"/>
          <p:cNvGrpSpPr/>
          <p:nvPr/>
        </p:nvGrpSpPr>
        <p:grpSpPr bwMode="auto">
          <a:xfrm>
            <a:off x="10267807" y="3697859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054531" name="Group 1559"/>
          <p:cNvGrpSpPr/>
          <p:nvPr/>
        </p:nvGrpSpPr>
        <p:grpSpPr bwMode="auto">
          <a:xfrm>
            <a:off x="10460430" y="3697859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0810369" name="Group 1562"/>
          <p:cNvGrpSpPr/>
          <p:nvPr/>
        </p:nvGrpSpPr>
        <p:grpSpPr bwMode="auto">
          <a:xfrm>
            <a:off x="10653054" y="3697859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691698" name="Group 1565"/>
          <p:cNvGrpSpPr/>
          <p:nvPr/>
        </p:nvGrpSpPr>
        <p:grpSpPr bwMode="auto">
          <a:xfrm>
            <a:off x="10844582" y="3697859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9986" name="Group 1568"/>
          <p:cNvGrpSpPr/>
          <p:nvPr/>
        </p:nvGrpSpPr>
        <p:grpSpPr bwMode="auto">
          <a:xfrm>
            <a:off x="11037208" y="3697859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217411" name="Group 1571"/>
          <p:cNvGrpSpPr/>
          <p:nvPr/>
        </p:nvGrpSpPr>
        <p:grpSpPr bwMode="auto">
          <a:xfrm>
            <a:off x="11229831" y="3697859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470533" name="Group 1574"/>
          <p:cNvGrpSpPr/>
          <p:nvPr/>
        </p:nvGrpSpPr>
        <p:grpSpPr bwMode="auto">
          <a:xfrm>
            <a:off x="9114255" y="3697859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9564746" name="Group 1577"/>
          <p:cNvGrpSpPr/>
          <p:nvPr/>
        </p:nvGrpSpPr>
        <p:grpSpPr bwMode="auto">
          <a:xfrm>
            <a:off x="9306877" y="3697859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1285848" name="Group 1580"/>
          <p:cNvGrpSpPr/>
          <p:nvPr/>
        </p:nvGrpSpPr>
        <p:grpSpPr bwMode="auto">
          <a:xfrm>
            <a:off x="9499500" y="3697859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544995" name="Group 1583"/>
          <p:cNvGrpSpPr/>
          <p:nvPr/>
        </p:nvGrpSpPr>
        <p:grpSpPr bwMode="auto">
          <a:xfrm>
            <a:off x="9691029" y="3887332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958697" name="Group 1586"/>
          <p:cNvGrpSpPr/>
          <p:nvPr/>
        </p:nvGrpSpPr>
        <p:grpSpPr bwMode="auto">
          <a:xfrm>
            <a:off x="9883656" y="3887332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0757951" name="Group 1589"/>
          <p:cNvGrpSpPr/>
          <p:nvPr/>
        </p:nvGrpSpPr>
        <p:grpSpPr bwMode="auto">
          <a:xfrm>
            <a:off x="10076278" y="3887332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1227499" name="Group 1592"/>
          <p:cNvGrpSpPr/>
          <p:nvPr/>
        </p:nvGrpSpPr>
        <p:grpSpPr bwMode="auto">
          <a:xfrm>
            <a:off x="10267807" y="3887332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856361" name="Group 1595"/>
          <p:cNvGrpSpPr/>
          <p:nvPr/>
        </p:nvGrpSpPr>
        <p:grpSpPr bwMode="auto">
          <a:xfrm>
            <a:off x="10460430" y="3887332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7136226" name="Group 1598"/>
          <p:cNvGrpSpPr/>
          <p:nvPr/>
        </p:nvGrpSpPr>
        <p:grpSpPr bwMode="auto">
          <a:xfrm>
            <a:off x="10653054" y="3887332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273171" name="Group 1601"/>
          <p:cNvGrpSpPr/>
          <p:nvPr/>
        </p:nvGrpSpPr>
        <p:grpSpPr bwMode="auto">
          <a:xfrm>
            <a:off x="10844582" y="3887332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9837258" name="Group 1604"/>
          <p:cNvGrpSpPr/>
          <p:nvPr/>
        </p:nvGrpSpPr>
        <p:grpSpPr bwMode="auto">
          <a:xfrm>
            <a:off x="11037208" y="3887332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5838299" name="Group 1607"/>
          <p:cNvGrpSpPr/>
          <p:nvPr/>
        </p:nvGrpSpPr>
        <p:grpSpPr bwMode="auto">
          <a:xfrm>
            <a:off x="11229831" y="3887332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147848" name="Group 1610"/>
          <p:cNvGrpSpPr/>
          <p:nvPr/>
        </p:nvGrpSpPr>
        <p:grpSpPr bwMode="auto">
          <a:xfrm>
            <a:off x="9114255" y="3887332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7244857" name="Group 1613"/>
          <p:cNvGrpSpPr/>
          <p:nvPr/>
        </p:nvGrpSpPr>
        <p:grpSpPr bwMode="auto">
          <a:xfrm>
            <a:off x="9306877" y="3887332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73851" name="Group 1616"/>
          <p:cNvGrpSpPr/>
          <p:nvPr/>
        </p:nvGrpSpPr>
        <p:grpSpPr bwMode="auto">
          <a:xfrm>
            <a:off x="9499500" y="3887332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2774494" name="Group 1619"/>
          <p:cNvGrpSpPr/>
          <p:nvPr/>
        </p:nvGrpSpPr>
        <p:grpSpPr bwMode="auto">
          <a:xfrm>
            <a:off x="9691029" y="1410069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1776404" name="Group 1622"/>
          <p:cNvGrpSpPr/>
          <p:nvPr/>
        </p:nvGrpSpPr>
        <p:grpSpPr bwMode="auto">
          <a:xfrm>
            <a:off x="9883656" y="1410069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2746944" name="Group 1625"/>
          <p:cNvGrpSpPr/>
          <p:nvPr/>
        </p:nvGrpSpPr>
        <p:grpSpPr bwMode="auto">
          <a:xfrm>
            <a:off x="10076278" y="1410069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764770" name="Group 1628"/>
          <p:cNvGrpSpPr/>
          <p:nvPr/>
        </p:nvGrpSpPr>
        <p:grpSpPr bwMode="auto">
          <a:xfrm>
            <a:off x="10267807" y="1410069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1256979" name="Group 1631"/>
          <p:cNvGrpSpPr/>
          <p:nvPr/>
        </p:nvGrpSpPr>
        <p:grpSpPr bwMode="auto">
          <a:xfrm>
            <a:off x="10460430" y="1410069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951455" name="Group 1634"/>
          <p:cNvGrpSpPr/>
          <p:nvPr/>
        </p:nvGrpSpPr>
        <p:grpSpPr bwMode="auto">
          <a:xfrm>
            <a:off x="10653054" y="1410069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4815023" name="Group 1637"/>
          <p:cNvGrpSpPr/>
          <p:nvPr/>
        </p:nvGrpSpPr>
        <p:grpSpPr bwMode="auto">
          <a:xfrm>
            <a:off x="10844582" y="1410069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183189" name="Group 1640"/>
          <p:cNvGrpSpPr/>
          <p:nvPr/>
        </p:nvGrpSpPr>
        <p:grpSpPr bwMode="auto">
          <a:xfrm>
            <a:off x="11037208" y="1410069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7322138" name="Group 1643"/>
          <p:cNvGrpSpPr/>
          <p:nvPr/>
        </p:nvGrpSpPr>
        <p:grpSpPr bwMode="auto">
          <a:xfrm>
            <a:off x="11229831" y="1410069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54597" name="Group 1646"/>
          <p:cNvGrpSpPr/>
          <p:nvPr/>
        </p:nvGrpSpPr>
        <p:grpSpPr bwMode="auto">
          <a:xfrm>
            <a:off x="9114255" y="1410069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2723092" name="Group 1649"/>
          <p:cNvGrpSpPr/>
          <p:nvPr/>
        </p:nvGrpSpPr>
        <p:grpSpPr bwMode="auto">
          <a:xfrm>
            <a:off x="9306877" y="1410069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2540750" name="Group 1652"/>
          <p:cNvGrpSpPr/>
          <p:nvPr/>
        </p:nvGrpSpPr>
        <p:grpSpPr bwMode="auto">
          <a:xfrm>
            <a:off x="9499500" y="1410069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317932" name="Group 1655"/>
          <p:cNvGrpSpPr/>
          <p:nvPr/>
        </p:nvGrpSpPr>
        <p:grpSpPr bwMode="auto">
          <a:xfrm>
            <a:off x="9691029" y="1599542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078915" name="Group 1658"/>
          <p:cNvGrpSpPr/>
          <p:nvPr/>
        </p:nvGrpSpPr>
        <p:grpSpPr bwMode="auto">
          <a:xfrm>
            <a:off x="9883656" y="1599542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119416" name="Group 1661"/>
          <p:cNvGrpSpPr/>
          <p:nvPr/>
        </p:nvGrpSpPr>
        <p:grpSpPr bwMode="auto">
          <a:xfrm>
            <a:off x="10076278" y="1599542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806" name="Group 1664"/>
          <p:cNvGrpSpPr/>
          <p:nvPr/>
        </p:nvGrpSpPr>
        <p:grpSpPr bwMode="auto">
          <a:xfrm>
            <a:off x="10267807" y="1599542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445594" name="Group 1667"/>
          <p:cNvGrpSpPr/>
          <p:nvPr/>
        </p:nvGrpSpPr>
        <p:grpSpPr bwMode="auto">
          <a:xfrm>
            <a:off x="10460430" y="1599542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1867218" name="Group 1670"/>
          <p:cNvGrpSpPr/>
          <p:nvPr/>
        </p:nvGrpSpPr>
        <p:grpSpPr bwMode="auto">
          <a:xfrm>
            <a:off x="10653054" y="1599542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205880" name="Group 1673"/>
          <p:cNvGrpSpPr/>
          <p:nvPr/>
        </p:nvGrpSpPr>
        <p:grpSpPr bwMode="auto">
          <a:xfrm>
            <a:off x="10844582" y="1599542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28529" name="Group 1676"/>
          <p:cNvGrpSpPr/>
          <p:nvPr/>
        </p:nvGrpSpPr>
        <p:grpSpPr bwMode="auto">
          <a:xfrm>
            <a:off x="11037208" y="1599542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6654327" name="Group 1679"/>
          <p:cNvGrpSpPr/>
          <p:nvPr/>
        </p:nvGrpSpPr>
        <p:grpSpPr bwMode="auto">
          <a:xfrm>
            <a:off x="11229831" y="1599542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9781121" name="Group 1682"/>
          <p:cNvGrpSpPr/>
          <p:nvPr/>
        </p:nvGrpSpPr>
        <p:grpSpPr bwMode="auto">
          <a:xfrm>
            <a:off x="9114255" y="1599542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746733" name="Group 1685"/>
          <p:cNvGrpSpPr/>
          <p:nvPr/>
        </p:nvGrpSpPr>
        <p:grpSpPr bwMode="auto">
          <a:xfrm>
            <a:off x="9306877" y="1599542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07669" name="Group 1688"/>
          <p:cNvGrpSpPr/>
          <p:nvPr/>
        </p:nvGrpSpPr>
        <p:grpSpPr bwMode="auto">
          <a:xfrm>
            <a:off x="9499500" y="1599542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050455" name="Group 1691"/>
          <p:cNvGrpSpPr/>
          <p:nvPr/>
        </p:nvGrpSpPr>
        <p:grpSpPr bwMode="auto">
          <a:xfrm>
            <a:off x="9691029" y="4077831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0511387" name="Group 1694"/>
          <p:cNvGrpSpPr/>
          <p:nvPr/>
        </p:nvGrpSpPr>
        <p:grpSpPr bwMode="auto">
          <a:xfrm>
            <a:off x="9883656" y="4077831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949402" name="Group 1697"/>
          <p:cNvGrpSpPr/>
          <p:nvPr/>
        </p:nvGrpSpPr>
        <p:grpSpPr bwMode="auto">
          <a:xfrm>
            <a:off x="10076278" y="4077831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6352650" name="Group 1700"/>
          <p:cNvGrpSpPr/>
          <p:nvPr/>
        </p:nvGrpSpPr>
        <p:grpSpPr bwMode="auto">
          <a:xfrm>
            <a:off x="10267807" y="4077831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7910251" name="Group 1703"/>
          <p:cNvGrpSpPr/>
          <p:nvPr/>
        </p:nvGrpSpPr>
        <p:grpSpPr bwMode="auto">
          <a:xfrm>
            <a:off x="10460430" y="4077831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5524727" name="Group 1706"/>
          <p:cNvGrpSpPr/>
          <p:nvPr/>
        </p:nvGrpSpPr>
        <p:grpSpPr bwMode="auto">
          <a:xfrm>
            <a:off x="10653054" y="4077831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5994946" name="Group 1709"/>
          <p:cNvGrpSpPr/>
          <p:nvPr/>
        </p:nvGrpSpPr>
        <p:grpSpPr bwMode="auto">
          <a:xfrm>
            <a:off x="10844582" y="4077831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730592" name="Group 1712"/>
          <p:cNvGrpSpPr/>
          <p:nvPr/>
        </p:nvGrpSpPr>
        <p:grpSpPr bwMode="auto">
          <a:xfrm>
            <a:off x="11037208" y="4077831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1130598" name="Group 1715"/>
          <p:cNvGrpSpPr/>
          <p:nvPr/>
        </p:nvGrpSpPr>
        <p:grpSpPr bwMode="auto">
          <a:xfrm>
            <a:off x="11229831" y="4077831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104" name="Group 1718"/>
          <p:cNvGrpSpPr/>
          <p:nvPr/>
        </p:nvGrpSpPr>
        <p:grpSpPr bwMode="auto">
          <a:xfrm>
            <a:off x="9114255" y="4077831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936535" name="Group 1721"/>
          <p:cNvGrpSpPr/>
          <p:nvPr/>
        </p:nvGrpSpPr>
        <p:grpSpPr bwMode="auto">
          <a:xfrm>
            <a:off x="9306877" y="4077831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981520" name="Group 1724"/>
          <p:cNvGrpSpPr/>
          <p:nvPr/>
        </p:nvGrpSpPr>
        <p:grpSpPr bwMode="auto">
          <a:xfrm>
            <a:off x="9499500" y="4077831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3535828" name="Group 1727"/>
          <p:cNvGrpSpPr/>
          <p:nvPr/>
        </p:nvGrpSpPr>
        <p:grpSpPr bwMode="auto">
          <a:xfrm>
            <a:off x="9691029" y="4267302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381187" name="Group 1730"/>
          <p:cNvGrpSpPr/>
          <p:nvPr/>
        </p:nvGrpSpPr>
        <p:grpSpPr bwMode="auto">
          <a:xfrm>
            <a:off x="9883656" y="4267302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9745845" name="Group 1733"/>
          <p:cNvGrpSpPr/>
          <p:nvPr/>
        </p:nvGrpSpPr>
        <p:grpSpPr bwMode="auto">
          <a:xfrm>
            <a:off x="10076278" y="4267302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1914720" name="Group 1736"/>
          <p:cNvGrpSpPr/>
          <p:nvPr/>
        </p:nvGrpSpPr>
        <p:grpSpPr bwMode="auto">
          <a:xfrm>
            <a:off x="10267807" y="4267302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7646644" name="Group 1739"/>
          <p:cNvGrpSpPr/>
          <p:nvPr/>
        </p:nvGrpSpPr>
        <p:grpSpPr bwMode="auto">
          <a:xfrm>
            <a:off x="10460430" y="4267302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8100512" name="Group 1742"/>
          <p:cNvGrpSpPr/>
          <p:nvPr/>
        </p:nvGrpSpPr>
        <p:grpSpPr bwMode="auto">
          <a:xfrm>
            <a:off x="10653054" y="4267302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011015" name="Group 1745"/>
          <p:cNvGrpSpPr/>
          <p:nvPr/>
        </p:nvGrpSpPr>
        <p:grpSpPr bwMode="auto">
          <a:xfrm>
            <a:off x="10844582" y="4267302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1653405" name="Group 1748"/>
          <p:cNvGrpSpPr/>
          <p:nvPr/>
        </p:nvGrpSpPr>
        <p:grpSpPr bwMode="auto">
          <a:xfrm>
            <a:off x="11037208" y="4267302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220393" name="Group 1751"/>
          <p:cNvGrpSpPr/>
          <p:nvPr/>
        </p:nvGrpSpPr>
        <p:grpSpPr bwMode="auto">
          <a:xfrm>
            <a:off x="11229831" y="4267302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685636" name="Group 1754"/>
          <p:cNvGrpSpPr/>
          <p:nvPr/>
        </p:nvGrpSpPr>
        <p:grpSpPr bwMode="auto">
          <a:xfrm>
            <a:off x="9114255" y="4267302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249999" name="Group 1757"/>
          <p:cNvGrpSpPr/>
          <p:nvPr/>
        </p:nvGrpSpPr>
        <p:grpSpPr bwMode="auto">
          <a:xfrm>
            <a:off x="9306877" y="4267302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762709" name="Group 1760"/>
          <p:cNvGrpSpPr/>
          <p:nvPr/>
        </p:nvGrpSpPr>
        <p:grpSpPr bwMode="auto">
          <a:xfrm>
            <a:off x="9499500" y="4267302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485387" name="AutoShape 1763"/>
          <p:cNvSpPr/>
          <p:nvPr/>
        </p:nvSpPr>
        <p:spPr bwMode="auto">
          <a:xfrm flipH="1">
            <a:off x="3432938" y="2910638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2346" name="AutoShape 1764"/>
          <p:cNvSpPr/>
          <p:nvPr/>
        </p:nvSpPr>
        <p:spPr bwMode="auto">
          <a:xfrm flipH="1">
            <a:off x="7559304" y="2910638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83988" name="AutoShape 26"/>
          <p:cNvSpPr/>
          <p:nvPr/>
        </p:nvSpPr>
        <p:spPr bwMode="auto">
          <a:xfrm flipH="1" flipV="1">
            <a:off x="1847466" y="118728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057355" name="AutoShape 27"/>
          <p:cNvSpPr/>
          <p:nvPr/>
        </p:nvSpPr>
        <p:spPr bwMode="auto">
          <a:xfrm flipH="1" flipV="1">
            <a:off x="1847466" y="2350473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772007" name="AutoShape 28"/>
          <p:cNvSpPr/>
          <p:nvPr/>
        </p:nvSpPr>
        <p:spPr bwMode="auto">
          <a:xfrm flipH="1" flipV="1">
            <a:off x="1847466" y="3513657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5120997" name="AutoShape 29"/>
          <p:cNvSpPr/>
          <p:nvPr/>
        </p:nvSpPr>
        <p:spPr bwMode="auto">
          <a:xfrm flipH="1">
            <a:off x="1847466" y="3777507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580200" name="AutoShape 30"/>
          <p:cNvSpPr/>
          <p:nvPr/>
        </p:nvSpPr>
        <p:spPr bwMode="auto">
          <a:xfrm flipH="1">
            <a:off x="1847466" y="403385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0449375" name="Freeform 31"/>
          <p:cNvSpPr/>
          <p:nvPr/>
        </p:nvSpPr>
        <p:spPr bwMode="auto">
          <a:xfrm>
            <a:off x="1047906" y="7485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87425" name="Freeform 32"/>
          <p:cNvSpPr/>
          <p:nvPr/>
        </p:nvSpPr>
        <p:spPr bwMode="auto">
          <a:xfrm>
            <a:off x="1047906" y="30749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2581847" name="Freeform 33"/>
          <p:cNvSpPr/>
          <p:nvPr/>
        </p:nvSpPr>
        <p:spPr bwMode="auto">
          <a:xfrm>
            <a:off x="1047906" y="191175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57742" name="Freeform 34"/>
          <p:cNvSpPr/>
          <p:nvPr/>
        </p:nvSpPr>
        <p:spPr bwMode="auto">
          <a:xfrm>
            <a:off x="1047906" y="53984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236227" name="Freeform 35"/>
          <p:cNvSpPr/>
          <p:nvPr/>
        </p:nvSpPr>
        <p:spPr bwMode="auto">
          <a:xfrm>
            <a:off x="1047906" y="423812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736635" name="AutoShape 36"/>
          <p:cNvSpPr/>
          <p:nvPr/>
        </p:nvSpPr>
        <p:spPr bwMode="auto">
          <a:xfrm flipH="1" flipV="1">
            <a:off x="6968889" y="4038378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118141" name="AutoShape 37"/>
          <p:cNvSpPr/>
          <p:nvPr/>
        </p:nvSpPr>
        <p:spPr bwMode="auto">
          <a:xfrm flipH="1" flipV="1">
            <a:off x="6968889" y="3782031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38489" name="AutoShape 38"/>
          <p:cNvSpPr/>
          <p:nvPr/>
        </p:nvSpPr>
        <p:spPr bwMode="auto">
          <a:xfrm flipH="1" flipV="1">
            <a:off x="6968889" y="352506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89943" name="AutoShape 39"/>
          <p:cNvSpPr/>
          <p:nvPr/>
        </p:nvSpPr>
        <p:spPr bwMode="auto">
          <a:xfrm flipH="1">
            <a:off x="6968889" y="2370951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346090" name="AutoShape 40"/>
          <p:cNvSpPr/>
          <p:nvPr/>
        </p:nvSpPr>
        <p:spPr bwMode="auto">
          <a:xfrm flipH="1">
            <a:off x="6968889" y="120776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608818" name="Freeform 41"/>
          <p:cNvSpPr/>
          <p:nvPr/>
        </p:nvSpPr>
        <p:spPr bwMode="auto">
          <a:xfrm>
            <a:off x="10236922" y="769049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852839" name="Freeform 42"/>
          <p:cNvSpPr/>
          <p:nvPr/>
        </p:nvSpPr>
        <p:spPr bwMode="auto">
          <a:xfrm>
            <a:off x="10236922" y="309541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109409" name="Freeform 43"/>
          <p:cNvSpPr/>
          <p:nvPr/>
        </p:nvSpPr>
        <p:spPr bwMode="auto">
          <a:xfrm>
            <a:off x="10236922" y="1932234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513987" name="Freeform 44"/>
          <p:cNvSpPr/>
          <p:nvPr/>
        </p:nvSpPr>
        <p:spPr bwMode="auto">
          <a:xfrm>
            <a:off x="10236922" y="54189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9668461" name="Freeform 45"/>
          <p:cNvSpPr/>
          <p:nvPr/>
        </p:nvSpPr>
        <p:spPr bwMode="auto">
          <a:xfrm>
            <a:off x="10236922" y="425860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450274" name="Freeform 46"/>
          <p:cNvSpPr/>
          <p:nvPr/>
        </p:nvSpPr>
        <p:spPr bwMode="auto">
          <a:xfrm>
            <a:off x="5115501" y="2636231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3712788" name="Freeform 47"/>
          <p:cNvSpPr/>
          <p:nvPr/>
        </p:nvSpPr>
        <p:spPr bwMode="auto">
          <a:xfrm>
            <a:off x="3267789" y="18856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084199" name="Freeform 48"/>
          <p:cNvSpPr/>
          <p:nvPr/>
        </p:nvSpPr>
        <p:spPr bwMode="auto">
          <a:xfrm>
            <a:off x="3267789" y="25868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294107" name="Freeform 49"/>
          <p:cNvSpPr/>
          <p:nvPr/>
        </p:nvSpPr>
        <p:spPr bwMode="auto">
          <a:xfrm>
            <a:off x="3267789" y="329996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7745720" name="Freeform 50"/>
          <p:cNvSpPr/>
          <p:nvPr/>
        </p:nvSpPr>
        <p:spPr bwMode="auto">
          <a:xfrm>
            <a:off x="3267789" y="401310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64230" name="Freeform 51"/>
          <p:cNvSpPr/>
          <p:nvPr/>
        </p:nvSpPr>
        <p:spPr bwMode="auto">
          <a:xfrm>
            <a:off x="3267789" y="4723784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730725" name="Freeform 52"/>
          <p:cNvSpPr/>
          <p:nvPr/>
        </p:nvSpPr>
        <p:spPr bwMode="auto">
          <a:xfrm>
            <a:off x="8388114" y="185007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8187529" name="Freeform 53"/>
          <p:cNvSpPr/>
          <p:nvPr/>
        </p:nvSpPr>
        <p:spPr bwMode="auto">
          <a:xfrm>
            <a:off x="8388114" y="2551206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727507" name="Freeform 54"/>
          <p:cNvSpPr/>
          <p:nvPr/>
        </p:nvSpPr>
        <p:spPr bwMode="auto">
          <a:xfrm>
            <a:off x="8388114" y="326434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90188" name="Freeform 55"/>
          <p:cNvSpPr/>
          <p:nvPr/>
        </p:nvSpPr>
        <p:spPr bwMode="auto">
          <a:xfrm>
            <a:off x="8388114" y="397748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245285" name="Freeform 56"/>
          <p:cNvSpPr/>
          <p:nvPr/>
        </p:nvSpPr>
        <p:spPr bwMode="auto">
          <a:xfrm>
            <a:off x="8388114" y="468816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640603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657836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209477" name="Freeform 27"/>
          <p:cNvSpPr/>
          <p:nvPr/>
        </p:nvSpPr>
        <p:spPr bwMode="auto">
          <a:xfrm rot="0" flipH="0" flipV="0">
            <a:off x="479007" y="694498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1101436915" name="Group 28"/>
          <p:cNvGrpSpPr/>
          <p:nvPr/>
        </p:nvGrpSpPr>
        <p:grpSpPr bwMode="auto">
          <a:xfrm rot="0" flipH="0" flipV="0">
            <a:off x="479007" y="693015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1305171346" name="AutoShape 31"/>
          <p:cNvSpPr/>
          <p:nvPr/>
        </p:nvSpPr>
        <p:spPr bwMode="auto">
          <a:xfrm flipH="1" flipV="1">
            <a:off x="4643718" y="2505207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281229" name="AutoShape 32"/>
          <p:cNvSpPr/>
          <p:nvPr/>
        </p:nvSpPr>
        <p:spPr bwMode="auto">
          <a:xfrm flipH="1" flipV="1">
            <a:off x="2818914" y="1244076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67903" name="AutoShape 33"/>
          <p:cNvSpPr/>
          <p:nvPr/>
        </p:nvSpPr>
        <p:spPr bwMode="auto">
          <a:xfrm flipH="1" flipV="1">
            <a:off x="1088106" y="2890724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605055" name="AutoShape 34"/>
          <p:cNvSpPr/>
          <p:nvPr/>
        </p:nvSpPr>
        <p:spPr bwMode="auto">
          <a:xfrm flipH="1">
            <a:off x="3900076" y="3591194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747816" name="AutoShape 35"/>
          <p:cNvSpPr/>
          <p:nvPr/>
        </p:nvSpPr>
        <p:spPr bwMode="auto">
          <a:xfrm flipH="1">
            <a:off x="2015240" y="3759069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634082" name="Freeform 36"/>
          <p:cNvSpPr/>
          <p:nvPr/>
        </p:nvSpPr>
        <p:spPr bwMode="auto">
          <a:xfrm>
            <a:off x="2395377" y="101168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88103" name="Freeform 38"/>
          <p:cNvSpPr/>
          <p:nvPr/>
        </p:nvSpPr>
        <p:spPr bwMode="auto">
          <a:xfrm>
            <a:off x="4220181" y="2272813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460924" name="Freeform 39"/>
          <p:cNvSpPr/>
          <p:nvPr/>
        </p:nvSpPr>
        <p:spPr bwMode="auto">
          <a:xfrm>
            <a:off x="664569" y="263761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3549944" name="Freeform 40"/>
          <p:cNvSpPr/>
          <p:nvPr/>
        </p:nvSpPr>
        <p:spPr bwMode="auto">
          <a:xfrm>
            <a:off x="3476540" y="361780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85877" name="Freeform 41"/>
          <p:cNvSpPr/>
          <p:nvPr/>
        </p:nvSpPr>
        <p:spPr bwMode="auto">
          <a:xfrm>
            <a:off x="1591701" y="4970034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899855" name="Freeform 42"/>
          <p:cNvSpPr/>
          <p:nvPr/>
        </p:nvSpPr>
        <p:spPr bwMode="auto">
          <a:xfrm>
            <a:off x="6736334" y="2878682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181939" name="AutoShape 43"/>
          <p:cNvSpPr/>
          <p:nvPr/>
        </p:nvSpPr>
        <p:spPr bwMode="auto">
          <a:xfrm flipH="1">
            <a:off x="8353427" y="3522488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574730" name="Freeform 45"/>
          <p:cNvSpPr/>
          <p:nvPr/>
        </p:nvSpPr>
        <p:spPr bwMode="auto">
          <a:xfrm rot="0" flipH="0" flipV="0">
            <a:off x="9313200" y="2660548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14989716" name="TextBox 46"/>
          <p:cNvSpPr txBox="1"/>
          <p:nvPr/>
        </p:nvSpPr>
        <p:spPr bwMode="auto">
          <a:xfrm rot="0" flipH="0" flipV="0">
            <a:off x="9313200" y="2652381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424929" name="Freeform 48"/>
          <p:cNvSpPr/>
          <p:nvPr/>
        </p:nvSpPr>
        <p:spPr bwMode="auto">
          <a:xfrm rot="0" flipH="0" flipV="0">
            <a:off x="95293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59588079" name="TextBox 49"/>
          <p:cNvSpPr txBox="1"/>
          <p:nvPr/>
        </p:nvSpPr>
        <p:spPr bwMode="auto">
          <a:xfrm rot="0" flipH="0" flipV="0">
            <a:off x="95293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2743785" name="AutoShape 50"/>
          <p:cNvSpPr/>
          <p:nvPr/>
        </p:nvSpPr>
        <p:spPr bwMode="auto">
          <a:xfrm>
            <a:off x="10533705" y="2747814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26715" name="Freeform 52"/>
          <p:cNvSpPr/>
          <p:nvPr/>
        </p:nvSpPr>
        <p:spPr bwMode="auto">
          <a:xfrm rot="0" flipH="0" flipV="0">
            <a:off x="95293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719024" name="TextBox 53"/>
          <p:cNvSpPr txBox="1"/>
          <p:nvPr/>
        </p:nvSpPr>
        <p:spPr bwMode="auto">
          <a:xfrm rot="0" flipH="0" flipV="0">
            <a:off x="95293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059992195" name="Freeform 55"/>
          <p:cNvSpPr/>
          <p:nvPr/>
        </p:nvSpPr>
        <p:spPr bwMode="auto">
          <a:xfrm rot="0" flipH="0" flipV="0">
            <a:off x="95293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4675876" name="TextBox 56"/>
          <p:cNvSpPr txBox="1"/>
          <p:nvPr/>
        </p:nvSpPr>
        <p:spPr bwMode="auto">
          <a:xfrm rot="0" flipH="0" flipV="0">
            <a:off x="95293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15186613" name="Freeform 58"/>
          <p:cNvSpPr/>
          <p:nvPr/>
        </p:nvSpPr>
        <p:spPr bwMode="auto">
          <a:xfrm rot="0" flipH="0" flipV="0">
            <a:off x="95293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3610121" name="TextBox 59"/>
          <p:cNvSpPr txBox="1"/>
          <p:nvPr/>
        </p:nvSpPr>
        <p:spPr bwMode="auto">
          <a:xfrm rot="0" flipH="0" flipV="0">
            <a:off x="95293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36683202" name="Freeform 61"/>
          <p:cNvSpPr/>
          <p:nvPr/>
        </p:nvSpPr>
        <p:spPr bwMode="auto">
          <a:xfrm rot="0" flipH="0" flipV="0">
            <a:off x="95293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673354" name="TextBox 62"/>
          <p:cNvSpPr txBox="1"/>
          <p:nvPr/>
        </p:nvSpPr>
        <p:spPr bwMode="auto">
          <a:xfrm rot="0" flipH="0" flipV="0">
            <a:off x="95293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22296779" name="Freeform 64"/>
          <p:cNvSpPr/>
          <p:nvPr/>
        </p:nvSpPr>
        <p:spPr bwMode="auto">
          <a:xfrm rot="0" flipH="0" flipV="0">
            <a:off x="107564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844882" name="TextBox 65"/>
          <p:cNvSpPr txBox="1"/>
          <p:nvPr/>
        </p:nvSpPr>
        <p:spPr bwMode="auto">
          <a:xfrm rot="0" flipH="0" flipV="0">
            <a:off x="107564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61611171" name="Freeform 67"/>
          <p:cNvSpPr/>
          <p:nvPr/>
        </p:nvSpPr>
        <p:spPr bwMode="auto">
          <a:xfrm rot="0" flipH="0" flipV="0">
            <a:off x="107564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531736" name="TextBox 68"/>
          <p:cNvSpPr txBox="1"/>
          <p:nvPr/>
        </p:nvSpPr>
        <p:spPr bwMode="auto">
          <a:xfrm rot="0" flipH="0" flipV="0">
            <a:off x="107564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4779670" name="Freeform 70"/>
          <p:cNvSpPr/>
          <p:nvPr/>
        </p:nvSpPr>
        <p:spPr bwMode="auto">
          <a:xfrm rot="0" flipH="0" flipV="0">
            <a:off x="107564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3304476" name="TextBox 71"/>
          <p:cNvSpPr txBox="1"/>
          <p:nvPr/>
        </p:nvSpPr>
        <p:spPr bwMode="auto">
          <a:xfrm rot="0" flipH="0" flipV="0">
            <a:off x="107564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74173936" name="Freeform 73"/>
          <p:cNvSpPr/>
          <p:nvPr/>
        </p:nvSpPr>
        <p:spPr bwMode="auto">
          <a:xfrm rot="0" flipH="0" flipV="0">
            <a:off x="107564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361861" name="TextBox 74"/>
          <p:cNvSpPr txBox="1"/>
          <p:nvPr/>
        </p:nvSpPr>
        <p:spPr bwMode="auto">
          <a:xfrm rot="0" flipH="0" flipV="0">
            <a:off x="107564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56364097" name="Freeform 76"/>
          <p:cNvSpPr/>
          <p:nvPr/>
        </p:nvSpPr>
        <p:spPr bwMode="auto">
          <a:xfrm rot="0" flipH="0" flipV="0">
            <a:off x="107564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507709" name="TextBox 77"/>
          <p:cNvSpPr txBox="1"/>
          <p:nvPr/>
        </p:nvSpPr>
        <p:spPr bwMode="auto">
          <a:xfrm rot="0" flipH="0" flipV="0">
            <a:off x="107564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724793937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350911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846274" name="Freeform 26"/>
          <p:cNvSpPr/>
          <p:nvPr/>
        </p:nvSpPr>
        <p:spPr bwMode="auto">
          <a:xfrm>
            <a:off x="5719618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900903" name="AutoShape 28"/>
          <p:cNvSpPr/>
          <p:nvPr/>
        </p:nvSpPr>
        <p:spPr bwMode="auto">
          <a:xfrm flipH="1">
            <a:off x="2813692" y="2181339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495644" name="Freeform 29"/>
          <p:cNvSpPr/>
          <p:nvPr/>
        </p:nvSpPr>
        <p:spPr bwMode="auto">
          <a:xfrm>
            <a:off x="7988426" y="1228167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8180336" name="Freeform 30"/>
          <p:cNvSpPr/>
          <p:nvPr/>
        </p:nvSpPr>
        <p:spPr bwMode="auto">
          <a:xfrm>
            <a:off x="3989932" y="1282649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152869" name="AutoShape 31"/>
          <p:cNvSpPr/>
          <p:nvPr/>
        </p:nvSpPr>
        <p:spPr bwMode="auto">
          <a:xfrm flipH="1">
            <a:off x="7031338" y="2181339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334912" name="Freeform 32"/>
          <p:cNvSpPr/>
          <p:nvPr/>
        </p:nvSpPr>
        <p:spPr bwMode="auto">
          <a:xfrm>
            <a:off x="9936463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89379" name="Freeform 34"/>
          <p:cNvSpPr/>
          <p:nvPr/>
        </p:nvSpPr>
        <p:spPr bwMode="auto">
          <a:xfrm>
            <a:off x="5622196" y="4699523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332518" name="AutoShape 35"/>
          <p:cNvSpPr/>
          <p:nvPr/>
        </p:nvSpPr>
        <p:spPr bwMode="auto">
          <a:xfrm flipH="1">
            <a:off x="2813692" y="5339815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3248590" name="Freeform 36"/>
          <p:cNvSpPr/>
          <p:nvPr/>
        </p:nvSpPr>
        <p:spPr bwMode="auto">
          <a:xfrm>
            <a:off x="9936463" y="4680029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6745147" name="AutoShape 37"/>
          <p:cNvSpPr/>
          <p:nvPr/>
        </p:nvSpPr>
        <p:spPr bwMode="auto">
          <a:xfrm flipH="1">
            <a:off x="7128760" y="5322772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214237" name="Freeform 38"/>
          <p:cNvSpPr/>
          <p:nvPr/>
        </p:nvSpPr>
        <p:spPr bwMode="auto">
          <a:xfrm>
            <a:off x="8664378" y="1228167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27185555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756835" y="1019729"/>
            <a:ext cx="1885511" cy="2056855"/>
          </a:xfrm>
          <a:prstGeom prst="rect">
            <a:avLst/>
          </a:prstGeom>
        </p:spPr>
      </p:pic>
      <p:pic>
        <p:nvPicPr>
          <p:cNvPr id="1975087008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807905" y="4110692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95499" name="Freeform 26"/>
          <p:cNvSpPr/>
          <p:nvPr/>
        </p:nvSpPr>
        <p:spPr bwMode="auto">
          <a:xfrm>
            <a:off x="3131768" y="537980"/>
            <a:ext cx="604289" cy="663143"/>
          </a:xfrm>
          <a:custGeom>
            <a:avLst/>
            <a:gdLst/>
            <a:ahLst/>
            <a:cxnLst/>
            <a:rect l="l" t="t" r="r" b="b"/>
            <a:pathLst>
              <a:path w="604291" h="663145" fill="norm" stroke="1" extrusionOk="0">
                <a:moveTo>
                  <a:pt x="0" y="0"/>
                </a:moveTo>
                <a:lnTo>
                  <a:pt x="604291" y="0"/>
                </a:lnTo>
                <a:lnTo>
                  <a:pt x="604291" y="663145"/>
                </a:lnTo>
                <a:lnTo>
                  <a:pt x="0" y="663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292762" name="Freeform 27"/>
          <p:cNvSpPr/>
          <p:nvPr/>
        </p:nvSpPr>
        <p:spPr bwMode="auto">
          <a:xfrm>
            <a:off x="8295677" y="623348"/>
            <a:ext cx="725620" cy="577775"/>
          </a:xfrm>
          <a:custGeom>
            <a:avLst/>
            <a:gdLst/>
            <a:ahLst/>
            <a:cxnLst/>
            <a:rect l="l" t="t" r="r" b="b"/>
            <a:pathLst>
              <a:path w="725622" h="577777" fill="norm" stroke="1" extrusionOk="0">
                <a:moveTo>
                  <a:pt x="0" y="0"/>
                </a:moveTo>
                <a:lnTo>
                  <a:pt x="725622" y="0"/>
                </a:lnTo>
                <a:lnTo>
                  <a:pt x="725622" y="577777"/>
                </a:lnTo>
                <a:lnTo>
                  <a:pt x="0" y="577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423595" name="AutoShape 28"/>
          <p:cNvSpPr/>
          <p:nvPr/>
        </p:nvSpPr>
        <p:spPr bwMode="auto">
          <a:xfrm flipV="1">
            <a:off x="3433914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806919" name="AutoShape 29"/>
          <p:cNvSpPr/>
          <p:nvPr/>
        </p:nvSpPr>
        <p:spPr bwMode="auto">
          <a:xfrm flipH="1" flipV="1">
            <a:off x="8658488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907315" name="AutoShape 30"/>
          <p:cNvSpPr/>
          <p:nvPr/>
        </p:nvSpPr>
        <p:spPr bwMode="auto">
          <a:xfrm>
            <a:off x="3433914" y="2032188"/>
            <a:ext cx="52245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007889" name="TextBox 31"/>
          <p:cNvSpPr txBox="1"/>
          <p:nvPr/>
        </p:nvSpPr>
        <p:spPr bwMode="auto">
          <a:xfrm flipH="0" flipV="0">
            <a:off x="3433914" y="1626012"/>
            <a:ext cx="5226011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ingresso + uscita in cieco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3040200" name=""/>
          <p:cNvSpPr/>
          <p:nvPr/>
        </p:nvSpPr>
        <p:spPr bwMode="auto">
          <a:xfrm rot="0" flipH="0" flipV="0">
            <a:off x="2382333" y="21166"/>
            <a:ext cx="7397749" cy="6773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645602" name="Freeform 26"/>
          <p:cNvSpPr/>
          <p:nvPr/>
        </p:nvSpPr>
        <p:spPr bwMode="auto">
          <a:xfrm>
            <a:off x="3048299" y="426702"/>
            <a:ext cx="604395" cy="663258"/>
          </a:xfrm>
          <a:custGeom>
            <a:avLst/>
            <a:gdLst/>
            <a:ahLst/>
            <a:cxnLst/>
            <a:rect l="l" t="t" r="r" b="b"/>
            <a:pathLst>
              <a:path w="604395" h="663260" fill="norm" stroke="1" extrusionOk="0">
                <a:moveTo>
                  <a:pt x="0" y="0"/>
                </a:moveTo>
                <a:lnTo>
                  <a:pt x="604395" y="0"/>
                </a:lnTo>
                <a:lnTo>
                  <a:pt x="604395" y="663260"/>
                </a:lnTo>
                <a:lnTo>
                  <a:pt x="0" y="663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575873" name="Freeform 27"/>
          <p:cNvSpPr/>
          <p:nvPr/>
        </p:nvSpPr>
        <p:spPr bwMode="auto">
          <a:xfrm>
            <a:off x="8213100" y="512085"/>
            <a:ext cx="725746" cy="577874"/>
          </a:xfrm>
          <a:custGeom>
            <a:avLst/>
            <a:gdLst/>
            <a:ahLst/>
            <a:cxnLst/>
            <a:rect l="l" t="t" r="r" b="b"/>
            <a:pathLst>
              <a:path w="725748" h="577877" fill="norm" stroke="1" extrusionOk="0">
                <a:moveTo>
                  <a:pt x="0" y="0"/>
                </a:moveTo>
                <a:lnTo>
                  <a:pt x="725748" y="0"/>
                </a:lnTo>
                <a:lnTo>
                  <a:pt x="725748" y="577877"/>
                </a:lnTo>
                <a:lnTo>
                  <a:pt x="0" y="577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605717" name="AutoShape 28"/>
          <p:cNvSpPr/>
          <p:nvPr/>
        </p:nvSpPr>
        <p:spPr bwMode="auto">
          <a:xfrm flipV="1">
            <a:off x="3350496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440137" name="AutoShape 29"/>
          <p:cNvSpPr/>
          <p:nvPr/>
        </p:nvSpPr>
        <p:spPr bwMode="auto">
          <a:xfrm flipV="1">
            <a:off x="8575973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6456153" name="AutoShape 30"/>
          <p:cNvSpPr/>
          <p:nvPr/>
        </p:nvSpPr>
        <p:spPr bwMode="auto">
          <a:xfrm>
            <a:off x="3350496" y="1921169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495894" name="TextBox 31"/>
          <p:cNvSpPr txBox="1"/>
          <p:nvPr/>
        </p:nvSpPr>
        <p:spPr bwMode="auto">
          <a:xfrm flipH="0" flipV="0">
            <a:off x="3350496" y="1514929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ingresso + uscita in cieco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2672414" name="AutoShape 32"/>
          <p:cNvSpPr/>
          <p:nvPr/>
        </p:nvSpPr>
        <p:spPr bwMode="auto">
          <a:xfrm flipH="1">
            <a:off x="3350496" y="2561573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625092" name="TextBox 33"/>
          <p:cNvSpPr txBox="1"/>
          <p:nvPr/>
        </p:nvSpPr>
        <p:spPr bwMode="auto">
          <a:xfrm flipH="0" flipV="0">
            <a:off x="3350496" y="2155181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firma cieca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814830" name=""/>
          <p:cNvSpPr/>
          <p:nvPr/>
        </p:nvSpPr>
        <p:spPr bwMode="auto">
          <a:xfrm rot="0" flipH="0" flipV="0">
            <a:off x="2382332" y="21165"/>
            <a:ext cx="7397749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669010" name="Freeform 26"/>
          <p:cNvSpPr/>
          <p:nvPr/>
        </p:nvSpPr>
        <p:spPr bwMode="auto">
          <a:xfrm>
            <a:off x="59339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2" y="0"/>
                </a:lnTo>
                <a:lnTo>
                  <a:pt x="603822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4930644" name="Freeform 27"/>
          <p:cNvSpPr/>
          <p:nvPr/>
        </p:nvSpPr>
        <p:spPr bwMode="auto">
          <a:xfrm>
            <a:off x="5753288" y="589289"/>
            <a:ext cx="725058" cy="577326"/>
          </a:xfrm>
          <a:custGeom>
            <a:avLst/>
            <a:gdLst/>
            <a:ahLst/>
            <a:cxnLst/>
            <a:rect l="l" t="t" r="r" b="b"/>
            <a:pathLst>
              <a:path w="725058" h="577328" fill="norm" stroke="1" extrusionOk="0">
                <a:moveTo>
                  <a:pt x="0" y="0"/>
                </a:moveTo>
                <a:lnTo>
                  <a:pt x="725058" y="0"/>
                </a:lnTo>
                <a:lnTo>
                  <a:pt x="725058" y="577328"/>
                </a:lnTo>
                <a:lnTo>
                  <a:pt x="0" y="577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865903" name="AutoShape 28"/>
          <p:cNvSpPr/>
          <p:nvPr/>
        </p:nvSpPr>
        <p:spPr bwMode="auto">
          <a:xfrm flipV="1">
            <a:off x="89530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919342" name="AutoShape 29"/>
          <p:cNvSpPr/>
          <p:nvPr/>
        </p:nvSpPr>
        <p:spPr bwMode="auto">
          <a:xfrm flipV="1">
            <a:off x="611581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926130" name="AutoShape 30"/>
          <p:cNvSpPr/>
          <p:nvPr/>
        </p:nvSpPr>
        <p:spPr bwMode="auto">
          <a:xfrm>
            <a:off x="895307" y="1997034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754899" name="TextBox 31"/>
          <p:cNvSpPr txBox="1"/>
          <p:nvPr/>
        </p:nvSpPr>
        <p:spPr bwMode="auto">
          <a:xfrm flipH="0" flipV="0">
            <a:off x="895306" y="1591137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ingresso + uscita in cieco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361785" name="AutoShape 32"/>
          <p:cNvSpPr/>
          <p:nvPr/>
        </p:nvSpPr>
        <p:spPr bwMode="auto">
          <a:xfrm flipH="1">
            <a:off x="895307" y="2636830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098609" name="TextBox 33"/>
          <p:cNvSpPr txBox="1"/>
          <p:nvPr/>
        </p:nvSpPr>
        <p:spPr bwMode="auto">
          <a:xfrm flipH="0" flipV="0">
            <a:off x="895306" y="2230779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firma cieca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0347385" name="Freeform 34"/>
          <p:cNvSpPr/>
          <p:nvPr/>
        </p:nvSpPr>
        <p:spPr bwMode="auto">
          <a:xfrm>
            <a:off x="1103600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1" y="0"/>
                </a:lnTo>
                <a:lnTo>
                  <a:pt x="603821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634529" name="AutoShape 35"/>
          <p:cNvSpPr/>
          <p:nvPr/>
        </p:nvSpPr>
        <p:spPr bwMode="auto">
          <a:xfrm flipH="1" flipV="1">
            <a:off x="11337912" y="1166616"/>
            <a:ext cx="0" cy="5374371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569659" name=""/>
          <p:cNvSpPr/>
          <p:nvPr/>
        </p:nvSpPr>
        <p:spPr bwMode="auto">
          <a:xfrm rot="0" flipH="0" flipV="0">
            <a:off x="329166" y="21165"/>
            <a:ext cx="11662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657562" name="Freeform 26"/>
          <p:cNvSpPr/>
          <p:nvPr/>
        </p:nvSpPr>
        <p:spPr bwMode="auto">
          <a:xfrm>
            <a:off x="593102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4" y="0"/>
                </a:lnTo>
                <a:lnTo>
                  <a:pt x="603854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064909" name="Freeform 27"/>
          <p:cNvSpPr/>
          <p:nvPr/>
        </p:nvSpPr>
        <p:spPr bwMode="auto">
          <a:xfrm>
            <a:off x="5753269" y="589134"/>
            <a:ext cx="725095" cy="577356"/>
          </a:xfrm>
          <a:custGeom>
            <a:avLst/>
            <a:gdLst/>
            <a:ahLst/>
            <a:cxnLst/>
            <a:rect l="l" t="t" r="r" b="b"/>
            <a:pathLst>
              <a:path w="725097" h="577358" fill="norm" stroke="1" extrusionOk="0">
                <a:moveTo>
                  <a:pt x="0" y="0"/>
                </a:moveTo>
                <a:lnTo>
                  <a:pt x="725097" y="0"/>
                </a:lnTo>
                <a:lnTo>
                  <a:pt x="725097" y="577358"/>
                </a:lnTo>
                <a:lnTo>
                  <a:pt x="0" y="577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168589" name="AutoShape 28"/>
          <p:cNvSpPr/>
          <p:nvPr/>
        </p:nvSpPr>
        <p:spPr bwMode="auto">
          <a:xfrm flipV="1">
            <a:off x="895028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883872" name="AutoShape 29"/>
          <p:cNvSpPr/>
          <p:nvPr/>
        </p:nvSpPr>
        <p:spPr bwMode="auto">
          <a:xfrm flipV="1">
            <a:off x="6115817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166185" name="AutoShape 30"/>
          <p:cNvSpPr/>
          <p:nvPr/>
        </p:nvSpPr>
        <p:spPr bwMode="auto">
          <a:xfrm>
            <a:off x="895028" y="1996954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51285" name="TextBox 31"/>
          <p:cNvSpPr txBox="1"/>
          <p:nvPr/>
        </p:nvSpPr>
        <p:spPr bwMode="auto">
          <a:xfrm flipH="0" flipV="0">
            <a:off x="895027" y="1591038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ingresso + uscita in cieco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118106" name="AutoShape 32"/>
          <p:cNvSpPr/>
          <p:nvPr/>
        </p:nvSpPr>
        <p:spPr bwMode="auto">
          <a:xfrm flipH="1">
            <a:off x="895028" y="2636783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12968" name="TextBox 33"/>
          <p:cNvSpPr txBox="1"/>
          <p:nvPr/>
        </p:nvSpPr>
        <p:spPr bwMode="auto">
          <a:xfrm flipH="0" flipV="0">
            <a:off x="895027" y="2230713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firma cieca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3929692" name="Freeform 34"/>
          <p:cNvSpPr/>
          <p:nvPr/>
        </p:nvSpPr>
        <p:spPr bwMode="auto">
          <a:xfrm>
            <a:off x="11036264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3" y="0"/>
                </a:lnTo>
                <a:lnTo>
                  <a:pt x="603853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254411" name="AutoShape 35"/>
          <p:cNvSpPr/>
          <p:nvPr/>
        </p:nvSpPr>
        <p:spPr bwMode="auto">
          <a:xfrm flipV="1">
            <a:off x="11338188" y="1166493"/>
            <a:ext cx="0" cy="537465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417331" name="TextBox 36"/>
          <p:cNvSpPr txBox="1"/>
          <p:nvPr/>
        </p:nvSpPr>
        <p:spPr bwMode="auto">
          <a:xfrm flipH="0" flipV="0">
            <a:off x="6117256" y="3526634"/>
            <a:ext cx="522237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uscita non in bolla + firma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28812" name="AutoShape 37"/>
          <p:cNvSpPr/>
          <p:nvPr/>
        </p:nvSpPr>
        <p:spPr bwMode="auto">
          <a:xfrm flipH="1">
            <a:off x="6115817" y="3933150"/>
            <a:ext cx="522236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63158" name=""/>
          <p:cNvSpPr/>
          <p:nvPr/>
        </p:nvSpPr>
        <p:spPr bwMode="auto">
          <a:xfrm rot="0" flipH="0" flipV="0">
            <a:off x="403249" y="21165"/>
            <a:ext cx="1157816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286935" name="Freeform 26"/>
          <p:cNvSpPr/>
          <p:nvPr/>
        </p:nvSpPr>
        <p:spPr bwMode="auto">
          <a:xfrm>
            <a:off x="594173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485621" name="Freeform 27"/>
          <p:cNvSpPr/>
          <p:nvPr/>
        </p:nvSpPr>
        <p:spPr bwMode="auto">
          <a:xfrm>
            <a:off x="5753340" y="589703"/>
            <a:ext cx="724953" cy="577244"/>
          </a:xfrm>
          <a:custGeom>
            <a:avLst/>
            <a:gdLst/>
            <a:ahLst/>
            <a:cxnLst/>
            <a:rect l="l" t="t" r="r" b="b"/>
            <a:pathLst>
              <a:path w="724956" h="577246" fill="norm" stroke="1" extrusionOk="0">
                <a:moveTo>
                  <a:pt x="0" y="0"/>
                </a:moveTo>
                <a:lnTo>
                  <a:pt x="724957" y="0"/>
                </a:lnTo>
                <a:lnTo>
                  <a:pt x="724957" y="577246"/>
                </a:lnTo>
                <a:lnTo>
                  <a:pt x="0" y="577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132521" name="AutoShape 28"/>
          <p:cNvSpPr/>
          <p:nvPr/>
        </p:nvSpPr>
        <p:spPr bwMode="auto">
          <a:xfrm flipV="1">
            <a:off x="896041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707210" name="AutoShape 29"/>
          <p:cNvSpPr/>
          <p:nvPr/>
        </p:nvSpPr>
        <p:spPr bwMode="auto">
          <a:xfrm flipV="1">
            <a:off x="6115817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973460" name="AutoShape 30"/>
          <p:cNvSpPr/>
          <p:nvPr/>
        </p:nvSpPr>
        <p:spPr bwMode="auto">
          <a:xfrm>
            <a:off x="896041" y="1997249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149327" name="TextBox 31"/>
          <p:cNvSpPr txBox="1"/>
          <p:nvPr/>
        </p:nvSpPr>
        <p:spPr bwMode="auto">
          <a:xfrm flipH="0" flipV="0">
            <a:off x="896040" y="1591402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ingresso + uscita in cieco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039018" name="AutoShape 32"/>
          <p:cNvSpPr/>
          <p:nvPr/>
        </p:nvSpPr>
        <p:spPr bwMode="auto">
          <a:xfrm flipH="1">
            <a:off x="896041" y="2636955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93853" name="TextBox 33"/>
          <p:cNvSpPr txBox="1"/>
          <p:nvPr/>
        </p:nvSpPr>
        <p:spPr bwMode="auto">
          <a:xfrm flipH="0" flipV="0">
            <a:off x="896040" y="2230955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firma cieca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295592" name="Freeform 34"/>
          <p:cNvSpPr/>
          <p:nvPr/>
        </p:nvSpPr>
        <p:spPr bwMode="auto">
          <a:xfrm>
            <a:off x="11035310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756777" name="AutoShape 35"/>
          <p:cNvSpPr/>
          <p:nvPr/>
        </p:nvSpPr>
        <p:spPr bwMode="auto">
          <a:xfrm flipV="1">
            <a:off x="11337175" y="1166949"/>
            <a:ext cx="0" cy="53736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057313" name="TextBox 36"/>
          <p:cNvSpPr txBox="1"/>
          <p:nvPr/>
        </p:nvSpPr>
        <p:spPr bwMode="auto">
          <a:xfrm flipH="0" flipV="0">
            <a:off x="6117256" y="3526624"/>
            <a:ext cx="5220636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uscita non in bolla + firma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0785680" name="AutoShape 37"/>
          <p:cNvSpPr/>
          <p:nvPr/>
        </p:nvSpPr>
        <p:spPr bwMode="auto">
          <a:xfrm flipH="1">
            <a:off x="6115817" y="3933070"/>
            <a:ext cx="522135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376575" name="AutoShape 38"/>
          <p:cNvSpPr/>
          <p:nvPr/>
        </p:nvSpPr>
        <p:spPr bwMode="auto">
          <a:xfrm flipH="1">
            <a:off x="896041" y="5227444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52489" name="TextBox 39"/>
          <p:cNvSpPr txBox="1"/>
          <p:nvPr/>
        </p:nvSpPr>
        <p:spPr bwMode="auto">
          <a:xfrm flipH="0" flipV="0">
            <a:off x="896040" y="4821596"/>
            <a:ext cx="5221215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transazione non firmata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7153698" name=""/>
          <p:cNvSpPr/>
          <p:nvPr/>
        </p:nvSpPr>
        <p:spPr bwMode="auto">
          <a:xfrm rot="0" flipH="0" flipV="0">
            <a:off x="403249" y="21165"/>
            <a:ext cx="11408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809065" name="Freeform 26"/>
          <p:cNvSpPr/>
          <p:nvPr/>
        </p:nvSpPr>
        <p:spPr bwMode="auto">
          <a:xfrm>
            <a:off x="515666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4" y="0"/>
                </a:lnTo>
                <a:lnTo>
                  <a:pt x="604184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570975" name="Freeform 27"/>
          <p:cNvSpPr/>
          <p:nvPr/>
        </p:nvSpPr>
        <p:spPr bwMode="auto">
          <a:xfrm>
            <a:off x="5678656" y="587529"/>
            <a:ext cx="725491" cy="577674"/>
          </a:xfrm>
          <a:custGeom>
            <a:avLst/>
            <a:gdLst/>
            <a:ahLst/>
            <a:cxnLst/>
            <a:rect l="l" t="t" r="r" b="b"/>
            <a:pathLst>
              <a:path w="725493" h="577674" fill="norm" stroke="1" extrusionOk="0">
                <a:moveTo>
                  <a:pt x="0" y="0"/>
                </a:moveTo>
                <a:lnTo>
                  <a:pt x="725494" y="0"/>
                </a:lnTo>
                <a:lnTo>
                  <a:pt x="725494" y="577674"/>
                </a:lnTo>
                <a:lnTo>
                  <a:pt x="0" y="577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764798" name="AutoShape 28"/>
          <p:cNvSpPr/>
          <p:nvPr/>
        </p:nvSpPr>
        <p:spPr bwMode="auto">
          <a:xfrm flipV="1">
            <a:off x="817758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780192" name="AutoShape 29"/>
          <p:cNvSpPr/>
          <p:nvPr/>
        </p:nvSpPr>
        <p:spPr bwMode="auto">
          <a:xfrm flipV="1">
            <a:off x="6041403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381013" name="AutoShape 30"/>
          <p:cNvSpPr/>
          <p:nvPr/>
        </p:nvSpPr>
        <p:spPr bwMode="auto">
          <a:xfrm>
            <a:off x="817758" y="199611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091249" name="TextBox 31"/>
          <p:cNvSpPr txBox="1"/>
          <p:nvPr/>
        </p:nvSpPr>
        <p:spPr bwMode="auto">
          <a:xfrm flipH="0" flipV="0">
            <a:off x="864726" y="1590005"/>
            <a:ext cx="51781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ingresso + uscita in cieco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0449043" name="AutoShape 32"/>
          <p:cNvSpPr/>
          <p:nvPr/>
        </p:nvSpPr>
        <p:spPr bwMode="auto">
          <a:xfrm flipH="1">
            <a:off x="817758" y="263629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940356" name="TextBox 33"/>
          <p:cNvSpPr txBox="1"/>
          <p:nvPr/>
        </p:nvSpPr>
        <p:spPr bwMode="auto">
          <a:xfrm flipH="0" flipV="0">
            <a:off x="817757" y="2230033"/>
            <a:ext cx="5224363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firma cieca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40111346" name="Freeform 34"/>
          <p:cNvSpPr/>
          <p:nvPr/>
        </p:nvSpPr>
        <p:spPr bwMode="auto">
          <a:xfrm>
            <a:off x="10964539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3" y="0"/>
                </a:lnTo>
                <a:lnTo>
                  <a:pt x="604183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3062102" name="AutoShape 35"/>
          <p:cNvSpPr/>
          <p:nvPr/>
        </p:nvSpPr>
        <p:spPr bwMode="auto">
          <a:xfrm flipV="1">
            <a:off x="11266631" y="1165203"/>
            <a:ext cx="0" cy="537759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987197" name="TextBox 36"/>
          <p:cNvSpPr txBox="1"/>
          <p:nvPr/>
        </p:nvSpPr>
        <p:spPr bwMode="auto">
          <a:xfrm flipH="0" flipV="0">
            <a:off x="6163006" y="3526662"/>
            <a:ext cx="5001345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uscita non in bolla + firma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2440377" name="AutoShape 37"/>
          <p:cNvSpPr/>
          <p:nvPr/>
        </p:nvSpPr>
        <p:spPr bwMode="auto">
          <a:xfrm flipH="1">
            <a:off x="6041403" y="3933374"/>
            <a:ext cx="522522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174999" name="AutoShape 38"/>
          <p:cNvSpPr/>
          <p:nvPr/>
        </p:nvSpPr>
        <p:spPr bwMode="auto">
          <a:xfrm flipH="1">
            <a:off x="817758" y="5228708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767445" name="AutoShape 39"/>
          <p:cNvSpPr/>
          <p:nvPr/>
        </p:nvSpPr>
        <p:spPr bwMode="auto">
          <a:xfrm flipH="1">
            <a:off x="817758" y="5863461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03298" name="TextBox 40"/>
          <p:cNvSpPr txBox="1"/>
          <p:nvPr/>
        </p:nvSpPr>
        <p:spPr bwMode="auto">
          <a:xfrm flipH="0" flipV="0">
            <a:off x="864726" y="4822594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transazione non firmata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5781846" name="TextBox 41"/>
          <p:cNvSpPr txBox="1"/>
          <p:nvPr/>
        </p:nvSpPr>
        <p:spPr bwMode="auto">
          <a:xfrm flipH="0" flipV="0">
            <a:off x="864726" y="5459373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firma della transazione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6079309" name=""/>
          <p:cNvSpPr/>
          <p:nvPr/>
        </p:nvSpPr>
        <p:spPr bwMode="auto">
          <a:xfrm rot="0" flipH="0" flipV="0">
            <a:off x="329166" y="21165"/>
            <a:ext cx="1148291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391527" name="Freeform 27"/>
          <p:cNvSpPr/>
          <p:nvPr/>
        </p:nvSpPr>
        <p:spPr bwMode="auto">
          <a:xfrm rot="0" flipH="0" flipV="0">
            <a:off x="3500379" y="704873"/>
            <a:ext cx="4785971" cy="4785971"/>
          </a:xfrm>
          <a:prstGeom prst="rect">
            <a:avLst/>
          </a:prstGeom>
          <a:blipFill>
            <a:blip r:embed="rId3"/>
            <a:stretch/>
          </a:blipFill>
          <a:ln/>
        </p:spPr>
        <p:txBody>
          <a:bodyPr/>
          <a:p/>
        </p:txBody>
      </p:sp>
      <p:sp>
        <p:nvSpPr>
          <p:cNvPr id="771950696" name="TextBox 28"/>
          <p:cNvSpPr txBox="1"/>
          <p:nvPr/>
        </p:nvSpPr>
        <p:spPr bwMode="auto">
          <a:xfrm flipH="0" flipV="0">
            <a:off x="3500379" y="5520608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Gregory Maxwell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593908" name="TextBox 28"/>
          <p:cNvSpPr txBox="1"/>
          <p:nvPr/>
        </p:nvSpPr>
        <p:spPr bwMode="auto">
          <a:xfrm flipH="0" flipV="0">
            <a:off x="3507218" y="5594895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Peter Todd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694635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7220" y="595090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101654" name="TextBox 28"/>
          <p:cNvSpPr txBox="1"/>
          <p:nvPr/>
        </p:nvSpPr>
        <p:spPr bwMode="auto">
          <a:xfrm flipH="0" flipV="0">
            <a:off x="313490" y="5054862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4519943" name="Group 29"/>
          <p:cNvGrpSpPr/>
          <p:nvPr/>
        </p:nvGrpSpPr>
        <p:grpSpPr bwMode="auto">
          <a:xfrm>
            <a:off x="6133871" y="165785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1973558114" name="TextBox 31"/>
          <p:cNvSpPr txBox="1"/>
          <p:nvPr/>
        </p:nvSpPr>
        <p:spPr bwMode="auto">
          <a:xfrm flipH="0" flipV="0">
            <a:off x="6235318" y="5054862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5616591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3490" y="92321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495737" name="TextBox 32"/>
          <p:cNvSpPr txBox="1"/>
          <p:nvPr/>
        </p:nvSpPr>
        <p:spPr bwMode="auto">
          <a:xfrm>
            <a:off x="434580" y="338785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Zerolink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441299" name="TextBox 33"/>
          <p:cNvSpPr txBox="1"/>
          <p:nvPr/>
        </p:nvSpPr>
        <p:spPr bwMode="auto">
          <a:xfrm>
            <a:off x="609248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8786521" name="TextBox 38"/>
          <p:cNvSpPr txBox="1"/>
          <p:nvPr/>
        </p:nvSpPr>
        <p:spPr bwMode="auto">
          <a:xfrm>
            <a:off x="4230425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707902" name="Rectangle: Rounded Corners 12"/>
          <p:cNvSpPr/>
          <p:nvPr/>
        </p:nvSpPr>
        <p:spPr bwMode="auto">
          <a:xfrm flipH="0" flipV="0">
            <a:off x="133480" y="102525"/>
            <a:ext cx="6911163" cy="642937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35619503" name=""/>
          <p:cNvGrpSpPr/>
          <p:nvPr/>
        </p:nvGrpSpPr>
        <p:grpSpPr bwMode="auto">
          <a:xfrm>
            <a:off x="567926" y="1433554"/>
            <a:ext cx="5927904" cy="4796321"/>
            <a:chOff x="0" y="0"/>
            <a:chExt cx="5927904" cy="4796321"/>
          </a:xfrm>
        </p:grpSpPr>
        <p:sp>
          <p:nvSpPr>
            <p:cNvPr id="301498128" name="Freeform 30"/>
            <p:cNvSpPr/>
            <p:nvPr/>
          </p:nvSpPr>
          <p:spPr bwMode="auto">
            <a:xfrm rot="0" flipH="0" flipV="0">
              <a:off x="0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8810422" name="TextBox 31"/>
            <p:cNvSpPr txBox="1"/>
            <p:nvPr/>
          </p:nvSpPr>
          <p:spPr bwMode="auto">
            <a:xfrm rot="0" flipH="0" flipV="0">
              <a:off x="0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15229402" name="AutoShape 34"/>
            <p:cNvSpPr/>
            <p:nvPr/>
          </p:nvSpPr>
          <p:spPr bwMode="auto">
            <a:xfrm flipH="0" flipV="0">
              <a:off x="2963952" y="0"/>
              <a:ext cx="0" cy="479631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165150491" name="Freeform 36"/>
            <p:cNvSpPr/>
            <p:nvPr/>
          </p:nvSpPr>
          <p:spPr bwMode="auto">
            <a:xfrm rot="0" flipH="0" flipV="0">
              <a:off x="0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5075824" name="TextBox 37"/>
            <p:cNvSpPr txBox="1"/>
            <p:nvPr/>
          </p:nvSpPr>
          <p:spPr bwMode="auto">
            <a:xfrm rot="0" flipH="0" flipV="0">
              <a:off x="0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2064862" name="Freeform 40"/>
            <p:cNvSpPr/>
            <p:nvPr/>
          </p:nvSpPr>
          <p:spPr bwMode="auto">
            <a:xfrm rot="0" flipH="0" flipV="0">
              <a:off x="187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0475749" name="TextBox 41"/>
            <p:cNvSpPr txBox="1"/>
            <p:nvPr/>
          </p:nvSpPr>
          <p:spPr bwMode="auto">
            <a:xfrm rot="0" flipH="0" flipV="0">
              <a:off x="187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07853794" name="Freeform 43"/>
            <p:cNvSpPr/>
            <p:nvPr/>
          </p:nvSpPr>
          <p:spPr bwMode="auto">
            <a:xfrm rot="0" flipH="0" flipV="0">
              <a:off x="187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6466384" name="TextBox 44"/>
            <p:cNvSpPr txBox="1"/>
            <p:nvPr/>
          </p:nvSpPr>
          <p:spPr bwMode="auto">
            <a:xfrm rot="0" flipH="0" flipV="0">
              <a:off x="187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28338751" name="Freeform 46"/>
            <p:cNvSpPr/>
            <p:nvPr/>
          </p:nvSpPr>
          <p:spPr bwMode="auto">
            <a:xfrm rot="0" flipH="0" flipV="0">
              <a:off x="187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51321298" name="TextBox 47"/>
            <p:cNvSpPr txBox="1"/>
            <p:nvPr/>
          </p:nvSpPr>
          <p:spPr bwMode="auto">
            <a:xfrm rot="0" flipH="0" flipV="0">
              <a:off x="187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5711115" name="Freeform 49"/>
            <p:cNvSpPr/>
            <p:nvPr/>
          </p:nvSpPr>
          <p:spPr bwMode="auto">
            <a:xfrm rot="0" flipH="0" flipV="0">
              <a:off x="3621178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6754709" name="TextBox 50"/>
            <p:cNvSpPr txBox="1"/>
            <p:nvPr/>
          </p:nvSpPr>
          <p:spPr bwMode="auto">
            <a:xfrm rot="0" flipH="0" flipV="0">
              <a:off x="3621178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7613779" name="Freeform 52"/>
            <p:cNvSpPr/>
            <p:nvPr/>
          </p:nvSpPr>
          <p:spPr bwMode="auto">
            <a:xfrm rot="0" flipH="0" flipV="0">
              <a:off x="3621178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34195062" name="TextBox 53"/>
            <p:cNvSpPr txBox="1"/>
            <p:nvPr/>
          </p:nvSpPr>
          <p:spPr bwMode="auto">
            <a:xfrm rot="0" flipH="0" flipV="0">
              <a:off x="3621178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7533596" name="Freeform 55"/>
            <p:cNvSpPr/>
            <p:nvPr/>
          </p:nvSpPr>
          <p:spPr bwMode="auto">
            <a:xfrm rot="0" flipH="0" flipV="0">
              <a:off x="3621364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1087326" name="TextBox 56"/>
            <p:cNvSpPr txBox="1"/>
            <p:nvPr/>
          </p:nvSpPr>
          <p:spPr bwMode="auto">
            <a:xfrm rot="0" flipH="0" flipV="0">
              <a:off x="3621364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01404" name="Freeform 58"/>
            <p:cNvSpPr/>
            <p:nvPr/>
          </p:nvSpPr>
          <p:spPr bwMode="auto">
            <a:xfrm rot="0" flipH="0" flipV="0">
              <a:off x="3621364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31529651" name="TextBox 59"/>
            <p:cNvSpPr txBox="1"/>
            <p:nvPr/>
          </p:nvSpPr>
          <p:spPr bwMode="auto">
            <a:xfrm rot="0" flipH="0" flipV="0">
              <a:off x="3621364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01798928" name="Freeform 61"/>
            <p:cNvSpPr/>
            <p:nvPr/>
          </p:nvSpPr>
          <p:spPr bwMode="auto">
            <a:xfrm rot="0" flipH="0" flipV="0">
              <a:off x="3621364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25755623" name="TextBox 62"/>
            <p:cNvSpPr txBox="1"/>
            <p:nvPr/>
          </p:nvSpPr>
          <p:spPr bwMode="auto">
            <a:xfrm rot="0" flipH="0" flipV="0">
              <a:off x="3621364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0745" name="Freeform 32"/>
          <p:cNvSpPr/>
          <p:nvPr/>
        </p:nvSpPr>
        <p:spPr bwMode="auto">
          <a:xfrm>
            <a:off x="1352304" y="237888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98316" name="Freeform 33"/>
          <p:cNvSpPr/>
          <p:nvPr/>
        </p:nvSpPr>
        <p:spPr bwMode="auto">
          <a:xfrm>
            <a:off x="3205758" y="1708524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4" y="0"/>
                </a:lnTo>
                <a:lnTo>
                  <a:pt x="755174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6019865" name="Freeform 34"/>
          <p:cNvSpPr/>
          <p:nvPr/>
        </p:nvSpPr>
        <p:spPr bwMode="auto">
          <a:xfrm>
            <a:off x="2343033" y="3352853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829303" name="Freeform 35"/>
          <p:cNvSpPr/>
          <p:nvPr/>
        </p:nvSpPr>
        <p:spPr bwMode="auto">
          <a:xfrm>
            <a:off x="1352304" y="35661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389656" name="Freeform 36"/>
          <p:cNvSpPr/>
          <p:nvPr/>
        </p:nvSpPr>
        <p:spPr bwMode="auto">
          <a:xfrm>
            <a:off x="2182327" y="432353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130391" name="Freeform 37"/>
          <p:cNvSpPr/>
          <p:nvPr/>
        </p:nvSpPr>
        <p:spPr bwMode="auto">
          <a:xfrm>
            <a:off x="3205758" y="412550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21491" name="Freeform 38"/>
          <p:cNvSpPr/>
          <p:nvPr/>
        </p:nvSpPr>
        <p:spPr bwMode="auto">
          <a:xfrm>
            <a:off x="1139019" y="49786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7670" name="Freeform 39"/>
          <p:cNvSpPr/>
          <p:nvPr/>
        </p:nvSpPr>
        <p:spPr bwMode="auto">
          <a:xfrm>
            <a:off x="1956015" y="5294216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851443" name="Freeform 40"/>
          <p:cNvSpPr/>
          <p:nvPr/>
        </p:nvSpPr>
        <p:spPr bwMode="auto">
          <a:xfrm>
            <a:off x="2279031" y="211302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247235" name="Freeform 41"/>
          <p:cNvSpPr/>
          <p:nvPr/>
        </p:nvSpPr>
        <p:spPr bwMode="auto">
          <a:xfrm>
            <a:off x="3583346" y="5191922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5247728" name="Freeform 42"/>
          <p:cNvSpPr/>
          <p:nvPr/>
        </p:nvSpPr>
        <p:spPr bwMode="auto">
          <a:xfrm>
            <a:off x="3128324" y="3135972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3" y="0"/>
                </a:lnTo>
                <a:lnTo>
                  <a:pt x="755173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95677" name="Freeform 43"/>
          <p:cNvSpPr/>
          <p:nvPr/>
        </p:nvSpPr>
        <p:spPr bwMode="auto">
          <a:xfrm>
            <a:off x="1352304" y="1616317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698770" name="Freeform 44"/>
          <p:cNvSpPr/>
          <p:nvPr/>
        </p:nvSpPr>
        <p:spPr bwMode="auto">
          <a:xfrm>
            <a:off x="8820153" y="161631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3278963" name="Freeform 45"/>
          <p:cNvSpPr/>
          <p:nvPr/>
        </p:nvSpPr>
        <p:spPr bwMode="auto">
          <a:xfrm>
            <a:off x="10765617" y="244354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0421896" name="Freeform 46"/>
          <p:cNvSpPr/>
          <p:nvPr/>
        </p:nvSpPr>
        <p:spPr bwMode="auto">
          <a:xfrm>
            <a:off x="8672590" y="264474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37239" name="Freeform 47"/>
          <p:cNvSpPr/>
          <p:nvPr/>
        </p:nvSpPr>
        <p:spPr bwMode="auto">
          <a:xfrm>
            <a:off x="10765617" y="3464579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980650" name="Freeform 48"/>
          <p:cNvSpPr/>
          <p:nvPr/>
        </p:nvSpPr>
        <p:spPr bwMode="auto">
          <a:xfrm>
            <a:off x="10001894" y="182025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389040" name="Freeform 49"/>
          <p:cNvSpPr/>
          <p:nvPr/>
        </p:nvSpPr>
        <p:spPr bwMode="auto">
          <a:xfrm>
            <a:off x="9470172" y="324769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153702" name="Freeform 50"/>
          <p:cNvSpPr/>
          <p:nvPr/>
        </p:nvSpPr>
        <p:spPr bwMode="auto">
          <a:xfrm>
            <a:off x="8406730" y="444691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927472" name="Freeform 51"/>
          <p:cNvSpPr/>
          <p:nvPr/>
        </p:nvSpPr>
        <p:spPr bwMode="auto">
          <a:xfrm>
            <a:off x="10638088" y="434697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563832" name="Freeform 52"/>
          <p:cNvSpPr/>
          <p:nvPr/>
        </p:nvSpPr>
        <p:spPr bwMode="auto">
          <a:xfrm>
            <a:off x="8938450" y="552636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869271" name="Freeform 53"/>
          <p:cNvSpPr/>
          <p:nvPr/>
        </p:nvSpPr>
        <p:spPr bwMode="auto">
          <a:xfrm>
            <a:off x="9553435" y="4612838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737621" name="Freeform 54"/>
          <p:cNvSpPr/>
          <p:nvPr/>
        </p:nvSpPr>
        <p:spPr bwMode="auto">
          <a:xfrm>
            <a:off x="10857839" y="5633872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5629663" name="TextBox 55"/>
          <p:cNvSpPr txBox="1"/>
          <p:nvPr/>
        </p:nvSpPr>
        <p:spPr bwMode="auto">
          <a:xfrm flipH="0" flipV="0">
            <a:off x="860512" y="861292"/>
            <a:ext cx="3594883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premiscelazione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29324248" name="TextBox 56"/>
          <p:cNvSpPr txBox="1"/>
          <p:nvPr/>
        </p:nvSpPr>
        <p:spPr bwMode="auto">
          <a:xfrm flipH="0" flipV="0">
            <a:off x="8219655" y="861292"/>
            <a:ext cx="3368756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post-mix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097518043" name="Freeform 58"/>
          <p:cNvSpPr/>
          <p:nvPr/>
        </p:nvSpPr>
        <p:spPr bwMode="auto">
          <a:xfrm rot="0" flipH="0" flipV="0">
            <a:off x="4680184" y="2540985"/>
            <a:ext cx="3208488" cy="1945145"/>
          </a:xfrm>
          <a:custGeom>
            <a:avLst/>
            <a:gdLst/>
            <a:ahLst/>
            <a:cxnLst/>
            <a:rect l="l" t="t" r="r" b="b"/>
            <a:pathLst>
              <a:path w="4277986" h="2593529" fill="norm" stroke="1" extrusionOk="0">
                <a:moveTo>
                  <a:pt x="0" y="0"/>
                </a:moveTo>
                <a:lnTo>
                  <a:pt x="4277986" y="0"/>
                </a:lnTo>
                <a:lnTo>
                  <a:pt x="4277986" y="2593529"/>
                </a:lnTo>
                <a:lnTo>
                  <a:pt x="0" y="259352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p/>
        </p:txBody>
      </p:sp>
      <p:sp>
        <p:nvSpPr>
          <p:cNvPr id="1064401323" name="TextBox 59"/>
          <p:cNvSpPr txBox="1"/>
          <p:nvPr/>
        </p:nvSpPr>
        <p:spPr bwMode="auto">
          <a:xfrm rot="0" flipH="0" flipV="0">
            <a:off x="5136093" y="3429000"/>
            <a:ext cx="2367807" cy="439017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coinjoins</a:t>
            </a:r>
            <a:endParaRPr/>
          </a:p>
        </p:txBody>
      </p:sp>
      <p:sp>
        <p:nvSpPr>
          <p:cNvPr id="965374686" name="AutoShape 60"/>
          <p:cNvSpPr/>
          <p:nvPr/>
        </p:nvSpPr>
        <p:spPr bwMode="auto">
          <a:xfrm>
            <a:off x="2810752" y="2459550"/>
            <a:ext cx="1869431" cy="5672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682750" name="AutoShape 61"/>
          <p:cNvSpPr/>
          <p:nvPr/>
        </p:nvSpPr>
        <p:spPr bwMode="auto">
          <a:xfrm>
            <a:off x="3883497" y="3513558"/>
            <a:ext cx="79668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10565" name="AutoShape 62"/>
          <p:cNvSpPr/>
          <p:nvPr/>
        </p:nvSpPr>
        <p:spPr bwMode="auto">
          <a:xfrm flipV="1">
            <a:off x="2556317" y="4342235"/>
            <a:ext cx="2123866" cy="10970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767543" name="AutoShape 63"/>
          <p:cNvSpPr/>
          <p:nvPr/>
        </p:nvSpPr>
        <p:spPr bwMode="auto">
          <a:xfrm>
            <a:off x="7888674" y="4319133"/>
            <a:ext cx="518053" cy="260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548252" name="AutoShape 64"/>
          <p:cNvSpPr/>
          <p:nvPr/>
        </p:nvSpPr>
        <p:spPr bwMode="auto">
          <a:xfrm>
            <a:off x="7888674" y="3513558"/>
            <a:ext cx="158149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979" name="AutoShape 65"/>
          <p:cNvSpPr/>
          <p:nvPr/>
        </p:nvSpPr>
        <p:spPr bwMode="auto">
          <a:xfrm flipV="1">
            <a:off x="7888674" y="2971002"/>
            <a:ext cx="783914" cy="1780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5974641" name="AutoShape 66"/>
          <p:cNvSpPr/>
          <p:nvPr/>
        </p:nvSpPr>
        <p:spPr bwMode="auto">
          <a:xfrm flipV="1">
            <a:off x="9204310" y="2734962"/>
            <a:ext cx="1561304" cy="1500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034285" name="AutoShape 67"/>
          <p:cNvSpPr/>
          <p:nvPr/>
        </p:nvSpPr>
        <p:spPr bwMode="auto">
          <a:xfrm>
            <a:off x="10001894" y="3558069"/>
            <a:ext cx="763722" cy="12785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180098" name="AutoShape 68"/>
          <p:cNvSpPr/>
          <p:nvPr/>
        </p:nvSpPr>
        <p:spPr bwMode="auto">
          <a:xfrm flipV="1">
            <a:off x="10085154" y="4678003"/>
            <a:ext cx="552929" cy="1355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578783" name="AutoShape 69"/>
          <p:cNvSpPr/>
          <p:nvPr/>
        </p:nvSpPr>
        <p:spPr bwMode="auto">
          <a:xfrm>
            <a:off x="8938450" y="4751246"/>
            <a:ext cx="614983" cy="889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62930" name="Freeform 70"/>
          <p:cNvSpPr/>
          <p:nvPr/>
        </p:nvSpPr>
        <p:spPr bwMode="auto">
          <a:xfrm>
            <a:off x="5983513" y="4678003"/>
            <a:ext cx="601830" cy="551426"/>
          </a:xfrm>
          <a:custGeom>
            <a:avLst/>
            <a:gdLst/>
            <a:ahLst/>
            <a:cxnLst/>
            <a:rect l="l" t="t" r="r" b="b"/>
            <a:pathLst>
              <a:path w="601831" h="551428" fill="norm" stroke="1" extrusionOk="0">
                <a:moveTo>
                  <a:pt x="0" y="0"/>
                </a:moveTo>
                <a:lnTo>
                  <a:pt x="601831" y="0"/>
                </a:lnTo>
                <a:lnTo>
                  <a:pt x="601831" y="551428"/>
                </a:lnTo>
                <a:lnTo>
                  <a:pt x="0" y="55142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964721" name="Rectangle: Rounded Corners 12"/>
          <p:cNvSpPr/>
          <p:nvPr/>
        </p:nvSpPr>
        <p:spPr bwMode="auto">
          <a:xfrm>
            <a:off x="821167" y="485940"/>
            <a:ext cx="3632789" cy="588939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677767640" name="Rectangle: Rounded Corners 12"/>
          <p:cNvSpPr/>
          <p:nvPr/>
        </p:nvSpPr>
        <p:spPr bwMode="auto">
          <a:xfrm>
            <a:off x="8219655" y="397335"/>
            <a:ext cx="3367676" cy="59779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165899" name="Freeform 29"/>
          <p:cNvSpPr/>
          <p:nvPr/>
        </p:nvSpPr>
        <p:spPr bwMode="auto">
          <a:xfrm>
            <a:off x="1235170" y="2550691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547504" name="Freeform 30"/>
          <p:cNvSpPr/>
          <p:nvPr/>
        </p:nvSpPr>
        <p:spPr bwMode="auto">
          <a:xfrm>
            <a:off x="3187224" y="1844673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6"/>
                </a:lnTo>
                <a:lnTo>
                  <a:pt x="0" y="795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8491429" name="Freeform 31"/>
          <p:cNvSpPr/>
          <p:nvPr/>
        </p:nvSpPr>
        <p:spPr bwMode="auto">
          <a:xfrm>
            <a:off x="2278602" y="3576475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60" y="0"/>
                </a:lnTo>
                <a:lnTo>
                  <a:pt x="449260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251377" name="Freeform 32"/>
          <p:cNvSpPr/>
          <p:nvPr/>
        </p:nvSpPr>
        <p:spPr bwMode="auto">
          <a:xfrm>
            <a:off x="1235170" y="3801106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42469" name="Freeform 33"/>
          <p:cNvSpPr/>
          <p:nvPr/>
        </p:nvSpPr>
        <p:spPr bwMode="auto">
          <a:xfrm>
            <a:off x="2109348" y="4598794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42821" name="Freeform 34"/>
          <p:cNvSpPr/>
          <p:nvPr/>
        </p:nvSpPr>
        <p:spPr bwMode="auto">
          <a:xfrm>
            <a:off x="3187224" y="4390228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013450" name="Freeform 35"/>
          <p:cNvSpPr/>
          <p:nvPr/>
        </p:nvSpPr>
        <p:spPr bwMode="auto">
          <a:xfrm>
            <a:off x="1010540" y="5288747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60"/>
                </a:lnTo>
                <a:lnTo>
                  <a:pt x="0" y="4492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718574" name="Freeform 36"/>
          <p:cNvSpPr/>
          <p:nvPr/>
        </p:nvSpPr>
        <p:spPr bwMode="auto">
          <a:xfrm>
            <a:off x="1870997" y="5621113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7" y="0"/>
                </a:lnTo>
                <a:lnTo>
                  <a:pt x="632237" y="632236"/>
                </a:lnTo>
                <a:lnTo>
                  <a:pt x="0" y="632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5522" name="Freeform 37"/>
          <p:cNvSpPr/>
          <p:nvPr/>
        </p:nvSpPr>
        <p:spPr bwMode="auto">
          <a:xfrm>
            <a:off x="2211197" y="2270688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038712" name="Freeform 38"/>
          <p:cNvSpPr/>
          <p:nvPr/>
        </p:nvSpPr>
        <p:spPr bwMode="auto">
          <a:xfrm>
            <a:off x="3584896" y="5513375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6" y="0"/>
                </a:lnTo>
                <a:lnTo>
                  <a:pt x="632236" y="632237"/>
                </a:lnTo>
                <a:lnTo>
                  <a:pt x="0" y="632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869088" name="Freeform 39"/>
          <p:cNvSpPr/>
          <p:nvPr/>
        </p:nvSpPr>
        <p:spPr bwMode="auto">
          <a:xfrm>
            <a:off x="3105668" y="3348057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7"/>
                </a:lnTo>
                <a:lnTo>
                  <a:pt x="0" y="7953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760929" name="Freeform 40"/>
          <p:cNvSpPr/>
          <p:nvPr/>
        </p:nvSpPr>
        <p:spPr bwMode="auto">
          <a:xfrm>
            <a:off x="1235170" y="1747562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572838" name="AutoShape 41"/>
          <p:cNvSpPr/>
          <p:nvPr/>
        </p:nvSpPr>
        <p:spPr bwMode="auto">
          <a:xfrm>
            <a:off x="2771204" y="2600822"/>
            <a:ext cx="4345617" cy="778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134352" name="AutoShape 42"/>
          <p:cNvSpPr/>
          <p:nvPr/>
        </p:nvSpPr>
        <p:spPr bwMode="auto">
          <a:xfrm flipV="1">
            <a:off x="4217132" y="4844811"/>
            <a:ext cx="2899818" cy="88789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839732" name="AutoShape 43"/>
          <p:cNvSpPr/>
          <p:nvPr/>
        </p:nvSpPr>
        <p:spPr bwMode="auto">
          <a:xfrm flipV="1">
            <a:off x="2503233" y="4111841"/>
            <a:ext cx="4613715" cy="17083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729361" name="Freeform 48"/>
          <p:cNvSpPr/>
          <p:nvPr/>
        </p:nvSpPr>
        <p:spPr bwMode="auto">
          <a:xfrm rot="0" flipH="0" flipV="0">
            <a:off x="7116822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41674311" name="TextBox 49"/>
          <p:cNvSpPr txBox="1"/>
          <p:nvPr/>
        </p:nvSpPr>
        <p:spPr bwMode="auto">
          <a:xfrm rot="0" flipH="0" flipV="0">
            <a:off x="7116822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07530778" name="AutoShape 50"/>
          <p:cNvSpPr/>
          <p:nvPr/>
        </p:nvSpPr>
        <p:spPr bwMode="auto">
          <a:xfrm>
            <a:off x="9158261" y="1914342"/>
            <a:ext cx="0" cy="393596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038501" name="Freeform 52"/>
          <p:cNvSpPr/>
          <p:nvPr/>
        </p:nvSpPr>
        <p:spPr bwMode="auto">
          <a:xfrm rot="0" flipH="0" flipV="0">
            <a:off x="7116822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090302" name="TextBox 53"/>
          <p:cNvSpPr txBox="1"/>
          <p:nvPr/>
        </p:nvSpPr>
        <p:spPr bwMode="auto">
          <a:xfrm rot="0" flipH="0" flipV="0">
            <a:off x="7116822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5442510" name="Freeform 55"/>
          <p:cNvSpPr/>
          <p:nvPr/>
        </p:nvSpPr>
        <p:spPr bwMode="auto">
          <a:xfrm rot="0" flipH="0" flipV="0">
            <a:off x="7116952" y="3839319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771405" name="TextBox 56"/>
          <p:cNvSpPr txBox="1"/>
          <p:nvPr/>
        </p:nvSpPr>
        <p:spPr bwMode="auto">
          <a:xfrm rot="0" flipH="0" flipV="0">
            <a:off x="7116952" y="3766140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08998976" name="Freeform 58"/>
          <p:cNvSpPr/>
          <p:nvPr/>
        </p:nvSpPr>
        <p:spPr bwMode="auto">
          <a:xfrm rot="0" flipH="0" flipV="0">
            <a:off x="7116952" y="4572288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3745644" name="TextBox 59"/>
          <p:cNvSpPr txBox="1"/>
          <p:nvPr/>
        </p:nvSpPr>
        <p:spPr bwMode="auto">
          <a:xfrm rot="0" flipH="0" flipV="0">
            <a:off x="7116952" y="4499109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29699055" name="Freeform 61"/>
          <p:cNvSpPr/>
          <p:nvPr/>
        </p:nvSpPr>
        <p:spPr bwMode="auto">
          <a:xfrm rot="0" flipH="0" flipV="0">
            <a:off x="9610925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453633" name="TextBox 62"/>
          <p:cNvSpPr txBox="1"/>
          <p:nvPr/>
        </p:nvSpPr>
        <p:spPr bwMode="auto">
          <a:xfrm rot="0" flipH="0" flipV="0">
            <a:off x="9610925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14997801" name="Freeform 64"/>
          <p:cNvSpPr/>
          <p:nvPr/>
        </p:nvSpPr>
        <p:spPr bwMode="auto">
          <a:xfrm rot="0" flipH="0" flipV="0">
            <a:off x="9610925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49255906" name="TextBox 65"/>
          <p:cNvSpPr txBox="1"/>
          <p:nvPr/>
        </p:nvSpPr>
        <p:spPr bwMode="auto">
          <a:xfrm rot="0" flipH="0" flipV="0">
            <a:off x="9610925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80154975" name="AutoShape 66"/>
          <p:cNvSpPr/>
          <p:nvPr/>
        </p:nvSpPr>
        <p:spPr bwMode="auto">
          <a:xfrm>
            <a:off x="3982569" y="2287784"/>
            <a:ext cx="3134251" cy="3581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929183" name="Freeform 67"/>
          <p:cNvSpPr/>
          <p:nvPr/>
        </p:nvSpPr>
        <p:spPr bwMode="auto">
          <a:xfrm>
            <a:off x="5206322" y="1111253"/>
            <a:ext cx="787869" cy="600750"/>
          </a:xfrm>
          <a:custGeom>
            <a:avLst/>
            <a:gdLst/>
            <a:ahLst/>
            <a:cxnLst/>
            <a:rect l="l" t="t" r="r" b="b"/>
            <a:pathLst>
              <a:path w="787869" h="600750" fill="norm" stroke="1" extrusionOk="0">
                <a:moveTo>
                  <a:pt x="0" y="0"/>
                </a:moveTo>
                <a:lnTo>
                  <a:pt x="787870" y="0"/>
                </a:lnTo>
                <a:lnTo>
                  <a:pt x="787870" y="600750"/>
                </a:lnTo>
                <a:lnTo>
                  <a:pt x="0" y="600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84912" name="TextBox 68"/>
          <p:cNvSpPr txBox="1"/>
          <p:nvPr/>
        </p:nvSpPr>
        <p:spPr bwMode="auto">
          <a:xfrm flipH="0" flipV="0">
            <a:off x="746752" y="945379"/>
            <a:ext cx="363422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portafoglio</a:t>
            </a:r>
            <a:endParaRPr/>
          </a:p>
        </p:txBody>
      </p:sp>
      <p:sp>
        <p:nvSpPr>
          <p:cNvPr id="1355008505" name="TextBox 69"/>
          <p:cNvSpPr txBox="1"/>
          <p:nvPr/>
        </p:nvSpPr>
        <p:spPr bwMode="auto">
          <a:xfrm>
            <a:off x="7024977" y="1339777"/>
            <a:ext cx="4268002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98007077" name="TextBox 70"/>
          <p:cNvSpPr txBox="1"/>
          <p:nvPr/>
        </p:nvSpPr>
        <p:spPr bwMode="auto">
          <a:xfrm>
            <a:off x="7145280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46472435" name="TextBox 71"/>
          <p:cNvSpPr txBox="1"/>
          <p:nvPr/>
        </p:nvSpPr>
        <p:spPr bwMode="auto">
          <a:xfrm>
            <a:off x="9639384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uscite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17459617" name="TextBox 72"/>
          <p:cNvSpPr txBox="1"/>
          <p:nvPr/>
        </p:nvSpPr>
        <p:spPr bwMode="auto">
          <a:xfrm flipH="0" flipV="0">
            <a:off x="4540781" y="1765224"/>
            <a:ext cx="2040383" cy="35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i="1" lang="en-US">
                <a:solidFill>
                  <a:srgbClr val="FF5C00"/>
                </a:solidFill>
                <a:latin typeface="IBM Plex Sans"/>
              </a:rPr>
              <a:t>CIOH! </a:t>
            </a:r>
            <a:r>
              <a:rPr sz="195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1596419667" name="Rectangle: Rounded Corners 12"/>
          <p:cNvSpPr/>
          <p:nvPr/>
        </p:nvSpPr>
        <p:spPr bwMode="auto">
          <a:xfrm>
            <a:off x="746753" y="558622"/>
            <a:ext cx="3632788" cy="588939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881081774" name="Rectangle: Rounded Corners 12"/>
          <p:cNvSpPr/>
          <p:nvPr/>
        </p:nvSpPr>
        <p:spPr bwMode="auto">
          <a:xfrm>
            <a:off x="6727566" y="1045950"/>
            <a:ext cx="4873254" cy="51805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6966381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797785" y="1823498"/>
            <a:ext cx="4680856" cy="289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15808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64916" y="0"/>
            <a:ext cx="766216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7486909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450678" y="1747761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62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82176"/>
            <a:ext cx="12191999" cy="6693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225059" name="TextBox 32"/>
          <p:cNvSpPr txBox="1"/>
          <p:nvPr/>
        </p:nvSpPr>
        <p:spPr bwMode="auto">
          <a:xfrm>
            <a:off x="1872210" y="534792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Wasabi 1.0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3302649" name="TextBox 33"/>
          <p:cNvSpPr txBox="1"/>
          <p:nvPr/>
        </p:nvSpPr>
        <p:spPr bwMode="auto">
          <a:xfrm>
            <a:off x="2046880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245157" name="TextBox 38"/>
          <p:cNvSpPr txBox="1"/>
          <p:nvPr/>
        </p:nvSpPr>
        <p:spPr bwMode="auto">
          <a:xfrm>
            <a:off x="5668058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38200" name="Freeform 54"/>
          <p:cNvSpPr/>
          <p:nvPr/>
        </p:nvSpPr>
        <p:spPr bwMode="auto">
          <a:xfrm>
            <a:off x="200370" y="214901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62218" name="Freeform 56"/>
          <p:cNvSpPr/>
          <p:nvPr/>
        </p:nvSpPr>
        <p:spPr bwMode="auto">
          <a:xfrm>
            <a:off x="200370" y="3114927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1"/>
                </a:lnTo>
                <a:lnTo>
                  <a:pt x="0" y="703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835210" name="AutoShape 58"/>
          <p:cNvSpPr/>
          <p:nvPr/>
        </p:nvSpPr>
        <p:spPr bwMode="auto">
          <a:xfrm flipH="1">
            <a:off x="841426" y="3466671"/>
            <a:ext cx="116413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418479" name="AutoShape 59"/>
          <p:cNvSpPr/>
          <p:nvPr/>
        </p:nvSpPr>
        <p:spPr bwMode="auto">
          <a:xfrm flipH="1">
            <a:off x="841426" y="2500761"/>
            <a:ext cx="11641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626424" name="Rectangle: Rounded Corners 12"/>
          <p:cNvSpPr/>
          <p:nvPr/>
        </p:nvSpPr>
        <p:spPr bwMode="auto">
          <a:xfrm flipH="0" flipV="0">
            <a:off x="1697962" y="153788"/>
            <a:ext cx="6572301" cy="63400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333107" name=""/>
          <p:cNvGrpSpPr/>
          <p:nvPr/>
        </p:nvGrpSpPr>
        <p:grpSpPr bwMode="auto">
          <a:xfrm>
            <a:off x="2005561" y="1982269"/>
            <a:ext cx="5927902" cy="4155364"/>
            <a:chOff x="0" y="0"/>
            <a:chExt cx="5927902" cy="4155364"/>
          </a:xfrm>
        </p:grpSpPr>
        <p:sp>
          <p:nvSpPr>
            <p:cNvPr id="1674812895" name="Freeform 30"/>
            <p:cNvSpPr/>
            <p:nvPr/>
          </p:nvSpPr>
          <p:spPr bwMode="auto">
            <a:xfrm rot="0" flipH="0" flipV="0">
              <a:off x="0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9586367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53288946" name="AutoShape 34"/>
            <p:cNvSpPr/>
            <p:nvPr/>
          </p:nvSpPr>
          <p:spPr bwMode="auto">
            <a:xfrm flipH="0" flipV="0">
              <a:off x="2963952" y="46751"/>
              <a:ext cx="0" cy="40992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40116530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98227460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76762817" name="Freeform 40"/>
            <p:cNvSpPr/>
            <p:nvPr/>
          </p:nvSpPr>
          <p:spPr bwMode="auto">
            <a:xfrm rot="0" flipH="0" flipV="0">
              <a:off x="3621177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1903859" name="TextBox 41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4154909" name="Freeform 43"/>
            <p:cNvSpPr/>
            <p:nvPr/>
          </p:nvSpPr>
          <p:spPr bwMode="auto">
            <a:xfrm rot="0" flipH="0" flipV="0">
              <a:off x="3621177" y="98584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92286149" name="TextBox 44"/>
            <p:cNvSpPr txBox="1"/>
            <p:nvPr/>
          </p:nvSpPr>
          <p:spPr bwMode="auto">
            <a:xfrm rot="0" flipH="0" flipV="0">
              <a:off x="3621177" y="81708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17477535" name="Freeform 46"/>
            <p:cNvSpPr/>
            <p:nvPr/>
          </p:nvSpPr>
          <p:spPr bwMode="auto">
            <a:xfrm rot="0" flipH="0" flipV="0">
              <a:off x="3621363" y="18029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076398" name="TextBox 47"/>
            <p:cNvSpPr txBox="1"/>
            <p:nvPr/>
          </p:nvSpPr>
          <p:spPr bwMode="auto">
            <a:xfrm rot="0" flipH="0" flipV="0">
              <a:off x="3621363" y="16341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8789363" name="Freeform 49"/>
            <p:cNvSpPr/>
            <p:nvPr/>
          </p:nvSpPr>
          <p:spPr bwMode="auto">
            <a:xfrm rot="0" flipH="0" flipV="0">
              <a:off x="3621363" y="262001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1866959" name="TextBox 50"/>
            <p:cNvSpPr txBox="1"/>
            <p:nvPr/>
          </p:nvSpPr>
          <p:spPr bwMode="auto">
            <a:xfrm rot="0" flipH="0" flipV="0">
              <a:off x="3621363" y="245124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1987719" name="Freeform 52"/>
            <p:cNvSpPr/>
            <p:nvPr/>
          </p:nvSpPr>
          <p:spPr bwMode="auto">
            <a:xfrm rot="0" flipH="0" flipV="0">
              <a:off x="3621363" y="34371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44239116" name="TextBox 53"/>
            <p:cNvSpPr txBox="1"/>
            <p:nvPr/>
          </p:nvSpPr>
          <p:spPr bwMode="auto">
            <a:xfrm rot="0" flipH="0" flipV="0">
              <a:off x="3621363" y="32683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348182" name="TextBox 32"/>
          <p:cNvSpPr txBox="1"/>
          <p:nvPr/>
        </p:nvSpPr>
        <p:spPr bwMode="auto">
          <a:xfrm>
            <a:off x="2983793" y="2583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Wabisabi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0839132" name="TextBox 33"/>
          <p:cNvSpPr txBox="1"/>
          <p:nvPr/>
        </p:nvSpPr>
        <p:spPr bwMode="auto">
          <a:xfrm>
            <a:off x="3158462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2606029" name="TextBox 38"/>
          <p:cNvSpPr txBox="1"/>
          <p:nvPr/>
        </p:nvSpPr>
        <p:spPr bwMode="auto">
          <a:xfrm>
            <a:off x="6779640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85069672" name="Freeform 54"/>
          <p:cNvSpPr/>
          <p:nvPr/>
        </p:nvSpPr>
        <p:spPr bwMode="auto">
          <a:xfrm>
            <a:off x="1311952" y="1004513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932086" name="TextBox 55"/>
          <p:cNvSpPr txBox="1"/>
          <p:nvPr/>
        </p:nvSpPr>
        <p:spPr bwMode="auto">
          <a:xfrm>
            <a:off x="114921" y="1073881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5908664" name="Freeform 56"/>
          <p:cNvSpPr/>
          <p:nvPr/>
        </p:nvSpPr>
        <p:spPr bwMode="auto">
          <a:xfrm>
            <a:off x="1311952" y="206774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22220" name="TextBox 57"/>
          <p:cNvSpPr txBox="1"/>
          <p:nvPr/>
        </p:nvSpPr>
        <p:spPr bwMode="auto">
          <a:xfrm>
            <a:off x="114921" y="2137117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8473511" name="AutoShape 58"/>
          <p:cNvSpPr/>
          <p:nvPr/>
        </p:nvSpPr>
        <p:spPr bwMode="auto">
          <a:xfrm flipH="1">
            <a:off x="1953008" y="2211645"/>
            <a:ext cx="1164134" cy="20784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720457" name="AutoShape 59"/>
          <p:cNvSpPr/>
          <p:nvPr/>
        </p:nvSpPr>
        <p:spPr bwMode="auto">
          <a:xfrm flipH="1" flipV="1">
            <a:off x="1953008" y="1356256"/>
            <a:ext cx="1164134" cy="1951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4772438" name="Rectangle: Rounded Corners 12"/>
          <p:cNvSpPr/>
          <p:nvPr/>
        </p:nvSpPr>
        <p:spPr bwMode="auto">
          <a:xfrm flipH="0" flipV="0">
            <a:off x="2729798" y="125676"/>
            <a:ext cx="6815963" cy="651867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75431441" name=""/>
          <p:cNvGrpSpPr/>
          <p:nvPr/>
        </p:nvGrpSpPr>
        <p:grpSpPr bwMode="auto">
          <a:xfrm>
            <a:off x="3117141" y="1149375"/>
            <a:ext cx="5927904" cy="5278527"/>
            <a:chOff x="0" y="0"/>
            <a:chExt cx="5927904" cy="5278527"/>
          </a:xfrm>
        </p:grpSpPr>
        <p:sp>
          <p:nvSpPr>
            <p:cNvPr id="1146239601" name="Freeform 30"/>
            <p:cNvSpPr/>
            <p:nvPr/>
          </p:nvSpPr>
          <p:spPr bwMode="auto">
            <a:xfrm rot="0" flipH="0" flipV="0">
              <a:off x="0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13875258" name="TextBox 31"/>
            <p:cNvSpPr txBox="1"/>
            <p:nvPr/>
          </p:nvSpPr>
          <p:spPr bwMode="auto">
            <a:xfrm rot="0" flipH="0" flipV="0">
              <a:off x="0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1707798" name="AutoShape 34"/>
            <p:cNvSpPr/>
            <p:nvPr/>
          </p:nvSpPr>
          <p:spPr bwMode="auto">
            <a:xfrm flipH="1">
              <a:off x="2963954" y="144661"/>
              <a:ext cx="0" cy="513386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95985722" name="Freeform 36"/>
            <p:cNvSpPr/>
            <p:nvPr/>
          </p:nvSpPr>
          <p:spPr bwMode="auto">
            <a:xfrm rot="0" flipH="0" flipV="0">
              <a:off x="0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777412" name="TextBox 37"/>
            <p:cNvSpPr txBox="1"/>
            <p:nvPr/>
          </p:nvSpPr>
          <p:spPr bwMode="auto">
            <a:xfrm rot="0" flipH="0" flipV="0">
              <a:off x="0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20128520" name="Freeform 40"/>
            <p:cNvSpPr/>
            <p:nvPr/>
          </p:nvSpPr>
          <p:spPr bwMode="auto">
            <a:xfrm rot="0" flipH="0" flipV="0">
              <a:off x="3621178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2447781" name="TextBox 41"/>
            <p:cNvSpPr txBox="1"/>
            <p:nvPr/>
          </p:nvSpPr>
          <p:spPr bwMode="auto">
            <a:xfrm rot="0" flipH="0" flipV="0">
              <a:off x="3621178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524277" name="Freeform 43"/>
            <p:cNvSpPr/>
            <p:nvPr/>
          </p:nvSpPr>
          <p:spPr bwMode="auto">
            <a:xfrm rot="0" flipH="0" flipV="0">
              <a:off x="3621178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91834" name="TextBox 44"/>
            <p:cNvSpPr txBox="1"/>
            <p:nvPr/>
          </p:nvSpPr>
          <p:spPr bwMode="auto">
            <a:xfrm rot="0" flipH="0" flipV="0">
              <a:off x="3621178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31786232" name="Freeform 46"/>
            <p:cNvSpPr/>
            <p:nvPr/>
          </p:nvSpPr>
          <p:spPr bwMode="auto">
            <a:xfrm rot="0" flipH="0" flipV="0">
              <a:off x="3621364" y="146522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794972" name="TextBox 47"/>
            <p:cNvSpPr txBox="1"/>
            <p:nvPr/>
          </p:nvSpPr>
          <p:spPr bwMode="auto">
            <a:xfrm rot="0" flipH="0" flipV="0">
              <a:off x="3621364" y="132056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9928316" name="Freeform 49"/>
            <p:cNvSpPr/>
            <p:nvPr/>
          </p:nvSpPr>
          <p:spPr bwMode="auto">
            <a:xfrm rot="0" flipH="0" flipV="0">
              <a:off x="3621364" y="2125503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6441431" name="TextBox 50"/>
            <p:cNvSpPr txBox="1"/>
            <p:nvPr/>
          </p:nvSpPr>
          <p:spPr bwMode="auto">
            <a:xfrm rot="0" flipH="0" flipV="0">
              <a:off x="3621364" y="198084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958005" name="Freeform 52"/>
            <p:cNvSpPr/>
            <p:nvPr/>
          </p:nvSpPr>
          <p:spPr bwMode="auto">
            <a:xfrm rot="0" flipH="0" flipV="0">
              <a:off x="3621364" y="278578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368516" name="TextBox 53"/>
            <p:cNvSpPr txBox="1"/>
            <p:nvPr/>
          </p:nvSpPr>
          <p:spPr bwMode="auto">
            <a:xfrm rot="0" flipH="0" flipV="0">
              <a:off x="3621364" y="264112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629587" name="Freeform 61"/>
            <p:cNvSpPr/>
            <p:nvPr/>
          </p:nvSpPr>
          <p:spPr bwMode="auto">
            <a:xfrm rot="0" flipH="0" flipV="0">
              <a:off x="3621364" y="344331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3459768" name="TextBox 62"/>
            <p:cNvSpPr txBox="1"/>
            <p:nvPr/>
          </p:nvSpPr>
          <p:spPr bwMode="auto">
            <a:xfrm rot="0" flipH="0" flipV="0">
              <a:off x="3621364" y="329865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3668759" name="Freeform 64"/>
            <p:cNvSpPr/>
            <p:nvPr/>
          </p:nvSpPr>
          <p:spPr bwMode="auto">
            <a:xfrm rot="0" flipH="0" flipV="0">
              <a:off x="3621364" y="4103595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64354501" name="TextBox 65"/>
            <p:cNvSpPr txBox="1"/>
            <p:nvPr/>
          </p:nvSpPr>
          <p:spPr bwMode="auto">
            <a:xfrm rot="0" flipH="0" flipV="0">
              <a:off x="3621364" y="3958932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9729948" name="Freeform 67"/>
            <p:cNvSpPr/>
            <p:nvPr/>
          </p:nvSpPr>
          <p:spPr bwMode="auto">
            <a:xfrm rot="0" flipH="0" flipV="0">
              <a:off x="3621364" y="476387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8519380" name="TextBox 68"/>
            <p:cNvSpPr txBox="1"/>
            <p:nvPr/>
          </p:nvSpPr>
          <p:spPr bwMode="auto">
            <a:xfrm rot="0" flipH="0" flipV="0">
              <a:off x="3621364" y="461921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384921" name="AutoShape 26"/>
          <p:cNvSpPr/>
          <p:nvPr/>
        </p:nvSpPr>
        <p:spPr bwMode="auto">
          <a:xfrm flipH="1" flipV="1">
            <a:off x="1020329" y="635532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891926" name="AutoShape 27"/>
          <p:cNvSpPr/>
          <p:nvPr/>
        </p:nvSpPr>
        <p:spPr bwMode="auto">
          <a:xfrm flipH="1" flipV="1">
            <a:off x="1020329" y="1798717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5937138" name="AutoShape 28"/>
          <p:cNvSpPr/>
          <p:nvPr/>
        </p:nvSpPr>
        <p:spPr bwMode="auto">
          <a:xfrm flipH="1">
            <a:off x="1020329" y="2961901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8246052" name="AutoShape 29"/>
          <p:cNvSpPr/>
          <p:nvPr/>
        </p:nvSpPr>
        <p:spPr bwMode="auto">
          <a:xfrm flipH="1">
            <a:off x="1001279" y="3216920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0026115" name="AutoShape 30"/>
          <p:cNvSpPr/>
          <p:nvPr/>
        </p:nvSpPr>
        <p:spPr bwMode="auto">
          <a:xfrm flipH="1">
            <a:off x="1020329" y="3478185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9469493" name="AutoShape 31"/>
          <p:cNvSpPr/>
          <p:nvPr/>
        </p:nvSpPr>
        <p:spPr bwMode="auto">
          <a:xfrm flipH="1" flipV="1">
            <a:off x="6122701" y="3477792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448300" name="AutoShape 32"/>
          <p:cNvSpPr/>
          <p:nvPr/>
        </p:nvSpPr>
        <p:spPr bwMode="auto">
          <a:xfrm flipH="1" flipV="1">
            <a:off x="6122701" y="3221445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5673482" name="AutoShape 33"/>
          <p:cNvSpPr/>
          <p:nvPr/>
        </p:nvSpPr>
        <p:spPr bwMode="auto">
          <a:xfrm flipH="1" flipV="1">
            <a:off x="6122701" y="2964474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643773" name="AutoShape 34"/>
          <p:cNvSpPr/>
          <p:nvPr/>
        </p:nvSpPr>
        <p:spPr bwMode="auto">
          <a:xfrm flipH="1">
            <a:off x="6122701" y="1810364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001482" name="AutoShape 35"/>
          <p:cNvSpPr/>
          <p:nvPr/>
        </p:nvSpPr>
        <p:spPr bwMode="auto">
          <a:xfrm flipH="1">
            <a:off x="6122701" y="647180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752570" name="Freeform 36"/>
          <p:cNvSpPr/>
          <p:nvPr/>
        </p:nvSpPr>
        <p:spPr bwMode="auto">
          <a:xfrm>
            <a:off x="142895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15996825" name="Group 37"/>
          <p:cNvGrpSpPr/>
          <p:nvPr/>
        </p:nvGrpSpPr>
        <p:grpSpPr bwMode="auto">
          <a:xfrm>
            <a:off x="4346414" y="2112309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833980815" name="Freeform 41"/>
          <p:cNvSpPr/>
          <p:nvPr/>
        </p:nvSpPr>
        <p:spPr bwMode="auto">
          <a:xfrm>
            <a:off x="142895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8356" name="Freeform 42"/>
          <p:cNvSpPr/>
          <p:nvPr/>
        </p:nvSpPr>
        <p:spPr bwMode="auto">
          <a:xfrm>
            <a:off x="142895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372760" name="Freeform 43"/>
          <p:cNvSpPr/>
          <p:nvPr/>
        </p:nvSpPr>
        <p:spPr bwMode="auto">
          <a:xfrm>
            <a:off x="142895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97545" name="Freeform 44"/>
          <p:cNvSpPr/>
          <p:nvPr/>
        </p:nvSpPr>
        <p:spPr bwMode="auto">
          <a:xfrm>
            <a:off x="142895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33033" name="Freeform 45"/>
          <p:cNvSpPr/>
          <p:nvPr/>
        </p:nvSpPr>
        <p:spPr bwMode="auto">
          <a:xfrm>
            <a:off x="9370726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456637" name="Freeform 46"/>
          <p:cNvSpPr/>
          <p:nvPr/>
        </p:nvSpPr>
        <p:spPr bwMode="auto">
          <a:xfrm>
            <a:off x="9370726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741338" name="Freeform 47"/>
          <p:cNvSpPr/>
          <p:nvPr/>
        </p:nvSpPr>
        <p:spPr bwMode="auto">
          <a:xfrm>
            <a:off x="9370726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969696" name="Freeform 48"/>
          <p:cNvSpPr/>
          <p:nvPr/>
        </p:nvSpPr>
        <p:spPr bwMode="auto">
          <a:xfrm>
            <a:off x="9370726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084653" name="Freeform 49"/>
          <p:cNvSpPr/>
          <p:nvPr/>
        </p:nvSpPr>
        <p:spPr bwMode="auto">
          <a:xfrm>
            <a:off x="9370726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99584043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705961" y="2445199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925495" name="TextBox 32"/>
          <p:cNvSpPr txBox="1"/>
          <p:nvPr/>
        </p:nvSpPr>
        <p:spPr bwMode="auto">
          <a:xfrm>
            <a:off x="404892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5x5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040576" name="TextBox 33"/>
          <p:cNvSpPr txBox="1"/>
          <p:nvPr/>
        </p:nvSpPr>
        <p:spPr bwMode="auto">
          <a:xfrm>
            <a:off x="579559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8866012" name="AutoShape 34"/>
          <p:cNvSpPr/>
          <p:nvPr/>
        </p:nvSpPr>
        <p:spPr bwMode="auto">
          <a:xfrm>
            <a:off x="3502194" y="1035980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26986" name="TextBox 38"/>
          <p:cNvSpPr txBox="1"/>
          <p:nvPr/>
        </p:nvSpPr>
        <p:spPr bwMode="auto">
          <a:xfrm>
            <a:off x="420073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662351" name="Rectangle: Rounded Corners 12"/>
          <p:cNvSpPr/>
          <p:nvPr/>
        </p:nvSpPr>
        <p:spPr bwMode="auto">
          <a:xfrm flipH="0" flipV="0">
            <a:off x="176837" y="87642"/>
            <a:ext cx="6727360" cy="650378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0027410" name=""/>
          <p:cNvGrpSpPr/>
          <p:nvPr/>
        </p:nvGrpSpPr>
        <p:grpSpPr bwMode="auto">
          <a:xfrm>
            <a:off x="538238" y="1472138"/>
            <a:ext cx="5927902" cy="4750675"/>
            <a:chOff x="0" y="0"/>
            <a:chExt cx="5927902" cy="4750675"/>
          </a:xfrm>
        </p:grpSpPr>
        <p:sp>
          <p:nvSpPr>
            <p:cNvPr id="1283118363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6571969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2936932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752405" name="TextBox 37"/>
            <p:cNvSpPr txBox="1"/>
            <p:nvPr/>
          </p:nvSpPr>
          <p:spPr bwMode="auto">
            <a:xfrm rot="0" flipH="0" flipV="0">
              <a:off x="0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35791110" name="Freeform 40"/>
            <p:cNvSpPr/>
            <p:nvPr/>
          </p:nvSpPr>
          <p:spPr bwMode="auto">
            <a:xfrm rot="0" flipH="0" flipV="0">
              <a:off x="186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93486985" name="TextBox 41"/>
            <p:cNvSpPr txBox="1"/>
            <p:nvPr/>
          </p:nvSpPr>
          <p:spPr bwMode="auto">
            <a:xfrm rot="0" flipH="0" flipV="0">
              <a:off x="186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31751029" name="Freeform 43"/>
            <p:cNvSpPr/>
            <p:nvPr/>
          </p:nvSpPr>
          <p:spPr bwMode="auto">
            <a:xfrm rot="0" flipH="0" flipV="0">
              <a:off x="186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08311066" name="TextBox 44"/>
            <p:cNvSpPr txBox="1"/>
            <p:nvPr/>
          </p:nvSpPr>
          <p:spPr bwMode="auto">
            <a:xfrm rot="0" flipH="0" flipV="0">
              <a:off x="186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8046821" name="Freeform 46"/>
            <p:cNvSpPr/>
            <p:nvPr/>
          </p:nvSpPr>
          <p:spPr bwMode="auto">
            <a:xfrm rot="0" flipH="0" flipV="0">
              <a:off x="186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33850198" name="TextBox 47"/>
            <p:cNvSpPr txBox="1"/>
            <p:nvPr/>
          </p:nvSpPr>
          <p:spPr bwMode="auto">
            <a:xfrm rot="0" flipH="0" flipV="0">
              <a:off x="186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1736618" name="Freeform 49"/>
            <p:cNvSpPr/>
            <p:nvPr/>
          </p:nvSpPr>
          <p:spPr bwMode="auto">
            <a:xfrm rot="0" flipH="0" flipV="0">
              <a:off x="3621179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51752625" name="TextBox 50"/>
            <p:cNvSpPr txBox="1"/>
            <p:nvPr/>
          </p:nvSpPr>
          <p:spPr bwMode="auto">
            <a:xfrm rot="0" flipH="0" flipV="0">
              <a:off x="3621179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9404464" name="Freeform 52"/>
            <p:cNvSpPr/>
            <p:nvPr/>
          </p:nvSpPr>
          <p:spPr bwMode="auto">
            <a:xfrm rot="0" flipH="0" flipV="0">
              <a:off x="3621179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524191" name="TextBox 53"/>
            <p:cNvSpPr txBox="1"/>
            <p:nvPr/>
          </p:nvSpPr>
          <p:spPr bwMode="auto">
            <a:xfrm rot="0" flipH="0" flipV="0">
              <a:off x="3621179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66219339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442646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42210211" name="Freeform 58"/>
            <p:cNvSpPr/>
            <p:nvPr/>
          </p:nvSpPr>
          <p:spPr bwMode="auto">
            <a:xfrm rot="0" flipH="0" flipV="0">
              <a:off x="3621363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7205807" name="TextBox 59"/>
            <p:cNvSpPr txBox="1"/>
            <p:nvPr/>
          </p:nvSpPr>
          <p:spPr bwMode="auto">
            <a:xfrm rot="0" flipH="0" flipV="0">
              <a:off x="3621363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69416448" name="Freeform 61"/>
            <p:cNvSpPr/>
            <p:nvPr/>
          </p:nvSpPr>
          <p:spPr bwMode="auto">
            <a:xfrm rot="0" flipH="0" flipV="0">
              <a:off x="3621363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5051581" name="TextBox 62"/>
            <p:cNvSpPr txBox="1"/>
            <p:nvPr/>
          </p:nvSpPr>
          <p:spPr bwMode="auto">
            <a:xfrm rot="0" flipH="0" flipV="0">
              <a:off x="3621363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286931" name="TextBox 32"/>
          <p:cNvSpPr txBox="1"/>
          <p:nvPr/>
        </p:nvSpPr>
        <p:spPr bwMode="auto">
          <a:xfrm>
            <a:off x="373473" y="374058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6x6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399950" name="TextBox 33"/>
          <p:cNvSpPr txBox="1"/>
          <p:nvPr/>
        </p:nvSpPr>
        <p:spPr bwMode="auto">
          <a:xfrm>
            <a:off x="548140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81736467" name="AutoShape 34"/>
          <p:cNvSpPr/>
          <p:nvPr/>
        </p:nvSpPr>
        <p:spPr bwMode="auto">
          <a:xfrm>
            <a:off x="3470775" y="1024736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356368" name="TextBox 38"/>
          <p:cNvSpPr txBox="1"/>
          <p:nvPr/>
        </p:nvSpPr>
        <p:spPr bwMode="auto">
          <a:xfrm>
            <a:off x="4169318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1482458" name="Rectangle: Rounded Corners 12"/>
          <p:cNvSpPr/>
          <p:nvPr/>
        </p:nvSpPr>
        <p:spPr bwMode="auto">
          <a:xfrm flipH="0" flipV="0">
            <a:off x="145417" y="153788"/>
            <a:ext cx="6660906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573325286" name=""/>
          <p:cNvGrpSpPr/>
          <p:nvPr/>
        </p:nvGrpSpPr>
        <p:grpSpPr bwMode="auto">
          <a:xfrm>
            <a:off x="506821" y="1460894"/>
            <a:ext cx="5927901" cy="4758644"/>
            <a:chOff x="0" y="0"/>
            <a:chExt cx="5927901" cy="4758644"/>
          </a:xfrm>
        </p:grpSpPr>
        <p:sp>
          <p:nvSpPr>
            <p:cNvPr id="1792812786" name="Freeform 30"/>
            <p:cNvSpPr/>
            <p:nvPr/>
          </p:nvSpPr>
          <p:spPr bwMode="auto">
            <a:xfrm rot="0" flipH="0" flipV="0">
              <a:off x="0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002921" name="TextBox 31"/>
            <p:cNvSpPr txBox="1"/>
            <p:nvPr/>
          </p:nvSpPr>
          <p:spPr bwMode="auto">
            <a:xfrm rot="0" flipH="0" flipV="0">
              <a:off x="0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5636003" name="Freeform 36"/>
            <p:cNvSpPr/>
            <p:nvPr/>
          </p:nvSpPr>
          <p:spPr bwMode="auto">
            <a:xfrm rot="0" flipH="0" flipV="0">
              <a:off x="0" y="963227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22799106" name="TextBox 37"/>
            <p:cNvSpPr txBox="1"/>
            <p:nvPr/>
          </p:nvSpPr>
          <p:spPr bwMode="auto">
            <a:xfrm rot="0" flipH="0" flipV="0">
              <a:off x="0" y="794461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2002631" name="Freeform 40"/>
            <p:cNvSpPr/>
            <p:nvPr/>
          </p:nvSpPr>
          <p:spPr bwMode="auto">
            <a:xfrm rot="0" flipH="0" flipV="0">
              <a:off x="185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34118117" name="TextBox 41"/>
            <p:cNvSpPr txBox="1"/>
            <p:nvPr/>
          </p:nvSpPr>
          <p:spPr bwMode="auto">
            <a:xfrm rot="0" flipH="0" flipV="0">
              <a:off x="185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8170098" name="Freeform 43"/>
            <p:cNvSpPr/>
            <p:nvPr/>
          </p:nvSpPr>
          <p:spPr bwMode="auto">
            <a:xfrm rot="0" flipH="0" flipV="0">
              <a:off x="185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9698567" name="TextBox 44"/>
            <p:cNvSpPr txBox="1"/>
            <p:nvPr/>
          </p:nvSpPr>
          <p:spPr bwMode="auto">
            <a:xfrm rot="0" flipH="0" flipV="0">
              <a:off x="185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10864195" name="Freeform 46"/>
            <p:cNvSpPr/>
            <p:nvPr/>
          </p:nvSpPr>
          <p:spPr bwMode="auto">
            <a:xfrm rot="0" flipH="0" flipV="0">
              <a:off x="185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1448195" name="TextBox 47"/>
            <p:cNvSpPr txBox="1"/>
            <p:nvPr/>
          </p:nvSpPr>
          <p:spPr bwMode="auto">
            <a:xfrm rot="0" flipH="0" flipV="0">
              <a:off x="185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7680218" name="Freeform 49"/>
            <p:cNvSpPr/>
            <p:nvPr/>
          </p:nvSpPr>
          <p:spPr bwMode="auto">
            <a:xfrm rot="0" flipH="0" flipV="0">
              <a:off x="3621177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5785526" name="TextBox 50"/>
            <p:cNvSpPr txBox="1"/>
            <p:nvPr/>
          </p:nvSpPr>
          <p:spPr bwMode="auto">
            <a:xfrm rot="0" flipH="0" flipV="0">
              <a:off x="3621177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25172489" name="Freeform 52"/>
            <p:cNvSpPr/>
            <p:nvPr/>
          </p:nvSpPr>
          <p:spPr bwMode="auto">
            <a:xfrm rot="0" flipH="0" flipV="0">
              <a:off x="3621362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4722117" name="TextBox 53"/>
            <p:cNvSpPr txBox="1"/>
            <p:nvPr/>
          </p:nvSpPr>
          <p:spPr bwMode="auto">
            <a:xfrm rot="0" flipH="0" flipV="0">
              <a:off x="3621362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47256485" name="Freeform 55"/>
            <p:cNvSpPr/>
            <p:nvPr/>
          </p:nvSpPr>
          <p:spPr bwMode="auto">
            <a:xfrm rot="0" flipH="0" flipV="0">
              <a:off x="3621362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85205114" name="TextBox 56"/>
            <p:cNvSpPr txBox="1"/>
            <p:nvPr/>
          </p:nvSpPr>
          <p:spPr bwMode="auto">
            <a:xfrm rot="0" flipH="0" flipV="0">
              <a:off x="3621362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872435" name="Freeform 58"/>
            <p:cNvSpPr/>
            <p:nvPr/>
          </p:nvSpPr>
          <p:spPr bwMode="auto">
            <a:xfrm rot="0" flipH="0" flipV="0">
              <a:off x="185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5111699" name="TextBox 59"/>
            <p:cNvSpPr txBox="1"/>
            <p:nvPr/>
          </p:nvSpPr>
          <p:spPr bwMode="auto">
            <a:xfrm rot="0" flipH="0" flipV="0">
              <a:off x="185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80138877" name="Freeform 61"/>
            <p:cNvSpPr/>
            <p:nvPr/>
          </p:nvSpPr>
          <p:spPr bwMode="auto">
            <a:xfrm rot="0" flipH="0" flipV="0">
              <a:off x="3621362" y="958856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44434345" name="TextBox 62"/>
            <p:cNvSpPr txBox="1"/>
            <p:nvPr/>
          </p:nvSpPr>
          <p:spPr bwMode="auto">
            <a:xfrm rot="0" flipH="0" flipV="0">
              <a:off x="3621362" y="790092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9390349" name="Freeform 64"/>
            <p:cNvSpPr/>
            <p:nvPr/>
          </p:nvSpPr>
          <p:spPr bwMode="auto">
            <a:xfrm rot="0" flipH="0" flipV="0">
              <a:off x="3621177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95903857" name="TextBox 65"/>
            <p:cNvSpPr txBox="1"/>
            <p:nvPr/>
          </p:nvSpPr>
          <p:spPr bwMode="auto">
            <a:xfrm rot="0" flipH="0" flipV="0">
              <a:off x="3621177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75081661" name="Freeform 67"/>
            <p:cNvSpPr/>
            <p:nvPr/>
          </p:nvSpPr>
          <p:spPr bwMode="auto">
            <a:xfrm rot="0" flipH="0" flipV="0">
              <a:off x="3621177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20010201" name="TextBox 68"/>
            <p:cNvSpPr txBox="1"/>
            <p:nvPr/>
          </p:nvSpPr>
          <p:spPr bwMode="auto">
            <a:xfrm rot="0" flipH="0" flipV="0">
              <a:off x="3621177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498454" name="TextBox 32"/>
          <p:cNvSpPr txBox="1"/>
          <p:nvPr/>
        </p:nvSpPr>
        <p:spPr bwMode="auto">
          <a:xfrm>
            <a:off x="330477" y="40614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7x7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1318337" name="TextBox 33"/>
          <p:cNvSpPr txBox="1"/>
          <p:nvPr/>
        </p:nvSpPr>
        <p:spPr bwMode="auto">
          <a:xfrm>
            <a:off x="505145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5578726" name="AutoShape 34"/>
          <p:cNvSpPr/>
          <p:nvPr/>
        </p:nvSpPr>
        <p:spPr bwMode="auto">
          <a:xfrm>
            <a:off x="3427779" y="115206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631785" name="TextBox 38"/>
          <p:cNvSpPr txBox="1"/>
          <p:nvPr/>
        </p:nvSpPr>
        <p:spPr bwMode="auto">
          <a:xfrm>
            <a:off x="4126322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900882" name="Rectangle: Rounded Corners 12"/>
          <p:cNvSpPr/>
          <p:nvPr/>
        </p:nvSpPr>
        <p:spPr bwMode="auto">
          <a:xfrm flipH="0" flipV="0">
            <a:off x="102422" y="117408"/>
            <a:ext cx="6727359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6292328" name=""/>
          <p:cNvGrpSpPr/>
          <p:nvPr/>
        </p:nvGrpSpPr>
        <p:grpSpPr bwMode="auto">
          <a:xfrm>
            <a:off x="463824" y="1587094"/>
            <a:ext cx="5927902" cy="4599680"/>
            <a:chOff x="0" y="0"/>
            <a:chExt cx="5927902" cy="4599680"/>
          </a:xfrm>
        </p:grpSpPr>
        <p:sp>
          <p:nvSpPr>
            <p:cNvPr id="2083217307" name="Freeform 30"/>
            <p:cNvSpPr/>
            <p:nvPr/>
          </p:nvSpPr>
          <p:spPr bwMode="auto">
            <a:xfrm rot="0" flipH="0" flipV="0">
              <a:off x="0" y="16989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2932514" name="TextBox 31"/>
            <p:cNvSpPr txBox="1"/>
            <p:nvPr/>
          </p:nvSpPr>
          <p:spPr bwMode="auto">
            <a:xfrm rot="0" flipH="0" flipV="0">
              <a:off x="0" y="113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9818349" name="Freeform 36"/>
            <p:cNvSpPr/>
            <p:nvPr/>
          </p:nvSpPr>
          <p:spPr bwMode="auto">
            <a:xfrm rot="0" flipH="0" flipV="0">
              <a:off x="0" y="81652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759931" name="TextBox 37"/>
            <p:cNvSpPr txBox="1"/>
            <p:nvPr/>
          </p:nvSpPr>
          <p:spPr bwMode="auto">
            <a:xfrm rot="0" flipH="0" flipV="0">
              <a:off x="0" y="64775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4284252" name="Freeform 40"/>
            <p:cNvSpPr/>
            <p:nvPr/>
          </p:nvSpPr>
          <p:spPr bwMode="auto">
            <a:xfrm rot="0" flipH="0" flipV="0">
              <a:off x="186" y="1465404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6351426" name="TextBox 41"/>
            <p:cNvSpPr txBox="1"/>
            <p:nvPr/>
          </p:nvSpPr>
          <p:spPr bwMode="auto">
            <a:xfrm rot="0" flipH="0" flipV="0">
              <a:off x="186" y="1296639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5158599" name="Freeform 43"/>
            <p:cNvSpPr/>
            <p:nvPr/>
          </p:nvSpPr>
          <p:spPr bwMode="auto">
            <a:xfrm rot="0" flipH="0" flipV="0">
              <a:off x="186" y="2114292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41030179" name="TextBox 44"/>
            <p:cNvSpPr txBox="1"/>
            <p:nvPr/>
          </p:nvSpPr>
          <p:spPr bwMode="auto">
            <a:xfrm rot="0" flipH="0" flipV="0">
              <a:off x="186" y="1945526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50323" name="Freeform 46"/>
            <p:cNvSpPr/>
            <p:nvPr/>
          </p:nvSpPr>
          <p:spPr bwMode="auto">
            <a:xfrm rot="0" flipH="0" flipV="0">
              <a:off x="186" y="276317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6137121" name="TextBox 47"/>
            <p:cNvSpPr txBox="1"/>
            <p:nvPr/>
          </p:nvSpPr>
          <p:spPr bwMode="auto">
            <a:xfrm rot="0" flipH="0" flipV="0">
              <a:off x="186" y="25944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478581" name="Freeform 49"/>
            <p:cNvSpPr/>
            <p:nvPr/>
          </p:nvSpPr>
          <p:spPr bwMode="auto">
            <a:xfrm rot="0" flipH="0" flipV="0">
              <a:off x="186" y="34120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3168605" name="TextBox 50"/>
            <p:cNvSpPr txBox="1"/>
            <p:nvPr/>
          </p:nvSpPr>
          <p:spPr bwMode="auto">
            <a:xfrm rot="0" flipH="0" flipV="0">
              <a:off x="186" y="324329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472801" name="Freeform 52"/>
            <p:cNvSpPr/>
            <p:nvPr/>
          </p:nvSpPr>
          <p:spPr bwMode="auto">
            <a:xfrm rot="0" flipH="0" flipV="0">
              <a:off x="0" y="40609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031951" name="TextBox 53"/>
            <p:cNvSpPr txBox="1"/>
            <p:nvPr/>
          </p:nvSpPr>
          <p:spPr bwMode="auto">
            <a:xfrm rot="0" flipH="0" flipV="0">
              <a:off x="0" y="38921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6628763" name="Freeform 55"/>
            <p:cNvSpPr/>
            <p:nvPr/>
          </p:nvSpPr>
          <p:spPr bwMode="auto">
            <a:xfrm rot="0" flipH="0" flipV="0">
              <a:off x="3621178" y="168765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4112505" name="TextBox 56"/>
            <p:cNvSpPr txBox="1"/>
            <p:nvPr/>
          </p:nvSpPr>
          <p:spPr bwMode="auto">
            <a:xfrm rot="0" flipH="0" flipV="0">
              <a:off x="3621178" y="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565787" name="Freeform 58"/>
            <p:cNvSpPr/>
            <p:nvPr/>
          </p:nvSpPr>
          <p:spPr bwMode="auto">
            <a:xfrm rot="0" flipH="0" flipV="0">
              <a:off x="3621178" y="815389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923961" name="TextBox 59"/>
            <p:cNvSpPr txBox="1"/>
            <p:nvPr/>
          </p:nvSpPr>
          <p:spPr bwMode="auto">
            <a:xfrm rot="0" flipH="0" flipV="0">
              <a:off x="3621178" y="646623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7669934" name="Freeform 61"/>
            <p:cNvSpPr/>
            <p:nvPr/>
          </p:nvSpPr>
          <p:spPr bwMode="auto">
            <a:xfrm rot="0" flipH="0" flipV="0">
              <a:off x="3621363" y="146427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540080" name="TextBox 62"/>
            <p:cNvSpPr txBox="1"/>
            <p:nvPr/>
          </p:nvSpPr>
          <p:spPr bwMode="auto">
            <a:xfrm rot="0" flipH="0" flipV="0">
              <a:off x="3621363" y="12955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196113" name="Freeform 64"/>
            <p:cNvSpPr/>
            <p:nvPr/>
          </p:nvSpPr>
          <p:spPr bwMode="auto">
            <a:xfrm rot="0" flipH="0" flipV="0">
              <a:off x="3621363" y="21131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6766539" name="TextBox 65"/>
            <p:cNvSpPr txBox="1"/>
            <p:nvPr/>
          </p:nvSpPr>
          <p:spPr bwMode="auto">
            <a:xfrm rot="0" flipH="0" flipV="0">
              <a:off x="3621363" y="194439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5230604" name="Freeform 67"/>
            <p:cNvSpPr/>
            <p:nvPr/>
          </p:nvSpPr>
          <p:spPr bwMode="auto">
            <a:xfrm rot="0" flipH="0" flipV="0">
              <a:off x="3621363" y="27620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8081906" name="TextBox 68"/>
            <p:cNvSpPr txBox="1"/>
            <p:nvPr/>
          </p:nvSpPr>
          <p:spPr bwMode="auto">
            <a:xfrm rot="0" flipH="0" flipV="0">
              <a:off x="3621363" y="25932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5061290" name="Freeform 70"/>
            <p:cNvSpPr/>
            <p:nvPr/>
          </p:nvSpPr>
          <p:spPr bwMode="auto">
            <a:xfrm rot="0" flipH="0" flipV="0">
              <a:off x="3621363" y="3410930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2647273" name="TextBox 71"/>
            <p:cNvSpPr txBox="1"/>
            <p:nvPr/>
          </p:nvSpPr>
          <p:spPr bwMode="auto">
            <a:xfrm rot="0" flipH="0" flipV="0">
              <a:off x="3621363" y="324216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3010498" name="Freeform 73"/>
            <p:cNvSpPr/>
            <p:nvPr/>
          </p:nvSpPr>
          <p:spPr bwMode="auto">
            <a:xfrm rot="0" flipH="0" flipV="0">
              <a:off x="3621178" y="405981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996810" name="TextBox 74"/>
            <p:cNvSpPr txBox="1"/>
            <p:nvPr/>
          </p:nvSpPr>
          <p:spPr bwMode="auto">
            <a:xfrm rot="0" flipH="0" flipV="0">
              <a:off x="3621178" y="389105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767455" name="TextBox 32"/>
          <p:cNvSpPr txBox="1"/>
          <p:nvPr/>
        </p:nvSpPr>
        <p:spPr bwMode="auto">
          <a:xfrm>
            <a:off x="373473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8x8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366787" name="TextBox 33"/>
          <p:cNvSpPr txBox="1"/>
          <p:nvPr/>
        </p:nvSpPr>
        <p:spPr bwMode="auto">
          <a:xfrm>
            <a:off x="548140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5775558" name="TextBox 38"/>
          <p:cNvSpPr txBox="1"/>
          <p:nvPr/>
        </p:nvSpPr>
        <p:spPr bwMode="auto">
          <a:xfrm>
            <a:off x="416931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9688014" name="Rectangle: Rounded Corners 12"/>
          <p:cNvSpPr/>
          <p:nvPr/>
        </p:nvSpPr>
        <p:spPr bwMode="auto">
          <a:xfrm flipH="0" flipV="0">
            <a:off x="145417" y="102525"/>
            <a:ext cx="6638755" cy="64889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86143159" name=""/>
          <p:cNvGrpSpPr/>
          <p:nvPr/>
        </p:nvGrpSpPr>
        <p:grpSpPr bwMode="auto">
          <a:xfrm>
            <a:off x="487573" y="1226481"/>
            <a:ext cx="5947148" cy="4952982"/>
            <a:chOff x="0" y="0"/>
            <a:chExt cx="5947148" cy="4952982"/>
          </a:xfrm>
        </p:grpSpPr>
        <p:sp>
          <p:nvSpPr>
            <p:cNvPr id="1822653411" name="Freeform 30"/>
            <p:cNvSpPr/>
            <p:nvPr/>
          </p:nvSpPr>
          <p:spPr bwMode="auto">
            <a:xfrm rot="0" flipH="0" flipV="0">
              <a:off x="0" y="418299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5199954" name="TextBox 31"/>
            <p:cNvSpPr txBox="1"/>
            <p:nvPr/>
          </p:nvSpPr>
          <p:spPr bwMode="auto">
            <a:xfrm rot="0" flipH="0" flipV="0">
              <a:off x="0" y="2736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536932" name="AutoShape 34"/>
            <p:cNvSpPr/>
            <p:nvPr/>
          </p:nvSpPr>
          <p:spPr bwMode="auto">
            <a:xfrm>
              <a:off x="2983199" y="0"/>
              <a:ext cx="0" cy="494885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7171662" name="Freeform 36"/>
            <p:cNvSpPr/>
            <p:nvPr/>
          </p:nvSpPr>
          <p:spPr bwMode="auto">
            <a:xfrm rot="0" flipH="0" flipV="0">
              <a:off x="0" y="98981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1035804" name="TextBox 37"/>
            <p:cNvSpPr txBox="1"/>
            <p:nvPr/>
          </p:nvSpPr>
          <p:spPr bwMode="auto">
            <a:xfrm rot="0" flipH="0" flipV="0">
              <a:off x="0" y="845157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793180" name="Freeform 40"/>
            <p:cNvSpPr/>
            <p:nvPr/>
          </p:nvSpPr>
          <p:spPr bwMode="auto">
            <a:xfrm rot="0" flipH="0" flipV="0">
              <a:off x="185" y="156457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5497736" name="TextBox 41"/>
            <p:cNvSpPr txBox="1"/>
            <p:nvPr/>
          </p:nvSpPr>
          <p:spPr bwMode="auto">
            <a:xfrm rot="0" flipH="0" flipV="0">
              <a:off x="185" y="141991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5078658" name="Freeform 43"/>
            <p:cNvSpPr/>
            <p:nvPr/>
          </p:nvSpPr>
          <p:spPr bwMode="auto">
            <a:xfrm rot="0" flipH="0" flipV="0">
              <a:off x="185" y="213932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8587656" name="TextBox 44"/>
            <p:cNvSpPr txBox="1"/>
            <p:nvPr/>
          </p:nvSpPr>
          <p:spPr bwMode="auto">
            <a:xfrm rot="0" flipH="0" flipV="0">
              <a:off x="185" y="199465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8246255" name="Freeform 46"/>
            <p:cNvSpPr/>
            <p:nvPr/>
          </p:nvSpPr>
          <p:spPr bwMode="auto">
            <a:xfrm rot="0" flipH="0" flipV="0">
              <a:off x="185" y="2714074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4644443" name="TextBox 47"/>
            <p:cNvSpPr txBox="1"/>
            <p:nvPr/>
          </p:nvSpPr>
          <p:spPr bwMode="auto">
            <a:xfrm rot="0" flipH="0" flipV="0">
              <a:off x="185" y="2569413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7461420" name="Freeform 49"/>
            <p:cNvSpPr/>
            <p:nvPr/>
          </p:nvSpPr>
          <p:spPr bwMode="auto">
            <a:xfrm rot="0" flipH="0" flipV="0">
              <a:off x="185" y="3288827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520049" name="TextBox 50"/>
            <p:cNvSpPr txBox="1"/>
            <p:nvPr/>
          </p:nvSpPr>
          <p:spPr bwMode="auto">
            <a:xfrm rot="0" flipH="0" flipV="0">
              <a:off x="185" y="3144166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511399" name="Freeform 52"/>
            <p:cNvSpPr/>
            <p:nvPr/>
          </p:nvSpPr>
          <p:spPr bwMode="auto">
            <a:xfrm rot="0" flipH="0" flipV="0">
              <a:off x="0" y="386358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1757457" name="TextBox 53"/>
            <p:cNvSpPr txBox="1"/>
            <p:nvPr/>
          </p:nvSpPr>
          <p:spPr bwMode="auto">
            <a:xfrm rot="0" flipH="0" flipV="0">
              <a:off x="0" y="371892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1697884" name="Freeform 55"/>
            <p:cNvSpPr/>
            <p:nvPr/>
          </p:nvSpPr>
          <p:spPr bwMode="auto">
            <a:xfrm rot="0" flipH="0" flipV="0">
              <a:off x="3640424" y="41722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1296636" name="TextBox 56"/>
            <p:cNvSpPr txBox="1"/>
            <p:nvPr/>
          </p:nvSpPr>
          <p:spPr bwMode="auto">
            <a:xfrm rot="0" flipH="0" flipV="0">
              <a:off x="3640424" y="27256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6740951" name="Freeform 58"/>
            <p:cNvSpPr/>
            <p:nvPr/>
          </p:nvSpPr>
          <p:spPr bwMode="auto">
            <a:xfrm rot="0" flipH="0" flipV="0">
              <a:off x="3640424" y="98874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678942" name="TextBox 59"/>
            <p:cNvSpPr txBox="1"/>
            <p:nvPr/>
          </p:nvSpPr>
          <p:spPr bwMode="auto">
            <a:xfrm rot="0" flipH="0" flipV="0">
              <a:off x="3640424" y="84407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2302361" name="Freeform 61"/>
            <p:cNvSpPr/>
            <p:nvPr/>
          </p:nvSpPr>
          <p:spPr bwMode="auto">
            <a:xfrm rot="0" flipH="0" flipV="0">
              <a:off x="3640609" y="156349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04721931" name="TextBox 62"/>
            <p:cNvSpPr txBox="1"/>
            <p:nvPr/>
          </p:nvSpPr>
          <p:spPr bwMode="auto">
            <a:xfrm rot="0" flipH="0" flipV="0">
              <a:off x="3640609" y="141883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4775324" name="Freeform 64"/>
            <p:cNvSpPr/>
            <p:nvPr/>
          </p:nvSpPr>
          <p:spPr bwMode="auto">
            <a:xfrm rot="0" flipH="0" flipV="0">
              <a:off x="3640609" y="2138245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489111" name="TextBox 65"/>
            <p:cNvSpPr txBox="1"/>
            <p:nvPr/>
          </p:nvSpPr>
          <p:spPr bwMode="auto">
            <a:xfrm rot="0" flipH="0" flipV="0">
              <a:off x="3640609" y="1993584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2576605" name="Freeform 67"/>
            <p:cNvSpPr/>
            <p:nvPr/>
          </p:nvSpPr>
          <p:spPr bwMode="auto">
            <a:xfrm rot="0" flipH="0" flipV="0">
              <a:off x="3640609" y="2712996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4478797" name="TextBox 68"/>
            <p:cNvSpPr txBox="1"/>
            <p:nvPr/>
          </p:nvSpPr>
          <p:spPr bwMode="auto">
            <a:xfrm rot="0" flipH="0" flipV="0">
              <a:off x="3640609" y="2568335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5741555" name="Freeform 70"/>
            <p:cNvSpPr/>
            <p:nvPr/>
          </p:nvSpPr>
          <p:spPr bwMode="auto">
            <a:xfrm rot="0" flipH="0" flipV="0">
              <a:off x="3621366" y="328774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90983" name="TextBox 71"/>
            <p:cNvSpPr txBox="1"/>
            <p:nvPr/>
          </p:nvSpPr>
          <p:spPr bwMode="auto">
            <a:xfrm rot="0" flipH="0" flipV="0">
              <a:off x="3621366" y="314308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9746898" name="Freeform 73"/>
            <p:cNvSpPr/>
            <p:nvPr/>
          </p:nvSpPr>
          <p:spPr bwMode="auto">
            <a:xfrm rot="0" flipH="0" flipV="0">
              <a:off x="3621177" y="386250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14401" name="TextBox 74"/>
            <p:cNvSpPr txBox="1"/>
            <p:nvPr/>
          </p:nvSpPr>
          <p:spPr bwMode="auto">
            <a:xfrm rot="0" flipH="0" flipV="0">
              <a:off x="3621177" y="37178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9887718" name="Freeform 76"/>
            <p:cNvSpPr/>
            <p:nvPr/>
          </p:nvSpPr>
          <p:spPr bwMode="auto">
            <a:xfrm rot="0" flipH="0" flipV="0">
              <a:off x="185" y="443833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12068844" name="TextBox 77"/>
            <p:cNvSpPr txBox="1"/>
            <p:nvPr/>
          </p:nvSpPr>
          <p:spPr bwMode="auto">
            <a:xfrm rot="0" flipH="0" flipV="0">
              <a:off x="185" y="429366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4425773" name="Freeform 79"/>
            <p:cNvSpPr/>
            <p:nvPr/>
          </p:nvSpPr>
          <p:spPr bwMode="auto">
            <a:xfrm rot="0" flipH="0" flipV="0">
              <a:off x="3621366" y="443725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6945689" name="TextBox 80"/>
            <p:cNvSpPr txBox="1"/>
            <p:nvPr/>
          </p:nvSpPr>
          <p:spPr bwMode="auto">
            <a:xfrm rot="0" flipH="0" flipV="0">
              <a:off x="3621366" y="429259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679177" name="AutoShape 26"/>
          <p:cNvSpPr/>
          <p:nvPr/>
        </p:nvSpPr>
        <p:spPr bwMode="auto">
          <a:xfrm flipH="1">
            <a:off x="1159033" y="2628689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660210" name="Freeform 27"/>
          <p:cNvSpPr/>
          <p:nvPr/>
        </p:nvSpPr>
        <p:spPr bwMode="auto">
          <a:xfrm>
            <a:off x="718929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690735" name="Freeform 28"/>
          <p:cNvSpPr/>
          <p:nvPr/>
        </p:nvSpPr>
        <p:spPr bwMode="auto">
          <a:xfrm>
            <a:off x="2720770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040359" name="Freeform 29"/>
          <p:cNvSpPr/>
          <p:nvPr/>
        </p:nvSpPr>
        <p:spPr bwMode="auto">
          <a:xfrm>
            <a:off x="2720770" y="363219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53554" name="Freeform 30"/>
          <p:cNvSpPr/>
          <p:nvPr/>
        </p:nvSpPr>
        <p:spPr bwMode="auto">
          <a:xfrm>
            <a:off x="2720770" y="407230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350027" name="Freeform 31"/>
          <p:cNvSpPr/>
          <p:nvPr/>
        </p:nvSpPr>
        <p:spPr bwMode="auto">
          <a:xfrm>
            <a:off x="2720770" y="23118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265766" name="Freeform 32"/>
          <p:cNvSpPr/>
          <p:nvPr/>
        </p:nvSpPr>
        <p:spPr bwMode="auto">
          <a:xfrm>
            <a:off x="2720770" y="27519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27439" name="AutoShape 33"/>
          <p:cNvSpPr/>
          <p:nvPr/>
        </p:nvSpPr>
        <p:spPr bwMode="auto">
          <a:xfrm flipH="1">
            <a:off x="1159033" y="3020417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3273" name="AutoShape 34"/>
          <p:cNvSpPr/>
          <p:nvPr/>
        </p:nvSpPr>
        <p:spPr bwMode="auto">
          <a:xfrm flipH="1">
            <a:off x="1159033" y="3412143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947388" name="AutoShape 35"/>
          <p:cNvSpPr/>
          <p:nvPr/>
        </p:nvSpPr>
        <p:spPr bwMode="auto">
          <a:xfrm flipH="1" flipV="1">
            <a:off x="1159033" y="3466497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2562" name="AutoShape 36"/>
          <p:cNvSpPr/>
          <p:nvPr/>
        </p:nvSpPr>
        <p:spPr bwMode="auto">
          <a:xfrm flipH="1" flipV="1">
            <a:off x="1159033" y="3508901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16780" name="Freeform 37"/>
          <p:cNvSpPr/>
          <p:nvPr/>
        </p:nvSpPr>
        <p:spPr bwMode="auto">
          <a:xfrm>
            <a:off x="4965479" y="122001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477606" name="Freeform 38"/>
          <p:cNvSpPr/>
          <p:nvPr/>
        </p:nvSpPr>
        <p:spPr bwMode="auto">
          <a:xfrm>
            <a:off x="4965479" y="16601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354423" name="Freeform 39"/>
          <p:cNvSpPr/>
          <p:nvPr/>
        </p:nvSpPr>
        <p:spPr bwMode="auto">
          <a:xfrm>
            <a:off x="4965479" y="21002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937269" name="Freeform 40"/>
          <p:cNvSpPr/>
          <p:nvPr/>
        </p:nvSpPr>
        <p:spPr bwMode="auto">
          <a:xfrm>
            <a:off x="4965479" y="3398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050349" name="Freeform 41"/>
          <p:cNvSpPr/>
          <p:nvPr/>
        </p:nvSpPr>
        <p:spPr bwMode="auto">
          <a:xfrm>
            <a:off x="4965479" y="77991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098448" name="Freeform 42"/>
          <p:cNvSpPr/>
          <p:nvPr/>
        </p:nvSpPr>
        <p:spPr bwMode="auto">
          <a:xfrm>
            <a:off x="5853178" y="51633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94117" name="Freeform 43"/>
          <p:cNvSpPr/>
          <p:nvPr/>
        </p:nvSpPr>
        <p:spPr bwMode="auto">
          <a:xfrm>
            <a:off x="5853178" y="560344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0583971" name="Freeform 44"/>
          <p:cNvSpPr/>
          <p:nvPr/>
        </p:nvSpPr>
        <p:spPr bwMode="auto">
          <a:xfrm>
            <a:off x="5853178" y="604355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282877" name="Freeform 45"/>
          <p:cNvSpPr/>
          <p:nvPr/>
        </p:nvSpPr>
        <p:spPr bwMode="auto">
          <a:xfrm>
            <a:off x="5853178" y="42831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822057" name="Freeform 46"/>
          <p:cNvSpPr/>
          <p:nvPr/>
        </p:nvSpPr>
        <p:spPr bwMode="auto">
          <a:xfrm>
            <a:off x="5853178" y="47232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21707" name="Freeform 47"/>
          <p:cNvSpPr/>
          <p:nvPr/>
        </p:nvSpPr>
        <p:spPr bwMode="auto">
          <a:xfrm>
            <a:off x="7305611" y="263223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859067" name="Freeform 48"/>
          <p:cNvSpPr/>
          <p:nvPr/>
        </p:nvSpPr>
        <p:spPr bwMode="auto">
          <a:xfrm>
            <a:off x="7305611" y="307233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581082" name="Freeform 49"/>
          <p:cNvSpPr/>
          <p:nvPr/>
        </p:nvSpPr>
        <p:spPr bwMode="auto">
          <a:xfrm>
            <a:off x="7305611" y="35124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14241" name="Freeform 50"/>
          <p:cNvSpPr/>
          <p:nvPr/>
        </p:nvSpPr>
        <p:spPr bwMode="auto">
          <a:xfrm>
            <a:off x="7305611" y="175202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765903" name="Freeform 51"/>
          <p:cNvSpPr/>
          <p:nvPr/>
        </p:nvSpPr>
        <p:spPr bwMode="auto">
          <a:xfrm>
            <a:off x="7305611" y="219212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50383" name="Freeform 52"/>
          <p:cNvSpPr/>
          <p:nvPr/>
        </p:nvSpPr>
        <p:spPr bwMode="auto">
          <a:xfrm>
            <a:off x="10540894" y="13976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256454" name="Freeform 53"/>
          <p:cNvSpPr/>
          <p:nvPr/>
        </p:nvSpPr>
        <p:spPr bwMode="auto">
          <a:xfrm>
            <a:off x="10540894" y="18377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635897" name="Freeform 54"/>
          <p:cNvSpPr/>
          <p:nvPr/>
        </p:nvSpPr>
        <p:spPr bwMode="auto">
          <a:xfrm>
            <a:off x="10540894" y="22778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40124" name="Freeform 55"/>
          <p:cNvSpPr/>
          <p:nvPr/>
        </p:nvSpPr>
        <p:spPr bwMode="auto">
          <a:xfrm>
            <a:off x="10540894" y="51741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369199" name="Freeform 56"/>
          <p:cNvSpPr/>
          <p:nvPr/>
        </p:nvSpPr>
        <p:spPr bwMode="auto">
          <a:xfrm>
            <a:off x="10540894" y="9575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22992" name="Freeform 57"/>
          <p:cNvSpPr/>
          <p:nvPr/>
        </p:nvSpPr>
        <p:spPr bwMode="auto">
          <a:xfrm>
            <a:off x="9869538" y="420463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83816" name="Freeform 58"/>
          <p:cNvSpPr/>
          <p:nvPr/>
        </p:nvSpPr>
        <p:spPr bwMode="auto">
          <a:xfrm>
            <a:off x="9869538" y="46447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668083" name="Freeform 59"/>
          <p:cNvSpPr/>
          <p:nvPr/>
        </p:nvSpPr>
        <p:spPr bwMode="auto">
          <a:xfrm>
            <a:off x="9869538" y="50848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2551" name="Freeform 60"/>
          <p:cNvSpPr/>
          <p:nvPr/>
        </p:nvSpPr>
        <p:spPr bwMode="auto">
          <a:xfrm>
            <a:off x="9869538" y="332442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1317878" name="Freeform 61"/>
          <p:cNvSpPr/>
          <p:nvPr/>
        </p:nvSpPr>
        <p:spPr bwMode="auto">
          <a:xfrm>
            <a:off x="9869538" y="376452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243731" name="AutoShape 62"/>
          <p:cNvSpPr/>
          <p:nvPr/>
        </p:nvSpPr>
        <p:spPr bwMode="auto">
          <a:xfrm flipH="1">
            <a:off x="3145598" y="779912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484020" name="AutoShape 63"/>
          <p:cNvSpPr/>
          <p:nvPr/>
        </p:nvSpPr>
        <p:spPr bwMode="auto">
          <a:xfrm flipH="1">
            <a:off x="3160876" y="1193291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042774" name="AutoShape 64"/>
          <p:cNvSpPr/>
          <p:nvPr/>
        </p:nvSpPr>
        <p:spPr bwMode="auto">
          <a:xfrm flipH="1">
            <a:off x="3160876" y="1590251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39258" name="AutoShape 65"/>
          <p:cNvSpPr/>
          <p:nvPr/>
        </p:nvSpPr>
        <p:spPr bwMode="auto">
          <a:xfrm flipH="1">
            <a:off x="3160876" y="1987212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8667734" name="AutoShape 66"/>
          <p:cNvSpPr/>
          <p:nvPr/>
        </p:nvSpPr>
        <p:spPr bwMode="auto">
          <a:xfrm flipH="1">
            <a:off x="3160876" y="2384172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32751" name="AutoShape 67"/>
          <p:cNvSpPr/>
          <p:nvPr/>
        </p:nvSpPr>
        <p:spPr bwMode="auto">
          <a:xfrm flipH="1">
            <a:off x="3160876" y="2041191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210034" name="AutoShape 68"/>
          <p:cNvSpPr/>
          <p:nvPr/>
        </p:nvSpPr>
        <p:spPr bwMode="auto">
          <a:xfrm flipH="1">
            <a:off x="3160876" y="2460173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735408" name="AutoShape 69"/>
          <p:cNvSpPr/>
          <p:nvPr/>
        </p:nvSpPr>
        <p:spPr bwMode="auto">
          <a:xfrm flipH="1">
            <a:off x="3160876" y="2879154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254679" name="AutoShape 70"/>
          <p:cNvSpPr/>
          <p:nvPr/>
        </p:nvSpPr>
        <p:spPr bwMode="auto">
          <a:xfrm flipH="1">
            <a:off x="3160876" y="3298136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479104" name="AutoShape 71"/>
          <p:cNvSpPr/>
          <p:nvPr/>
        </p:nvSpPr>
        <p:spPr bwMode="auto">
          <a:xfrm flipH="1" flipV="1">
            <a:off x="3160876" y="3427519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234649" name="AutoShape 72"/>
          <p:cNvSpPr/>
          <p:nvPr/>
        </p:nvSpPr>
        <p:spPr bwMode="auto">
          <a:xfrm flipH="1" flipV="1">
            <a:off x="3160876" y="4307163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535877" name="AutoShape 73"/>
          <p:cNvSpPr/>
          <p:nvPr/>
        </p:nvSpPr>
        <p:spPr bwMode="auto">
          <a:xfrm flipH="1" flipV="1">
            <a:off x="3160876" y="4338081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840380" name="AutoShape 74"/>
          <p:cNvSpPr/>
          <p:nvPr/>
        </p:nvSpPr>
        <p:spPr bwMode="auto">
          <a:xfrm flipH="1" flipV="1">
            <a:off x="3160876" y="4368997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81013" name="AutoShape 75"/>
          <p:cNvSpPr/>
          <p:nvPr/>
        </p:nvSpPr>
        <p:spPr bwMode="auto">
          <a:xfrm flipH="1" flipV="1">
            <a:off x="3160876" y="4399916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70202" name="AutoShape 76"/>
          <p:cNvSpPr/>
          <p:nvPr/>
        </p:nvSpPr>
        <p:spPr bwMode="auto">
          <a:xfrm flipH="1" flipV="1">
            <a:off x="3160876" y="4430834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793350" name="AutoShape 77"/>
          <p:cNvSpPr/>
          <p:nvPr/>
        </p:nvSpPr>
        <p:spPr bwMode="auto">
          <a:xfrm flipH="1">
            <a:off x="6293283" y="3669341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51776" name="AutoShape 78"/>
          <p:cNvSpPr/>
          <p:nvPr/>
        </p:nvSpPr>
        <p:spPr bwMode="auto">
          <a:xfrm flipH="1">
            <a:off x="6293283" y="4085333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544165" name="AutoShape 79"/>
          <p:cNvSpPr/>
          <p:nvPr/>
        </p:nvSpPr>
        <p:spPr bwMode="auto">
          <a:xfrm flipH="1">
            <a:off x="6293283" y="4501324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77416" name="AutoShape 80"/>
          <p:cNvSpPr/>
          <p:nvPr/>
        </p:nvSpPr>
        <p:spPr bwMode="auto">
          <a:xfrm flipH="1">
            <a:off x="6293283" y="4917317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564833" name="AutoShape 81"/>
          <p:cNvSpPr/>
          <p:nvPr/>
        </p:nvSpPr>
        <p:spPr bwMode="auto">
          <a:xfrm flipH="1">
            <a:off x="6293283" y="5333309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18519" name="AutoShape 82"/>
          <p:cNvSpPr/>
          <p:nvPr/>
        </p:nvSpPr>
        <p:spPr bwMode="auto">
          <a:xfrm flipH="1">
            <a:off x="7745716" y="821443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8935" name="AutoShape 83"/>
          <p:cNvSpPr/>
          <p:nvPr/>
        </p:nvSpPr>
        <p:spPr bwMode="auto">
          <a:xfrm flipH="1">
            <a:off x="7745716" y="1231614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800981" name="AutoShape 84"/>
          <p:cNvSpPr/>
          <p:nvPr/>
        </p:nvSpPr>
        <p:spPr bwMode="auto">
          <a:xfrm flipH="1">
            <a:off x="7745716" y="1641784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228643" name="AutoShape 85"/>
          <p:cNvSpPr/>
          <p:nvPr/>
        </p:nvSpPr>
        <p:spPr bwMode="auto">
          <a:xfrm flipH="1" flipV="1">
            <a:off x="7745716" y="1977904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73854" name="AutoShape 86"/>
          <p:cNvSpPr/>
          <p:nvPr/>
        </p:nvSpPr>
        <p:spPr bwMode="auto">
          <a:xfrm flipH="1" flipV="1">
            <a:off x="7745716" y="2007838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140511" name="Freeform 30"/>
          <p:cNvSpPr/>
          <p:nvPr/>
        </p:nvSpPr>
        <p:spPr bwMode="auto">
          <a:xfrm rot="0" flipH="0" flipV="0">
            <a:off x="2852752" y="1788411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95988096" name="TextBox 31"/>
          <p:cNvSpPr txBox="1"/>
          <p:nvPr/>
        </p:nvSpPr>
        <p:spPr bwMode="auto">
          <a:xfrm rot="0" flipH="0" flipV="0">
            <a:off x="2852752" y="1619645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in arrivo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247319" name="TextBox 32"/>
          <p:cNvSpPr txBox="1"/>
          <p:nvPr/>
        </p:nvSpPr>
        <p:spPr bwMode="auto">
          <a:xfrm>
            <a:off x="2870478" y="437559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18482122" name="TextBox 33"/>
          <p:cNvSpPr txBox="1"/>
          <p:nvPr/>
        </p:nvSpPr>
        <p:spPr bwMode="auto">
          <a:xfrm>
            <a:off x="3045146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0808637" name="AutoShape 34"/>
          <p:cNvSpPr/>
          <p:nvPr/>
        </p:nvSpPr>
        <p:spPr bwMode="auto">
          <a:xfrm>
            <a:off x="5967781" y="118348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413732" name="Freeform 36"/>
          <p:cNvSpPr/>
          <p:nvPr/>
        </p:nvSpPr>
        <p:spPr bwMode="auto">
          <a:xfrm rot="0" flipH="0" flipV="0">
            <a:off x="2852752" y="275432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7785936" name="TextBox 37"/>
          <p:cNvSpPr txBox="1"/>
          <p:nvPr/>
        </p:nvSpPr>
        <p:spPr bwMode="auto">
          <a:xfrm rot="0" flipH="0" flipV="0">
            <a:off x="2852752" y="2585556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rimescolato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79903297" name="TextBox 38"/>
          <p:cNvSpPr txBox="1"/>
          <p:nvPr/>
        </p:nvSpPr>
        <p:spPr bwMode="auto">
          <a:xfrm>
            <a:off x="6666324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68652315" name="Freeform 40"/>
          <p:cNvSpPr/>
          <p:nvPr/>
        </p:nvSpPr>
        <p:spPr bwMode="auto">
          <a:xfrm rot="0" flipH="0" flipV="0">
            <a:off x="2852752" y="372023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19098640" name="TextBox 41"/>
          <p:cNvSpPr txBox="1"/>
          <p:nvPr/>
        </p:nvSpPr>
        <p:spPr bwMode="auto">
          <a:xfrm rot="0" flipH="0" flipV="0">
            <a:off x="2852752" y="3551468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in </a:t>
            </a: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arrivo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2948088" name="Freeform 43"/>
          <p:cNvSpPr/>
          <p:nvPr/>
        </p:nvSpPr>
        <p:spPr bwMode="auto">
          <a:xfrm rot="0" flipH="0" flipV="0">
            <a:off x="2852752" y="4686146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30159782" name="TextBox 44"/>
          <p:cNvSpPr txBox="1"/>
          <p:nvPr/>
        </p:nvSpPr>
        <p:spPr bwMode="auto">
          <a:xfrm rot="0" flipH="0" flipV="0">
            <a:off x="2852752" y="4517379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rimescolato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6623379" name="Freeform 46"/>
          <p:cNvSpPr/>
          <p:nvPr/>
        </p:nvSpPr>
        <p:spPr bwMode="auto">
          <a:xfrm rot="0" flipH="0" flipV="0">
            <a:off x="2852752" y="5652057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46711815" name="TextBox 47"/>
          <p:cNvSpPr txBox="1"/>
          <p:nvPr/>
        </p:nvSpPr>
        <p:spPr bwMode="auto">
          <a:xfrm rot="0" flipH="0" flipV="0">
            <a:off x="2852752" y="5483291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rimescolato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1908460" name="Freeform 49"/>
          <p:cNvSpPr/>
          <p:nvPr/>
        </p:nvSpPr>
        <p:spPr bwMode="auto">
          <a:xfrm rot="0" flipH="0" flipV="0">
            <a:off x="6256374" y="1788411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90348113" name="TextBox 50"/>
          <p:cNvSpPr txBox="1"/>
          <p:nvPr/>
        </p:nvSpPr>
        <p:spPr bwMode="auto">
          <a:xfrm rot="0" flipH="0" flipV="0">
            <a:off x="6256374" y="1619645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misto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9089251" name="Freeform 52"/>
          <p:cNvSpPr/>
          <p:nvPr/>
        </p:nvSpPr>
        <p:spPr bwMode="auto">
          <a:xfrm rot="0" flipH="0" flipV="0">
            <a:off x="6256374" y="275432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540032082" name="TextBox 53"/>
          <p:cNvSpPr txBox="1"/>
          <p:nvPr/>
        </p:nvSpPr>
        <p:spPr bwMode="auto">
          <a:xfrm rot="0" flipH="0" flipV="0">
            <a:off x="6256374" y="2585556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misto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4103198" name="Freeform 55"/>
          <p:cNvSpPr/>
          <p:nvPr/>
        </p:nvSpPr>
        <p:spPr bwMode="auto">
          <a:xfrm rot="0" flipH="0" flipV="0">
            <a:off x="6256374" y="372023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6569984" name="TextBox 56"/>
          <p:cNvSpPr txBox="1"/>
          <p:nvPr/>
        </p:nvSpPr>
        <p:spPr bwMode="auto">
          <a:xfrm rot="0" flipH="0" flipV="0">
            <a:off x="6256374" y="3551468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misto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74304966" name="Freeform 58"/>
          <p:cNvSpPr/>
          <p:nvPr/>
        </p:nvSpPr>
        <p:spPr bwMode="auto">
          <a:xfrm rot="0" flipH="0" flipV="0">
            <a:off x="6256374" y="468614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084395" name="TextBox 59"/>
          <p:cNvSpPr txBox="1"/>
          <p:nvPr/>
        </p:nvSpPr>
        <p:spPr bwMode="auto">
          <a:xfrm rot="0" flipH="0" flipV="0">
            <a:off x="6256374" y="4517379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misto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647007" name="Freeform 61"/>
          <p:cNvSpPr/>
          <p:nvPr/>
        </p:nvSpPr>
        <p:spPr bwMode="auto">
          <a:xfrm rot="0" flipH="0" flipV="0">
            <a:off x="6256374" y="565205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7955511" name="TextBox 62"/>
          <p:cNvSpPr txBox="1"/>
          <p:nvPr/>
        </p:nvSpPr>
        <p:spPr bwMode="auto">
          <a:xfrm rot="0" flipH="0" flipV="0">
            <a:off x="6256374" y="5483291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misto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5956222" name="Rectangle: Rounded Corners 12"/>
          <p:cNvSpPr/>
          <p:nvPr/>
        </p:nvSpPr>
        <p:spPr bwMode="auto">
          <a:xfrm flipH="0" flipV="0">
            <a:off x="2547227" y="208359"/>
            <a:ext cx="6822556" cy="65335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97482" name="Freeform 27"/>
          <p:cNvSpPr/>
          <p:nvPr/>
        </p:nvSpPr>
        <p:spPr bwMode="auto">
          <a:xfrm rot="0" flipH="0" flipV="0">
            <a:off x="7767751" y="5054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0046379" name="Freeform 28"/>
          <p:cNvSpPr/>
          <p:nvPr/>
        </p:nvSpPr>
        <p:spPr bwMode="auto">
          <a:xfrm>
            <a:off x="7838092" y="54396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1133" name="Freeform 29"/>
          <p:cNvSpPr/>
          <p:nvPr/>
        </p:nvSpPr>
        <p:spPr bwMode="auto">
          <a:xfrm>
            <a:off x="8260377" y="5637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468439" name="AutoShape 30"/>
          <p:cNvSpPr/>
          <p:nvPr/>
        </p:nvSpPr>
        <p:spPr bwMode="auto">
          <a:xfrm flipV="1">
            <a:off x="2329943" y="1168076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990750" name="AutoShape 31"/>
          <p:cNvSpPr/>
          <p:nvPr/>
        </p:nvSpPr>
        <p:spPr bwMode="auto">
          <a:xfrm>
            <a:off x="8186561" y="1054181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3329584" name="Freeform 33"/>
          <p:cNvSpPr/>
          <p:nvPr/>
        </p:nvSpPr>
        <p:spPr bwMode="auto">
          <a:xfrm rot="0" flipH="0" flipV="0">
            <a:off x="7767751" y="144135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438062" name="Freeform 34"/>
          <p:cNvSpPr/>
          <p:nvPr/>
        </p:nvSpPr>
        <p:spPr bwMode="auto">
          <a:xfrm>
            <a:off x="7838092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083293" name="Freeform 35"/>
          <p:cNvSpPr/>
          <p:nvPr/>
        </p:nvSpPr>
        <p:spPr bwMode="auto">
          <a:xfrm>
            <a:off x="7954587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667182" name="Freeform 36"/>
          <p:cNvSpPr/>
          <p:nvPr/>
        </p:nvSpPr>
        <p:spPr bwMode="auto">
          <a:xfrm>
            <a:off x="8260377" y="1499614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952081" name="AutoShape 37"/>
          <p:cNvSpPr/>
          <p:nvPr/>
        </p:nvSpPr>
        <p:spPr bwMode="auto">
          <a:xfrm>
            <a:off x="2329943" y="208880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021432" name="AutoShape 38"/>
          <p:cNvSpPr/>
          <p:nvPr/>
        </p:nvSpPr>
        <p:spPr bwMode="auto">
          <a:xfrm>
            <a:off x="8186561" y="1974914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5269" name="Freeform 40"/>
          <p:cNvSpPr/>
          <p:nvPr/>
        </p:nvSpPr>
        <p:spPr bwMode="auto">
          <a:xfrm rot="0" flipH="0" flipV="0">
            <a:off x="7767751" y="2362090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1001809" name="Freeform 41"/>
          <p:cNvSpPr/>
          <p:nvPr/>
        </p:nvSpPr>
        <p:spPr bwMode="auto">
          <a:xfrm>
            <a:off x="7838092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904007" name="Freeform 42"/>
          <p:cNvSpPr/>
          <p:nvPr/>
        </p:nvSpPr>
        <p:spPr bwMode="auto">
          <a:xfrm>
            <a:off x="7954587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638428" name="Freeform 43"/>
          <p:cNvSpPr/>
          <p:nvPr/>
        </p:nvSpPr>
        <p:spPr bwMode="auto">
          <a:xfrm>
            <a:off x="8260377" y="2420348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56481" name="AutoShape 44"/>
          <p:cNvSpPr/>
          <p:nvPr/>
        </p:nvSpPr>
        <p:spPr bwMode="auto">
          <a:xfrm>
            <a:off x="2329943" y="3009542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663701" name="AutoShape 45"/>
          <p:cNvSpPr/>
          <p:nvPr/>
        </p:nvSpPr>
        <p:spPr bwMode="auto">
          <a:xfrm>
            <a:off x="8186561" y="2895648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69837" name="Freeform 47"/>
          <p:cNvSpPr/>
          <p:nvPr/>
        </p:nvSpPr>
        <p:spPr bwMode="auto">
          <a:xfrm rot="0" flipH="0" flipV="0">
            <a:off x="593433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8869531" name="Freeform 48"/>
          <p:cNvSpPr/>
          <p:nvPr/>
        </p:nvSpPr>
        <p:spPr bwMode="auto">
          <a:xfrm>
            <a:off x="600467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1772113" name="Freeform 49"/>
          <p:cNvSpPr/>
          <p:nvPr/>
        </p:nvSpPr>
        <p:spPr bwMode="auto">
          <a:xfrm>
            <a:off x="612117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257516" name="Freeform 50"/>
          <p:cNvSpPr/>
          <p:nvPr/>
        </p:nvSpPr>
        <p:spPr bwMode="auto">
          <a:xfrm>
            <a:off x="6426962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564588" name="TextBox 51"/>
          <p:cNvSpPr txBox="1"/>
          <p:nvPr/>
        </p:nvSpPr>
        <p:spPr bwMode="auto">
          <a:xfrm>
            <a:off x="583687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/>
          </a:p>
        </p:txBody>
      </p:sp>
      <p:sp>
        <p:nvSpPr>
          <p:cNvPr id="1944829881" name="Freeform 53"/>
          <p:cNvSpPr/>
          <p:nvPr/>
        </p:nvSpPr>
        <p:spPr bwMode="auto">
          <a:xfrm rot="0" flipH="0" flipV="0">
            <a:off x="685134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3170389" name="Freeform 54"/>
          <p:cNvSpPr/>
          <p:nvPr/>
        </p:nvSpPr>
        <p:spPr bwMode="auto">
          <a:xfrm>
            <a:off x="692168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6757100" name="Freeform 55"/>
          <p:cNvSpPr/>
          <p:nvPr/>
        </p:nvSpPr>
        <p:spPr bwMode="auto">
          <a:xfrm>
            <a:off x="703818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8627411" name="Freeform 56"/>
          <p:cNvSpPr/>
          <p:nvPr/>
        </p:nvSpPr>
        <p:spPr bwMode="auto">
          <a:xfrm>
            <a:off x="7343970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7" y="0"/>
                </a:lnTo>
                <a:lnTo>
                  <a:pt x="274657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6522146" name="TextBox 57"/>
          <p:cNvSpPr txBox="1"/>
          <p:nvPr/>
        </p:nvSpPr>
        <p:spPr bwMode="auto">
          <a:xfrm>
            <a:off x="675388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67837638" name="Freeform 59"/>
          <p:cNvSpPr/>
          <p:nvPr/>
        </p:nvSpPr>
        <p:spPr bwMode="auto">
          <a:xfrm rot="0" flipH="0" flipV="0">
            <a:off x="7767751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7679707" name="Freeform 60"/>
          <p:cNvSpPr/>
          <p:nvPr/>
        </p:nvSpPr>
        <p:spPr bwMode="auto">
          <a:xfrm>
            <a:off x="7838092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289717" name="Freeform 61"/>
          <p:cNvSpPr/>
          <p:nvPr/>
        </p:nvSpPr>
        <p:spPr bwMode="auto">
          <a:xfrm>
            <a:off x="7954587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54374" name="Freeform 62"/>
          <p:cNvSpPr/>
          <p:nvPr/>
        </p:nvSpPr>
        <p:spPr bwMode="auto">
          <a:xfrm>
            <a:off x="8260377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589354" name="TextBox 63"/>
          <p:cNvSpPr txBox="1"/>
          <p:nvPr/>
        </p:nvSpPr>
        <p:spPr bwMode="auto">
          <a:xfrm>
            <a:off x="7670296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545968582" name="AutoShape 64"/>
          <p:cNvSpPr/>
          <p:nvPr/>
        </p:nvSpPr>
        <p:spPr bwMode="auto">
          <a:xfrm flipV="1">
            <a:off x="2329943" y="393111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15678" name="AutoShape 65"/>
          <p:cNvSpPr/>
          <p:nvPr/>
        </p:nvSpPr>
        <p:spPr bwMode="auto">
          <a:xfrm>
            <a:off x="8186561" y="3817224"/>
            <a:ext cx="136812" cy="331605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308122" name="Freeform 67"/>
          <p:cNvSpPr/>
          <p:nvPr/>
        </p:nvSpPr>
        <p:spPr bwMode="auto">
          <a:xfrm rot="0" flipH="0" flipV="0">
            <a:off x="587828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2624347" name="Freeform 68"/>
          <p:cNvSpPr/>
          <p:nvPr/>
        </p:nvSpPr>
        <p:spPr bwMode="auto">
          <a:xfrm>
            <a:off x="5948619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295149" name="Freeform 69"/>
          <p:cNvSpPr/>
          <p:nvPr/>
        </p:nvSpPr>
        <p:spPr bwMode="auto">
          <a:xfrm>
            <a:off x="606511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103587" name="Freeform 70"/>
          <p:cNvSpPr/>
          <p:nvPr/>
        </p:nvSpPr>
        <p:spPr bwMode="auto">
          <a:xfrm>
            <a:off x="637090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374187" name="Freeform 72"/>
          <p:cNvSpPr/>
          <p:nvPr/>
        </p:nvSpPr>
        <p:spPr bwMode="auto">
          <a:xfrm rot="0" flipH="0" flipV="0">
            <a:off x="679529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290416" name="Freeform 73"/>
          <p:cNvSpPr/>
          <p:nvPr/>
        </p:nvSpPr>
        <p:spPr bwMode="auto">
          <a:xfrm>
            <a:off x="686562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473443" name="Freeform 74"/>
          <p:cNvSpPr/>
          <p:nvPr/>
        </p:nvSpPr>
        <p:spPr bwMode="auto">
          <a:xfrm>
            <a:off x="698212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08311" name="Freeform 75"/>
          <p:cNvSpPr/>
          <p:nvPr/>
        </p:nvSpPr>
        <p:spPr bwMode="auto">
          <a:xfrm>
            <a:off x="728791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4849" name="Freeform 77"/>
          <p:cNvSpPr/>
          <p:nvPr/>
        </p:nvSpPr>
        <p:spPr bwMode="auto">
          <a:xfrm rot="0" flipH="0" flipV="0">
            <a:off x="7887005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8438575" name="Freeform 78"/>
          <p:cNvSpPr/>
          <p:nvPr/>
        </p:nvSpPr>
        <p:spPr bwMode="auto">
          <a:xfrm>
            <a:off x="795734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020601" name="Freeform 79"/>
          <p:cNvSpPr/>
          <p:nvPr/>
        </p:nvSpPr>
        <p:spPr bwMode="auto">
          <a:xfrm>
            <a:off x="8073843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140464" name="Freeform 80"/>
          <p:cNvSpPr/>
          <p:nvPr/>
        </p:nvSpPr>
        <p:spPr bwMode="auto">
          <a:xfrm>
            <a:off x="8379633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043380" name="Freeform 82"/>
          <p:cNvSpPr/>
          <p:nvPr/>
        </p:nvSpPr>
        <p:spPr bwMode="auto">
          <a:xfrm rot="0" flipH="0" flipV="0">
            <a:off x="8804444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3379570" name="Freeform 83"/>
          <p:cNvSpPr/>
          <p:nvPr/>
        </p:nvSpPr>
        <p:spPr bwMode="auto">
          <a:xfrm>
            <a:off x="8874784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910406" name="Freeform 84"/>
          <p:cNvSpPr/>
          <p:nvPr/>
        </p:nvSpPr>
        <p:spPr bwMode="auto">
          <a:xfrm>
            <a:off x="8991280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37858" name="Freeform 85"/>
          <p:cNvSpPr/>
          <p:nvPr/>
        </p:nvSpPr>
        <p:spPr bwMode="auto">
          <a:xfrm>
            <a:off x="9297069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67853" name="AutoShape 86"/>
          <p:cNvSpPr/>
          <p:nvPr/>
        </p:nvSpPr>
        <p:spPr bwMode="auto">
          <a:xfrm>
            <a:off x="8186561" y="3824322"/>
            <a:ext cx="777839" cy="330393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758507" name="AutoShape 87"/>
          <p:cNvSpPr/>
          <p:nvPr/>
        </p:nvSpPr>
        <p:spPr bwMode="auto">
          <a:xfrm flipH="1">
            <a:off x="7233544" y="3825927"/>
            <a:ext cx="37631" cy="34299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9535347" name="AutoShape 88"/>
          <p:cNvSpPr/>
          <p:nvPr/>
        </p:nvSpPr>
        <p:spPr bwMode="auto">
          <a:xfrm flipH="1">
            <a:off x="6648260" y="3833538"/>
            <a:ext cx="627332" cy="321178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166809" name="AutoShape 89"/>
          <p:cNvSpPr/>
          <p:nvPr/>
        </p:nvSpPr>
        <p:spPr bwMode="auto">
          <a:xfrm flipV="1">
            <a:off x="2329943" y="5006684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202226" name="Freeform 91"/>
          <p:cNvSpPr/>
          <p:nvPr/>
        </p:nvSpPr>
        <p:spPr bwMode="auto">
          <a:xfrm rot="0" flipH="0" flipV="0">
            <a:off x="6480527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071573" name="Freeform 92"/>
          <p:cNvSpPr/>
          <p:nvPr/>
        </p:nvSpPr>
        <p:spPr bwMode="auto">
          <a:xfrm>
            <a:off x="6538011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297774" name="Freeform 93"/>
          <p:cNvSpPr/>
          <p:nvPr/>
        </p:nvSpPr>
        <p:spPr bwMode="auto">
          <a:xfrm>
            <a:off x="6633217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01489" name="Freeform 94"/>
          <p:cNvSpPr/>
          <p:nvPr/>
        </p:nvSpPr>
        <p:spPr bwMode="auto">
          <a:xfrm>
            <a:off x="6883118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227082" name="AutoShape 95"/>
          <p:cNvSpPr/>
          <p:nvPr/>
        </p:nvSpPr>
        <p:spPr bwMode="auto">
          <a:xfrm>
            <a:off x="6246968" y="6394425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6768411" name="Freeform 97"/>
          <p:cNvSpPr/>
          <p:nvPr/>
        </p:nvSpPr>
        <p:spPr bwMode="auto">
          <a:xfrm rot="0" flipH="0" flipV="0">
            <a:off x="6480527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5047375" name="Freeform 98"/>
          <p:cNvSpPr/>
          <p:nvPr/>
        </p:nvSpPr>
        <p:spPr bwMode="auto">
          <a:xfrm>
            <a:off x="6538011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2833837" name="Freeform 99"/>
          <p:cNvSpPr/>
          <p:nvPr/>
        </p:nvSpPr>
        <p:spPr bwMode="auto">
          <a:xfrm>
            <a:off x="6633217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862679" name="Freeform 100"/>
          <p:cNvSpPr/>
          <p:nvPr/>
        </p:nvSpPr>
        <p:spPr bwMode="auto">
          <a:xfrm>
            <a:off x="6883118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922887" name="Freeform 102"/>
          <p:cNvSpPr/>
          <p:nvPr/>
        </p:nvSpPr>
        <p:spPr bwMode="auto">
          <a:xfrm rot="0" flipH="0" flipV="0">
            <a:off x="6480527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298330" name="Freeform 103"/>
          <p:cNvSpPr/>
          <p:nvPr/>
        </p:nvSpPr>
        <p:spPr bwMode="auto">
          <a:xfrm>
            <a:off x="6538011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993512" name="Freeform 104"/>
          <p:cNvSpPr/>
          <p:nvPr/>
        </p:nvSpPr>
        <p:spPr bwMode="auto">
          <a:xfrm>
            <a:off x="6633217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261471" name="Freeform 105"/>
          <p:cNvSpPr/>
          <p:nvPr/>
        </p:nvSpPr>
        <p:spPr bwMode="auto">
          <a:xfrm>
            <a:off x="6883118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86044" name="Freeform 107"/>
          <p:cNvSpPr/>
          <p:nvPr/>
        </p:nvSpPr>
        <p:spPr bwMode="auto">
          <a:xfrm rot="0" flipH="0" flipV="0">
            <a:off x="7511494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255998" name="Freeform 108"/>
          <p:cNvSpPr/>
          <p:nvPr/>
        </p:nvSpPr>
        <p:spPr bwMode="auto">
          <a:xfrm>
            <a:off x="7568978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851711" name="Freeform 109"/>
          <p:cNvSpPr/>
          <p:nvPr/>
        </p:nvSpPr>
        <p:spPr bwMode="auto">
          <a:xfrm>
            <a:off x="7664184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169851" name="Freeform 110"/>
          <p:cNvSpPr/>
          <p:nvPr/>
        </p:nvSpPr>
        <p:spPr bwMode="auto">
          <a:xfrm>
            <a:off x="7914084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334713" name="Freeform 112"/>
          <p:cNvSpPr/>
          <p:nvPr/>
        </p:nvSpPr>
        <p:spPr bwMode="auto">
          <a:xfrm rot="0" flipH="0" flipV="0">
            <a:off x="7511494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39510297" name="Freeform 113"/>
          <p:cNvSpPr/>
          <p:nvPr/>
        </p:nvSpPr>
        <p:spPr bwMode="auto">
          <a:xfrm>
            <a:off x="7568978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374856" name="Freeform 114"/>
          <p:cNvSpPr/>
          <p:nvPr/>
        </p:nvSpPr>
        <p:spPr bwMode="auto">
          <a:xfrm>
            <a:off x="7664184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39470" name="Freeform 115"/>
          <p:cNvSpPr/>
          <p:nvPr/>
        </p:nvSpPr>
        <p:spPr bwMode="auto">
          <a:xfrm>
            <a:off x="7914084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69974" name="Freeform 117"/>
          <p:cNvSpPr/>
          <p:nvPr/>
        </p:nvSpPr>
        <p:spPr bwMode="auto">
          <a:xfrm rot="0" flipH="0" flipV="0">
            <a:off x="7511494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1320557" name="Freeform 118"/>
          <p:cNvSpPr/>
          <p:nvPr/>
        </p:nvSpPr>
        <p:spPr bwMode="auto">
          <a:xfrm>
            <a:off x="7568978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3948919" name="Freeform 119"/>
          <p:cNvSpPr/>
          <p:nvPr/>
        </p:nvSpPr>
        <p:spPr bwMode="auto">
          <a:xfrm>
            <a:off x="7664184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486666" name="Freeform 120"/>
          <p:cNvSpPr/>
          <p:nvPr/>
        </p:nvSpPr>
        <p:spPr bwMode="auto">
          <a:xfrm>
            <a:off x="7914084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03433" name="Freeform 121"/>
          <p:cNvSpPr/>
          <p:nvPr/>
        </p:nvSpPr>
        <p:spPr bwMode="auto">
          <a:xfrm>
            <a:off x="9434398" y="5473303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11743" name="TextBox 122"/>
          <p:cNvSpPr txBox="1"/>
          <p:nvPr/>
        </p:nvSpPr>
        <p:spPr bwMode="auto">
          <a:xfrm flipH="0" flipV="0">
            <a:off x="2329942" y="522868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Chiave principale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3294268" name="TextBox 123"/>
          <p:cNvSpPr txBox="1"/>
          <p:nvPr/>
        </p:nvSpPr>
        <p:spPr bwMode="auto">
          <a:xfrm flipH="0" flipV="0">
            <a:off x="2329941" y="1443600"/>
            <a:ext cx="347109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Scopo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7492250" name="TextBox 124"/>
          <p:cNvSpPr txBox="1"/>
          <p:nvPr/>
        </p:nvSpPr>
        <p:spPr bwMode="auto">
          <a:xfrm>
            <a:off x="7685232" y="8999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905899161" name="TextBox 125"/>
          <p:cNvSpPr txBox="1"/>
          <p:nvPr/>
        </p:nvSpPr>
        <p:spPr bwMode="auto">
          <a:xfrm>
            <a:off x="7670296" y="1843151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584064946" name="TextBox 126"/>
          <p:cNvSpPr txBox="1"/>
          <p:nvPr/>
        </p:nvSpPr>
        <p:spPr bwMode="auto">
          <a:xfrm flipH="0" flipV="0">
            <a:off x="2329941" y="2363877"/>
            <a:ext cx="3470291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Tipo di moneta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06085428" name="TextBox 127"/>
          <p:cNvSpPr txBox="1"/>
          <p:nvPr/>
        </p:nvSpPr>
        <p:spPr bwMode="auto">
          <a:xfrm>
            <a:off x="7670296" y="27638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503821723" name="TextBox 128"/>
          <p:cNvSpPr txBox="1"/>
          <p:nvPr/>
        </p:nvSpPr>
        <p:spPr bwMode="auto">
          <a:xfrm flipH="0" flipV="0">
            <a:off x="2329942" y="3284613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Conti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80242300" name="TextBox 129"/>
          <p:cNvSpPr txBox="1"/>
          <p:nvPr/>
        </p:nvSpPr>
        <p:spPr bwMode="auto">
          <a:xfrm flipH="0" flipV="0">
            <a:off x="2329941" y="4279351"/>
            <a:ext cx="347069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Catene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2842426" name="TextBox 130"/>
          <p:cNvSpPr txBox="1"/>
          <p:nvPr/>
        </p:nvSpPr>
        <p:spPr bwMode="auto">
          <a:xfrm>
            <a:off x="578082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/>
          </a:p>
        </p:txBody>
      </p:sp>
      <p:sp>
        <p:nvSpPr>
          <p:cNvPr id="726326879" name="TextBox 131"/>
          <p:cNvSpPr txBox="1"/>
          <p:nvPr/>
        </p:nvSpPr>
        <p:spPr bwMode="auto">
          <a:xfrm>
            <a:off x="669783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1399090455" name="TextBox 132"/>
          <p:cNvSpPr txBox="1"/>
          <p:nvPr/>
        </p:nvSpPr>
        <p:spPr bwMode="auto">
          <a:xfrm>
            <a:off x="7789551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1344743036" name="TextBox 133"/>
          <p:cNvSpPr txBox="1"/>
          <p:nvPr/>
        </p:nvSpPr>
        <p:spPr bwMode="auto">
          <a:xfrm>
            <a:off x="8706988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2018680100" name="TextBox 134"/>
          <p:cNvSpPr txBox="1"/>
          <p:nvPr/>
        </p:nvSpPr>
        <p:spPr bwMode="auto">
          <a:xfrm>
            <a:off x="579678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est.</a:t>
            </a:r>
            <a:endParaRPr/>
          </a:p>
        </p:txBody>
      </p:sp>
      <p:sp>
        <p:nvSpPr>
          <p:cNvPr id="1159178272" name="TextBox 135"/>
          <p:cNvSpPr txBox="1"/>
          <p:nvPr/>
        </p:nvSpPr>
        <p:spPr bwMode="auto">
          <a:xfrm>
            <a:off x="6716870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int.</a:t>
            </a:r>
            <a:endParaRPr/>
          </a:p>
        </p:txBody>
      </p:sp>
      <p:sp>
        <p:nvSpPr>
          <p:cNvPr id="367940701" name="TextBox 136"/>
          <p:cNvSpPr txBox="1"/>
          <p:nvPr/>
        </p:nvSpPr>
        <p:spPr bwMode="auto">
          <a:xfrm>
            <a:off x="778955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est.</a:t>
            </a:r>
            <a:endParaRPr/>
          </a:p>
        </p:txBody>
      </p:sp>
      <p:sp>
        <p:nvSpPr>
          <p:cNvPr id="1678997586" name="TextBox 137"/>
          <p:cNvSpPr txBox="1"/>
          <p:nvPr/>
        </p:nvSpPr>
        <p:spPr bwMode="auto">
          <a:xfrm>
            <a:off x="8709639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int.</a:t>
            </a:r>
            <a:endParaRPr/>
          </a:p>
        </p:txBody>
      </p:sp>
      <p:sp>
        <p:nvSpPr>
          <p:cNvPr id="1400126482" name="TextBox 138"/>
          <p:cNvSpPr txBox="1"/>
          <p:nvPr/>
        </p:nvSpPr>
        <p:spPr bwMode="auto">
          <a:xfrm flipH="0" flipV="0">
            <a:off x="2329941" y="5604447"/>
            <a:ext cx="3468679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Indirizzi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7157359" name="TextBox 139"/>
          <p:cNvSpPr txBox="1"/>
          <p:nvPr/>
        </p:nvSpPr>
        <p:spPr bwMode="auto">
          <a:xfrm>
            <a:off x="6400884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1975576775" name="TextBox 140"/>
          <p:cNvSpPr txBox="1"/>
          <p:nvPr/>
        </p:nvSpPr>
        <p:spPr bwMode="auto">
          <a:xfrm>
            <a:off x="6400884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1786102267" name="TextBox 141"/>
          <p:cNvSpPr txBox="1"/>
          <p:nvPr/>
        </p:nvSpPr>
        <p:spPr bwMode="auto">
          <a:xfrm>
            <a:off x="6400884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861984309" name="TextBox 142"/>
          <p:cNvSpPr txBox="1"/>
          <p:nvPr/>
        </p:nvSpPr>
        <p:spPr bwMode="auto">
          <a:xfrm>
            <a:off x="7431850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2116426142" name="TextBox 143"/>
          <p:cNvSpPr txBox="1"/>
          <p:nvPr/>
        </p:nvSpPr>
        <p:spPr bwMode="auto">
          <a:xfrm>
            <a:off x="7431850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962909457" name="TextBox 144"/>
          <p:cNvSpPr txBox="1"/>
          <p:nvPr/>
        </p:nvSpPr>
        <p:spPr bwMode="auto">
          <a:xfrm>
            <a:off x="7431850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370157338" name="Freeform 145"/>
          <p:cNvSpPr/>
          <p:nvPr/>
        </p:nvSpPr>
        <p:spPr bwMode="auto">
          <a:xfrm>
            <a:off x="9434398" y="5737825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4"/>
                </a:lnTo>
                <a:lnTo>
                  <a:pt x="0" y="185444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605143" name="Freeform 146"/>
          <p:cNvSpPr/>
          <p:nvPr/>
        </p:nvSpPr>
        <p:spPr bwMode="auto">
          <a:xfrm>
            <a:off x="9434398" y="6002218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363857" name="AutoShape 147"/>
          <p:cNvSpPr/>
          <p:nvPr/>
        </p:nvSpPr>
        <p:spPr bwMode="auto">
          <a:xfrm>
            <a:off x="6261924" y="4923330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588226" name="AutoShape 148"/>
          <p:cNvSpPr/>
          <p:nvPr/>
        </p:nvSpPr>
        <p:spPr bwMode="auto">
          <a:xfrm>
            <a:off x="6246490" y="591236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02701" name="AutoShape 149"/>
          <p:cNvSpPr/>
          <p:nvPr/>
        </p:nvSpPr>
        <p:spPr bwMode="auto">
          <a:xfrm>
            <a:off x="6246490" y="5400590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8194" name="AutoShape 150"/>
          <p:cNvSpPr/>
          <p:nvPr/>
        </p:nvSpPr>
        <p:spPr bwMode="auto">
          <a:xfrm>
            <a:off x="7275777" y="6397637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841355" name="AutoShape 151"/>
          <p:cNvSpPr/>
          <p:nvPr/>
        </p:nvSpPr>
        <p:spPr bwMode="auto">
          <a:xfrm>
            <a:off x="7290735" y="4926543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50941" name="AutoShape 152"/>
          <p:cNvSpPr/>
          <p:nvPr/>
        </p:nvSpPr>
        <p:spPr bwMode="auto">
          <a:xfrm>
            <a:off x="7275300" y="5915576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903361" name="AutoShape 153"/>
          <p:cNvSpPr/>
          <p:nvPr/>
        </p:nvSpPr>
        <p:spPr bwMode="auto">
          <a:xfrm>
            <a:off x="7275300" y="540380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218541" name="Freeform 154"/>
          <p:cNvSpPr/>
          <p:nvPr/>
        </p:nvSpPr>
        <p:spPr bwMode="auto">
          <a:xfrm rot="-8534550" flipH="1">
            <a:off x="1143555" y="3105970"/>
            <a:ext cx="994096" cy="355387"/>
          </a:xfrm>
          <a:custGeom>
            <a:avLst/>
            <a:gdLst/>
            <a:ahLst/>
            <a:cxnLst/>
            <a:rect l="l" t="t" r="r" b="b"/>
            <a:pathLst>
              <a:path w="994098" h="355390" fill="norm" stroke="1" extrusionOk="0">
                <a:moveTo>
                  <a:pt x="994098" y="0"/>
                </a:moveTo>
                <a:lnTo>
                  <a:pt x="0" y="0"/>
                </a:lnTo>
                <a:lnTo>
                  <a:pt x="0" y="355391"/>
                </a:lnTo>
                <a:lnTo>
                  <a:pt x="994098" y="355391"/>
                </a:lnTo>
                <a:lnTo>
                  <a:pt x="994098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142808" name="AutoShape 32"/>
          <p:cNvSpPr/>
          <p:nvPr/>
        </p:nvSpPr>
        <p:spPr bwMode="auto">
          <a:xfrm>
            <a:off x="5954248" y="1328686"/>
            <a:ext cx="0" cy="40464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34729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6113523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408158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258139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629122" name="TextBox 55"/>
          <p:cNvSpPr txBox="1"/>
          <p:nvPr/>
        </p:nvSpPr>
        <p:spPr bwMode="auto">
          <a:xfrm>
            <a:off x="3117409" y="634185"/>
            <a:ext cx="567475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36323365" name="TextBox 56"/>
          <p:cNvSpPr txBox="1"/>
          <p:nvPr/>
        </p:nvSpPr>
        <p:spPr bwMode="auto">
          <a:xfrm>
            <a:off x="325648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9735516" name="TextBox 57"/>
          <p:cNvSpPr txBox="1"/>
          <p:nvPr/>
        </p:nvSpPr>
        <p:spPr bwMode="auto">
          <a:xfrm>
            <a:off x="659404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7973854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utilizzato per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cicli di coinjoin</a:t>
            </a:r>
          </a:p>
        </p:txBody>
      </p:sp>
      <p:sp>
        <p:nvSpPr>
          <p:cNvPr id="141769980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Costi di estrazione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60106389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equalizzati pronti per la miscelazione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76358094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Cambiamento di destinazione d'uso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667201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941040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Costi di servizio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63050941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5514610" name=""/>
          <p:cNvGrpSpPr/>
          <p:nvPr/>
        </p:nvGrpSpPr>
        <p:grpSpPr bwMode="auto">
          <a:xfrm>
            <a:off x="3101175" y="1750241"/>
            <a:ext cx="5706141" cy="4632705"/>
            <a:chOff x="0" y="0"/>
            <a:chExt cx="5706141" cy="4632705"/>
          </a:xfrm>
        </p:grpSpPr>
        <p:sp>
          <p:nvSpPr>
            <p:cNvPr id="1166447117" name="Freeform 30"/>
            <p:cNvSpPr/>
            <p:nvPr/>
          </p:nvSpPr>
          <p:spPr bwMode="auto">
            <a:xfrm rot="0" flipH="0" flipV="0">
              <a:off x="0" y="132495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638858" name="TextBox 31"/>
            <p:cNvSpPr txBox="1"/>
            <p:nvPr/>
          </p:nvSpPr>
          <p:spPr bwMode="auto">
            <a:xfrm rot="0" flipH="0" flipV="0">
              <a:off x="0" y="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8014811" name="Freeform 34"/>
            <p:cNvSpPr/>
            <p:nvPr/>
          </p:nvSpPr>
          <p:spPr bwMode="auto">
            <a:xfrm rot="0" flipH="0" flipV="0">
              <a:off x="3316829" y="132495"/>
              <a:ext cx="2389312" cy="493427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7" y="0"/>
                  </a:moveTo>
                  <a:lnTo>
                    <a:pt x="924177" y="0"/>
                  </a:lnTo>
                  <a:cubicBezTo>
                    <a:pt x="982949" y="0"/>
                    <a:pt x="1030593" y="47644"/>
                    <a:pt x="1030593" y="106417"/>
                  </a:cubicBezTo>
                  <a:lnTo>
                    <a:pt x="1030593" y="106417"/>
                  </a:lnTo>
                  <a:cubicBezTo>
                    <a:pt x="1030593" y="165189"/>
                    <a:pt x="982949" y="212833"/>
                    <a:pt x="924177" y="212833"/>
                  </a:cubicBezTo>
                  <a:lnTo>
                    <a:pt x="106417" y="212833"/>
                  </a:lnTo>
                  <a:cubicBezTo>
                    <a:pt x="47644" y="212833"/>
                    <a:pt x="0" y="165189"/>
                    <a:pt x="0" y="106417"/>
                  </a:cubicBezTo>
                  <a:lnTo>
                    <a:pt x="0" y="106417"/>
                  </a:lnTo>
                  <a:cubicBezTo>
                    <a:pt x="0" y="47644"/>
                    <a:pt x="47644" y="0"/>
                    <a:pt x="1064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373124" name="TextBox 35"/>
            <p:cNvSpPr txBox="1"/>
            <p:nvPr/>
          </p:nvSpPr>
          <p:spPr bwMode="auto">
            <a:xfrm rot="0" flipH="0" flipV="0">
              <a:off x="3316829" y="0"/>
              <a:ext cx="2389312" cy="62592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6597715" name="Freeform 37"/>
            <p:cNvSpPr/>
            <p:nvPr/>
          </p:nvSpPr>
          <p:spPr bwMode="auto">
            <a:xfrm rot="0" flipH="0" flipV="0">
              <a:off x="3316829" y="860653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2368552" name="TextBox 38"/>
            <p:cNvSpPr txBox="1"/>
            <p:nvPr/>
          </p:nvSpPr>
          <p:spPr bwMode="auto">
            <a:xfrm rot="0" flipH="0" flipV="0">
              <a:off x="3316829" y="728158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00598727" name="Freeform 40"/>
            <p:cNvSpPr/>
            <p:nvPr/>
          </p:nvSpPr>
          <p:spPr bwMode="auto">
            <a:xfrm rot="0" flipH="0" flipV="0">
              <a:off x="3316829" y="158943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5829258" name="TextBox 41"/>
            <p:cNvSpPr txBox="1"/>
            <p:nvPr/>
          </p:nvSpPr>
          <p:spPr bwMode="auto">
            <a:xfrm rot="0" flipH="0" flipV="0">
              <a:off x="3316829" y="145693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094574" name="Freeform 43"/>
            <p:cNvSpPr/>
            <p:nvPr/>
          </p:nvSpPr>
          <p:spPr bwMode="auto">
            <a:xfrm rot="0" flipH="0" flipV="0">
              <a:off x="3316829" y="2318206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8692257" name="TextBox 44"/>
            <p:cNvSpPr txBox="1"/>
            <p:nvPr/>
          </p:nvSpPr>
          <p:spPr bwMode="auto">
            <a:xfrm rot="0" flipH="0" flipV="0">
              <a:off x="3316829" y="218571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5400514" name="Freeform 46"/>
            <p:cNvSpPr/>
            <p:nvPr/>
          </p:nvSpPr>
          <p:spPr bwMode="auto">
            <a:xfrm rot="0" flipH="0" flipV="0">
              <a:off x="3316829" y="304698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0518244" name="TextBox 47"/>
            <p:cNvSpPr txBox="1"/>
            <p:nvPr/>
          </p:nvSpPr>
          <p:spPr bwMode="auto">
            <a:xfrm rot="0" flipH="0" flipV="0">
              <a:off x="3316829" y="291448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09773823" name="Freeform 49"/>
            <p:cNvSpPr/>
            <p:nvPr/>
          </p:nvSpPr>
          <p:spPr bwMode="auto">
            <a:xfrm rot="0" flipH="0" flipV="0">
              <a:off x="3316829" y="4139277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968636" name="TextBox 50"/>
            <p:cNvSpPr txBox="1"/>
            <p:nvPr/>
          </p:nvSpPr>
          <p:spPr bwMode="auto">
            <a:xfrm rot="0" flipH="0" flipV="0">
              <a:off x="3316829" y="4006782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3947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80810"/>
            <a:ext cx="12191999" cy="62963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487924" name="AutoShape 32"/>
          <p:cNvSpPr/>
          <p:nvPr/>
        </p:nvSpPr>
        <p:spPr bwMode="auto">
          <a:xfrm>
            <a:off x="3638455" y="1179117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00434" name="TextBox 51"/>
          <p:cNvSpPr txBox="1"/>
          <p:nvPr/>
        </p:nvSpPr>
        <p:spPr bwMode="auto">
          <a:xfrm>
            <a:off x="541151" y="433189"/>
            <a:ext cx="6195685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2024936" name="TextBox 52"/>
          <p:cNvSpPr txBox="1"/>
          <p:nvPr/>
        </p:nvSpPr>
        <p:spPr bwMode="auto">
          <a:xfrm>
            <a:off x="715820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3275357" name="TextBox 53"/>
          <p:cNvSpPr txBox="1"/>
          <p:nvPr/>
        </p:nvSpPr>
        <p:spPr bwMode="auto">
          <a:xfrm>
            <a:off x="4336998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8855262" name="Rectangle: Rounded Corners 12"/>
          <p:cNvSpPr/>
          <p:nvPr/>
        </p:nvSpPr>
        <p:spPr bwMode="auto">
          <a:xfrm>
            <a:off x="158093" y="167860"/>
            <a:ext cx="7088370" cy="575930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5057392" name=""/>
          <p:cNvGrpSpPr/>
          <p:nvPr/>
        </p:nvGrpSpPr>
        <p:grpSpPr bwMode="auto">
          <a:xfrm>
            <a:off x="523426" y="1640792"/>
            <a:ext cx="6230050" cy="5007749"/>
            <a:chOff x="0" y="0"/>
            <a:chExt cx="6230050" cy="5007749"/>
          </a:xfrm>
        </p:grpSpPr>
        <p:sp>
          <p:nvSpPr>
            <p:cNvPr id="2103758371" name="Freeform 30"/>
            <p:cNvSpPr/>
            <p:nvPr/>
          </p:nvSpPr>
          <p:spPr bwMode="auto">
            <a:xfrm rot="0" flipH="0" flipV="0">
              <a:off x="0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5417513" name="TextBox 31"/>
            <p:cNvSpPr txBox="1"/>
            <p:nvPr/>
          </p:nvSpPr>
          <p:spPr bwMode="auto">
            <a:xfrm rot="0" flipH="0" flipV="0">
              <a:off x="0" y="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916101" name="Freeform 34"/>
            <p:cNvSpPr/>
            <p:nvPr/>
          </p:nvSpPr>
          <p:spPr bwMode="auto">
            <a:xfrm rot="0" flipH="0" flipV="0">
              <a:off x="3621363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67657"/>
                    <a:pt x="985417" y="212833"/>
                    <a:pt x="929690" y="212833"/>
                  </a:cubicBezTo>
                  <a:lnTo>
                    <a:pt x="100903" y="212833"/>
                  </a:lnTo>
                  <a:cubicBezTo>
                    <a:pt x="74142" y="212833"/>
                    <a:pt x="48477" y="202202"/>
                    <a:pt x="29554" y="183279"/>
                  </a:cubicBezTo>
                  <a:cubicBezTo>
                    <a:pt x="10631" y="164356"/>
                    <a:pt x="0" y="138691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925773" name="TextBox 35"/>
            <p:cNvSpPr txBox="1"/>
            <p:nvPr/>
          </p:nvSpPr>
          <p:spPr bwMode="auto">
            <a:xfrm rot="0" flipH="0" flipV="0">
              <a:off x="3621363" y="0"/>
              <a:ext cx="2608687" cy="7075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4109531" name="Freeform 37"/>
            <p:cNvSpPr/>
            <p:nvPr/>
          </p:nvSpPr>
          <p:spPr bwMode="auto">
            <a:xfrm rot="0" flipH="0" flipV="0">
              <a:off x="3621363" y="96377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3054402" name="TextBox 38"/>
            <p:cNvSpPr txBox="1"/>
            <p:nvPr/>
          </p:nvSpPr>
          <p:spPr bwMode="auto">
            <a:xfrm rot="0" flipH="0" flipV="0">
              <a:off x="3621363" y="79501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8135707" name="Freeform 40"/>
            <p:cNvSpPr/>
            <p:nvPr/>
          </p:nvSpPr>
          <p:spPr bwMode="auto">
            <a:xfrm rot="0" flipH="0" flipV="0">
              <a:off x="3621363" y="1759469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2473593" name="TextBox 41"/>
            <p:cNvSpPr txBox="1"/>
            <p:nvPr/>
          </p:nvSpPr>
          <p:spPr bwMode="auto">
            <a:xfrm rot="0" flipH="0" flipV="0">
              <a:off x="3621363" y="159070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3366778" name="Freeform 43"/>
            <p:cNvSpPr/>
            <p:nvPr/>
          </p:nvSpPr>
          <p:spPr bwMode="auto">
            <a:xfrm rot="0" flipH="0" flipV="0">
              <a:off x="3621363" y="255515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4781190" name="TextBox 44"/>
            <p:cNvSpPr txBox="1"/>
            <p:nvPr/>
          </p:nvSpPr>
          <p:spPr bwMode="auto">
            <a:xfrm rot="0" flipH="0" flipV="0">
              <a:off x="3621363" y="2386392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10045538" name="Freeform 46"/>
            <p:cNvSpPr/>
            <p:nvPr/>
          </p:nvSpPr>
          <p:spPr bwMode="auto">
            <a:xfrm rot="0" flipH="0" flipV="0">
              <a:off x="3621363" y="335084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1208606" name="TextBox 47"/>
            <p:cNvSpPr txBox="1"/>
            <p:nvPr/>
          </p:nvSpPr>
          <p:spPr bwMode="auto">
            <a:xfrm rot="0" flipH="0" flipV="0">
              <a:off x="3621363" y="3182081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6275293" name="Freeform 49"/>
            <p:cNvSpPr/>
            <p:nvPr/>
          </p:nvSpPr>
          <p:spPr bwMode="auto">
            <a:xfrm rot="0" flipH="0" flipV="0">
              <a:off x="3621363" y="446901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421036" name="TextBox 50"/>
            <p:cNvSpPr txBox="1"/>
            <p:nvPr/>
          </p:nvSpPr>
          <p:spPr bwMode="auto">
            <a:xfrm rot="0" flipH="0" flipV="0">
              <a:off x="3621363" y="430025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898645" name="AutoShape 54"/>
            <p:cNvSpPr/>
            <p:nvPr/>
          </p:nvSpPr>
          <p:spPr bwMode="auto">
            <a:xfrm>
              <a:off x="2608689" y="412615"/>
              <a:ext cx="1012673" cy="3182079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369526" name="AutoShape 32"/>
          <p:cNvSpPr/>
          <p:nvPr/>
        </p:nvSpPr>
        <p:spPr bwMode="auto">
          <a:xfrm>
            <a:off x="2879412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3805796" name="TextBox 42"/>
          <p:cNvSpPr txBox="1"/>
          <p:nvPr/>
        </p:nvSpPr>
        <p:spPr bwMode="auto">
          <a:xfrm>
            <a:off x="423722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5907632" name="TextBox 43"/>
          <p:cNvSpPr txBox="1"/>
          <p:nvPr/>
        </p:nvSpPr>
        <p:spPr bwMode="auto">
          <a:xfrm>
            <a:off x="50922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2756166" name="TextBox 44"/>
          <p:cNvSpPr txBox="1"/>
          <p:nvPr/>
        </p:nvSpPr>
        <p:spPr bwMode="auto">
          <a:xfrm>
            <a:off x="302228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7187399" name="AutoShape 54"/>
          <p:cNvSpPr/>
          <p:nvPr/>
        </p:nvSpPr>
        <p:spPr bwMode="auto">
          <a:xfrm>
            <a:off x="9204977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55870" name="TextBox 64"/>
          <p:cNvSpPr txBox="1"/>
          <p:nvPr/>
        </p:nvSpPr>
        <p:spPr bwMode="auto">
          <a:xfrm>
            <a:off x="6749287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Mix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7825661" name="TextBox 65"/>
          <p:cNvSpPr txBox="1"/>
          <p:nvPr/>
        </p:nvSpPr>
        <p:spPr bwMode="auto">
          <a:xfrm>
            <a:off x="683479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76944081" name="TextBox 66"/>
          <p:cNvSpPr txBox="1"/>
          <p:nvPr/>
        </p:nvSpPr>
        <p:spPr bwMode="auto">
          <a:xfrm>
            <a:off x="934785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3961513" name="AutoShape 73"/>
          <p:cNvSpPr/>
          <p:nvPr/>
        </p:nvSpPr>
        <p:spPr bwMode="auto">
          <a:xfrm>
            <a:off x="5167267" y="3232914"/>
            <a:ext cx="1752579" cy="795349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81663854" name="Rectangle: Rounded Corners 12"/>
          <p:cNvSpPr/>
          <p:nvPr/>
        </p:nvSpPr>
        <p:spPr bwMode="auto">
          <a:xfrm>
            <a:off x="273618" y="343341"/>
            <a:ext cx="5303635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8630074" name="Rectangle: Rounded Corners 12"/>
          <p:cNvSpPr/>
          <p:nvPr/>
        </p:nvSpPr>
        <p:spPr bwMode="auto">
          <a:xfrm>
            <a:off x="6628342" y="343341"/>
            <a:ext cx="5208181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51853077" name=""/>
          <p:cNvGrpSpPr/>
          <p:nvPr/>
        </p:nvGrpSpPr>
        <p:grpSpPr bwMode="auto">
          <a:xfrm>
            <a:off x="6916266" y="2033166"/>
            <a:ext cx="4580141" cy="3846204"/>
            <a:chOff x="0" y="0"/>
            <a:chExt cx="4580141" cy="3846204"/>
          </a:xfrm>
        </p:grpSpPr>
        <p:sp>
          <p:nvSpPr>
            <p:cNvPr id="803655936" name="Freeform 56"/>
            <p:cNvSpPr/>
            <p:nvPr/>
          </p:nvSpPr>
          <p:spPr bwMode="auto">
            <a:xfrm rot="0" flipH="0" flipV="0">
              <a:off x="2514089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127163" name="TextBox 57"/>
            <p:cNvSpPr txBox="1"/>
            <p:nvPr/>
          </p:nvSpPr>
          <p:spPr bwMode="auto">
            <a:xfrm rot="0" flipH="0" flipV="0">
              <a:off x="2514089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4680774" name="Freeform 59"/>
            <p:cNvSpPr/>
            <p:nvPr/>
          </p:nvSpPr>
          <p:spPr bwMode="auto">
            <a:xfrm rot="0" flipH="0" flipV="0">
              <a:off x="2514089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0203025" name="TextBox 60"/>
            <p:cNvSpPr txBox="1"/>
            <p:nvPr/>
          </p:nvSpPr>
          <p:spPr bwMode="auto">
            <a:xfrm rot="0" flipH="0" flipV="0">
              <a:off x="2514089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7580712" name="Freeform 62"/>
            <p:cNvSpPr/>
            <p:nvPr/>
          </p:nvSpPr>
          <p:spPr bwMode="auto">
            <a:xfrm rot="0" flipH="0" flipV="0">
              <a:off x="2514089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978442" name="TextBox 63"/>
            <p:cNvSpPr txBox="1"/>
            <p:nvPr/>
          </p:nvSpPr>
          <p:spPr bwMode="auto">
            <a:xfrm rot="0" flipH="0" flipV="0">
              <a:off x="2514089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5512452" name="Freeform 68"/>
            <p:cNvSpPr/>
            <p:nvPr/>
          </p:nvSpPr>
          <p:spPr bwMode="auto">
            <a:xfrm rot="0" flipH="0" flipV="0">
              <a:off x="2514089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8157072" name="TextBox 69"/>
            <p:cNvSpPr txBox="1"/>
            <p:nvPr/>
          </p:nvSpPr>
          <p:spPr bwMode="auto">
            <a:xfrm rot="0" flipH="0" flipV="0">
              <a:off x="2514089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8957721" name="Freeform 71"/>
            <p:cNvSpPr/>
            <p:nvPr/>
          </p:nvSpPr>
          <p:spPr bwMode="auto">
            <a:xfrm rot="0" flipH="0" flipV="0">
              <a:off x="251050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2442838" name="TextBox 72"/>
            <p:cNvSpPr txBox="1"/>
            <p:nvPr/>
          </p:nvSpPr>
          <p:spPr bwMode="auto">
            <a:xfrm rot="0" flipH="0" flipV="0">
              <a:off x="251050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6780452" name="Freeform 75"/>
            <p:cNvSpPr/>
            <p:nvPr/>
          </p:nvSpPr>
          <p:spPr bwMode="auto">
            <a:xfrm rot="0" flipH="0" flipV="0">
              <a:off x="3580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0039869" name="TextBox 76"/>
            <p:cNvSpPr txBox="1"/>
            <p:nvPr/>
          </p:nvSpPr>
          <p:spPr bwMode="auto">
            <a:xfrm rot="0" flipH="0" flipV="0">
              <a:off x="3580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9967182" name="Freeform 78"/>
            <p:cNvSpPr/>
            <p:nvPr/>
          </p:nvSpPr>
          <p:spPr bwMode="auto">
            <a:xfrm rot="0" flipH="0" flipV="0">
              <a:off x="3580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4408258" name="TextBox 79"/>
            <p:cNvSpPr txBox="1"/>
            <p:nvPr/>
          </p:nvSpPr>
          <p:spPr bwMode="auto">
            <a:xfrm rot="0" flipH="0" flipV="0">
              <a:off x="3580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5812402" name="Freeform 81"/>
            <p:cNvSpPr/>
            <p:nvPr/>
          </p:nvSpPr>
          <p:spPr bwMode="auto">
            <a:xfrm rot="0" flipH="0" flipV="0">
              <a:off x="3580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376770" name="TextBox 82"/>
            <p:cNvSpPr txBox="1"/>
            <p:nvPr/>
          </p:nvSpPr>
          <p:spPr bwMode="auto">
            <a:xfrm rot="0" flipH="0" flipV="0">
              <a:off x="3580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9237153" name="Freeform 84"/>
            <p:cNvSpPr/>
            <p:nvPr/>
          </p:nvSpPr>
          <p:spPr bwMode="auto">
            <a:xfrm rot="0" flipH="0" flipV="0">
              <a:off x="358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832117" name="TextBox 85"/>
            <p:cNvSpPr txBox="1"/>
            <p:nvPr/>
          </p:nvSpPr>
          <p:spPr bwMode="auto">
            <a:xfrm rot="0" flipH="0" flipV="0">
              <a:off x="358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6342043" name="Freeform 87"/>
            <p:cNvSpPr/>
            <p:nvPr/>
          </p:nvSpPr>
          <p:spPr bwMode="auto">
            <a:xfrm rot="0" flipH="0" flipV="0">
              <a:off x="0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7650220" name="TextBox 88"/>
            <p:cNvSpPr txBox="1"/>
            <p:nvPr/>
          </p:nvSpPr>
          <p:spPr bwMode="auto">
            <a:xfrm rot="0" flipH="0" flipV="0">
              <a:off x="0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77759478" name=""/>
          <p:cNvGrpSpPr/>
          <p:nvPr/>
        </p:nvGrpSpPr>
        <p:grpSpPr bwMode="auto">
          <a:xfrm>
            <a:off x="588150" y="2033166"/>
            <a:ext cx="4582692" cy="3846204"/>
            <a:chOff x="0" y="0"/>
            <a:chExt cx="4582692" cy="3846204"/>
          </a:xfrm>
        </p:grpSpPr>
        <p:sp>
          <p:nvSpPr>
            <p:cNvPr id="1783667981" name="Freeform 30"/>
            <p:cNvSpPr/>
            <p:nvPr/>
          </p:nvSpPr>
          <p:spPr bwMode="auto">
            <a:xfrm rot="0" flipH="0" flipV="0">
              <a:off x="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04729750" name="TextBox 31"/>
            <p:cNvSpPr txBox="1"/>
            <p:nvPr/>
          </p:nvSpPr>
          <p:spPr bwMode="auto">
            <a:xfrm rot="0" flipH="0" flipV="0">
              <a:off x="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90780063" name="Freeform 34"/>
            <p:cNvSpPr/>
            <p:nvPr/>
          </p:nvSpPr>
          <p:spPr bwMode="auto">
            <a:xfrm rot="0" flipH="0" flipV="0">
              <a:off x="2516641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274477" name="TextBox 35"/>
            <p:cNvSpPr txBox="1"/>
            <p:nvPr/>
          </p:nvSpPr>
          <p:spPr bwMode="auto">
            <a:xfrm rot="0" flipH="0" flipV="0">
              <a:off x="2516641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7310600" name="Freeform 37"/>
            <p:cNvSpPr/>
            <p:nvPr/>
          </p:nvSpPr>
          <p:spPr bwMode="auto">
            <a:xfrm rot="0" flipH="0" flipV="0">
              <a:off x="2516641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87698" name="TextBox 38"/>
            <p:cNvSpPr txBox="1"/>
            <p:nvPr/>
          </p:nvSpPr>
          <p:spPr bwMode="auto">
            <a:xfrm rot="0" flipH="0" flipV="0">
              <a:off x="2516641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1363378" name="Freeform 40"/>
            <p:cNvSpPr/>
            <p:nvPr/>
          </p:nvSpPr>
          <p:spPr bwMode="auto">
            <a:xfrm rot="0" flipH="0" flipV="0">
              <a:off x="2516641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0444752" name="TextBox 41"/>
            <p:cNvSpPr txBox="1"/>
            <p:nvPr/>
          </p:nvSpPr>
          <p:spPr bwMode="auto">
            <a:xfrm rot="0" flipH="0" flipV="0">
              <a:off x="2516641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168247" name="Freeform 46"/>
            <p:cNvSpPr/>
            <p:nvPr/>
          </p:nvSpPr>
          <p:spPr bwMode="auto">
            <a:xfrm rot="0" flipH="0" flipV="0">
              <a:off x="2516641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28753284" name="TextBox 47"/>
            <p:cNvSpPr txBox="1"/>
            <p:nvPr/>
          </p:nvSpPr>
          <p:spPr bwMode="auto">
            <a:xfrm rot="0" flipH="0" flipV="0">
              <a:off x="2516641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0731835" name="Freeform 49"/>
            <p:cNvSpPr/>
            <p:nvPr/>
          </p:nvSpPr>
          <p:spPr bwMode="auto">
            <a:xfrm rot="0" flipH="0" flipV="0">
              <a:off x="251305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139543" name="TextBox 50"/>
            <p:cNvSpPr txBox="1"/>
            <p:nvPr/>
          </p:nvSpPr>
          <p:spPr bwMode="auto">
            <a:xfrm rot="0" flipH="0" flipV="0">
              <a:off x="251305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826321" name="Freeform 29"/>
          <p:cNvSpPr/>
          <p:nvPr/>
        </p:nvSpPr>
        <p:spPr bwMode="auto">
          <a:xfrm>
            <a:off x="1983434" y="2296627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5" y="0"/>
                </a:lnTo>
                <a:lnTo>
                  <a:pt x="499775" y="499776"/>
                </a:lnTo>
                <a:lnTo>
                  <a:pt x="0" y="499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3457723" name="Freeform 30"/>
          <p:cNvSpPr/>
          <p:nvPr/>
        </p:nvSpPr>
        <p:spPr bwMode="auto">
          <a:xfrm>
            <a:off x="3725534" y="1666544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4" y="0"/>
                </a:lnTo>
                <a:lnTo>
                  <a:pt x="709804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713150" name="Freeform 31"/>
          <p:cNvSpPr/>
          <p:nvPr/>
        </p:nvSpPr>
        <p:spPr bwMode="auto">
          <a:xfrm>
            <a:off x="2914641" y="321208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40" y="0"/>
                </a:lnTo>
                <a:lnTo>
                  <a:pt x="400940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620264" name="Freeform 32"/>
          <p:cNvSpPr/>
          <p:nvPr/>
        </p:nvSpPr>
        <p:spPr bwMode="auto">
          <a:xfrm>
            <a:off x="1983434" y="341255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40657" name="TextBox 36"/>
          <p:cNvSpPr txBox="1"/>
          <p:nvPr/>
        </p:nvSpPr>
        <p:spPr bwMode="auto">
          <a:xfrm>
            <a:off x="1639411" y="4380639"/>
            <a:ext cx="3051675" cy="41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postmix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25717839" name="Freeform 37"/>
          <p:cNvSpPr/>
          <p:nvPr/>
        </p:nvSpPr>
        <p:spPr bwMode="auto">
          <a:xfrm>
            <a:off x="3251811" y="1465982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023952" name="Freeform 38"/>
          <p:cNvSpPr/>
          <p:nvPr/>
        </p:nvSpPr>
        <p:spPr bwMode="auto">
          <a:xfrm>
            <a:off x="2632523" y="1727278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40881" name="Freeform 39"/>
          <p:cNvSpPr/>
          <p:nvPr/>
        </p:nvSpPr>
        <p:spPr bwMode="auto">
          <a:xfrm>
            <a:off x="1782965" y="5267589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4982" name="Freeform 40"/>
          <p:cNvSpPr/>
          <p:nvPr/>
        </p:nvSpPr>
        <p:spPr bwMode="auto">
          <a:xfrm>
            <a:off x="3798318" y="5660854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6"/>
                </a:lnTo>
                <a:lnTo>
                  <a:pt x="0" y="564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211031" name="Freeform 41"/>
          <p:cNvSpPr/>
          <p:nvPr/>
        </p:nvSpPr>
        <p:spPr bwMode="auto">
          <a:xfrm>
            <a:off x="3033462" y="4975525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6" y="0"/>
                </a:lnTo>
                <a:lnTo>
                  <a:pt x="499776" y="499775"/>
                </a:lnTo>
                <a:lnTo>
                  <a:pt x="0" y="499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0183" name="Freeform 42"/>
          <p:cNvSpPr/>
          <p:nvPr/>
        </p:nvSpPr>
        <p:spPr bwMode="auto">
          <a:xfrm>
            <a:off x="2969694" y="2324912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7"/>
                </a:lnTo>
                <a:lnTo>
                  <a:pt x="0" y="564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464446" name="Freeform 43"/>
          <p:cNvSpPr/>
          <p:nvPr/>
        </p:nvSpPr>
        <p:spPr bwMode="auto">
          <a:xfrm>
            <a:off x="3798318" y="2607031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3" y="0"/>
                </a:lnTo>
                <a:lnTo>
                  <a:pt x="709803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677229" name="Freeform 44"/>
          <p:cNvSpPr/>
          <p:nvPr/>
        </p:nvSpPr>
        <p:spPr bwMode="auto">
          <a:xfrm>
            <a:off x="1983434" y="1579877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18727" name="AutoShape 45"/>
          <p:cNvSpPr/>
          <p:nvPr/>
        </p:nvSpPr>
        <p:spPr bwMode="auto">
          <a:xfrm flipV="1">
            <a:off x="3533238" y="3264512"/>
            <a:ext cx="3699248" cy="183681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600828" name="AutoShape 46"/>
          <p:cNvSpPr/>
          <p:nvPr/>
        </p:nvSpPr>
        <p:spPr bwMode="auto">
          <a:xfrm>
            <a:off x="3315580" y="3469041"/>
            <a:ext cx="3917020" cy="11037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5433186" name="AutoShape 47"/>
          <p:cNvSpPr/>
          <p:nvPr/>
        </p:nvSpPr>
        <p:spPr bwMode="auto">
          <a:xfrm flipV="1">
            <a:off x="4362554" y="3918647"/>
            <a:ext cx="2870046" cy="18431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091026" name="Freeform 52"/>
          <p:cNvSpPr/>
          <p:nvPr/>
        </p:nvSpPr>
        <p:spPr bwMode="auto">
          <a:xfrm rot="0" flipH="0" flipV="0">
            <a:off x="7232486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17068354" name="TextBox 53"/>
          <p:cNvSpPr txBox="1"/>
          <p:nvPr/>
        </p:nvSpPr>
        <p:spPr bwMode="auto">
          <a:xfrm rot="0" flipH="0" flipV="0">
            <a:off x="7232486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000916" name="AutoShape 54"/>
          <p:cNvSpPr/>
          <p:nvPr/>
        </p:nvSpPr>
        <p:spPr bwMode="auto">
          <a:xfrm>
            <a:off x="9054358" y="1957498"/>
            <a:ext cx="0" cy="351262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263413" name="Freeform 56"/>
          <p:cNvSpPr/>
          <p:nvPr/>
        </p:nvSpPr>
        <p:spPr bwMode="auto">
          <a:xfrm rot="0" flipH="0" flipV="0">
            <a:off x="7232486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350373" name="TextBox 57"/>
          <p:cNvSpPr txBox="1"/>
          <p:nvPr/>
        </p:nvSpPr>
        <p:spPr bwMode="auto">
          <a:xfrm rot="0" flipH="0" flipV="0">
            <a:off x="7232486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50903359" name="Freeform 59"/>
          <p:cNvSpPr/>
          <p:nvPr/>
        </p:nvSpPr>
        <p:spPr bwMode="auto">
          <a:xfrm rot="0" flipH="0" flipV="0">
            <a:off x="7232600" y="3675435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08995" name="TextBox 60"/>
          <p:cNvSpPr txBox="1"/>
          <p:nvPr/>
        </p:nvSpPr>
        <p:spPr bwMode="auto">
          <a:xfrm rot="0" flipH="0" flipV="0">
            <a:off x="7232600" y="3610127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67334756" name="Freeform 62"/>
          <p:cNvSpPr/>
          <p:nvPr/>
        </p:nvSpPr>
        <p:spPr bwMode="auto">
          <a:xfrm rot="0" flipH="0" flipV="0">
            <a:off x="7232600" y="4329571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80729407" name="TextBox 63"/>
          <p:cNvSpPr txBox="1"/>
          <p:nvPr/>
        </p:nvSpPr>
        <p:spPr bwMode="auto">
          <a:xfrm rot="0" flipH="0" flipV="0">
            <a:off x="7232600" y="4264263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90048346" name="Freeform 65"/>
          <p:cNvSpPr/>
          <p:nvPr/>
        </p:nvSpPr>
        <p:spPr bwMode="auto">
          <a:xfrm rot="0" flipH="0" flipV="0">
            <a:off x="9458338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6699220" name="TextBox 66"/>
          <p:cNvSpPr txBox="1"/>
          <p:nvPr/>
        </p:nvSpPr>
        <p:spPr bwMode="auto">
          <a:xfrm rot="0" flipH="0" flipV="0">
            <a:off x="9458338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58204233" name="Freeform 68"/>
          <p:cNvSpPr/>
          <p:nvPr/>
        </p:nvSpPr>
        <p:spPr bwMode="auto">
          <a:xfrm rot="0" flipH="0" flipV="0">
            <a:off x="9458338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9568468" name="TextBox 69"/>
          <p:cNvSpPr txBox="1"/>
          <p:nvPr/>
        </p:nvSpPr>
        <p:spPr bwMode="auto">
          <a:xfrm rot="0" flipH="0" flipV="0">
            <a:off x="9458338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48505949" name="AutoShape 70"/>
          <p:cNvSpPr/>
          <p:nvPr/>
        </p:nvSpPr>
        <p:spPr bwMode="auto">
          <a:xfrm>
            <a:off x="4435338" y="2087756"/>
            <a:ext cx="2797148" cy="52262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870462" name="Freeform 71"/>
          <p:cNvSpPr/>
          <p:nvPr/>
        </p:nvSpPr>
        <p:spPr bwMode="auto">
          <a:xfrm>
            <a:off x="5527470" y="1240785"/>
            <a:ext cx="703128" cy="536135"/>
          </a:xfrm>
          <a:custGeom>
            <a:avLst/>
            <a:gdLst/>
            <a:ahLst/>
            <a:cxnLst/>
            <a:rect l="l" t="t" r="r" b="b"/>
            <a:pathLst>
              <a:path w="703130" h="536137" fill="norm" stroke="1" extrusionOk="0">
                <a:moveTo>
                  <a:pt x="0" y="0"/>
                </a:moveTo>
                <a:lnTo>
                  <a:pt x="703130" y="0"/>
                </a:lnTo>
                <a:lnTo>
                  <a:pt x="703130" y="536136"/>
                </a:lnTo>
                <a:lnTo>
                  <a:pt x="0" y="5361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0379" name="TextBox 72"/>
          <p:cNvSpPr txBox="1"/>
          <p:nvPr/>
        </p:nvSpPr>
        <p:spPr bwMode="auto">
          <a:xfrm flipH="0" flipV="0">
            <a:off x="1639410" y="762577"/>
            <a:ext cx="3163453" cy="41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premiscela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97285979" name="TextBox 73"/>
          <p:cNvSpPr txBox="1"/>
          <p:nvPr/>
        </p:nvSpPr>
        <p:spPr bwMode="auto">
          <a:xfrm>
            <a:off x="7128460" y="1353256"/>
            <a:ext cx="3809115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52202547" name="TextBox 74"/>
          <p:cNvSpPr txBox="1"/>
          <p:nvPr/>
        </p:nvSpPr>
        <p:spPr bwMode="auto">
          <a:xfrm>
            <a:off x="7257885" y="1797742"/>
            <a:ext cx="1368419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04256576" name="TextBox 75"/>
          <p:cNvSpPr txBox="1"/>
          <p:nvPr/>
        </p:nvSpPr>
        <p:spPr bwMode="auto">
          <a:xfrm flipH="0" flipV="0">
            <a:off x="9272624" y="1814092"/>
            <a:ext cx="1810469" cy="313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46157531" name="TextBox 76"/>
          <p:cNvSpPr txBox="1"/>
          <p:nvPr/>
        </p:nvSpPr>
        <p:spPr bwMode="auto">
          <a:xfrm>
            <a:off x="5185719" y="1828823"/>
            <a:ext cx="1388071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i="1" lang="en-US">
                <a:solidFill>
                  <a:srgbClr val="FF5C00"/>
                </a:solidFill>
                <a:latin typeface="IBM Plex Sans"/>
              </a:rPr>
              <a:t>CIOH </a:t>
            </a:r>
            <a:r>
              <a:rPr sz="1750" b="1" i="1" lang="en-US">
                <a:solidFill>
                  <a:srgbClr val="FF5C00"/>
                </a:solidFill>
                <a:latin typeface="Rubik Bold Italics"/>
              </a:rPr>
              <a:t>!</a:t>
            </a:r>
            <a:endParaRPr/>
          </a:p>
        </p:txBody>
      </p:sp>
      <p:sp>
        <p:nvSpPr>
          <p:cNvPr id="1281215634" name="Freeform 77"/>
          <p:cNvSpPr/>
          <p:nvPr/>
        </p:nvSpPr>
        <p:spPr bwMode="auto">
          <a:xfrm>
            <a:off x="2233321" y="5588053"/>
            <a:ext cx="681318" cy="681318"/>
          </a:xfrm>
          <a:custGeom>
            <a:avLst/>
            <a:gdLst/>
            <a:ahLst/>
            <a:cxnLst/>
            <a:rect l="l" t="t" r="r" b="b"/>
            <a:pathLst>
              <a:path w="681320" h="681320" fill="norm" stroke="1" extrusionOk="0">
                <a:moveTo>
                  <a:pt x="0" y="0"/>
                </a:moveTo>
                <a:lnTo>
                  <a:pt x="681320" y="0"/>
                </a:lnTo>
                <a:lnTo>
                  <a:pt x="681320" y="681320"/>
                </a:lnTo>
                <a:lnTo>
                  <a:pt x="0" y="68132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39794" name="Rectangle: Rounded Corners 12"/>
          <p:cNvSpPr/>
          <p:nvPr/>
        </p:nvSpPr>
        <p:spPr bwMode="auto">
          <a:xfrm>
            <a:off x="1639410" y="343341"/>
            <a:ext cx="3162735" cy="36775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440166282" name="Rectangle: Rounded Corners 12"/>
          <p:cNvSpPr/>
          <p:nvPr/>
        </p:nvSpPr>
        <p:spPr bwMode="auto">
          <a:xfrm>
            <a:off x="1639410" y="4261439"/>
            <a:ext cx="3162735" cy="234051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18270203" name="Rectangle: Rounded Corners 12"/>
          <p:cNvSpPr/>
          <p:nvPr/>
        </p:nvSpPr>
        <p:spPr bwMode="auto">
          <a:xfrm>
            <a:off x="6906507" y="1160276"/>
            <a:ext cx="4253022" cy="461861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078831" name="Freeform 26"/>
          <p:cNvSpPr/>
          <p:nvPr/>
        </p:nvSpPr>
        <p:spPr bwMode="auto">
          <a:xfrm flipH="0" flipV="0">
            <a:off x="219033" y="206136"/>
            <a:ext cx="2907092" cy="2926917"/>
          </a:xfrm>
          <a:custGeom>
            <a:avLst/>
            <a:gdLst/>
            <a:ahLst/>
            <a:cxnLst/>
            <a:rect l="l" t="t" r="r" b="b"/>
            <a:pathLst>
              <a:path w="2770268" h="2770268" fill="norm" stroke="1" extrusionOk="0">
                <a:moveTo>
                  <a:pt x="0" y="0"/>
                </a:moveTo>
                <a:lnTo>
                  <a:pt x="2770268" y="0"/>
                </a:lnTo>
                <a:lnTo>
                  <a:pt x="2770268" y="2770268"/>
                </a:lnTo>
                <a:lnTo>
                  <a:pt x="0" y="2770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8661730" name="Group 27"/>
          <p:cNvGrpSpPr/>
          <p:nvPr/>
        </p:nvGrpSpPr>
        <p:grpSpPr bwMode="auto">
          <a:xfrm flipH="0" flipV="0">
            <a:off x="4041937" y="171981"/>
            <a:ext cx="2783855" cy="2802841"/>
            <a:chOff x="0" y="0"/>
            <a:chExt cx="2783855" cy="2802841"/>
          </a:xfrm>
        </p:grpSpPr>
        <p:sp>
          <p:nvSpPr>
            <p:cNvPr id="1259803084" name="Freeform 28"/>
            <p:cNvSpPr/>
            <p:nvPr/>
          </p:nvSpPr>
          <p:spPr bwMode="auto">
            <a:xfrm>
              <a:off x="0" y="0"/>
              <a:ext cx="2783855" cy="28028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/>
            </a:blipFill>
          </p:spPr>
        </p:sp>
      </p:grpSp>
      <p:sp>
        <p:nvSpPr>
          <p:cNvPr id="476516182" name=""/>
          <p:cNvSpPr txBox="1"/>
          <p:nvPr/>
        </p:nvSpPr>
        <p:spPr bwMode="auto">
          <a:xfrm rot="0" flipH="0" flipV="0">
            <a:off x="2193702" y="3404830"/>
            <a:ext cx="2057689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i="1" lang="en-US">
                <a:latin typeface="IBM Plex Sans"/>
              </a:rPr>
              <a:t>Passero e </a:t>
            </a:r>
            <a:r>
              <a:rPr sz="1600" i="1" lang="fr-FR">
                <a:latin typeface="IBM Plex Sans"/>
              </a:rPr>
              <a:t>Samourai</a:t>
            </a:r>
            <a:endParaRPr sz="16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842313" name="Freeform 27"/>
          <p:cNvSpPr/>
          <p:nvPr/>
        </p:nvSpPr>
        <p:spPr bwMode="auto">
          <a:xfrm rot="0" flipH="0" flipV="0">
            <a:off x="496559" y="287877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37932909" name="TextBox 28"/>
          <p:cNvSpPr txBox="1"/>
          <p:nvPr/>
        </p:nvSpPr>
        <p:spPr bwMode="auto">
          <a:xfrm rot="0" flipH="0" flipV="0">
            <a:off x="496559" y="271001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UTXO prima di coinjoin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22338651" name="AutoShape 29"/>
          <p:cNvSpPr/>
          <p:nvPr/>
        </p:nvSpPr>
        <p:spPr bwMode="auto">
          <a:xfrm flipH="1" flipV="1">
            <a:off x="2853894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719113050" name="Freeform 31"/>
          <p:cNvSpPr/>
          <p:nvPr/>
        </p:nvSpPr>
        <p:spPr bwMode="auto">
          <a:xfrm rot="0" flipH="0" flipV="0">
            <a:off x="8959628" y="286980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09113385" name="TextBox 32"/>
          <p:cNvSpPr txBox="1"/>
          <p:nvPr/>
        </p:nvSpPr>
        <p:spPr bwMode="auto">
          <a:xfrm rot="0" flipH="0" flipV="0">
            <a:off x="8959628" y="270104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UTXO dopo il coinjoin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075952627" name="Freeform 34"/>
          <p:cNvSpPr/>
          <p:nvPr/>
        </p:nvSpPr>
        <p:spPr bwMode="auto">
          <a:xfrm rot="0" flipH="0" flipV="0">
            <a:off x="4728094" y="251948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108648726" name="TextBox 35"/>
          <p:cNvSpPr txBox="1"/>
          <p:nvPr/>
        </p:nvSpPr>
        <p:spPr bwMode="auto">
          <a:xfrm rot="0" flipH="0" flipV="0">
            <a:off x="4728094" y="235071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1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Congiunzione</a:t>
            </a:r>
            <a:endParaRPr lang="en-US"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0"/>
              </a:lnSpc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Cicli</a:t>
            </a:r>
          </a:p>
        </p:txBody>
      </p:sp>
      <p:sp>
        <p:nvSpPr>
          <p:cNvPr id="2017576008" name="AutoShape 36"/>
          <p:cNvSpPr/>
          <p:nvPr/>
        </p:nvSpPr>
        <p:spPr bwMode="auto">
          <a:xfrm flipH="1">
            <a:off x="7085428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93212663" name="Freeform 37"/>
          <p:cNvSpPr/>
          <p:nvPr/>
        </p:nvSpPr>
        <p:spPr bwMode="auto">
          <a:xfrm>
            <a:off x="7640705" y="2841051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6" y="0"/>
                </a:lnTo>
                <a:lnTo>
                  <a:pt x="940456" y="1217418"/>
                </a:lnTo>
                <a:lnTo>
                  <a:pt x="0" y="1217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9895003" name="TextBox 38"/>
          <p:cNvSpPr txBox="1"/>
          <p:nvPr/>
        </p:nvSpPr>
        <p:spPr bwMode="auto">
          <a:xfrm>
            <a:off x="145107" y="563299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L'analista sa che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questo UTXO</a:t>
            </a:r>
          </a:p>
        </p:txBody>
      </p:sp>
      <p:sp>
        <p:nvSpPr>
          <p:cNvPr id="1180785966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7987518" name="TextBox 40"/>
          <p:cNvSpPr txBox="1"/>
          <p:nvPr/>
        </p:nvSpPr>
        <p:spPr bwMode="auto">
          <a:xfrm flipH="0" flipV="0">
            <a:off x="8307453" y="5407643"/>
            <a:ext cx="3720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L'analista vuole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trovare questo UTXO</a:t>
            </a:r>
          </a:p>
        </p:txBody>
      </p:sp>
      <p:sp>
        <p:nvSpPr>
          <p:cNvPr id="38192481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74090451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931650" name="Freeform 27"/>
          <p:cNvSpPr/>
          <p:nvPr/>
        </p:nvSpPr>
        <p:spPr bwMode="auto">
          <a:xfrm rot="0" flipH="0" flipV="0">
            <a:off x="399169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40214059" name="TextBox 28"/>
          <p:cNvSpPr txBox="1"/>
          <p:nvPr/>
        </p:nvSpPr>
        <p:spPr bwMode="auto">
          <a:xfrm rot="0" flipH="0" flipV="0">
            <a:off x="399169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prima di coinjoin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7117181" name="AutoShape 29"/>
          <p:cNvSpPr/>
          <p:nvPr/>
        </p:nvSpPr>
        <p:spPr bwMode="auto">
          <a:xfrm flipH="1" flipV="1">
            <a:off x="2756503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34199196" name="Freeform 31"/>
          <p:cNvSpPr/>
          <p:nvPr/>
        </p:nvSpPr>
        <p:spPr bwMode="auto">
          <a:xfrm rot="0" flipH="0" flipV="0">
            <a:off x="8862237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12248878" name="TextBox 32"/>
          <p:cNvSpPr txBox="1"/>
          <p:nvPr/>
        </p:nvSpPr>
        <p:spPr bwMode="auto">
          <a:xfrm rot="0" flipH="0" flipV="0">
            <a:off x="8862237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dopo il coinjoin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2179939" name="Freeform 34"/>
          <p:cNvSpPr/>
          <p:nvPr/>
        </p:nvSpPr>
        <p:spPr bwMode="auto">
          <a:xfrm rot="0" flipH="0" flipV="0">
            <a:off x="4630704" y="2565351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1282006" name="TextBox 35"/>
          <p:cNvSpPr txBox="1"/>
          <p:nvPr/>
        </p:nvSpPr>
        <p:spPr bwMode="auto">
          <a:xfrm rot="0" flipH="0" flipV="0">
            <a:off x="4630704" y="239658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Congiunzione</a:t>
            </a:r>
            <a:endParaRPr sz="2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Cicli</a:t>
            </a:r>
          </a:p>
        </p:txBody>
      </p:sp>
      <p:sp>
        <p:nvSpPr>
          <p:cNvPr id="689344957" name="AutoShape 36"/>
          <p:cNvSpPr/>
          <p:nvPr/>
        </p:nvSpPr>
        <p:spPr bwMode="auto">
          <a:xfrm flipH="1">
            <a:off x="6988039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70820855" name="Freeform 37"/>
          <p:cNvSpPr/>
          <p:nvPr/>
        </p:nvSpPr>
        <p:spPr bwMode="auto">
          <a:xfrm>
            <a:off x="3223376" y="2915677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5" y="0"/>
                </a:lnTo>
                <a:lnTo>
                  <a:pt x="940455" y="1217419"/>
                </a:lnTo>
                <a:lnTo>
                  <a:pt x="0" y="1217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19129327" name="TextBox 38"/>
          <p:cNvSpPr txBox="1"/>
          <p:nvPr/>
        </p:nvSpPr>
        <p:spPr bwMode="auto">
          <a:xfrm>
            <a:off x="8710131" y="580592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L'analista sa che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questo UTXO</a:t>
            </a:r>
          </a:p>
        </p:txBody>
      </p:sp>
      <p:sp>
        <p:nvSpPr>
          <p:cNvPr id="54759894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623711" name="TextBox 40"/>
          <p:cNvSpPr txBox="1"/>
          <p:nvPr/>
        </p:nvSpPr>
        <p:spPr bwMode="auto">
          <a:xfrm flipH="0" flipV="0">
            <a:off x="135468" y="5367785"/>
            <a:ext cx="3791268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L'analista vuole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trovare questo UTXO</a:t>
            </a:r>
          </a:p>
        </p:txBody>
      </p:sp>
      <p:sp>
        <p:nvSpPr>
          <p:cNvPr id="9720280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408371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114449" name="Freeform 27"/>
          <p:cNvSpPr/>
          <p:nvPr/>
        </p:nvSpPr>
        <p:spPr bwMode="auto">
          <a:xfrm rot="0" flipH="0" flipV="0">
            <a:off x="649287" y="244348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12960103" name="TextBox 28"/>
          <p:cNvSpPr txBox="1"/>
          <p:nvPr/>
        </p:nvSpPr>
        <p:spPr bwMode="auto">
          <a:xfrm rot="0" flipH="0" flipV="0">
            <a:off x="649287" y="227472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prima di coinjoin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4191386" name="AutoShape 29"/>
          <p:cNvSpPr/>
          <p:nvPr/>
        </p:nvSpPr>
        <p:spPr bwMode="auto">
          <a:xfrm flipH="1" flipV="1">
            <a:off x="3006620" y="30175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00490875" name="Freeform 31"/>
          <p:cNvSpPr/>
          <p:nvPr/>
        </p:nvSpPr>
        <p:spPr bwMode="auto">
          <a:xfrm rot="0" flipH="0" flipV="0">
            <a:off x="3826892" y="209316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59924739" name="TextBox 32"/>
          <p:cNvSpPr txBox="1"/>
          <p:nvPr/>
        </p:nvSpPr>
        <p:spPr bwMode="auto">
          <a:xfrm rot="0" flipH="0" flipV="0">
            <a:off x="3826892" y="192439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Congiunzione</a:t>
            </a:r>
            <a:endParaRPr sz="2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Cicli</a:t>
            </a:r>
          </a:p>
        </p:txBody>
      </p:sp>
      <p:sp>
        <p:nvSpPr>
          <p:cNvPr id="156965161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16196131" name="TextBox 34"/>
          <p:cNvSpPr txBox="1"/>
          <p:nvPr/>
        </p:nvSpPr>
        <p:spPr bwMode="auto">
          <a:xfrm>
            <a:off x="287643" y="127839"/>
            <a:ext cx="3074175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7"/>
              </a:lnSpc>
              <a:spcBef>
                <a:spcPts val="0"/>
              </a:spcBef>
              <a:defRPr/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L'analista sa che</a:t>
            </a:r>
            <a:endParaRPr lang="en-US" sz="24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questo UTXO</a:t>
            </a:r>
          </a:p>
        </p:txBody>
      </p:sp>
      <p:sp>
        <p:nvSpPr>
          <p:cNvPr id="173250619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384969856" name="TextBox 36"/>
          <p:cNvSpPr txBox="1"/>
          <p:nvPr/>
        </p:nvSpPr>
        <p:spPr bwMode="auto">
          <a:xfrm flipH="0" flipV="0">
            <a:off x="2874987" y="5713379"/>
            <a:ext cx="5754873" cy="817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6"/>
              </a:lnSpc>
              <a:spcBef>
                <a:spcPts val="0"/>
              </a:spcBef>
              <a:defRPr/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L'analista si trova di fronte a un gruppo di UTXO</a:t>
            </a:r>
            <a:endParaRPr lang="en-US" sz="24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che possono corrispondere alla ricerca</a:t>
            </a:r>
          </a:p>
        </p:txBody>
      </p:sp>
      <p:sp>
        <p:nvSpPr>
          <p:cNvPr id="755845812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159833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92534513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Probabile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95988696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1511877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Probabile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47945141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4015718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Probabile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37733727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1060445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Probabile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3326461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592726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Probabile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5778658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24812619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0070738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09383732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96852200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51052342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413029" name="Freeform 27"/>
          <p:cNvSpPr/>
          <p:nvPr/>
        </p:nvSpPr>
        <p:spPr bwMode="auto">
          <a:xfrm rot="0" flipH="0" flipV="0">
            <a:off x="867957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1076248594" name="Freeform 29"/>
          <p:cNvSpPr/>
          <p:nvPr/>
        </p:nvSpPr>
        <p:spPr bwMode="auto">
          <a:xfrm rot="0" flipH="0" flipV="0">
            <a:off x="958815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66291399" name="TextBox 30"/>
          <p:cNvSpPr txBox="1"/>
          <p:nvPr/>
        </p:nvSpPr>
        <p:spPr bwMode="auto">
          <a:xfrm rot="0" flipH="0" flipV="0">
            <a:off x="958815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6642815" name="Freeform 32"/>
          <p:cNvSpPr/>
          <p:nvPr/>
        </p:nvSpPr>
        <p:spPr bwMode="auto">
          <a:xfrm rot="0" flipH="0" flipV="0">
            <a:off x="2406900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26536122" name="TextBox 33"/>
          <p:cNvSpPr txBox="1"/>
          <p:nvPr/>
        </p:nvSpPr>
        <p:spPr bwMode="auto">
          <a:xfrm rot="0" flipH="0" flipV="0">
            <a:off x="2406900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MISCELATO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551607" name="Freeform 35"/>
          <p:cNvSpPr/>
          <p:nvPr/>
        </p:nvSpPr>
        <p:spPr bwMode="auto">
          <a:xfrm rot="0" flipH="0" flipV="0">
            <a:off x="958815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64114925" name="TextBox 36"/>
          <p:cNvSpPr txBox="1"/>
          <p:nvPr/>
        </p:nvSpPr>
        <p:spPr bwMode="auto">
          <a:xfrm rot="0" flipH="0" flipV="0">
            <a:off x="958815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9141483" name="Freeform 38"/>
          <p:cNvSpPr/>
          <p:nvPr/>
        </p:nvSpPr>
        <p:spPr bwMode="auto">
          <a:xfrm rot="0" flipH="0" flipV="0">
            <a:off x="958815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42756104" name="TextBox 39"/>
          <p:cNvSpPr txBox="1"/>
          <p:nvPr/>
        </p:nvSpPr>
        <p:spPr bwMode="auto">
          <a:xfrm rot="0" flipH="0" flipV="0">
            <a:off x="958815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97462" name="Freeform 41"/>
          <p:cNvSpPr/>
          <p:nvPr/>
        </p:nvSpPr>
        <p:spPr bwMode="auto">
          <a:xfrm rot="0" flipH="0" flipV="0">
            <a:off x="958815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2805487" name="TextBox 42"/>
          <p:cNvSpPr txBox="1"/>
          <p:nvPr/>
        </p:nvSpPr>
        <p:spPr bwMode="auto">
          <a:xfrm rot="0" flipH="0" flipV="0">
            <a:off x="958815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9083266" name="Freeform 44"/>
          <p:cNvSpPr/>
          <p:nvPr/>
        </p:nvSpPr>
        <p:spPr bwMode="auto">
          <a:xfrm rot="0" flipH="0" flipV="0">
            <a:off x="958815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5673595" name="TextBox 45"/>
          <p:cNvSpPr txBox="1"/>
          <p:nvPr/>
        </p:nvSpPr>
        <p:spPr bwMode="auto">
          <a:xfrm rot="0" flipH="0" flipV="0">
            <a:off x="958815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6894625" name="Freeform 47"/>
          <p:cNvSpPr/>
          <p:nvPr/>
        </p:nvSpPr>
        <p:spPr bwMode="auto">
          <a:xfrm rot="0" flipH="0" flipV="0">
            <a:off x="2406900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78776240" name="TextBox 48"/>
          <p:cNvSpPr txBox="1"/>
          <p:nvPr/>
        </p:nvSpPr>
        <p:spPr bwMode="auto">
          <a:xfrm rot="0" flipH="0" flipV="0">
            <a:off x="2406900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MISCELATO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8316945" name="Freeform 50"/>
          <p:cNvSpPr/>
          <p:nvPr/>
        </p:nvSpPr>
        <p:spPr bwMode="auto">
          <a:xfrm rot="0" flipH="0" flipV="0">
            <a:off x="2406900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5121941" name="TextBox 51"/>
          <p:cNvSpPr txBox="1"/>
          <p:nvPr/>
        </p:nvSpPr>
        <p:spPr bwMode="auto">
          <a:xfrm rot="0" flipH="0" flipV="0">
            <a:off x="2406900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MISCELATO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3440367" name="Freeform 53"/>
          <p:cNvSpPr/>
          <p:nvPr/>
        </p:nvSpPr>
        <p:spPr bwMode="auto">
          <a:xfrm rot="0" flipH="0" flipV="0">
            <a:off x="2406900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43990638" name="TextBox 54"/>
          <p:cNvSpPr txBox="1"/>
          <p:nvPr/>
        </p:nvSpPr>
        <p:spPr bwMode="auto">
          <a:xfrm rot="0" flipH="0" flipV="0">
            <a:off x="2406900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MISCELATO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3523533" name="Freeform 56"/>
          <p:cNvSpPr/>
          <p:nvPr/>
        </p:nvSpPr>
        <p:spPr bwMode="auto">
          <a:xfrm rot="0" flipH="0" flipV="0">
            <a:off x="2406900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52612770" name="TextBox 57"/>
          <p:cNvSpPr txBox="1"/>
          <p:nvPr/>
        </p:nvSpPr>
        <p:spPr bwMode="auto">
          <a:xfrm rot="0" flipH="0" flipV="0">
            <a:off x="2406900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MISCELATO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3959939" name="TextBox 58"/>
          <p:cNvSpPr txBox="1"/>
          <p:nvPr/>
        </p:nvSpPr>
        <p:spPr bwMode="auto">
          <a:xfrm flipH="0" flipV="0">
            <a:off x="1271624" y="763447"/>
            <a:ext cx="209621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Mix #1</a:t>
            </a:r>
            <a:endParaRPr/>
          </a:p>
        </p:txBody>
      </p:sp>
      <p:sp>
        <p:nvSpPr>
          <p:cNvPr id="1025008931" name="AutoShape 59"/>
          <p:cNvSpPr/>
          <p:nvPr/>
        </p:nvSpPr>
        <p:spPr bwMode="auto">
          <a:xfrm>
            <a:off x="3519328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257413" name="AutoShape 60"/>
          <p:cNvSpPr/>
          <p:nvPr/>
        </p:nvSpPr>
        <p:spPr bwMode="auto">
          <a:xfrm>
            <a:off x="3519328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140968" name="AutoShape 61"/>
          <p:cNvSpPr/>
          <p:nvPr/>
        </p:nvSpPr>
        <p:spPr bwMode="auto">
          <a:xfrm>
            <a:off x="3519328" y="1753710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809701" name="AutoShape 62"/>
          <p:cNvSpPr/>
          <p:nvPr/>
        </p:nvSpPr>
        <p:spPr bwMode="auto">
          <a:xfrm>
            <a:off x="3519328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8036115" name="AutoShape 63"/>
          <p:cNvSpPr/>
          <p:nvPr/>
        </p:nvSpPr>
        <p:spPr bwMode="auto">
          <a:xfrm>
            <a:off x="3856432" y="1742298"/>
            <a:ext cx="0" cy="111048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947375" name="Freeform 65"/>
          <p:cNvSpPr/>
          <p:nvPr/>
        </p:nvSpPr>
        <p:spPr bwMode="auto">
          <a:xfrm rot="0" flipH="0" flipV="0">
            <a:off x="4510311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666046644" name="Freeform 67"/>
          <p:cNvSpPr/>
          <p:nvPr/>
        </p:nvSpPr>
        <p:spPr bwMode="auto">
          <a:xfrm rot="0" flipH="0" flipV="0">
            <a:off x="460116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50334624" name="TextBox 68"/>
          <p:cNvSpPr txBox="1"/>
          <p:nvPr/>
        </p:nvSpPr>
        <p:spPr bwMode="auto">
          <a:xfrm rot="0" flipH="0" flipV="0">
            <a:off x="460116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8235826" name="Freeform 70"/>
          <p:cNvSpPr/>
          <p:nvPr/>
        </p:nvSpPr>
        <p:spPr bwMode="auto">
          <a:xfrm rot="0" flipH="0" flipV="0">
            <a:off x="6049254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78432264" name="TextBox 71"/>
          <p:cNvSpPr txBox="1"/>
          <p:nvPr/>
        </p:nvSpPr>
        <p:spPr bwMode="auto">
          <a:xfrm rot="0" flipH="0" flipV="0">
            <a:off x="6049254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MISCELATO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881733" name="Freeform 73"/>
          <p:cNvSpPr/>
          <p:nvPr/>
        </p:nvSpPr>
        <p:spPr bwMode="auto">
          <a:xfrm rot="0" flipH="0" flipV="0">
            <a:off x="460116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50713432" name="TextBox 74"/>
          <p:cNvSpPr txBox="1"/>
          <p:nvPr/>
        </p:nvSpPr>
        <p:spPr bwMode="auto">
          <a:xfrm rot="0" flipH="0" flipV="0">
            <a:off x="460116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1317778" name="Freeform 76"/>
          <p:cNvSpPr/>
          <p:nvPr/>
        </p:nvSpPr>
        <p:spPr bwMode="auto">
          <a:xfrm rot="0" flipH="0" flipV="0">
            <a:off x="460116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14804731" name="TextBox 77"/>
          <p:cNvSpPr txBox="1"/>
          <p:nvPr/>
        </p:nvSpPr>
        <p:spPr bwMode="auto">
          <a:xfrm rot="0" flipH="0" flipV="0">
            <a:off x="460116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68048360" name="Freeform 79"/>
          <p:cNvSpPr/>
          <p:nvPr/>
        </p:nvSpPr>
        <p:spPr bwMode="auto">
          <a:xfrm rot="0" flipH="0" flipV="0">
            <a:off x="460116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82734813" name="TextBox 80"/>
          <p:cNvSpPr txBox="1"/>
          <p:nvPr/>
        </p:nvSpPr>
        <p:spPr bwMode="auto">
          <a:xfrm rot="0" flipH="0" flipV="0">
            <a:off x="460116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60385" name="Freeform 82"/>
          <p:cNvSpPr/>
          <p:nvPr/>
        </p:nvSpPr>
        <p:spPr bwMode="auto">
          <a:xfrm rot="0" flipH="0" flipV="0">
            <a:off x="460116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7496683" name="TextBox 83"/>
          <p:cNvSpPr txBox="1"/>
          <p:nvPr/>
        </p:nvSpPr>
        <p:spPr bwMode="auto">
          <a:xfrm rot="0" flipH="0" flipV="0">
            <a:off x="460116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2468073" name="Freeform 85"/>
          <p:cNvSpPr/>
          <p:nvPr/>
        </p:nvSpPr>
        <p:spPr bwMode="auto">
          <a:xfrm rot="0" flipH="0" flipV="0">
            <a:off x="6049254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9566274" name="TextBox 86"/>
          <p:cNvSpPr txBox="1"/>
          <p:nvPr/>
        </p:nvSpPr>
        <p:spPr bwMode="auto">
          <a:xfrm rot="0" flipH="0" flipV="0">
            <a:off x="6049254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MISCELATO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4700464" name="Freeform 88"/>
          <p:cNvSpPr/>
          <p:nvPr/>
        </p:nvSpPr>
        <p:spPr bwMode="auto">
          <a:xfrm rot="0" flipH="0" flipV="0">
            <a:off x="6049254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40419409" name="TextBox 89"/>
          <p:cNvSpPr txBox="1"/>
          <p:nvPr/>
        </p:nvSpPr>
        <p:spPr bwMode="auto">
          <a:xfrm rot="0" flipH="0" flipV="0">
            <a:off x="6049254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MISCELATO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396826" name="Freeform 91"/>
          <p:cNvSpPr/>
          <p:nvPr/>
        </p:nvSpPr>
        <p:spPr bwMode="auto">
          <a:xfrm rot="0" flipH="0" flipV="0">
            <a:off x="6049254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6290190" name="TextBox 92"/>
          <p:cNvSpPr txBox="1"/>
          <p:nvPr/>
        </p:nvSpPr>
        <p:spPr bwMode="auto">
          <a:xfrm rot="0" flipH="0" flipV="0">
            <a:off x="6049254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MISCELATO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097373" name="Freeform 94"/>
          <p:cNvSpPr/>
          <p:nvPr/>
        </p:nvSpPr>
        <p:spPr bwMode="auto">
          <a:xfrm rot="0" flipH="0" flipV="0">
            <a:off x="6049254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2488881" name="TextBox 95"/>
          <p:cNvSpPr txBox="1"/>
          <p:nvPr/>
        </p:nvSpPr>
        <p:spPr bwMode="auto">
          <a:xfrm rot="0" flipH="0" flipV="0">
            <a:off x="6049254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MISCELATO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7884181" name="TextBox 96"/>
          <p:cNvSpPr txBox="1"/>
          <p:nvPr/>
        </p:nvSpPr>
        <p:spPr bwMode="auto">
          <a:xfrm flipH="0" flipV="0">
            <a:off x="4943855" y="763447"/>
            <a:ext cx="204348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Mix #2</a:t>
            </a:r>
            <a:endParaRPr/>
          </a:p>
        </p:txBody>
      </p:sp>
      <p:sp>
        <p:nvSpPr>
          <p:cNvPr id="805226040" name="AutoShape 97"/>
          <p:cNvSpPr/>
          <p:nvPr/>
        </p:nvSpPr>
        <p:spPr bwMode="auto">
          <a:xfrm>
            <a:off x="7161683" y="247494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8705054" name="AutoShape 98"/>
          <p:cNvSpPr/>
          <p:nvPr/>
        </p:nvSpPr>
        <p:spPr bwMode="auto">
          <a:xfrm>
            <a:off x="7161683" y="211202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076470" name="AutoShape 99"/>
          <p:cNvSpPr/>
          <p:nvPr/>
        </p:nvSpPr>
        <p:spPr bwMode="auto">
          <a:xfrm>
            <a:off x="7161683" y="175020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381482" name="AutoShape 100"/>
          <p:cNvSpPr/>
          <p:nvPr/>
        </p:nvSpPr>
        <p:spPr bwMode="auto">
          <a:xfrm>
            <a:off x="7161683" y="283786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747606" name="AutoShape 101"/>
          <p:cNvSpPr/>
          <p:nvPr/>
        </p:nvSpPr>
        <p:spPr bwMode="auto">
          <a:xfrm>
            <a:off x="7498787" y="1738794"/>
            <a:ext cx="0" cy="108765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239173" name="AutoShape 102"/>
          <p:cNvSpPr/>
          <p:nvPr/>
        </p:nvSpPr>
        <p:spPr bwMode="auto">
          <a:xfrm>
            <a:off x="7498787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20765" name="AutoShape 103"/>
          <p:cNvSpPr/>
          <p:nvPr/>
        </p:nvSpPr>
        <p:spPr bwMode="auto">
          <a:xfrm>
            <a:off x="3519328" y="1391347"/>
            <a:ext cx="108184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3008" name="Freeform 105"/>
          <p:cNvSpPr/>
          <p:nvPr/>
        </p:nvSpPr>
        <p:spPr bwMode="auto">
          <a:xfrm rot="0" flipH="0" flipV="0">
            <a:off x="8159899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951259935" name="Freeform 107"/>
          <p:cNvSpPr/>
          <p:nvPr/>
        </p:nvSpPr>
        <p:spPr bwMode="auto">
          <a:xfrm rot="0" flipH="0" flipV="0">
            <a:off x="825075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02714801" name="TextBox 108"/>
          <p:cNvSpPr txBox="1"/>
          <p:nvPr/>
        </p:nvSpPr>
        <p:spPr bwMode="auto">
          <a:xfrm rot="0" flipH="0" flipV="0">
            <a:off x="825075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0653113" name="Freeform 110"/>
          <p:cNvSpPr/>
          <p:nvPr/>
        </p:nvSpPr>
        <p:spPr bwMode="auto">
          <a:xfrm rot="0" flipH="0" flipV="0">
            <a:off x="9698843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25438433" name="TextBox 111"/>
          <p:cNvSpPr txBox="1"/>
          <p:nvPr/>
        </p:nvSpPr>
        <p:spPr bwMode="auto">
          <a:xfrm rot="0" flipH="0" flipV="0">
            <a:off x="9698843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MISCELATO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05908580" name="Freeform 113"/>
          <p:cNvSpPr/>
          <p:nvPr/>
        </p:nvSpPr>
        <p:spPr bwMode="auto">
          <a:xfrm rot="0" flipH="0" flipV="0">
            <a:off x="825075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281867" name="TextBox 114"/>
          <p:cNvSpPr txBox="1"/>
          <p:nvPr/>
        </p:nvSpPr>
        <p:spPr bwMode="auto">
          <a:xfrm rot="0" flipH="0" flipV="0">
            <a:off x="825075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71749334" name="Freeform 116"/>
          <p:cNvSpPr/>
          <p:nvPr/>
        </p:nvSpPr>
        <p:spPr bwMode="auto">
          <a:xfrm rot="0" flipH="0" flipV="0">
            <a:off x="825075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6327621" name="TextBox 117"/>
          <p:cNvSpPr txBox="1"/>
          <p:nvPr/>
        </p:nvSpPr>
        <p:spPr bwMode="auto">
          <a:xfrm rot="0" flipH="0" flipV="0">
            <a:off x="825075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6156259" name="Freeform 119"/>
          <p:cNvSpPr/>
          <p:nvPr/>
        </p:nvSpPr>
        <p:spPr bwMode="auto">
          <a:xfrm rot="0" flipH="0" flipV="0">
            <a:off x="825075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5944671" name="TextBox 120"/>
          <p:cNvSpPr txBox="1"/>
          <p:nvPr/>
        </p:nvSpPr>
        <p:spPr bwMode="auto">
          <a:xfrm rot="0" flipH="0" flipV="0">
            <a:off x="825075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92664199" name="Freeform 122"/>
          <p:cNvSpPr/>
          <p:nvPr/>
        </p:nvSpPr>
        <p:spPr bwMode="auto">
          <a:xfrm rot="0" flipH="0" flipV="0">
            <a:off x="825075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28749994" name="TextBox 123"/>
          <p:cNvSpPr txBox="1"/>
          <p:nvPr/>
        </p:nvSpPr>
        <p:spPr bwMode="auto">
          <a:xfrm rot="0" flipH="0" flipV="0">
            <a:off x="825075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0374258" name="Freeform 125"/>
          <p:cNvSpPr/>
          <p:nvPr/>
        </p:nvSpPr>
        <p:spPr bwMode="auto">
          <a:xfrm rot="0" flipH="0" flipV="0">
            <a:off x="9698843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1553670" name="TextBox 126"/>
          <p:cNvSpPr txBox="1"/>
          <p:nvPr/>
        </p:nvSpPr>
        <p:spPr bwMode="auto">
          <a:xfrm rot="0" flipH="0" flipV="0">
            <a:off x="9698843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MISCELATO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5162134" name="Freeform 128"/>
          <p:cNvSpPr/>
          <p:nvPr/>
        </p:nvSpPr>
        <p:spPr bwMode="auto">
          <a:xfrm rot="0" flipH="0" flipV="0">
            <a:off x="9698843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29492742" name="TextBox 129"/>
          <p:cNvSpPr txBox="1"/>
          <p:nvPr/>
        </p:nvSpPr>
        <p:spPr bwMode="auto">
          <a:xfrm rot="0" flipH="0" flipV="0">
            <a:off x="9698843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MISCELATO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4650144" name="Freeform 131"/>
          <p:cNvSpPr/>
          <p:nvPr/>
        </p:nvSpPr>
        <p:spPr bwMode="auto">
          <a:xfrm rot="0" flipH="0" flipV="0">
            <a:off x="9698843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69346887" name="TextBox 132"/>
          <p:cNvSpPr txBox="1"/>
          <p:nvPr/>
        </p:nvSpPr>
        <p:spPr bwMode="auto">
          <a:xfrm rot="0" flipH="0" flipV="0">
            <a:off x="9698843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MISCELATO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0750013" name="Freeform 134"/>
          <p:cNvSpPr/>
          <p:nvPr/>
        </p:nvSpPr>
        <p:spPr bwMode="auto">
          <a:xfrm rot="0" flipH="0" flipV="0">
            <a:off x="9698843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6689898" name="TextBox 135"/>
          <p:cNvSpPr txBox="1"/>
          <p:nvPr/>
        </p:nvSpPr>
        <p:spPr bwMode="auto">
          <a:xfrm rot="0" flipH="0" flipV="0">
            <a:off x="9698843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MISCELATO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0823536" name="TextBox 136"/>
          <p:cNvSpPr txBox="1"/>
          <p:nvPr/>
        </p:nvSpPr>
        <p:spPr bwMode="auto">
          <a:xfrm flipH="0" flipV="0">
            <a:off x="8478874" y="763447"/>
            <a:ext cx="2064468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Mix #3</a:t>
            </a:r>
            <a:endParaRPr/>
          </a:p>
        </p:txBody>
      </p:sp>
      <p:sp>
        <p:nvSpPr>
          <p:cNvPr id="1552070221" name="AutoShape 137"/>
          <p:cNvSpPr/>
          <p:nvPr/>
        </p:nvSpPr>
        <p:spPr bwMode="auto">
          <a:xfrm>
            <a:off x="10811271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480620" name="AutoShape 138"/>
          <p:cNvSpPr/>
          <p:nvPr/>
        </p:nvSpPr>
        <p:spPr bwMode="auto">
          <a:xfrm>
            <a:off x="10811271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592294" name="AutoShape 139"/>
          <p:cNvSpPr/>
          <p:nvPr/>
        </p:nvSpPr>
        <p:spPr bwMode="auto">
          <a:xfrm>
            <a:off x="10811271" y="175260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005084" name="AutoShape 140"/>
          <p:cNvSpPr/>
          <p:nvPr/>
        </p:nvSpPr>
        <p:spPr bwMode="auto">
          <a:xfrm>
            <a:off x="10811271" y="139078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120663" name="AutoShape 141"/>
          <p:cNvSpPr/>
          <p:nvPr/>
        </p:nvSpPr>
        <p:spPr bwMode="auto">
          <a:xfrm>
            <a:off x="10811271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01623" name="AutoShape 142"/>
          <p:cNvSpPr/>
          <p:nvPr/>
        </p:nvSpPr>
        <p:spPr bwMode="auto">
          <a:xfrm>
            <a:off x="11148376" y="1379377"/>
            <a:ext cx="0" cy="147340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1023712" name="AutoShape 143"/>
          <p:cNvSpPr/>
          <p:nvPr/>
        </p:nvSpPr>
        <p:spPr bwMode="auto">
          <a:xfrm>
            <a:off x="7161683" y="1391347"/>
            <a:ext cx="108907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710161" name="AutoShape 144"/>
          <p:cNvSpPr/>
          <p:nvPr/>
        </p:nvSpPr>
        <p:spPr bwMode="auto">
          <a:xfrm>
            <a:off x="3856432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703623" name="AutoShape 145"/>
          <p:cNvSpPr/>
          <p:nvPr/>
        </p:nvSpPr>
        <p:spPr bwMode="auto">
          <a:xfrm>
            <a:off x="11148376" y="2116077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887162" name="AutoShape 146"/>
          <p:cNvSpPr/>
          <p:nvPr/>
        </p:nvSpPr>
        <p:spPr bwMode="auto">
          <a:xfrm>
            <a:off x="4063462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8251934" name="AutoShape 147"/>
          <p:cNvSpPr/>
          <p:nvPr/>
        </p:nvSpPr>
        <p:spPr bwMode="auto">
          <a:xfrm>
            <a:off x="7715341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27879" name="AutoShape 148"/>
          <p:cNvSpPr/>
          <p:nvPr/>
        </p:nvSpPr>
        <p:spPr bwMode="auto">
          <a:xfrm>
            <a:off x="11364930" y="2111825"/>
            <a:ext cx="0" cy="1636407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4099" name="Freeform 150"/>
          <p:cNvSpPr/>
          <p:nvPr/>
        </p:nvSpPr>
        <p:spPr bwMode="auto">
          <a:xfrm rot="0" flipH="0" flipV="0">
            <a:off x="3747618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7169845" name="TextBox 151"/>
          <p:cNvSpPr txBox="1"/>
          <p:nvPr/>
        </p:nvSpPr>
        <p:spPr bwMode="auto">
          <a:xfrm rot="0" flipH="0" flipV="0">
            <a:off x="3747618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705970" name="Freeform 153"/>
          <p:cNvSpPr/>
          <p:nvPr/>
        </p:nvSpPr>
        <p:spPr bwMode="auto">
          <a:xfrm rot="0" flipH="0" flipV="0">
            <a:off x="7399495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6940795" name="TextBox 154"/>
          <p:cNvSpPr txBox="1"/>
          <p:nvPr/>
        </p:nvSpPr>
        <p:spPr bwMode="auto">
          <a:xfrm rot="0" flipH="0" flipV="0">
            <a:off x="7399495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1275077" name="Freeform 156"/>
          <p:cNvSpPr/>
          <p:nvPr/>
        </p:nvSpPr>
        <p:spPr bwMode="auto">
          <a:xfrm rot="0" flipH="0" flipV="0">
            <a:off x="11049084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71747717" name="TextBox 157"/>
          <p:cNvSpPr txBox="1"/>
          <p:nvPr/>
        </p:nvSpPr>
        <p:spPr bwMode="auto">
          <a:xfrm rot="0" flipH="0" flipV="0">
            <a:off x="11049084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1141802" name="AutoShape 158"/>
          <p:cNvSpPr/>
          <p:nvPr/>
        </p:nvSpPr>
        <p:spPr bwMode="auto">
          <a:xfrm>
            <a:off x="4063462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58837" name="AutoShape 159"/>
          <p:cNvSpPr/>
          <p:nvPr/>
        </p:nvSpPr>
        <p:spPr bwMode="auto">
          <a:xfrm>
            <a:off x="7715341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12377" name="AutoShape 160"/>
          <p:cNvSpPr/>
          <p:nvPr/>
        </p:nvSpPr>
        <p:spPr bwMode="auto">
          <a:xfrm flipH="1">
            <a:off x="11364930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038834" name="AutoShape 161"/>
          <p:cNvSpPr/>
          <p:nvPr/>
        </p:nvSpPr>
        <p:spPr bwMode="auto">
          <a:xfrm flipH="1" flipV="1">
            <a:off x="4063462" y="4816848"/>
            <a:ext cx="7301466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79102" name="AutoShape 162"/>
          <p:cNvSpPr/>
          <p:nvPr/>
        </p:nvSpPr>
        <p:spPr bwMode="auto">
          <a:xfrm>
            <a:off x="7715341" y="4156246"/>
            <a:ext cx="0" cy="155487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508236" name="Freeform 164"/>
          <p:cNvSpPr/>
          <p:nvPr/>
        </p:nvSpPr>
        <p:spPr bwMode="auto">
          <a:xfrm rot="0" flipH="0" flipV="0">
            <a:off x="7399495" y="5711120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46750479" name="TextBox 165"/>
          <p:cNvSpPr txBox="1"/>
          <p:nvPr/>
        </p:nvSpPr>
        <p:spPr bwMode="auto">
          <a:xfrm rot="0" flipH="0" flipV="0">
            <a:off x="7399495" y="5566458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13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5886271" name="TextBox 166"/>
          <p:cNvSpPr txBox="1"/>
          <p:nvPr/>
        </p:nvSpPr>
        <p:spPr bwMode="auto">
          <a:xfrm>
            <a:off x="3640592" y="5831263"/>
            <a:ext cx="2606527" cy="40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Avanti Anonset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245797178" name="Freeform 167"/>
          <p:cNvSpPr/>
          <p:nvPr/>
        </p:nvSpPr>
        <p:spPr bwMode="auto">
          <a:xfrm rot="-354466">
            <a:off x="6257268" y="62531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226836" name="Freeform 27"/>
          <p:cNvSpPr/>
          <p:nvPr/>
        </p:nvSpPr>
        <p:spPr bwMode="auto">
          <a:xfrm rot="0" flipH="0" flipV="0">
            <a:off x="569670" y="312998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054350488" name="TextBox 28"/>
          <p:cNvSpPr txBox="1"/>
          <p:nvPr/>
        </p:nvSpPr>
        <p:spPr bwMode="auto">
          <a:xfrm rot="0" flipH="0" flipV="0">
            <a:off x="569670" y="296122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UTXO prima di coinjoin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348885229" name="AutoShape 29"/>
          <p:cNvSpPr/>
          <p:nvPr/>
        </p:nvSpPr>
        <p:spPr bwMode="auto">
          <a:xfrm flipH="1" flipV="1">
            <a:off x="2927004" y="37040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2097500653" name="Freeform 31"/>
          <p:cNvSpPr/>
          <p:nvPr/>
        </p:nvSpPr>
        <p:spPr bwMode="auto">
          <a:xfrm rot="0" flipH="0" flipV="0">
            <a:off x="3747274" y="2779665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741120400" name="TextBox 32"/>
          <p:cNvSpPr txBox="1"/>
          <p:nvPr/>
        </p:nvSpPr>
        <p:spPr bwMode="auto">
          <a:xfrm rot="0" flipH="0" flipV="0">
            <a:off x="3747274" y="2610899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Congiunzione</a:t>
            </a:r>
            <a:endParaRPr sz="1800" b="1">
              <a:solidFill>
                <a:srgbClr val="FFFFFF"/>
              </a:solidFill>
              <a:latin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Cicli</a:t>
            </a:r>
          </a:p>
        </p:txBody>
      </p:sp>
      <p:sp>
        <p:nvSpPr>
          <p:cNvPr id="2068970971" name="AutoShape 33"/>
          <p:cNvSpPr/>
          <p:nvPr/>
        </p:nvSpPr>
        <p:spPr bwMode="auto">
          <a:xfrm flipH="1">
            <a:off x="6104608" y="3273636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441423" name="Freeform 35"/>
          <p:cNvSpPr/>
          <p:nvPr/>
        </p:nvSpPr>
        <p:spPr bwMode="auto">
          <a:xfrm rot="0" flipH="0" flipV="0">
            <a:off x="8164161" y="2937726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0303329" name="TextBox 36"/>
          <p:cNvSpPr txBox="1"/>
          <p:nvPr/>
        </p:nvSpPr>
        <p:spPr bwMode="auto">
          <a:xfrm rot="0" flipH="0" flipV="0">
            <a:off x="8164161" y="276895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Probabile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2438471" name="Freeform 38"/>
          <p:cNvSpPr/>
          <p:nvPr/>
        </p:nvSpPr>
        <p:spPr bwMode="auto">
          <a:xfrm rot="0" flipH="0" flipV="0">
            <a:off x="8164161" y="207392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89657971" name="TextBox 39"/>
          <p:cNvSpPr txBox="1"/>
          <p:nvPr/>
        </p:nvSpPr>
        <p:spPr bwMode="auto">
          <a:xfrm rot="0" flipH="0" flipV="0">
            <a:off x="8164161" y="190516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Probabile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06646227" name="Freeform 41"/>
          <p:cNvSpPr/>
          <p:nvPr/>
        </p:nvSpPr>
        <p:spPr bwMode="auto">
          <a:xfrm rot="0" flipH="0" flipV="0">
            <a:off x="8164161" y="121160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50745413" name="TextBox 42"/>
          <p:cNvSpPr txBox="1"/>
          <p:nvPr/>
        </p:nvSpPr>
        <p:spPr bwMode="auto">
          <a:xfrm rot="0" flipH="0" flipV="0">
            <a:off x="8164161" y="104283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Probabile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6591062" name="Freeform 44"/>
          <p:cNvSpPr/>
          <p:nvPr/>
        </p:nvSpPr>
        <p:spPr bwMode="auto">
          <a:xfrm rot="0" flipH="0" flipV="0">
            <a:off x="8164161" y="466236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92641787" name="TextBox 45"/>
          <p:cNvSpPr txBox="1"/>
          <p:nvPr/>
        </p:nvSpPr>
        <p:spPr bwMode="auto">
          <a:xfrm rot="0" flipH="0" flipV="0">
            <a:off x="8164161" y="4493600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Probabile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84881836" name="Freeform 47"/>
          <p:cNvSpPr/>
          <p:nvPr/>
        </p:nvSpPr>
        <p:spPr bwMode="auto">
          <a:xfrm rot="0" flipH="0" flipV="0">
            <a:off x="8164161" y="3800044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2790709" name="TextBox 48"/>
          <p:cNvSpPr txBox="1"/>
          <p:nvPr/>
        </p:nvSpPr>
        <p:spPr bwMode="auto">
          <a:xfrm rot="0" flipH="0" flipV="0">
            <a:off x="8164161" y="363127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Probabile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86726906" name="AutoShape 49"/>
          <p:cNvSpPr/>
          <p:nvPr/>
        </p:nvSpPr>
        <p:spPr bwMode="auto">
          <a:xfrm flipH="1">
            <a:off x="6104608" y="2409838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722050" name="AutoShape 50"/>
          <p:cNvSpPr/>
          <p:nvPr/>
        </p:nvSpPr>
        <p:spPr bwMode="auto">
          <a:xfrm flipH="1">
            <a:off x="6104608" y="1547517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273244" name="AutoShape 51"/>
          <p:cNvSpPr/>
          <p:nvPr/>
        </p:nvSpPr>
        <p:spPr bwMode="auto">
          <a:xfrm flipH="1" flipV="1">
            <a:off x="6104608" y="3709938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121354" name="AutoShape 52"/>
          <p:cNvSpPr/>
          <p:nvPr/>
        </p:nvSpPr>
        <p:spPr bwMode="auto">
          <a:xfrm flipH="1" flipV="1">
            <a:off x="6104608" y="3709938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896555" name="Freeform 53"/>
          <p:cNvSpPr/>
          <p:nvPr/>
        </p:nvSpPr>
        <p:spPr bwMode="auto">
          <a:xfrm flipH="0" flipV="0">
            <a:off x="11145874" y="3273634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13998" name="Freeform 55"/>
          <p:cNvSpPr/>
          <p:nvPr/>
        </p:nvSpPr>
        <p:spPr bwMode="auto">
          <a:xfrm rot="0" flipH="0" flipV="0">
            <a:off x="8164161" y="552468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43224552" name="TextBox 56"/>
          <p:cNvSpPr txBox="1"/>
          <p:nvPr/>
        </p:nvSpPr>
        <p:spPr bwMode="auto">
          <a:xfrm rot="0" flipH="0" flipV="0">
            <a:off x="8164161" y="535592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4685007" name="AutoShape 57"/>
          <p:cNvSpPr/>
          <p:nvPr/>
        </p:nvSpPr>
        <p:spPr bwMode="auto">
          <a:xfrm flipH="1" flipV="1">
            <a:off x="6104608" y="3709938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78173279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5" y="4811257"/>
            <a:ext cx="833929" cy="8339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586341" name="TextBox 26"/>
          <p:cNvSpPr txBox="1"/>
          <p:nvPr/>
        </p:nvSpPr>
        <p:spPr bwMode="auto">
          <a:xfrm flipH="0" flipV="0">
            <a:off x="3512910" y="5853757"/>
            <a:ext cx="8175160" cy="274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L'analista si trova di fronte a un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gruppo di UTXO che potrebbe essere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la fonte di un'attività di ricerca</a:t>
            </a:r>
            <a:endParaRPr lang="en-US" sz="18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988485117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87183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8867298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Fonte probabile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72880485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89087538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Fonte probabile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4403402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26142792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Fonte probabile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0966848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622812643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Fonte probabile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0244846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39005875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Fonte probabile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1904429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247930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418387" name="Freeform 46"/>
          <p:cNvSpPr/>
          <p:nvPr/>
        </p:nvSpPr>
        <p:spPr bwMode="auto">
          <a:xfrm rot="0" flipH="0" flipV="0">
            <a:off x="9102469" y="238785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56497067" name="TextBox 47"/>
          <p:cNvSpPr txBox="1"/>
          <p:nvPr/>
        </p:nvSpPr>
        <p:spPr bwMode="auto">
          <a:xfrm rot="0" flipH="0" flipV="0">
            <a:off x="9102469" y="221909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2200" b="1" u="none" lang="en-US">
                <a:solidFill>
                  <a:srgbClr val="FFFFFF"/>
                </a:solidFill>
                <a:latin typeface="IBM Plex Sans"/>
              </a:rPr>
              <a:t>UTXO dopo coinjoin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581468" name="Freeform 49"/>
          <p:cNvSpPr/>
          <p:nvPr/>
        </p:nvSpPr>
        <p:spPr bwMode="auto">
          <a:xfrm rot="0" flipH="0" flipV="0">
            <a:off x="5964167" y="2037532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60160595" name="TextBox 50"/>
          <p:cNvSpPr txBox="1"/>
          <p:nvPr/>
        </p:nvSpPr>
        <p:spPr bwMode="auto">
          <a:xfrm rot="0" flipH="0" flipV="0">
            <a:off x="5964167" y="1868766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Congiunzione</a:t>
            </a:r>
            <a:endParaRPr sz="24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Cicli</a:t>
            </a:r>
          </a:p>
        </p:txBody>
      </p:sp>
      <p:sp>
        <p:nvSpPr>
          <p:cNvPr id="1164656934" name="AutoShape 51"/>
          <p:cNvSpPr/>
          <p:nvPr/>
        </p:nvSpPr>
        <p:spPr bwMode="auto">
          <a:xfrm flipH="1">
            <a:off x="8321501" y="296192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79302630" name="TextBox 52"/>
          <p:cNvSpPr txBox="1"/>
          <p:nvPr/>
        </p:nvSpPr>
        <p:spPr bwMode="auto">
          <a:xfrm flipH="0" flipV="0">
            <a:off x="6185596" y="696945"/>
            <a:ext cx="532330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L'analista sa </a:t>
            </a:r>
            <a:r>
              <a:rPr sz="2200" lang="fr-FR">
                <a:solidFill>
                  <a:srgbClr val="000000"/>
                </a:solidFill>
                <a:latin typeface="IBM Plex Sans"/>
              </a:rPr>
              <a:t>che questo </a:t>
            </a:r>
            <a:r>
              <a:rPr sz="2200" lang="en-US">
                <a:solidFill>
                  <a:srgbClr val="000000"/>
                </a:solidFill>
                <a:latin typeface="IBM Plex Sans"/>
              </a:rPr>
              <a:t>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24546379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5797799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925109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896751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770151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282485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6844550" y="3983879"/>
            <a:ext cx="656181" cy="656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80731" name="Freeform 27"/>
          <p:cNvSpPr/>
          <p:nvPr/>
        </p:nvSpPr>
        <p:spPr bwMode="auto">
          <a:xfrm rot="0" flipH="0" flipV="0">
            <a:off x="1570699" y="794737"/>
            <a:ext cx="9084299" cy="1476994"/>
          </a:xfrm>
          <a:custGeom>
            <a:avLst/>
            <a:gdLst/>
            <a:ahLst/>
            <a:cxnLst/>
            <a:rect l="l" t="t" r="r" b="b"/>
            <a:pathLst>
              <a:path w="21237625" h="2969443" fill="norm" stroke="1" extrusionOk="0">
                <a:moveTo>
                  <a:pt x="0" y="0"/>
                </a:moveTo>
                <a:lnTo>
                  <a:pt x="0" y="2969443"/>
                </a:lnTo>
                <a:lnTo>
                  <a:pt x="21237625" y="2969443"/>
                </a:lnTo>
                <a:lnTo>
                  <a:pt x="21237625" y="0"/>
                </a:lnTo>
                <a:lnTo>
                  <a:pt x="0" y="0"/>
                </a:lnTo>
                <a:close/>
                <a:moveTo>
                  <a:pt x="21176664" y="2908483"/>
                </a:moveTo>
                <a:lnTo>
                  <a:pt x="59690" y="2908483"/>
                </a:lnTo>
                <a:lnTo>
                  <a:pt x="59690" y="59690"/>
                </a:lnTo>
                <a:lnTo>
                  <a:pt x="21176664" y="59690"/>
                </a:lnTo>
                <a:lnTo>
                  <a:pt x="21176664" y="290848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6577256" name="Freeform 29"/>
          <p:cNvSpPr/>
          <p:nvPr/>
        </p:nvSpPr>
        <p:spPr bwMode="auto">
          <a:xfrm rot="0" flipH="0" flipV="0">
            <a:off x="7902955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07061675" name="TextBox 30"/>
          <p:cNvSpPr txBox="1"/>
          <p:nvPr/>
        </p:nvSpPr>
        <p:spPr bwMode="auto">
          <a:xfrm rot="0" flipH="0" flipV="0">
            <a:off x="7902955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417009173" name="Freeform 32"/>
          <p:cNvSpPr/>
          <p:nvPr/>
        </p:nvSpPr>
        <p:spPr bwMode="auto">
          <a:xfrm rot="0" flipH="0" flipV="0">
            <a:off x="4459860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233167425" name="TextBox 33"/>
          <p:cNvSpPr txBox="1"/>
          <p:nvPr/>
        </p:nvSpPr>
        <p:spPr bwMode="auto">
          <a:xfrm rot="0" flipH="0" flipV="0">
            <a:off x="4459860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650618912" name="Freeform 35"/>
          <p:cNvSpPr/>
          <p:nvPr/>
        </p:nvSpPr>
        <p:spPr bwMode="auto">
          <a:xfrm rot="0" flipH="0" flipV="0">
            <a:off x="5608603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90801761" name="TextBox 36"/>
          <p:cNvSpPr txBox="1"/>
          <p:nvPr/>
        </p:nvSpPr>
        <p:spPr bwMode="auto">
          <a:xfrm rot="0" flipH="0" flipV="0">
            <a:off x="5608603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226865433" name="Freeform 38"/>
          <p:cNvSpPr/>
          <p:nvPr/>
        </p:nvSpPr>
        <p:spPr bwMode="auto">
          <a:xfrm rot="0" flipH="0" flipV="0">
            <a:off x="6757346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570972299" name="TextBox 39"/>
          <p:cNvSpPr txBox="1"/>
          <p:nvPr/>
        </p:nvSpPr>
        <p:spPr bwMode="auto">
          <a:xfrm rot="0" flipH="0" flipV="0">
            <a:off x="6757346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866809562" name="Freeform 41"/>
          <p:cNvSpPr/>
          <p:nvPr/>
        </p:nvSpPr>
        <p:spPr bwMode="auto">
          <a:xfrm rot="0" flipH="0" flipV="0">
            <a:off x="3311118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5912363" name="TextBox 42"/>
          <p:cNvSpPr txBox="1"/>
          <p:nvPr/>
        </p:nvSpPr>
        <p:spPr bwMode="auto">
          <a:xfrm rot="0" flipH="0" flipV="0">
            <a:off x="3311118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308912190" name="Freeform 44"/>
          <p:cNvSpPr/>
          <p:nvPr/>
        </p:nvSpPr>
        <p:spPr bwMode="auto">
          <a:xfrm rot="0" flipH="0" flipV="0">
            <a:off x="719340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0767673" name="Freeform 46"/>
          <p:cNvSpPr/>
          <p:nvPr/>
        </p:nvSpPr>
        <p:spPr bwMode="auto">
          <a:xfrm rot="0" flipH="0" flipV="0">
            <a:off x="2066384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573419" name="TextBox 47"/>
          <p:cNvSpPr txBox="1"/>
          <p:nvPr/>
        </p:nvSpPr>
        <p:spPr bwMode="auto">
          <a:xfrm rot="0" flipH="0" flipV="0">
            <a:off x="2066384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66247927" name="Freeform 49"/>
          <p:cNvSpPr/>
          <p:nvPr/>
        </p:nvSpPr>
        <p:spPr bwMode="auto">
          <a:xfrm rot="0" flipH="0" flipV="0">
            <a:off x="80119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9928014" name="TextBox 50"/>
          <p:cNvSpPr txBox="1"/>
          <p:nvPr/>
        </p:nvSpPr>
        <p:spPr bwMode="auto">
          <a:xfrm rot="0" flipH="0" flipV="0">
            <a:off x="80119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4861890" name="Freeform 52"/>
          <p:cNvSpPr/>
          <p:nvPr/>
        </p:nvSpPr>
        <p:spPr bwMode="auto">
          <a:xfrm rot="0" flipH="0" flipV="0">
            <a:off x="1434061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5821609" name="TextBox 53"/>
          <p:cNvSpPr txBox="1"/>
          <p:nvPr/>
        </p:nvSpPr>
        <p:spPr bwMode="auto">
          <a:xfrm rot="0" flipH="0" flipV="0">
            <a:off x="1434061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19454023" name="Freeform 55"/>
          <p:cNvSpPr/>
          <p:nvPr/>
        </p:nvSpPr>
        <p:spPr bwMode="auto">
          <a:xfrm rot="0" flipH="0" flipV="0">
            <a:off x="2698710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388116" name="TextBox 56"/>
          <p:cNvSpPr txBox="1"/>
          <p:nvPr/>
        </p:nvSpPr>
        <p:spPr bwMode="auto">
          <a:xfrm rot="0" flipH="0" flipV="0">
            <a:off x="2698710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60524053" name="Freeform 58"/>
          <p:cNvSpPr/>
          <p:nvPr/>
        </p:nvSpPr>
        <p:spPr bwMode="auto">
          <a:xfrm rot="0" flipH="0" flipV="0">
            <a:off x="333103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368797" name="TextBox 59"/>
          <p:cNvSpPr txBox="1"/>
          <p:nvPr/>
        </p:nvSpPr>
        <p:spPr bwMode="auto">
          <a:xfrm rot="0" flipH="0" flipV="0">
            <a:off x="333103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9271159" name="Freeform 61"/>
          <p:cNvSpPr/>
          <p:nvPr/>
        </p:nvSpPr>
        <p:spPr bwMode="auto">
          <a:xfrm rot="0" flipH="0" flipV="0">
            <a:off x="4468164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5867133" name="Freeform 63"/>
          <p:cNvSpPr/>
          <p:nvPr/>
        </p:nvSpPr>
        <p:spPr bwMode="auto">
          <a:xfrm rot="0" flipH="0" flipV="0">
            <a:off x="581521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7989357" name="TextBox 64"/>
          <p:cNvSpPr txBox="1"/>
          <p:nvPr/>
        </p:nvSpPr>
        <p:spPr bwMode="auto">
          <a:xfrm rot="0" flipH="0" flipV="0">
            <a:off x="581521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52872147" name="Freeform 66"/>
          <p:cNvSpPr/>
          <p:nvPr/>
        </p:nvSpPr>
        <p:spPr bwMode="auto">
          <a:xfrm rot="0" flipH="0" flipV="0">
            <a:off x="455002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583413" name="TextBox 67"/>
          <p:cNvSpPr txBox="1"/>
          <p:nvPr/>
        </p:nvSpPr>
        <p:spPr bwMode="auto">
          <a:xfrm rot="0" flipH="0" flipV="0">
            <a:off x="455002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9546088" name="Freeform 69"/>
          <p:cNvSpPr/>
          <p:nvPr/>
        </p:nvSpPr>
        <p:spPr bwMode="auto">
          <a:xfrm rot="0" flipH="0" flipV="0">
            <a:off x="518288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3557633" name="TextBox 70"/>
          <p:cNvSpPr txBox="1"/>
          <p:nvPr/>
        </p:nvSpPr>
        <p:spPr bwMode="auto">
          <a:xfrm rot="0" flipH="0" flipV="0">
            <a:off x="518288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63312229" name="Freeform 72"/>
          <p:cNvSpPr/>
          <p:nvPr/>
        </p:nvSpPr>
        <p:spPr bwMode="auto">
          <a:xfrm rot="0" flipH="0" flipV="0">
            <a:off x="6447533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00807" name="TextBox 73"/>
          <p:cNvSpPr txBox="1"/>
          <p:nvPr/>
        </p:nvSpPr>
        <p:spPr bwMode="auto">
          <a:xfrm rot="0" flipH="0" flipV="0">
            <a:off x="6447533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516180707" name="Freeform 75"/>
          <p:cNvSpPr/>
          <p:nvPr/>
        </p:nvSpPr>
        <p:spPr bwMode="auto">
          <a:xfrm rot="0" flipH="0" flipV="0">
            <a:off x="7079859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677707" name="TextBox 76"/>
          <p:cNvSpPr txBox="1"/>
          <p:nvPr/>
        </p:nvSpPr>
        <p:spPr bwMode="auto">
          <a:xfrm rot="0" flipH="0" flipV="0">
            <a:off x="7079859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912543058" name="Freeform 78"/>
          <p:cNvSpPr/>
          <p:nvPr/>
        </p:nvSpPr>
        <p:spPr bwMode="auto">
          <a:xfrm rot="0" flipH="0" flipV="0">
            <a:off x="8213906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990647" name="Freeform 80"/>
          <p:cNvSpPr/>
          <p:nvPr/>
        </p:nvSpPr>
        <p:spPr bwMode="auto">
          <a:xfrm rot="0" flipH="0" flipV="0">
            <a:off x="956095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482153" name="TextBox 81"/>
          <p:cNvSpPr txBox="1"/>
          <p:nvPr/>
        </p:nvSpPr>
        <p:spPr bwMode="auto">
          <a:xfrm rot="0" flipH="0" flipV="0">
            <a:off x="956095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68431795" name="Freeform 83"/>
          <p:cNvSpPr/>
          <p:nvPr/>
        </p:nvSpPr>
        <p:spPr bwMode="auto">
          <a:xfrm rot="0" flipH="0" flipV="0">
            <a:off x="829576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8805949" name="TextBox 84"/>
          <p:cNvSpPr txBox="1"/>
          <p:nvPr/>
        </p:nvSpPr>
        <p:spPr bwMode="auto">
          <a:xfrm rot="0" flipH="0" flipV="0">
            <a:off x="829576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86131894" name="Freeform 86"/>
          <p:cNvSpPr/>
          <p:nvPr/>
        </p:nvSpPr>
        <p:spPr bwMode="auto">
          <a:xfrm rot="0" flipH="0" flipV="0">
            <a:off x="892862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0286311" name="TextBox 87"/>
          <p:cNvSpPr txBox="1"/>
          <p:nvPr/>
        </p:nvSpPr>
        <p:spPr bwMode="auto">
          <a:xfrm rot="0" flipH="0" flipV="0">
            <a:off x="892862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22009632" name="Freeform 89"/>
          <p:cNvSpPr/>
          <p:nvPr/>
        </p:nvSpPr>
        <p:spPr bwMode="auto">
          <a:xfrm rot="0" flipH="0" flipV="0">
            <a:off x="1019327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091221" name="TextBox 90"/>
          <p:cNvSpPr txBox="1"/>
          <p:nvPr/>
        </p:nvSpPr>
        <p:spPr bwMode="auto">
          <a:xfrm rot="0" flipH="0" flipV="0">
            <a:off x="1019327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84306984" name="Freeform 92"/>
          <p:cNvSpPr/>
          <p:nvPr/>
        </p:nvSpPr>
        <p:spPr bwMode="auto">
          <a:xfrm rot="0" flipH="0" flipV="0">
            <a:off x="1082559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3517592" name="TextBox 93"/>
          <p:cNvSpPr txBox="1"/>
          <p:nvPr/>
        </p:nvSpPr>
        <p:spPr bwMode="auto">
          <a:xfrm rot="0" flipH="0" flipV="0">
            <a:off x="1082559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46813374" name="AutoShape 94"/>
          <p:cNvSpPr/>
          <p:nvPr/>
        </p:nvSpPr>
        <p:spPr bwMode="auto">
          <a:xfrm flipH="1">
            <a:off x="3991705" y="2115330"/>
            <a:ext cx="2114210" cy="5766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302912" name="AutoShape 95"/>
          <p:cNvSpPr/>
          <p:nvPr/>
        </p:nvSpPr>
        <p:spPr bwMode="auto">
          <a:xfrm flipH="1">
            <a:off x="6104346" y="2115330"/>
            <a:ext cx="1150308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324491" name="AutoShape 96"/>
          <p:cNvSpPr/>
          <p:nvPr/>
        </p:nvSpPr>
        <p:spPr bwMode="auto">
          <a:xfrm>
            <a:off x="8400265" y="2115330"/>
            <a:ext cx="1449821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307102" name="Freeform 98"/>
          <p:cNvSpPr/>
          <p:nvPr/>
        </p:nvSpPr>
        <p:spPr bwMode="auto">
          <a:xfrm rot="0" flipH="0" flipV="0">
            <a:off x="1740542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756547" name="Freeform 100"/>
          <p:cNvSpPr/>
          <p:nvPr/>
        </p:nvSpPr>
        <p:spPr bwMode="auto">
          <a:xfrm rot="0" flipH="0" flipV="0">
            <a:off x="182964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02437426" name="TextBox 101"/>
          <p:cNvSpPr txBox="1"/>
          <p:nvPr/>
        </p:nvSpPr>
        <p:spPr bwMode="auto">
          <a:xfrm rot="0" flipH="0" flipV="0">
            <a:off x="184733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95637501" name="Freeform 103"/>
          <p:cNvSpPr/>
          <p:nvPr/>
        </p:nvSpPr>
        <p:spPr bwMode="auto">
          <a:xfrm rot="0" flipH="0" flipV="0">
            <a:off x="20457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076706" name="TextBox 104"/>
          <p:cNvSpPr txBox="1"/>
          <p:nvPr/>
        </p:nvSpPr>
        <p:spPr bwMode="auto">
          <a:xfrm rot="0" flipH="0" flipV="0">
            <a:off x="20634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57515052" name="Freeform 106"/>
          <p:cNvSpPr/>
          <p:nvPr/>
        </p:nvSpPr>
        <p:spPr bwMode="auto">
          <a:xfrm rot="0" flipH="0" flipV="0">
            <a:off x="226141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601112" name="TextBox 107"/>
          <p:cNvSpPr txBox="1"/>
          <p:nvPr/>
        </p:nvSpPr>
        <p:spPr bwMode="auto">
          <a:xfrm rot="0" flipH="0" flipV="0">
            <a:off x="22790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93901857" name="Freeform 109"/>
          <p:cNvSpPr/>
          <p:nvPr/>
        </p:nvSpPr>
        <p:spPr bwMode="auto">
          <a:xfrm rot="0" flipH="0" flipV="0">
            <a:off x="247702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964484" name="TextBox 110"/>
          <p:cNvSpPr txBox="1"/>
          <p:nvPr/>
        </p:nvSpPr>
        <p:spPr bwMode="auto">
          <a:xfrm rot="0" flipH="0" flipV="0">
            <a:off x="249471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9120945" name="Freeform 112"/>
          <p:cNvSpPr/>
          <p:nvPr/>
        </p:nvSpPr>
        <p:spPr bwMode="auto">
          <a:xfrm rot="0" flipH="0" flipV="0">
            <a:off x="269263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0895012" name="TextBox 113"/>
          <p:cNvSpPr txBox="1"/>
          <p:nvPr/>
        </p:nvSpPr>
        <p:spPr bwMode="auto">
          <a:xfrm rot="0" flipH="0" flipV="0">
            <a:off x="271032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063699624" name="Freeform 115"/>
          <p:cNvSpPr/>
          <p:nvPr/>
        </p:nvSpPr>
        <p:spPr bwMode="auto">
          <a:xfrm rot="0" flipH="0" flipV="0">
            <a:off x="548782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4023887" name="Freeform 117"/>
          <p:cNvSpPr/>
          <p:nvPr/>
        </p:nvSpPr>
        <p:spPr bwMode="auto">
          <a:xfrm rot="0" flipH="0" flipV="0">
            <a:off x="55769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8988330" name="TextBox 118"/>
          <p:cNvSpPr txBox="1"/>
          <p:nvPr/>
        </p:nvSpPr>
        <p:spPr bwMode="auto">
          <a:xfrm rot="0" flipH="0" flipV="0">
            <a:off x="559461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26769472" name="Freeform 120"/>
          <p:cNvSpPr/>
          <p:nvPr/>
        </p:nvSpPr>
        <p:spPr bwMode="auto">
          <a:xfrm rot="0" flipH="0" flipV="0">
            <a:off x="57930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48580481" name="TextBox 121"/>
          <p:cNvSpPr txBox="1"/>
          <p:nvPr/>
        </p:nvSpPr>
        <p:spPr bwMode="auto">
          <a:xfrm rot="0" flipH="0" flipV="0">
            <a:off x="58107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1691457" name="Freeform 123"/>
          <p:cNvSpPr/>
          <p:nvPr/>
        </p:nvSpPr>
        <p:spPr bwMode="auto">
          <a:xfrm rot="0" flipH="0" flipV="0">
            <a:off x="60086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9351741" name="TextBox 124"/>
          <p:cNvSpPr txBox="1"/>
          <p:nvPr/>
        </p:nvSpPr>
        <p:spPr bwMode="auto">
          <a:xfrm rot="0" flipH="0" flipV="0">
            <a:off x="60263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895317" name="Freeform 126"/>
          <p:cNvSpPr/>
          <p:nvPr/>
        </p:nvSpPr>
        <p:spPr bwMode="auto">
          <a:xfrm rot="0" flipH="0" flipV="0">
            <a:off x="62243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738468" name="TextBox 127"/>
          <p:cNvSpPr txBox="1"/>
          <p:nvPr/>
        </p:nvSpPr>
        <p:spPr bwMode="auto">
          <a:xfrm rot="0" flipH="0" flipV="0">
            <a:off x="624199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7663241" name="Freeform 129"/>
          <p:cNvSpPr/>
          <p:nvPr/>
        </p:nvSpPr>
        <p:spPr bwMode="auto">
          <a:xfrm rot="0" flipH="0" flipV="0">
            <a:off x="64399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9092500" name="TextBox 130"/>
          <p:cNvSpPr txBox="1"/>
          <p:nvPr/>
        </p:nvSpPr>
        <p:spPr bwMode="auto">
          <a:xfrm rot="0" flipH="0" flipV="0">
            <a:off x="64576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50241317" name="Freeform 132"/>
          <p:cNvSpPr/>
          <p:nvPr/>
        </p:nvSpPr>
        <p:spPr bwMode="auto">
          <a:xfrm rot="0" flipH="0" flipV="0">
            <a:off x="924119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6543323" name="Freeform 134"/>
          <p:cNvSpPr/>
          <p:nvPr/>
        </p:nvSpPr>
        <p:spPr bwMode="auto">
          <a:xfrm rot="0" flipH="0" flipV="0">
            <a:off x="933030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1889778" name="TextBox 135"/>
          <p:cNvSpPr txBox="1"/>
          <p:nvPr/>
        </p:nvSpPr>
        <p:spPr bwMode="auto">
          <a:xfrm rot="0" flipH="0" flipV="0">
            <a:off x="934799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321632620" name="Freeform 137"/>
          <p:cNvSpPr/>
          <p:nvPr/>
        </p:nvSpPr>
        <p:spPr bwMode="auto">
          <a:xfrm rot="0" flipH="0" flipV="0">
            <a:off x="954645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463433" name="TextBox 138"/>
          <p:cNvSpPr txBox="1"/>
          <p:nvPr/>
        </p:nvSpPr>
        <p:spPr bwMode="auto">
          <a:xfrm rot="0" flipH="0" flipV="0">
            <a:off x="956414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6726250" name="Freeform 140"/>
          <p:cNvSpPr/>
          <p:nvPr/>
        </p:nvSpPr>
        <p:spPr bwMode="auto">
          <a:xfrm rot="0" flipH="0" flipV="0">
            <a:off x="976206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054706" name="TextBox 141"/>
          <p:cNvSpPr txBox="1"/>
          <p:nvPr/>
        </p:nvSpPr>
        <p:spPr bwMode="auto">
          <a:xfrm rot="0" flipH="0" flipV="0">
            <a:off x="977975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27999144" name="Freeform 143"/>
          <p:cNvSpPr/>
          <p:nvPr/>
        </p:nvSpPr>
        <p:spPr bwMode="auto">
          <a:xfrm rot="0" flipH="0" flipV="0">
            <a:off x="99776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4897805" name="TextBox 144"/>
          <p:cNvSpPr txBox="1"/>
          <p:nvPr/>
        </p:nvSpPr>
        <p:spPr bwMode="auto">
          <a:xfrm rot="0" flipH="0" flipV="0">
            <a:off x="99953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7766108" name="Freeform 146"/>
          <p:cNvSpPr/>
          <p:nvPr/>
        </p:nvSpPr>
        <p:spPr bwMode="auto">
          <a:xfrm rot="0" flipH="0" flipV="0">
            <a:off x="101932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0456476" name="TextBox 147"/>
          <p:cNvSpPr txBox="1"/>
          <p:nvPr/>
        </p:nvSpPr>
        <p:spPr bwMode="auto">
          <a:xfrm rot="0" flipH="0" flipV="0">
            <a:off x="102109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90438359" name="Freeform 149"/>
          <p:cNvSpPr/>
          <p:nvPr/>
        </p:nvSpPr>
        <p:spPr bwMode="auto">
          <a:xfrm rot="0" flipH="0" flipV="0">
            <a:off x="2983924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006434" name="Freeform 151"/>
          <p:cNvSpPr/>
          <p:nvPr/>
        </p:nvSpPr>
        <p:spPr bwMode="auto">
          <a:xfrm rot="0" flipH="0" flipV="0">
            <a:off x="30730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22708841" name="TextBox 152"/>
          <p:cNvSpPr txBox="1"/>
          <p:nvPr/>
        </p:nvSpPr>
        <p:spPr bwMode="auto">
          <a:xfrm rot="0" flipH="0" flipV="0">
            <a:off x="309072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52124422" name="Freeform 154"/>
          <p:cNvSpPr/>
          <p:nvPr/>
        </p:nvSpPr>
        <p:spPr bwMode="auto">
          <a:xfrm rot="0" flipH="0" flipV="0">
            <a:off x="328918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2131769" name="TextBox 155"/>
          <p:cNvSpPr txBox="1"/>
          <p:nvPr/>
        </p:nvSpPr>
        <p:spPr bwMode="auto">
          <a:xfrm rot="0" flipH="0" flipV="0">
            <a:off x="330687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0165674" name="Freeform 157"/>
          <p:cNvSpPr/>
          <p:nvPr/>
        </p:nvSpPr>
        <p:spPr bwMode="auto">
          <a:xfrm rot="0" flipH="0" flipV="0">
            <a:off x="350479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2697" name="TextBox 158"/>
          <p:cNvSpPr txBox="1"/>
          <p:nvPr/>
        </p:nvSpPr>
        <p:spPr bwMode="auto">
          <a:xfrm rot="0" flipH="0" flipV="0">
            <a:off x="352248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63711968" name="Freeform 160"/>
          <p:cNvSpPr/>
          <p:nvPr/>
        </p:nvSpPr>
        <p:spPr bwMode="auto">
          <a:xfrm rot="0" flipH="0" flipV="0">
            <a:off x="372040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6583361" name="TextBox 161"/>
          <p:cNvSpPr txBox="1"/>
          <p:nvPr/>
        </p:nvSpPr>
        <p:spPr bwMode="auto">
          <a:xfrm rot="0" flipH="0" flipV="0">
            <a:off x="37380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01055475" name="Freeform 163"/>
          <p:cNvSpPr/>
          <p:nvPr/>
        </p:nvSpPr>
        <p:spPr bwMode="auto">
          <a:xfrm rot="0" flipH="0" flipV="0">
            <a:off x="393601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3098227" name="TextBox 164"/>
          <p:cNvSpPr txBox="1"/>
          <p:nvPr/>
        </p:nvSpPr>
        <p:spPr bwMode="auto">
          <a:xfrm rot="0" flipH="0" flipV="0">
            <a:off x="395370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9328658" name="Freeform 166"/>
          <p:cNvSpPr/>
          <p:nvPr/>
        </p:nvSpPr>
        <p:spPr bwMode="auto">
          <a:xfrm rot="0" flipH="0" flipV="0">
            <a:off x="49832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602283" name="Freeform 168"/>
          <p:cNvSpPr/>
          <p:nvPr/>
        </p:nvSpPr>
        <p:spPr bwMode="auto">
          <a:xfrm rot="0" flipH="0" flipV="0">
            <a:off x="5874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1384463" name="TextBox 169"/>
          <p:cNvSpPr txBox="1"/>
          <p:nvPr/>
        </p:nvSpPr>
        <p:spPr bwMode="auto">
          <a:xfrm rot="0" flipH="0" flipV="0">
            <a:off x="6051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2338409" name="Freeform 171"/>
          <p:cNvSpPr/>
          <p:nvPr/>
        </p:nvSpPr>
        <p:spPr bwMode="auto">
          <a:xfrm rot="0" flipH="0" flipV="0">
            <a:off x="80358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4466184" name="TextBox 172"/>
          <p:cNvSpPr txBox="1"/>
          <p:nvPr/>
        </p:nvSpPr>
        <p:spPr bwMode="auto">
          <a:xfrm rot="0" flipH="0" flipV="0">
            <a:off x="82127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466812" name="Freeform 174"/>
          <p:cNvSpPr/>
          <p:nvPr/>
        </p:nvSpPr>
        <p:spPr bwMode="auto">
          <a:xfrm rot="0" flipH="0" flipV="0">
            <a:off x="101919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6430817" name="TextBox 175"/>
          <p:cNvSpPr txBox="1"/>
          <p:nvPr/>
        </p:nvSpPr>
        <p:spPr bwMode="auto">
          <a:xfrm rot="0" flipH="0" flipV="0">
            <a:off x="103688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8604594" name="Freeform 177"/>
          <p:cNvSpPr/>
          <p:nvPr/>
        </p:nvSpPr>
        <p:spPr bwMode="auto">
          <a:xfrm rot="0" flipH="0" flipV="0">
            <a:off x="123480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6241467" name="TextBox 178"/>
          <p:cNvSpPr txBox="1"/>
          <p:nvPr/>
        </p:nvSpPr>
        <p:spPr bwMode="auto">
          <a:xfrm rot="0" flipH="0" flipV="0">
            <a:off x="125249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11833659" name="Freeform 180"/>
          <p:cNvSpPr/>
          <p:nvPr/>
        </p:nvSpPr>
        <p:spPr bwMode="auto">
          <a:xfrm rot="0" flipH="0" flipV="0">
            <a:off x="145042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5326210" name="TextBox 181"/>
          <p:cNvSpPr txBox="1"/>
          <p:nvPr/>
        </p:nvSpPr>
        <p:spPr bwMode="auto">
          <a:xfrm rot="0" flipH="0" flipV="0">
            <a:off x="146810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66581012" name="Freeform 183"/>
          <p:cNvSpPr/>
          <p:nvPr/>
        </p:nvSpPr>
        <p:spPr bwMode="auto">
          <a:xfrm rot="0" flipH="0" flipV="0">
            <a:off x="424444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2525590" name="Freeform 185"/>
          <p:cNvSpPr/>
          <p:nvPr/>
        </p:nvSpPr>
        <p:spPr bwMode="auto">
          <a:xfrm rot="0" flipH="0" flipV="0">
            <a:off x="433355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16111146" name="TextBox 186"/>
          <p:cNvSpPr txBox="1"/>
          <p:nvPr/>
        </p:nvSpPr>
        <p:spPr bwMode="auto">
          <a:xfrm rot="0" flipH="0" flipV="0">
            <a:off x="435123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8620368" name="Freeform 188"/>
          <p:cNvSpPr/>
          <p:nvPr/>
        </p:nvSpPr>
        <p:spPr bwMode="auto">
          <a:xfrm rot="0" flipH="0" flipV="0">
            <a:off x="454970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0401295" name="TextBox 189"/>
          <p:cNvSpPr txBox="1"/>
          <p:nvPr/>
        </p:nvSpPr>
        <p:spPr bwMode="auto">
          <a:xfrm rot="0" flipH="0" flipV="0">
            <a:off x="45673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63362020" name="Freeform 191"/>
          <p:cNvSpPr/>
          <p:nvPr/>
        </p:nvSpPr>
        <p:spPr bwMode="auto">
          <a:xfrm rot="0" flipH="0" flipV="0">
            <a:off x="476531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0425337" name="TextBox 192"/>
          <p:cNvSpPr txBox="1"/>
          <p:nvPr/>
        </p:nvSpPr>
        <p:spPr bwMode="auto">
          <a:xfrm rot="0" flipH="0" flipV="0">
            <a:off x="47829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80078986" name="Freeform 194"/>
          <p:cNvSpPr/>
          <p:nvPr/>
        </p:nvSpPr>
        <p:spPr bwMode="auto">
          <a:xfrm rot="0" flipH="0" flipV="0">
            <a:off x="498092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5411411" name="TextBox 195"/>
          <p:cNvSpPr txBox="1"/>
          <p:nvPr/>
        </p:nvSpPr>
        <p:spPr bwMode="auto">
          <a:xfrm rot="0" flipH="0" flipV="0">
            <a:off x="499861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9159687" name="Freeform 197"/>
          <p:cNvSpPr/>
          <p:nvPr/>
        </p:nvSpPr>
        <p:spPr bwMode="auto">
          <a:xfrm rot="0" flipH="0" flipV="0">
            <a:off x="519653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0044513" name="TextBox 198"/>
          <p:cNvSpPr txBox="1"/>
          <p:nvPr/>
        </p:nvSpPr>
        <p:spPr bwMode="auto">
          <a:xfrm rot="0" flipH="0" flipV="0">
            <a:off x="521422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31512919" name="Freeform 200"/>
          <p:cNvSpPr/>
          <p:nvPr/>
        </p:nvSpPr>
        <p:spPr bwMode="auto">
          <a:xfrm rot="0" flipH="0" flipV="0">
            <a:off x="799881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0152229" name="Freeform 202"/>
          <p:cNvSpPr/>
          <p:nvPr/>
        </p:nvSpPr>
        <p:spPr bwMode="auto">
          <a:xfrm rot="0" flipH="0" flipV="0">
            <a:off x="807925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231254" name="TextBox 203"/>
          <p:cNvSpPr txBox="1"/>
          <p:nvPr/>
        </p:nvSpPr>
        <p:spPr bwMode="auto">
          <a:xfrm rot="0" flipH="0" flipV="0">
            <a:off x="809694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60806477" name="Freeform 205"/>
          <p:cNvSpPr/>
          <p:nvPr/>
        </p:nvSpPr>
        <p:spPr bwMode="auto">
          <a:xfrm rot="0" flipH="0" flipV="0">
            <a:off x="83040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8986031" name="TextBox 206"/>
          <p:cNvSpPr txBox="1"/>
          <p:nvPr/>
        </p:nvSpPr>
        <p:spPr bwMode="auto">
          <a:xfrm rot="0" flipH="0" flipV="0">
            <a:off x="83217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801096942" name="Freeform 208"/>
          <p:cNvSpPr/>
          <p:nvPr/>
        </p:nvSpPr>
        <p:spPr bwMode="auto">
          <a:xfrm rot="0" flipH="0" flipV="0">
            <a:off x="8519688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5987570" name="TextBox 209"/>
          <p:cNvSpPr txBox="1"/>
          <p:nvPr/>
        </p:nvSpPr>
        <p:spPr bwMode="auto">
          <a:xfrm rot="0" flipH="0" flipV="0">
            <a:off x="853737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8553895" name="Freeform 211"/>
          <p:cNvSpPr/>
          <p:nvPr/>
        </p:nvSpPr>
        <p:spPr bwMode="auto">
          <a:xfrm rot="0" flipH="0" flipV="0">
            <a:off x="87352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248237" name="TextBox 212"/>
          <p:cNvSpPr txBox="1"/>
          <p:nvPr/>
        </p:nvSpPr>
        <p:spPr bwMode="auto">
          <a:xfrm rot="0" flipH="0" flipV="0">
            <a:off x="87529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254767846" name="Freeform 214"/>
          <p:cNvSpPr/>
          <p:nvPr/>
        </p:nvSpPr>
        <p:spPr bwMode="auto">
          <a:xfrm rot="0" flipH="0" flipV="0">
            <a:off x="895091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3891142" name="TextBox 215"/>
          <p:cNvSpPr txBox="1"/>
          <p:nvPr/>
        </p:nvSpPr>
        <p:spPr bwMode="auto">
          <a:xfrm rot="0" flipH="0" flipV="0">
            <a:off x="896859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9804589" name="Freeform 217"/>
          <p:cNvSpPr/>
          <p:nvPr/>
        </p:nvSpPr>
        <p:spPr bwMode="auto">
          <a:xfrm rot="0" flipH="0" flipV="0">
            <a:off x="6733338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4116115" name="Freeform 219"/>
          <p:cNvSpPr/>
          <p:nvPr/>
        </p:nvSpPr>
        <p:spPr bwMode="auto">
          <a:xfrm rot="0" flipH="0" flipV="0">
            <a:off x="682244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255238" name="TextBox 220"/>
          <p:cNvSpPr txBox="1"/>
          <p:nvPr/>
        </p:nvSpPr>
        <p:spPr bwMode="auto">
          <a:xfrm rot="0" flipH="0" flipV="0">
            <a:off x="684013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39913861" name="Freeform 222"/>
          <p:cNvSpPr/>
          <p:nvPr/>
        </p:nvSpPr>
        <p:spPr bwMode="auto">
          <a:xfrm rot="0" flipH="0" flipV="0">
            <a:off x="70385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78207420" name="TextBox 223"/>
          <p:cNvSpPr txBox="1"/>
          <p:nvPr/>
        </p:nvSpPr>
        <p:spPr bwMode="auto">
          <a:xfrm rot="0" flipH="0" flipV="0">
            <a:off x="70562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07180178" name="Freeform 225"/>
          <p:cNvSpPr/>
          <p:nvPr/>
        </p:nvSpPr>
        <p:spPr bwMode="auto">
          <a:xfrm rot="0" flipH="0" flipV="0">
            <a:off x="72542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2088325" name="TextBox 226"/>
          <p:cNvSpPr txBox="1"/>
          <p:nvPr/>
        </p:nvSpPr>
        <p:spPr bwMode="auto">
          <a:xfrm rot="0" flipH="0" flipV="0">
            <a:off x="727189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570555" name="Freeform 228"/>
          <p:cNvSpPr/>
          <p:nvPr/>
        </p:nvSpPr>
        <p:spPr bwMode="auto">
          <a:xfrm rot="0" flipH="0" flipV="0">
            <a:off x="74698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2325938" name="TextBox 229"/>
          <p:cNvSpPr txBox="1"/>
          <p:nvPr/>
        </p:nvSpPr>
        <p:spPr bwMode="auto">
          <a:xfrm rot="0" flipH="0" flipV="0">
            <a:off x="74875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51322740" name="Freeform 231"/>
          <p:cNvSpPr/>
          <p:nvPr/>
        </p:nvSpPr>
        <p:spPr bwMode="auto">
          <a:xfrm rot="0" flipH="0" flipV="0">
            <a:off x="768542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134079" name="TextBox 232"/>
          <p:cNvSpPr txBox="1"/>
          <p:nvPr/>
        </p:nvSpPr>
        <p:spPr bwMode="auto">
          <a:xfrm rot="0" flipH="0" flipV="0">
            <a:off x="770311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49503" name="Freeform 234"/>
          <p:cNvSpPr/>
          <p:nvPr/>
        </p:nvSpPr>
        <p:spPr bwMode="auto">
          <a:xfrm rot="0" flipH="0" flipV="0">
            <a:off x="1048457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3317649" name="Freeform 236"/>
          <p:cNvSpPr/>
          <p:nvPr/>
        </p:nvSpPr>
        <p:spPr bwMode="auto">
          <a:xfrm rot="0" flipH="0" flipV="0">
            <a:off x="1057368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32206149" name="TextBox 237"/>
          <p:cNvSpPr txBox="1"/>
          <p:nvPr/>
        </p:nvSpPr>
        <p:spPr bwMode="auto">
          <a:xfrm rot="0" flipH="0" flipV="0">
            <a:off x="105913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423263" name="Freeform 239"/>
          <p:cNvSpPr/>
          <p:nvPr/>
        </p:nvSpPr>
        <p:spPr bwMode="auto">
          <a:xfrm rot="0" flipH="0" flipV="0">
            <a:off x="107898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9892611" name="TextBox 240"/>
          <p:cNvSpPr txBox="1"/>
          <p:nvPr/>
        </p:nvSpPr>
        <p:spPr bwMode="auto">
          <a:xfrm rot="0" flipH="0" flipV="0">
            <a:off x="108075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45633962" name="Freeform 242"/>
          <p:cNvSpPr/>
          <p:nvPr/>
        </p:nvSpPr>
        <p:spPr bwMode="auto">
          <a:xfrm rot="0" flipH="0" flipV="0">
            <a:off x="1100544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1594774" name="TextBox 243"/>
          <p:cNvSpPr txBox="1"/>
          <p:nvPr/>
        </p:nvSpPr>
        <p:spPr bwMode="auto">
          <a:xfrm rot="0" flipH="0" flipV="0">
            <a:off x="1102313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7706816" name="Freeform 245"/>
          <p:cNvSpPr/>
          <p:nvPr/>
        </p:nvSpPr>
        <p:spPr bwMode="auto">
          <a:xfrm rot="0" flipH="0" flipV="0">
            <a:off x="1122105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1034505" name="TextBox 246"/>
          <p:cNvSpPr txBox="1"/>
          <p:nvPr/>
        </p:nvSpPr>
        <p:spPr bwMode="auto">
          <a:xfrm rot="0" flipH="0" flipV="0">
            <a:off x="1123874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3150727" name="Freeform 248"/>
          <p:cNvSpPr/>
          <p:nvPr/>
        </p:nvSpPr>
        <p:spPr bwMode="auto">
          <a:xfrm rot="0" flipH="0" flipV="0">
            <a:off x="1143666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4282276" name="TextBox 249"/>
          <p:cNvSpPr txBox="1"/>
          <p:nvPr/>
        </p:nvSpPr>
        <p:spPr bwMode="auto">
          <a:xfrm rot="0" flipH="0" flipV="0">
            <a:off x="1145435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8874171" name="AutoShape 250"/>
          <p:cNvSpPr/>
          <p:nvPr/>
        </p:nvSpPr>
        <p:spPr bwMode="auto">
          <a:xfrm flipH="1">
            <a:off x="1113307" y="3479148"/>
            <a:ext cx="124454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821051" name="AutoShape 251"/>
          <p:cNvSpPr/>
          <p:nvPr/>
        </p:nvSpPr>
        <p:spPr bwMode="auto">
          <a:xfrm flipH="1">
            <a:off x="2355522" y="3479148"/>
            <a:ext cx="63465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872860" name="AutoShape 252"/>
          <p:cNvSpPr/>
          <p:nvPr/>
        </p:nvSpPr>
        <p:spPr bwMode="auto">
          <a:xfrm flipH="1">
            <a:off x="3598903" y="3479148"/>
            <a:ext cx="23600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416671" name="AutoShape 253"/>
          <p:cNvSpPr/>
          <p:nvPr/>
        </p:nvSpPr>
        <p:spPr bwMode="auto">
          <a:xfrm flipH="1">
            <a:off x="4859422" y="3479148"/>
            <a:ext cx="1247261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880465" name="AutoShape 254"/>
          <p:cNvSpPr/>
          <p:nvPr/>
        </p:nvSpPr>
        <p:spPr bwMode="auto">
          <a:xfrm flipH="1">
            <a:off x="6102804" y="3479148"/>
            <a:ext cx="636202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73171" name="AutoShape 255"/>
          <p:cNvSpPr/>
          <p:nvPr/>
        </p:nvSpPr>
        <p:spPr bwMode="auto">
          <a:xfrm flipH="1">
            <a:off x="7348318" y="3479148"/>
            <a:ext cx="23013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753130" name="AutoShape 256"/>
          <p:cNvSpPr/>
          <p:nvPr/>
        </p:nvSpPr>
        <p:spPr bwMode="auto">
          <a:xfrm flipH="1">
            <a:off x="8613798" y="3479148"/>
            <a:ext cx="1238626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502564" name="AutoShape 257"/>
          <p:cNvSpPr/>
          <p:nvPr/>
        </p:nvSpPr>
        <p:spPr bwMode="auto">
          <a:xfrm flipH="1">
            <a:off x="9856173" y="3479148"/>
            <a:ext cx="628574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720691" name="AutoShape 258"/>
          <p:cNvSpPr/>
          <p:nvPr/>
        </p:nvSpPr>
        <p:spPr bwMode="auto">
          <a:xfrm flipH="1">
            <a:off x="11099556" y="3479148"/>
            <a:ext cx="17515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686381" name="AutoShape 259"/>
          <p:cNvSpPr/>
          <p:nvPr/>
        </p:nvSpPr>
        <p:spPr bwMode="auto">
          <a:xfrm>
            <a:off x="111330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860164" name="AutoShape 260"/>
          <p:cNvSpPr/>
          <p:nvPr/>
        </p:nvSpPr>
        <p:spPr bwMode="auto">
          <a:xfrm>
            <a:off x="132918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695427" name="AutoShape 261"/>
          <p:cNvSpPr/>
          <p:nvPr/>
        </p:nvSpPr>
        <p:spPr bwMode="auto">
          <a:xfrm>
            <a:off x="154479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23480" name="AutoShape 262"/>
          <p:cNvSpPr/>
          <p:nvPr/>
        </p:nvSpPr>
        <p:spPr bwMode="auto">
          <a:xfrm>
            <a:off x="23556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721895" name="AutoShape 263"/>
          <p:cNvSpPr/>
          <p:nvPr/>
        </p:nvSpPr>
        <p:spPr bwMode="auto">
          <a:xfrm>
            <a:off x="257153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688977" name="AutoShape 264"/>
          <p:cNvSpPr/>
          <p:nvPr/>
        </p:nvSpPr>
        <p:spPr bwMode="auto">
          <a:xfrm>
            <a:off x="278714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570028" name="AutoShape 265"/>
          <p:cNvSpPr/>
          <p:nvPr/>
        </p:nvSpPr>
        <p:spPr bwMode="auto">
          <a:xfrm>
            <a:off x="359268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478765" name="AutoShape 266"/>
          <p:cNvSpPr/>
          <p:nvPr/>
        </p:nvSpPr>
        <p:spPr bwMode="auto">
          <a:xfrm>
            <a:off x="38085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755923" name="AutoShape 267"/>
          <p:cNvSpPr/>
          <p:nvPr/>
        </p:nvSpPr>
        <p:spPr bwMode="auto">
          <a:xfrm>
            <a:off x="402417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97586" name="AutoShape 268"/>
          <p:cNvSpPr/>
          <p:nvPr/>
        </p:nvSpPr>
        <p:spPr bwMode="auto">
          <a:xfrm>
            <a:off x="48595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606580" name="AutoShape 269"/>
          <p:cNvSpPr/>
          <p:nvPr/>
        </p:nvSpPr>
        <p:spPr bwMode="auto">
          <a:xfrm>
            <a:off x="507543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222837" name="AutoShape 270"/>
          <p:cNvSpPr/>
          <p:nvPr/>
        </p:nvSpPr>
        <p:spPr bwMode="auto">
          <a:xfrm>
            <a:off x="529104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51290" name="AutoShape 271"/>
          <p:cNvSpPr/>
          <p:nvPr/>
        </p:nvSpPr>
        <p:spPr bwMode="auto">
          <a:xfrm>
            <a:off x="6102938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677349" name="AutoShape 272"/>
          <p:cNvSpPr/>
          <p:nvPr/>
        </p:nvSpPr>
        <p:spPr bwMode="auto">
          <a:xfrm>
            <a:off x="631881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928197" name="AutoShape 273"/>
          <p:cNvSpPr/>
          <p:nvPr/>
        </p:nvSpPr>
        <p:spPr bwMode="auto">
          <a:xfrm>
            <a:off x="653443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291914" name="AutoShape 274"/>
          <p:cNvSpPr/>
          <p:nvPr/>
        </p:nvSpPr>
        <p:spPr bwMode="auto">
          <a:xfrm>
            <a:off x="734704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934585" name="AutoShape 275"/>
          <p:cNvSpPr/>
          <p:nvPr/>
        </p:nvSpPr>
        <p:spPr bwMode="auto">
          <a:xfrm>
            <a:off x="756292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784509" name="AutoShape 276"/>
          <p:cNvSpPr/>
          <p:nvPr/>
        </p:nvSpPr>
        <p:spPr bwMode="auto">
          <a:xfrm>
            <a:off x="777853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404386" name="AutoShape 277"/>
          <p:cNvSpPr/>
          <p:nvPr/>
        </p:nvSpPr>
        <p:spPr bwMode="auto">
          <a:xfrm>
            <a:off x="861393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732173" name="AutoShape 278"/>
          <p:cNvSpPr/>
          <p:nvPr/>
        </p:nvSpPr>
        <p:spPr bwMode="auto">
          <a:xfrm>
            <a:off x="882981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685943" name="AutoShape 279"/>
          <p:cNvSpPr/>
          <p:nvPr/>
        </p:nvSpPr>
        <p:spPr bwMode="auto">
          <a:xfrm>
            <a:off x="904542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66645" name="AutoShape 280"/>
          <p:cNvSpPr/>
          <p:nvPr/>
        </p:nvSpPr>
        <p:spPr bwMode="auto">
          <a:xfrm>
            <a:off x="98644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019349" name="AutoShape 281"/>
          <p:cNvSpPr/>
          <p:nvPr/>
        </p:nvSpPr>
        <p:spPr bwMode="auto">
          <a:xfrm>
            <a:off x="1008034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488750" name="AutoShape 282"/>
          <p:cNvSpPr/>
          <p:nvPr/>
        </p:nvSpPr>
        <p:spPr bwMode="auto">
          <a:xfrm>
            <a:off x="10295956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00189" name="AutoShape 283"/>
          <p:cNvSpPr/>
          <p:nvPr/>
        </p:nvSpPr>
        <p:spPr bwMode="auto">
          <a:xfrm>
            <a:off x="1110156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3924" name="AutoShape 284"/>
          <p:cNvSpPr/>
          <p:nvPr/>
        </p:nvSpPr>
        <p:spPr bwMode="auto">
          <a:xfrm>
            <a:off x="1131745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478024" name="AutoShape 285"/>
          <p:cNvSpPr/>
          <p:nvPr/>
        </p:nvSpPr>
        <p:spPr bwMode="auto">
          <a:xfrm>
            <a:off x="1153306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276086" name="Freeform 287"/>
          <p:cNvSpPr/>
          <p:nvPr/>
        </p:nvSpPr>
        <p:spPr bwMode="auto">
          <a:xfrm rot="0" flipH="0" flipV="0">
            <a:off x="498330" y="5672572"/>
            <a:ext cx="11216201" cy="585144"/>
          </a:xfrm>
          <a:custGeom>
            <a:avLst/>
            <a:gdLst/>
            <a:ahLst/>
            <a:cxnLst/>
            <a:rect l="l" t="t" r="r" b="b"/>
            <a:pathLst>
              <a:path w="2263253" h="118073" fill="norm" stroke="1" extrusionOk="0">
                <a:moveTo>
                  <a:pt x="8973" y="0"/>
                </a:moveTo>
                <a:lnTo>
                  <a:pt x="2254280" y="0"/>
                </a:lnTo>
                <a:cubicBezTo>
                  <a:pt x="2256660" y="0"/>
                  <a:pt x="2258942" y="945"/>
                  <a:pt x="2260625" y="2628"/>
                </a:cubicBezTo>
                <a:cubicBezTo>
                  <a:pt x="2262308" y="4311"/>
                  <a:pt x="2263253" y="6593"/>
                  <a:pt x="2263253" y="8973"/>
                </a:cubicBezTo>
                <a:lnTo>
                  <a:pt x="2263253" y="109100"/>
                </a:lnTo>
                <a:cubicBezTo>
                  <a:pt x="2263253" y="111480"/>
                  <a:pt x="2262308" y="113762"/>
                  <a:pt x="2260625" y="115445"/>
                </a:cubicBezTo>
                <a:cubicBezTo>
                  <a:pt x="2258942" y="117127"/>
                  <a:pt x="2256660" y="118073"/>
                  <a:pt x="2254280" y="118073"/>
                </a:cubicBezTo>
                <a:lnTo>
                  <a:pt x="8973" y="118073"/>
                </a:lnTo>
                <a:cubicBezTo>
                  <a:pt x="6593" y="118073"/>
                  <a:pt x="4311" y="117127"/>
                  <a:pt x="2628" y="115445"/>
                </a:cubicBezTo>
                <a:cubicBezTo>
                  <a:pt x="945" y="113762"/>
                  <a:pt x="0" y="111480"/>
                  <a:pt x="0" y="109100"/>
                </a:cubicBezTo>
                <a:lnTo>
                  <a:pt x="0" y="8973"/>
                </a:lnTo>
                <a:cubicBezTo>
                  <a:pt x="0" y="6593"/>
                  <a:pt x="945" y="4311"/>
                  <a:pt x="2628" y="2628"/>
                </a:cubicBezTo>
                <a:cubicBezTo>
                  <a:pt x="4311" y="945"/>
                  <a:pt x="6593" y="0"/>
                  <a:pt x="89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44036406" name="TextBox 288"/>
          <p:cNvSpPr txBox="1"/>
          <p:nvPr/>
        </p:nvSpPr>
        <p:spPr bwMode="auto">
          <a:xfrm rot="0" flipH="0" flipV="0">
            <a:off x="498330" y="5483764"/>
            <a:ext cx="11216201" cy="7739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Genesi Coinjoin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4578644" name="TextBox 289"/>
          <p:cNvSpPr txBox="1"/>
          <p:nvPr/>
        </p:nvSpPr>
        <p:spPr bwMode="auto">
          <a:xfrm flipH="0" flipV="0">
            <a:off x="5048809" y="1028957"/>
            <a:ext cx="205253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Miscela #N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2754244" name="TextBox 290"/>
          <p:cNvSpPr txBox="1"/>
          <p:nvPr/>
        </p:nvSpPr>
        <p:spPr bwMode="auto">
          <a:xfrm flipH="0" flipV="0">
            <a:off x="821274" y="2729467"/>
            <a:ext cx="2994948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Miscela #N-1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50025517" name="TextBox 291"/>
          <p:cNvSpPr txBox="1"/>
          <p:nvPr/>
        </p:nvSpPr>
        <p:spPr bwMode="auto">
          <a:xfrm flipH="0" flipV="0">
            <a:off x="4567389" y="2729467"/>
            <a:ext cx="2998247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Miscela #N-1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59778894" name="TextBox 292"/>
          <p:cNvSpPr txBox="1"/>
          <p:nvPr/>
        </p:nvSpPr>
        <p:spPr bwMode="auto">
          <a:xfrm flipH="0" flipV="0">
            <a:off x="8321763" y="2729467"/>
            <a:ext cx="3071059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Miscela #N-1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247181" name="Freeform 27"/>
          <p:cNvSpPr/>
          <p:nvPr/>
        </p:nvSpPr>
        <p:spPr bwMode="auto">
          <a:xfrm rot="0" flipH="0" flipV="0">
            <a:off x="1812933" y="28008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32394529" name="TextBox 28"/>
          <p:cNvSpPr txBox="1"/>
          <p:nvPr/>
        </p:nvSpPr>
        <p:spPr bwMode="auto">
          <a:xfrm rot="0" flipH="0" flipV="0">
            <a:off x="1812933" y="263203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Fonte probabile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23873514" name="Freeform 30"/>
          <p:cNvSpPr/>
          <p:nvPr/>
        </p:nvSpPr>
        <p:spPr bwMode="auto">
          <a:xfrm rot="0" flipH="0" flipV="0">
            <a:off x="1812933" y="193700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12344120" name="TextBox 31"/>
          <p:cNvSpPr txBox="1"/>
          <p:nvPr/>
        </p:nvSpPr>
        <p:spPr bwMode="auto">
          <a:xfrm rot="0" flipH="0" flipV="0">
            <a:off x="1812933" y="176824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Fonte probabile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80321923" name="Freeform 33"/>
          <p:cNvSpPr/>
          <p:nvPr/>
        </p:nvSpPr>
        <p:spPr bwMode="auto">
          <a:xfrm rot="0" flipH="0" flipV="0">
            <a:off x="1812933" y="107468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1437972" name="TextBox 34"/>
          <p:cNvSpPr txBox="1"/>
          <p:nvPr/>
        </p:nvSpPr>
        <p:spPr bwMode="auto">
          <a:xfrm rot="0" flipH="0" flipV="0">
            <a:off x="1812933" y="90591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Fonte probabile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91781467" name="Freeform 36"/>
          <p:cNvSpPr/>
          <p:nvPr/>
        </p:nvSpPr>
        <p:spPr bwMode="auto">
          <a:xfrm rot="0" flipH="0" flipV="0">
            <a:off x="1812933" y="452544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65222183" name="TextBox 37"/>
          <p:cNvSpPr txBox="1"/>
          <p:nvPr/>
        </p:nvSpPr>
        <p:spPr bwMode="auto">
          <a:xfrm rot="0" flipH="0" flipV="0">
            <a:off x="1812933" y="435667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Fonte probabile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67206956" name="Freeform 39"/>
          <p:cNvSpPr/>
          <p:nvPr/>
        </p:nvSpPr>
        <p:spPr bwMode="auto">
          <a:xfrm rot="0" flipH="0" flipV="0">
            <a:off x="1812933" y="366312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8979960" name="TextBox 40"/>
          <p:cNvSpPr txBox="1"/>
          <p:nvPr/>
        </p:nvSpPr>
        <p:spPr bwMode="auto">
          <a:xfrm rot="0" flipH="0" flipV="0">
            <a:off x="1812933" y="349436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Fonte probabile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35522155" name="AutoShape 41"/>
          <p:cNvSpPr/>
          <p:nvPr/>
        </p:nvSpPr>
        <p:spPr bwMode="auto">
          <a:xfrm>
            <a:off x="4170267" y="227291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8891104" name="Freeform 42"/>
          <p:cNvSpPr/>
          <p:nvPr/>
        </p:nvSpPr>
        <p:spPr bwMode="auto">
          <a:xfrm>
            <a:off x="526591" y="3090834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727576" name="Freeform 44"/>
          <p:cNvSpPr/>
          <p:nvPr/>
        </p:nvSpPr>
        <p:spPr bwMode="auto">
          <a:xfrm rot="0" flipH="0" flipV="0">
            <a:off x="9328938" y="2987184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3928638" name="TextBox 45"/>
          <p:cNvSpPr txBox="1"/>
          <p:nvPr/>
        </p:nvSpPr>
        <p:spPr bwMode="auto">
          <a:xfrm rot="0" flipH="0" flipV="0">
            <a:off x="9328938" y="2818418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1800" b="1" u="none" lang="en-US">
                <a:solidFill>
                  <a:srgbClr val="FFFFFF"/>
                </a:solidFill>
                <a:latin typeface="IBM Plex Sans"/>
              </a:rPr>
              <a:t>UTXO dopo coinjoin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6637627" name="Freeform 47"/>
          <p:cNvSpPr/>
          <p:nvPr/>
        </p:nvSpPr>
        <p:spPr bwMode="auto">
          <a:xfrm rot="0" flipH="0" flipV="0">
            <a:off x="6190638" y="2636860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7205558" name="TextBox 48"/>
          <p:cNvSpPr txBox="1"/>
          <p:nvPr/>
        </p:nvSpPr>
        <p:spPr bwMode="auto">
          <a:xfrm rot="0" flipH="0" flipV="0">
            <a:off x="6190638" y="246809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Congiunzione</a:t>
            </a:r>
            <a:endParaRPr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Cicli</a:t>
            </a:r>
          </a:p>
        </p:txBody>
      </p:sp>
      <p:sp>
        <p:nvSpPr>
          <p:cNvPr id="1893325482" name="AutoShape 49"/>
          <p:cNvSpPr/>
          <p:nvPr/>
        </p:nvSpPr>
        <p:spPr bwMode="auto">
          <a:xfrm flipH="1">
            <a:off x="8547970" y="356125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09278635" name="AutoShape 50"/>
          <p:cNvSpPr/>
          <p:nvPr/>
        </p:nvSpPr>
        <p:spPr bwMode="auto">
          <a:xfrm>
            <a:off x="4170267" y="1410594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18991288" name="AutoShape 51"/>
          <p:cNvSpPr/>
          <p:nvPr/>
        </p:nvSpPr>
        <p:spPr bwMode="auto">
          <a:xfrm>
            <a:off x="4170267" y="3136716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27395202" name="AutoShape 52"/>
          <p:cNvSpPr/>
          <p:nvPr/>
        </p:nvSpPr>
        <p:spPr bwMode="auto">
          <a:xfrm flipV="1">
            <a:off x="4170267" y="3567135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78369186" name="AutoShape 53"/>
          <p:cNvSpPr/>
          <p:nvPr/>
        </p:nvSpPr>
        <p:spPr bwMode="auto">
          <a:xfrm flipV="1">
            <a:off x="4170267" y="356713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00067082" name="Freeform 55"/>
          <p:cNvSpPr/>
          <p:nvPr/>
        </p:nvSpPr>
        <p:spPr bwMode="auto">
          <a:xfrm rot="0" flipH="0" flipV="0">
            <a:off x="1812933" y="538776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49874611" name="TextBox 56"/>
          <p:cNvSpPr txBox="1"/>
          <p:nvPr/>
        </p:nvSpPr>
        <p:spPr bwMode="auto">
          <a:xfrm rot="0" flipH="0" flipV="0">
            <a:off x="1812933" y="521899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fonti...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817669" name="AutoShape 57"/>
          <p:cNvSpPr/>
          <p:nvPr/>
        </p:nvSpPr>
        <p:spPr bwMode="auto">
          <a:xfrm flipV="1">
            <a:off x="4170267" y="3567135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pic>
        <p:nvPicPr>
          <p:cNvPr id="9864425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16134" y="4595298"/>
            <a:ext cx="732600" cy="732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6119597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597617" name="TextBox 32"/>
          <p:cNvSpPr txBox="1"/>
          <p:nvPr/>
        </p:nvSpPr>
        <p:spPr bwMode="auto">
          <a:xfrm>
            <a:off x="2024741" y="144549"/>
            <a:ext cx="5366638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Rubik Bold"/>
              </a:rPr>
              <a:t>TX</a:t>
            </a:r>
            <a:endParaRPr/>
          </a:p>
        </p:txBody>
      </p:sp>
      <p:sp>
        <p:nvSpPr>
          <p:cNvPr id="1420559469" name="TextBox 33"/>
          <p:cNvSpPr txBox="1"/>
          <p:nvPr/>
        </p:nvSpPr>
        <p:spPr bwMode="auto">
          <a:xfrm>
            <a:off x="343642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63600050" name="AutoShape 34"/>
          <p:cNvSpPr/>
          <p:nvPr/>
        </p:nvSpPr>
        <p:spPr bwMode="auto">
          <a:xfrm>
            <a:off x="2305833" y="1744633"/>
            <a:ext cx="480284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25077591" name="TextBox 35"/>
          <p:cNvSpPr txBox="1"/>
          <p:nvPr/>
        </p:nvSpPr>
        <p:spPr bwMode="auto">
          <a:xfrm>
            <a:off x="7144471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uscite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5204696" name="AutoShape 42"/>
          <p:cNvSpPr/>
          <p:nvPr/>
        </p:nvSpPr>
        <p:spPr bwMode="auto">
          <a:xfrm>
            <a:off x="2305833" y="1744633"/>
            <a:ext cx="4802845" cy="83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45389599" name=""/>
          <p:cNvGrpSpPr/>
          <p:nvPr/>
        </p:nvGrpSpPr>
        <p:grpSpPr bwMode="auto">
          <a:xfrm>
            <a:off x="7108679" y="1287355"/>
            <a:ext cx="1997982" cy="1605061"/>
            <a:chOff x="0" y="0"/>
            <a:chExt cx="1997982" cy="1605061"/>
          </a:xfrm>
        </p:grpSpPr>
        <p:sp>
          <p:nvSpPr>
            <p:cNvPr id="805084084" name="Freeform 37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5932817" name="TextBox 38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70 000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7949" name="Freeform 40"/>
            <p:cNvSpPr/>
            <p:nvPr/>
          </p:nvSpPr>
          <p:spPr bwMode="auto">
            <a:xfrm rot="0" flipH="0" flipV="0">
              <a:off x="0" y="982883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2264890" name="TextBox 41"/>
            <p:cNvSpPr txBox="1"/>
            <p:nvPr/>
          </p:nvSpPr>
          <p:spPr bwMode="auto">
            <a:xfrm rot="0" flipH="0" flipV="0">
              <a:off x="0" y="836694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601582587" name=""/>
          <p:cNvGrpSpPr/>
          <p:nvPr/>
        </p:nvGrpSpPr>
        <p:grpSpPr bwMode="auto">
          <a:xfrm>
            <a:off x="307851" y="1287355"/>
            <a:ext cx="1997982" cy="768366"/>
            <a:chOff x="0" y="0"/>
            <a:chExt cx="1997982" cy="768366"/>
          </a:xfrm>
        </p:grpSpPr>
        <p:sp>
          <p:nvSpPr>
            <p:cNvPr id="2113259464" name="Freeform 30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27805248" name="TextBox 31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133772" name="TextBox 32"/>
          <p:cNvSpPr txBox="1"/>
          <p:nvPr/>
        </p:nvSpPr>
        <p:spPr bwMode="auto">
          <a:xfrm>
            <a:off x="2040595" y="124147"/>
            <a:ext cx="5674619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2553718" name="TextBox 33"/>
          <p:cNvSpPr txBox="1"/>
          <p:nvPr/>
        </p:nvSpPr>
        <p:spPr bwMode="auto">
          <a:xfrm>
            <a:off x="263120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5243658" name="AutoShape 34"/>
          <p:cNvSpPr/>
          <p:nvPr/>
        </p:nvSpPr>
        <p:spPr bwMode="auto">
          <a:xfrm>
            <a:off x="2337802" y="1711126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47797565" name="TextBox 38"/>
          <p:cNvSpPr txBox="1"/>
          <p:nvPr/>
        </p:nvSpPr>
        <p:spPr bwMode="auto">
          <a:xfrm>
            <a:off x="7453833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5621147" name="AutoShape 63"/>
          <p:cNvSpPr/>
          <p:nvPr/>
        </p:nvSpPr>
        <p:spPr bwMode="auto">
          <a:xfrm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27879009" name="AutoShape 64"/>
          <p:cNvSpPr/>
          <p:nvPr/>
        </p:nvSpPr>
        <p:spPr bwMode="auto">
          <a:xfrm>
            <a:off x="2337802" y="1711126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409155" name="AutoShape 65"/>
          <p:cNvSpPr/>
          <p:nvPr/>
        </p:nvSpPr>
        <p:spPr bwMode="auto">
          <a:xfrm>
            <a:off x="2337802" y="1711126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74412386" name="AutoShape 66"/>
          <p:cNvSpPr/>
          <p:nvPr/>
        </p:nvSpPr>
        <p:spPr bwMode="auto">
          <a:xfrm>
            <a:off x="2337802" y="1711126"/>
            <a:ext cx="507835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10531064" name="AutoShape 67"/>
          <p:cNvSpPr/>
          <p:nvPr/>
        </p:nvSpPr>
        <p:spPr bwMode="auto">
          <a:xfrm flipV="1"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976037" name="AutoShape 68"/>
          <p:cNvSpPr/>
          <p:nvPr/>
        </p:nvSpPr>
        <p:spPr bwMode="auto">
          <a:xfrm>
            <a:off x="2337802" y="2595789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07824058" name="AutoShape 69"/>
          <p:cNvSpPr/>
          <p:nvPr/>
        </p:nvSpPr>
        <p:spPr bwMode="auto">
          <a:xfrm>
            <a:off x="2337802" y="2595789"/>
            <a:ext cx="507835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64020974" name="AutoShape 70"/>
          <p:cNvSpPr/>
          <p:nvPr/>
        </p:nvSpPr>
        <p:spPr bwMode="auto">
          <a:xfrm>
            <a:off x="2337802" y="2595789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27559130" name="AutoShape 71"/>
          <p:cNvSpPr/>
          <p:nvPr/>
        </p:nvSpPr>
        <p:spPr bwMode="auto">
          <a:xfrm>
            <a:off x="2337802" y="2595789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5629983" name="AutoShape 72"/>
          <p:cNvSpPr/>
          <p:nvPr/>
        </p:nvSpPr>
        <p:spPr bwMode="auto">
          <a:xfrm flipV="1">
            <a:off x="2337972" y="1711126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2845663" name="AutoShape 73"/>
          <p:cNvSpPr/>
          <p:nvPr/>
        </p:nvSpPr>
        <p:spPr bwMode="auto">
          <a:xfrm flipV="1">
            <a:off x="2337972" y="2595789"/>
            <a:ext cx="507801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96540928" name="AutoShape 74"/>
          <p:cNvSpPr/>
          <p:nvPr/>
        </p:nvSpPr>
        <p:spPr bwMode="auto">
          <a:xfrm>
            <a:off x="2337972" y="3480452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75868902" name="AutoShape 75"/>
          <p:cNvSpPr/>
          <p:nvPr/>
        </p:nvSpPr>
        <p:spPr bwMode="auto">
          <a:xfrm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9313559" name="AutoShape 76"/>
          <p:cNvSpPr/>
          <p:nvPr/>
        </p:nvSpPr>
        <p:spPr bwMode="auto">
          <a:xfrm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02098563" name="AutoShape 77"/>
          <p:cNvSpPr/>
          <p:nvPr/>
        </p:nvSpPr>
        <p:spPr bwMode="auto">
          <a:xfrm flipV="1">
            <a:off x="2337972" y="1711126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93342666" name="AutoShape 78"/>
          <p:cNvSpPr/>
          <p:nvPr/>
        </p:nvSpPr>
        <p:spPr bwMode="auto">
          <a:xfrm flipV="1">
            <a:off x="2337972" y="2595789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139399775" name="AutoShape 79"/>
          <p:cNvSpPr/>
          <p:nvPr/>
        </p:nvSpPr>
        <p:spPr bwMode="auto">
          <a:xfrm flipV="1"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6140129" name="AutoShape 80"/>
          <p:cNvSpPr/>
          <p:nvPr/>
        </p:nvSpPr>
        <p:spPr bwMode="auto">
          <a:xfrm>
            <a:off x="2337972" y="4365115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5220299" name="AutoShape 81"/>
          <p:cNvSpPr/>
          <p:nvPr/>
        </p:nvSpPr>
        <p:spPr bwMode="auto">
          <a:xfrm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0716282" name="AutoShape 82"/>
          <p:cNvSpPr/>
          <p:nvPr/>
        </p:nvSpPr>
        <p:spPr bwMode="auto">
          <a:xfrm flipV="1">
            <a:off x="2337972" y="1711126"/>
            <a:ext cx="507801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70358646" name="AutoShape 83"/>
          <p:cNvSpPr/>
          <p:nvPr/>
        </p:nvSpPr>
        <p:spPr bwMode="auto">
          <a:xfrm flipV="1">
            <a:off x="2337972" y="2595789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38839816" name="AutoShape 84"/>
          <p:cNvSpPr/>
          <p:nvPr/>
        </p:nvSpPr>
        <p:spPr bwMode="auto">
          <a:xfrm flipV="1"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18005774" name="AutoShape 85"/>
          <p:cNvSpPr/>
          <p:nvPr/>
        </p:nvSpPr>
        <p:spPr bwMode="auto">
          <a:xfrm flipV="1"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84384766" name="AutoShape 86"/>
          <p:cNvSpPr/>
          <p:nvPr/>
        </p:nvSpPr>
        <p:spPr bwMode="auto">
          <a:xfrm>
            <a:off x="2337972" y="5249778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37721265" name=""/>
          <p:cNvGrpSpPr/>
          <p:nvPr/>
        </p:nvGrpSpPr>
        <p:grpSpPr bwMode="auto">
          <a:xfrm>
            <a:off x="7415988" y="1227632"/>
            <a:ext cx="2112696" cy="4351068"/>
            <a:chOff x="0" y="0"/>
            <a:chExt cx="2112696" cy="4351068"/>
          </a:xfrm>
        </p:grpSpPr>
        <p:sp>
          <p:nvSpPr>
            <p:cNvPr id="2117165475" name="Freeform 49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4777902" name="TextBox 50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7980605" name="Freeform 52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7142270" name="TextBox 53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5365219" name="Freeform 55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2942208" name="TextBox 56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8718411" name="Freeform 58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619325" name="TextBox 59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2957122" name="Freeform 61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591836" name="TextBox 62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715364488" name=""/>
          <p:cNvGrpSpPr/>
          <p:nvPr/>
        </p:nvGrpSpPr>
        <p:grpSpPr bwMode="auto">
          <a:xfrm>
            <a:off x="225274" y="1227632"/>
            <a:ext cx="2112696" cy="4351068"/>
            <a:chOff x="0" y="0"/>
            <a:chExt cx="2112696" cy="4351068"/>
          </a:xfrm>
        </p:grpSpPr>
        <p:sp>
          <p:nvSpPr>
            <p:cNvPr id="1643537023" name="Freeform 30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22247" name="TextBox 31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2674819" name="Freeform 36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2312189" name="TextBox 37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95926420" name="Freeform 40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05976" name="TextBox 41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9558680" name="Freeform 43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598817" name="TextBox 44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7287999" name="Freeform 46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9209316" name="TextBox 47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7767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700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72349" y="0"/>
            <a:ext cx="116473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08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33748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510542" name="TextBox 32"/>
          <p:cNvSpPr txBox="1"/>
          <p:nvPr/>
        </p:nvSpPr>
        <p:spPr bwMode="auto">
          <a:xfrm>
            <a:off x="2737183" y="368167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Pagamenti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20554611" name="TextBox 33"/>
          <p:cNvSpPr txBox="1"/>
          <p:nvPr/>
        </p:nvSpPr>
        <p:spPr bwMode="auto">
          <a:xfrm>
            <a:off x="2911853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02134056" name="AutoShape 34"/>
          <p:cNvSpPr/>
          <p:nvPr/>
        </p:nvSpPr>
        <p:spPr bwMode="auto">
          <a:xfrm flipH="1">
            <a:off x="5845574" y="125675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62602" name="TextBox 41"/>
          <p:cNvSpPr txBox="1"/>
          <p:nvPr/>
        </p:nvSpPr>
        <p:spPr bwMode="auto">
          <a:xfrm>
            <a:off x="6544117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482268" name="TextBox 45"/>
          <p:cNvSpPr txBox="1"/>
          <p:nvPr/>
        </p:nvSpPr>
        <p:spPr bwMode="auto">
          <a:xfrm>
            <a:off x="364871" y="995773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61287281" name="Freeform 46"/>
          <p:cNvSpPr/>
          <p:nvPr/>
        </p:nvSpPr>
        <p:spPr bwMode="auto">
          <a:xfrm rot="1981001">
            <a:off x="931244" y="1820821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290490" name="TextBox 47"/>
          <p:cNvSpPr txBox="1"/>
          <p:nvPr/>
        </p:nvSpPr>
        <p:spPr bwMode="auto">
          <a:xfrm>
            <a:off x="417789" y="3978372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877969608" name="Freeform 48"/>
          <p:cNvSpPr/>
          <p:nvPr/>
        </p:nvSpPr>
        <p:spPr bwMode="auto">
          <a:xfrm rot="9541431" flipH="1">
            <a:off x="1053396" y="326133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687689" name="TextBox 49"/>
          <p:cNvSpPr txBox="1"/>
          <p:nvPr/>
        </p:nvSpPr>
        <p:spPr bwMode="auto">
          <a:xfrm>
            <a:off x="9601659" y="863005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74839868" name="Freeform 50"/>
          <p:cNvSpPr/>
          <p:nvPr/>
        </p:nvSpPr>
        <p:spPr bwMode="auto">
          <a:xfrm rot="-9435686">
            <a:off x="9686104" y="3338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84751" name="TextBox 51"/>
          <p:cNvSpPr txBox="1"/>
          <p:nvPr/>
        </p:nvSpPr>
        <p:spPr bwMode="auto">
          <a:xfrm>
            <a:off x="9821686" y="3940734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59421474" name="Freeform 52"/>
          <p:cNvSpPr/>
          <p:nvPr/>
        </p:nvSpPr>
        <p:spPr bwMode="auto">
          <a:xfrm rot="-2557580" flipH="1">
            <a:off x="9630325" y="1703169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37615" name="Rectangle: Rounded Corners 12"/>
          <p:cNvSpPr/>
          <p:nvPr/>
        </p:nvSpPr>
        <p:spPr bwMode="auto">
          <a:xfrm>
            <a:off x="2533568" y="86910"/>
            <a:ext cx="672907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8377506" name=""/>
          <p:cNvGrpSpPr/>
          <p:nvPr/>
        </p:nvGrpSpPr>
        <p:grpSpPr bwMode="auto">
          <a:xfrm>
            <a:off x="2881619" y="1827118"/>
            <a:ext cx="5927716" cy="1828831"/>
            <a:chOff x="0" y="0"/>
            <a:chExt cx="5927716" cy="1828831"/>
          </a:xfrm>
        </p:grpSpPr>
        <p:sp>
          <p:nvSpPr>
            <p:cNvPr id="167920795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534551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3098443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776325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0455266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6922538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3631210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0554687" name="TextBox 44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89051" name="TextBox 32"/>
          <p:cNvSpPr txBox="1"/>
          <p:nvPr/>
        </p:nvSpPr>
        <p:spPr bwMode="auto">
          <a:xfrm>
            <a:off x="510061" y="507215"/>
            <a:ext cx="619604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Rubik Bold"/>
              </a:rPr>
              <a:t>Pagamenti</a:t>
            </a:r>
            <a:endParaRPr/>
          </a:p>
        </p:txBody>
      </p:sp>
      <p:sp>
        <p:nvSpPr>
          <p:cNvPr id="1047304991" name="TextBox 33"/>
          <p:cNvSpPr txBox="1"/>
          <p:nvPr/>
        </p:nvSpPr>
        <p:spPr bwMode="auto">
          <a:xfrm>
            <a:off x="684732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ingressi</a:t>
            </a:r>
            <a:endParaRPr/>
          </a:p>
        </p:txBody>
      </p:sp>
      <p:sp>
        <p:nvSpPr>
          <p:cNvPr id="1967068757" name="AutoShape 34"/>
          <p:cNvSpPr/>
          <p:nvPr/>
        </p:nvSpPr>
        <p:spPr bwMode="auto">
          <a:xfrm flipH="1">
            <a:off x="3607365" y="133296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659107" name="TextBox 41"/>
          <p:cNvSpPr txBox="1"/>
          <p:nvPr/>
        </p:nvSpPr>
        <p:spPr bwMode="auto">
          <a:xfrm>
            <a:off x="4305908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uscite</a:t>
            </a:r>
            <a:endParaRPr/>
          </a:p>
        </p:txBody>
      </p:sp>
      <p:sp>
        <p:nvSpPr>
          <p:cNvPr id="968372381" name="Rectangle: Rounded Corners 12"/>
          <p:cNvSpPr/>
          <p:nvPr/>
        </p:nvSpPr>
        <p:spPr bwMode="auto">
          <a:xfrm>
            <a:off x="335224" y="100024"/>
            <a:ext cx="6556743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19190461" name=""/>
          <p:cNvGrpSpPr/>
          <p:nvPr/>
        </p:nvGrpSpPr>
        <p:grpSpPr bwMode="auto">
          <a:xfrm>
            <a:off x="643411" y="1903329"/>
            <a:ext cx="5927716" cy="1828830"/>
            <a:chOff x="0" y="0"/>
            <a:chExt cx="5927716" cy="1828830"/>
          </a:xfrm>
        </p:grpSpPr>
        <p:sp>
          <p:nvSpPr>
            <p:cNvPr id="1295512849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594554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3203867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9623749" name="TextBox 37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583315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927351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467503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2426701" name="TextBox 44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397939" name="AutoShape 32"/>
          <p:cNvSpPr/>
          <p:nvPr/>
        </p:nvSpPr>
        <p:spPr bwMode="auto">
          <a:xfrm flipH="1">
            <a:off x="6144769" y="113243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166460" name="Freeform 42"/>
          <p:cNvSpPr/>
          <p:nvPr/>
        </p:nvSpPr>
        <p:spPr bwMode="auto">
          <a:xfrm rot="1981001">
            <a:off x="1230437" y="169649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711194" name="Freeform 43"/>
          <p:cNvSpPr/>
          <p:nvPr/>
        </p:nvSpPr>
        <p:spPr bwMode="auto">
          <a:xfrm rot="9541431" flipH="1">
            <a:off x="1352589" y="313700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03230" name="Freeform 44"/>
          <p:cNvSpPr/>
          <p:nvPr/>
        </p:nvSpPr>
        <p:spPr bwMode="auto">
          <a:xfrm rot="-9435686">
            <a:off x="9985298" y="321444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975185" name="Freeform 45"/>
          <p:cNvSpPr/>
          <p:nvPr/>
        </p:nvSpPr>
        <p:spPr bwMode="auto">
          <a:xfrm rot="-2557580" flipH="1">
            <a:off x="9929519" y="157884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254862" name="Freeform 46"/>
          <p:cNvSpPr/>
          <p:nvPr/>
        </p:nvSpPr>
        <p:spPr bwMode="auto">
          <a:xfrm>
            <a:off x="5020174" y="4379827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9" y="0"/>
                </a:lnTo>
                <a:lnTo>
                  <a:pt x="642339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035542" name="TextBox 47"/>
          <p:cNvSpPr txBox="1"/>
          <p:nvPr/>
        </p:nvSpPr>
        <p:spPr bwMode="auto">
          <a:xfrm>
            <a:off x="3047463" y="38109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Pagamenti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73388" name="TextBox 48"/>
          <p:cNvSpPr txBox="1"/>
          <p:nvPr/>
        </p:nvSpPr>
        <p:spPr bwMode="auto">
          <a:xfrm>
            <a:off x="3222136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2809441" name="TextBox 49"/>
          <p:cNvSpPr txBox="1"/>
          <p:nvPr/>
        </p:nvSpPr>
        <p:spPr bwMode="auto">
          <a:xfrm>
            <a:off x="6843313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495374" name="TextBox 50"/>
          <p:cNvSpPr txBox="1"/>
          <p:nvPr/>
        </p:nvSpPr>
        <p:spPr bwMode="auto">
          <a:xfrm>
            <a:off x="473565" y="87144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5933611" name="TextBox 51"/>
          <p:cNvSpPr txBox="1"/>
          <p:nvPr/>
        </p:nvSpPr>
        <p:spPr bwMode="auto">
          <a:xfrm>
            <a:off x="526483" y="3663546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1964521" name="TextBox 52"/>
          <p:cNvSpPr txBox="1"/>
          <p:nvPr/>
        </p:nvSpPr>
        <p:spPr bwMode="auto">
          <a:xfrm>
            <a:off x="9900852" y="7386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4723151" name="TextBox 53"/>
          <p:cNvSpPr txBox="1"/>
          <p:nvPr/>
        </p:nvSpPr>
        <p:spPr bwMode="auto">
          <a:xfrm>
            <a:off x="10120879" y="381640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330529" name="TextBox 54"/>
          <p:cNvSpPr txBox="1"/>
          <p:nvPr/>
        </p:nvSpPr>
        <p:spPr bwMode="auto">
          <a:xfrm>
            <a:off x="5961007" y="4448265"/>
            <a:ext cx="298486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>Sbagliato!</a:t>
            </a:r>
            <a:endParaRPr/>
          </a:p>
        </p:txBody>
      </p:sp>
      <p:sp>
        <p:nvSpPr>
          <p:cNvPr id="1931291648" name="Rectangle: Rounded Corners 12"/>
          <p:cNvSpPr/>
          <p:nvPr/>
        </p:nvSpPr>
        <p:spPr bwMode="auto">
          <a:xfrm>
            <a:off x="2894338" y="96831"/>
            <a:ext cx="6534590" cy="405120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57240520" name=""/>
          <p:cNvGrpSpPr/>
          <p:nvPr/>
        </p:nvGrpSpPr>
        <p:grpSpPr bwMode="auto">
          <a:xfrm>
            <a:off x="3180815" y="1702793"/>
            <a:ext cx="5927715" cy="1828831"/>
            <a:chOff x="0" y="0"/>
            <a:chExt cx="5927715" cy="1828831"/>
          </a:xfrm>
        </p:grpSpPr>
        <p:sp>
          <p:nvSpPr>
            <p:cNvPr id="1896338735" name="Freeform 30"/>
            <p:cNvSpPr/>
            <p:nvPr/>
          </p:nvSpPr>
          <p:spPr bwMode="auto">
            <a:xfrm rot="0" flipH="0" flipV="0">
              <a:off x="0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294176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886751" name="Freeform 34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6611839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0244162" name="Freeform 37"/>
            <p:cNvSpPr/>
            <p:nvPr/>
          </p:nvSpPr>
          <p:spPr bwMode="auto">
            <a:xfrm rot="0" flipH="0" flipV="0">
              <a:off x="3621177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854216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7193962" name="Freeform 40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96078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442991" name="TextBox 32"/>
          <p:cNvSpPr txBox="1"/>
          <p:nvPr/>
        </p:nvSpPr>
        <p:spPr bwMode="auto">
          <a:xfrm>
            <a:off x="3046806" y="562266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Pagamenti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93885187" name="TextBox 33"/>
          <p:cNvSpPr txBox="1"/>
          <p:nvPr/>
        </p:nvSpPr>
        <p:spPr bwMode="auto">
          <a:xfrm>
            <a:off x="3221476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959131" name="AutoShape 34"/>
          <p:cNvSpPr/>
          <p:nvPr/>
        </p:nvSpPr>
        <p:spPr bwMode="auto">
          <a:xfrm flipH="1">
            <a:off x="6144111" y="1313605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812125" name="TextBox 41"/>
          <p:cNvSpPr txBox="1"/>
          <p:nvPr/>
        </p:nvSpPr>
        <p:spPr bwMode="auto">
          <a:xfrm>
            <a:off x="6842655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8453091" name="TextBox 45"/>
          <p:cNvSpPr txBox="1"/>
          <p:nvPr/>
        </p:nvSpPr>
        <p:spPr bwMode="auto">
          <a:xfrm>
            <a:off x="472907" y="105262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03293" name="Freeform 46"/>
          <p:cNvSpPr/>
          <p:nvPr/>
        </p:nvSpPr>
        <p:spPr bwMode="auto">
          <a:xfrm rot="1981001">
            <a:off x="1229780" y="187766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843061" name="TextBox 47"/>
          <p:cNvSpPr txBox="1"/>
          <p:nvPr/>
        </p:nvSpPr>
        <p:spPr bwMode="auto">
          <a:xfrm>
            <a:off x="525825" y="384471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211460" name="Freeform 48"/>
          <p:cNvSpPr/>
          <p:nvPr/>
        </p:nvSpPr>
        <p:spPr bwMode="auto">
          <a:xfrm rot="9541431" flipH="1">
            <a:off x="1351932" y="331818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120392" name="TextBox 49"/>
          <p:cNvSpPr txBox="1"/>
          <p:nvPr/>
        </p:nvSpPr>
        <p:spPr bwMode="auto">
          <a:xfrm>
            <a:off x="9900194" y="919853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14517561" name="Freeform 50"/>
          <p:cNvSpPr/>
          <p:nvPr/>
        </p:nvSpPr>
        <p:spPr bwMode="auto">
          <a:xfrm rot="-9435686">
            <a:off x="9984640" y="339561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501995" name="TextBox 51"/>
          <p:cNvSpPr txBox="1"/>
          <p:nvPr/>
        </p:nvSpPr>
        <p:spPr bwMode="auto">
          <a:xfrm>
            <a:off x="10120221" y="39975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938808" name="Freeform 52"/>
          <p:cNvSpPr/>
          <p:nvPr/>
        </p:nvSpPr>
        <p:spPr bwMode="auto">
          <a:xfrm rot="-2557580" flipH="1">
            <a:off x="9928861" y="1760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638071" name="Rectangle: Rounded Corners 12"/>
          <p:cNvSpPr/>
          <p:nvPr/>
        </p:nvSpPr>
        <p:spPr bwMode="auto">
          <a:xfrm>
            <a:off x="2854260" y="239007"/>
            <a:ext cx="657401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30770724" name=""/>
          <p:cNvGrpSpPr/>
          <p:nvPr/>
        </p:nvGrpSpPr>
        <p:grpSpPr bwMode="auto">
          <a:xfrm>
            <a:off x="3180154" y="1883965"/>
            <a:ext cx="5927717" cy="1828831"/>
            <a:chOff x="0" y="0"/>
            <a:chExt cx="5927717" cy="1828831"/>
          </a:xfrm>
        </p:grpSpPr>
        <p:sp>
          <p:nvSpPr>
            <p:cNvPr id="531175094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866692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9927891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440462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5158763" name="Freeform 39"/>
            <p:cNvSpPr/>
            <p:nvPr/>
          </p:nvSpPr>
          <p:spPr bwMode="auto">
            <a:xfrm rot="0" flipH="0" flipV="0">
              <a:off x="3621179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7242693" name="TextBox 4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565731" name="Freeform 43"/>
            <p:cNvSpPr/>
            <p:nvPr/>
          </p:nvSpPr>
          <p:spPr bwMode="auto">
            <a:xfrm rot="0" flipH="0" flipV="0">
              <a:off x="3621179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6368799" name="TextBox 44"/>
            <p:cNvSpPr txBox="1"/>
            <p:nvPr/>
          </p:nvSpPr>
          <p:spPr bwMode="auto">
            <a:xfrm rot="0" flipH="0" flipV="0">
              <a:off x="3621179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46709" name="AutoShape 32"/>
          <p:cNvSpPr/>
          <p:nvPr/>
        </p:nvSpPr>
        <p:spPr bwMode="auto">
          <a:xfrm flipH="1">
            <a:off x="5071397" y="122955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618198" name="Freeform 42"/>
          <p:cNvSpPr/>
          <p:nvPr/>
        </p:nvSpPr>
        <p:spPr bwMode="auto">
          <a:xfrm rot="-9435686">
            <a:off x="8911927" y="3311563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0232276" name="Freeform 43"/>
          <p:cNvSpPr/>
          <p:nvPr/>
        </p:nvSpPr>
        <p:spPr bwMode="auto">
          <a:xfrm>
            <a:off x="4042054" y="4476946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8" y="0"/>
                </a:lnTo>
                <a:lnTo>
                  <a:pt x="642338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256825" name="TextBox 44"/>
          <p:cNvSpPr txBox="1"/>
          <p:nvPr/>
        </p:nvSpPr>
        <p:spPr bwMode="auto">
          <a:xfrm>
            <a:off x="1974093" y="478213"/>
            <a:ext cx="619676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Pagamenti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3081179" name="TextBox 45"/>
          <p:cNvSpPr txBox="1"/>
          <p:nvPr/>
        </p:nvSpPr>
        <p:spPr bwMode="auto">
          <a:xfrm>
            <a:off x="2148763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473783" name="TextBox 46"/>
          <p:cNvSpPr txBox="1"/>
          <p:nvPr/>
        </p:nvSpPr>
        <p:spPr bwMode="auto">
          <a:xfrm>
            <a:off x="5769940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2502676" name="TextBox 47"/>
          <p:cNvSpPr txBox="1"/>
          <p:nvPr/>
        </p:nvSpPr>
        <p:spPr bwMode="auto">
          <a:xfrm>
            <a:off x="8768358" y="4008776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Importo del pagamento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373856" name="TextBox 48"/>
          <p:cNvSpPr txBox="1"/>
          <p:nvPr/>
        </p:nvSpPr>
        <p:spPr bwMode="auto">
          <a:xfrm>
            <a:off x="4982883" y="4545384"/>
            <a:ext cx="298522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Sbagliato! </a:t>
            </a: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831837014" name="Rectangle: Rounded Corners 12"/>
          <p:cNvSpPr/>
          <p:nvPr/>
        </p:nvSpPr>
        <p:spPr bwMode="auto">
          <a:xfrm>
            <a:off x="1779583" y="162940"/>
            <a:ext cx="6596167" cy="40327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79843045" name=""/>
          <p:cNvGrpSpPr/>
          <p:nvPr/>
        </p:nvGrpSpPr>
        <p:grpSpPr bwMode="auto">
          <a:xfrm>
            <a:off x="2107443" y="1799912"/>
            <a:ext cx="5927716" cy="1828830"/>
            <a:chOff x="0" y="0"/>
            <a:chExt cx="5927716" cy="1828830"/>
          </a:xfrm>
        </p:grpSpPr>
        <p:sp>
          <p:nvSpPr>
            <p:cNvPr id="1502303517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822419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10 000 sats</a:t>
              </a:r>
              <a:endParaRPr sz="1600"/>
            </a:p>
          </p:txBody>
        </p:sp>
        <p:sp>
          <p:nvSpPr>
            <p:cNvPr id="244914682" name="Freeform 34"/>
            <p:cNvSpPr/>
            <p:nvPr/>
          </p:nvSpPr>
          <p:spPr bwMode="auto">
            <a:xfrm rot="0" flipH="0" flipV="0">
              <a:off x="0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67766624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15 000 sats</a:t>
              </a:r>
              <a:endParaRPr sz="1600"/>
            </a:p>
          </p:txBody>
        </p:sp>
        <p:sp>
          <p:nvSpPr>
            <p:cNvPr id="1612301626" name="Freeform 37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01118222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6 000 sats</a:t>
              </a:r>
              <a:endParaRPr sz="1600"/>
            </a:p>
          </p:txBody>
        </p:sp>
        <p:sp>
          <p:nvSpPr>
            <p:cNvPr id="1470390525" name="Freeform 40"/>
            <p:cNvSpPr/>
            <p:nvPr/>
          </p:nvSpPr>
          <p:spPr bwMode="auto">
            <a:xfrm rot="0" flipH="0" flipV="0">
              <a:off x="3621177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72461317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19 000 sats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825456" name="TextBox 32"/>
          <p:cNvSpPr txBox="1"/>
          <p:nvPr/>
        </p:nvSpPr>
        <p:spPr bwMode="auto">
          <a:xfrm>
            <a:off x="3015383" y="38685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Pagamenti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7753451" name="TextBox 33"/>
          <p:cNvSpPr txBox="1"/>
          <p:nvPr/>
        </p:nvSpPr>
        <p:spPr bwMode="auto">
          <a:xfrm>
            <a:off x="3190054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7274927" name="AutoShape 34"/>
          <p:cNvSpPr/>
          <p:nvPr/>
        </p:nvSpPr>
        <p:spPr bwMode="auto">
          <a:xfrm flipH="1">
            <a:off x="6112688" y="1138193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68276" name="TextBox 41"/>
          <p:cNvSpPr txBox="1"/>
          <p:nvPr/>
        </p:nvSpPr>
        <p:spPr bwMode="auto">
          <a:xfrm>
            <a:off x="6811232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5383405" name="TextBox 45"/>
          <p:cNvSpPr txBox="1"/>
          <p:nvPr/>
        </p:nvSpPr>
        <p:spPr bwMode="auto">
          <a:xfrm>
            <a:off x="441486" y="87720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527836" name="Freeform 46"/>
          <p:cNvSpPr/>
          <p:nvPr/>
        </p:nvSpPr>
        <p:spPr bwMode="auto">
          <a:xfrm rot="1981001">
            <a:off x="1198359" y="170225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398507" name="TextBox 47"/>
          <p:cNvSpPr txBox="1"/>
          <p:nvPr/>
        </p:nvSpPr>
        <p:spPr bwMode="auto">
          <a:xfrm>
            <a:off x="494403" y="366930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0969687" name="Freeform 48"/>
          <p:cNvSpPr/>
          <p:nvPr/>
        </p:nvSpPr>
        <p:spPr bwMode="auto">
          <a:xfrm rot="9541431" flipH="1">
            <a:off x="1320509" y="3142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984735" name="TextBox 49"/>
          <p:cNvSpPr txBox="1"/>
          <p:nvPr/>
        </p:nvSpPr>
        <p:spPr bwMode="auto">
          <a:xfrm>
            <a:off x="9868772" y="744441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28481872" name="Freeform 50"/>
          <p:cNvSpPr/>
          <p:nvPr/>
        </p:nvSpPr>
        <p:spPr bwMode="auto">
          <a:xfrm rot="-9435686">
            <a:off x="9953218" y="322020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225871" name="TextBox 51"/>
          <p:cNvSpPr txBox="1"/>
          <p:nvPr/>
        </p:nvSpPr>
        <p:spPr bwMode="auto">
          <a:xfrm>
            <a:off x="10088799" y="382216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0459080" name="Freeform 52"/>
          <p:cNvSpPr/>
          <p:nvPr/>
        </p:nvSpPr>
        <p:spPr bwMode="auto">
          <a:xfrm rot="-2557580" flipH="1">
            <a:off x="9897439" y="158460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491223" name="AutoShape 53"/>
          <p:cNvSpPr/>
          <p:nvPr/>
        </p:nvSpPr>
        <p:spPr bwMode="auto">
          <a:xfrm>
            <a:off x="4302005" y="4529843"/>
            <a:ext cx="362117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6139820" name="TextBox 54"/>
          <p:cNvSpPr txBox="1"/>
          <p:nvPr/>
        </p:nvSpPr>
        <p:spPr bwMode="auto">
          <a:xfrm>
            <a:off x="3162296" y="4729868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Pagamento effettivo di 4.000 satelliti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5685615" name="Rectangle: Rounded Corners 12"/>
          <p:cNvSpPr/>
          <p:nvPr/>
        </p:nvSpPr>
        <p:spPr bwMode="auto">
          <a:xfrm>
            <a:off x="2816188" y="161209"/>
            <a:ext cx="6640470" cy="38818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52875447" name=""/>
          <p:cNvGrpSpPr/>
          <p:nvPr/>
        </p:nvGrpSpPr>
        <p:grpSpPr bwMode="auto">
          <a:xfrm>
            <a:off x="3148733" y="1708553"/>
            <a:ext cx="5927716" cy="1828832"/>
            <a:chOff x="0" y="0"/>
            <a:chExt cx="5927716" cy="1828832"/>
          </a:xfrm>
        </p:grpSpPr>
        <p:sp>
          <p:nvSpPr>
            <p:cNvPr id="1729762752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5861460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1284633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75523155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9577719" name="Freeform 39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01002767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43852532" name="Freeform 43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44006358" name="TextBox 44"/>
            <p:cNvSpPr txBox="1"/>
            <p:nvPr/>
          </p:nvSpPr>
          <p:spPr bwMode="auto">
            <a:xfrm rot="0" flipH="0" flipV="0">
              <a:off x="3621177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7474974" name=""/>
          <p:cNvPicPr>
            <a:picLocks noChangeAspect="1"/>
          </p:cNvPicPr>
          <p:nvPr/>
        </p:nvPicPr>
        <p:blipFill>
          <a:blip r:embed="rId3"/>
          <a:srcRect l="0" t="8339" r="0" b="12188"/>
          <a:stretch/>
        </p:blipFill>
        <p:spPr bwMode="auto">
          <a:xfrm flipH="0" flipV="0">
            <a:off x="105730" y="2656416"/>
            <a:ext cx="12034023" cy="1481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9033631" name=""/>
          <p:cNvPicPr>
            <a:picLocks noChangeAspect="1"/>
          </p:cNvPicPr>
          <p:nvPr/>
        </p:nvPicPr>
        <p:blipFill>
          <a:blip r:embed="rId3"/>
          <a:srcRect l="-15971" t="0" r="-19598" b="0"/>
          <a:stretch/>
        </p:blipFill>
        <p:spPr bwMode="auto">
          <a:xfrm flipH="0" flipV="0">
            <a:off x="3226285" y="1553935"/>
            <a:ext cx="5252356" cy="3249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988" name="TextBox 32"/>
          <p:cNvSpPr txBox="1"/>
          <p:nvPr/>
        </p:nvSpPr>
        <p:spPr bwMode="auto">
          <a:xfrm>
            <a:off x="2824011" y="5252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Pietra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2033581" name="TextBox 33"/>
          <p:cNvSpPr txBox="1"/>
          <p:nvPr/>
        </p:nvSpPr>
        <p:spPr bwMode="auto">
          <a:xfrm>
            <a:off x="2998680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0744100" name="AutoShape 34"/>
          <p:cNvSpPr/>
          <p:nvPr/>
        </p:nvSpPr>
        <p:spPr bwMode="auto">
          <a:xfrm>
            <a:off x="5921313" y="1350974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680015" name="TextBox 38"/>
          <p:cNvSpPr txBox="1"/>
          <p:nvPr/>
        </p:nvSpPr>
        <p:spPr bwMode="auto">
          <a:xfrm>
            <a:off x="6619857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719272" name="TextBox 42"/>
          <p:cNvSpPr txBox="1"/>
          <p:nvPr/>
        </p:nvSpPr>
        <p:spPr bwMode="auto">
          <a:xfrm flipH="0" flipV="0">
            <a:off x="319123" y="1303347"/>
            <a:ext cx="212940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di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4754145" name="Freeform 43"/>
          <p:cNvSpPr/>
          <p:nvPr/>
        </p:nvSpPr>
        <p:spPr bwMode="auto">
          <a:xfrm rot="1981001">
            <a:off x="1217220" y="20194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316957" name="TextBox 44"/>
          <p:cNvSpPr txBox="1"/>
          <p:nvPr/>
        </p:nvSpPr>
        <p:spPr bwMode="auto">
          <a:xfrm flipH="0" flipV="0">
            <a:off x="244893" y="3911788"/>
            <a:ext cx="220219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49987" name="Freeform 45"/>
          <p:cNvSpPr/>
          <p:nvPr/>
        </p:nvSpPr>
        <p:spPr bwMode="auto">
          <a:xfrm rot="9541431" flipH="1">
            <a:off x="1123917" y="339048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20"/>
                </a:lnTo>
                <a:lnTo>
                  <a:pt x="1068741" y="301920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68926" name="TextBox 46"/>
          <p:cNvSpPr txBox="1"/>
          <p:nvPr/>
        </p:nvSpPr>
        <p:spPr bwMode="auto">
          <a:xfrm flipH="0" flipV="0">
            <a:off x="9399623" y="1144280"/>
            <a:ext cx="254071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1175169" name="Freeform 47"/>
          <p:cNvSpPr/>
          <p:nvPr/>
        </p:nvSpPr>
        <p:spPr bwMode="auto">
          <a:xfrm rot="-423529" flipH="1">
            <a:off x="9869674" y="327577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19"/>
                </a:lnTo>
                <a:lnTo>
                  <a:pt x="1068741" y="301919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339918" name="TextBox 48"/>
          <p:cNvSpPr txBox="1"/>
          <p:nvPr/>
        </p:nvSpPr>
        <p:spPr bwMode="auto">
          <a:xfrm flipH="0" flipV="0">
            <a:off x="9399623" y="2795473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2754852" name="Freeform 49"/>
          <p:cNvSpPr/>
          <p:nvPr/>
        </p:nvSpPr>
        <p:spPr bwMode="auto">
          <a:xfrm rot="-2557580" flipH="1">
            <a:off x="9747220" y="191503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72246" name="Freeform 56"/>
          <p:cNvSpPr/>
          <p:nvPr/>
        </p:nvSpPr>
        <p:spPr bwMode="auto">
          <a:xfrm rot="-10662274">
            <a:off x="9745046" y="40762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501505" name="TextBox 57"/>
          <p:cNvSpPr txBox="1"/>
          <p:nvPr/>
        </p:nvSpPr>
        <p:spPr bwMode="auto">
          <a:xfrm flipH="0" flipV="0">
            <a:off x="9399623" y="4437537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7836280" name="Freeform 58"/>
          <p:cNvSpPr/>
          <p:nvPr/>
        </p:nvSpPr>
        <p:spPr bwMode="auto">
          <a:xfrm rot="-9983765">
            <a:off x="9759945" y="5198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948790" name="TextBox 59"/>
          <p:cNvSpPr txBox="1"/>
          <p:nvPr/>
        </p:nvSpPr>
        <p:spPr bwMode="auto">
          <a:xfrm flipH="0" flipV="0">
            <a:off x="9399623" y="5621379"/>
            <a:ext cx="2546544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90565749" name="Rectangle: Rounded Corners 12"/>
          <p:cNvSpPr/>
          <p:nvPr/>
        </p:nvSpPr>
        <p:spPr bwMode="auto">
          <a:xfrm>
            <a:off x="2597758" y="171053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496730337" name=""/>
          <p:cNvGrpSpPr/>
          <p:nvPr/>
        </p:nvGrpSpPr>
        <p:grpSpPr bwMode="auto">
          <a:xfrm>
            <a:off x="2957359" y="1921335"/>
            <a:ext cx="5927715" cy="3760654"/>
            <a:chOff x="0" y="0"/>
            <a:chExt cx="5927715" cy="3760654"/>
          </a:xfrm>
        </p:grpSpPr>
        <p:sp>
          <p:nvSpPr>
            <p:cNvPr id="1888897342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559216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8767521" name="Freeform 36"/>
            <p:cNvSpPr/>
            <p:nvPr/>
          </p:nvSpPr>
          <p:spPr bwMode="auto">
            <a:xfrm rot="0" flipH="0" flipV="0">
              <a:off x="0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829159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6058275" name="Freeform 40"/>
            <p:cNvSpPr/>
            <p:nvPr/>
          </p:nvSpPr>
          <p:spPr bwMode="auto">
            <a:xfrm rot="0" flipH="0" flipV="0">
              <a:off x="3621177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4524918" name="TextBox 41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3744303" name="Freeform 51"/>
            <p:cNvSpPr/>
            <p:nvPr/>
          </p:nvSpPr>
          <p:spPr bwMode="auto">
            <a:xfrm rot="0" flipH="0" flipV="0">
              <a:off x="3621177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1385105" name="TextBox 52"/>
            <p:cNvSpPr txBox="1"/>
            <p:nvPr/>
          </p:nvSpPr>
          <p:spPr bwMode="auto">
            <a:xfrm rot="0" flipH="0" flipV="0">
              <a:off x="3621177" y="1931822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7869512" name="Freeform 54"/>
            <p:cNvSpPr/>
            <p:nvPr/>
          </p:nvSpPr>
          <p:spPr bwMode="auto">
            <a:xfrm rot="0" flipH="0" flipV="0">
              <a:off x="3621177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5061285" name="TextBox 55"/>
            <p:cNvSpPr txBox="1"/>
            <p:nvPr/>
          </p:nvSpPr>
          <p:spPr bwMode="auto">
            <a:xfrm rot="0" flipH="0" flipV="0">
              <a:off x="3621177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7937093" name="Freeform 61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9502375" name="TextBox 62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160000" name="TextBox 32"/>
          <p:cNvSpPr txBox="1"/>
          <p:nvPr/>
        </p:nvSpPr>
        <p:spPr bwMode="auto">
          <a:xfrm>
            <a:off x="373216" y="43596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691939" name="TextBox 33"/>
          <p:cNvSpPr txBox="1"/>
          <p:nvPr/>
        </p:nvSpPr>
        <p:spPr bwMode="auto">
          <a:xfrm>
            <a:off x="547886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7215934" name="AutoShape 34"/>
          <p:cNvSpPr/>
          <p:nvPr/>
        </p:nvSpPr>
        <p:spPr bwMode="auto">
          <a:xfrm>
            <a:off x="3470520" y="1187300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778077" name="TextBox 38"/>
          <p:cNvSpPr txBox="1"/>
          <p:nvPr/>
        </p:nvSpPr>
        <p:spPr bwMode="auto">
          <a:xfrm>
            <a:off x="4169063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41754818" name="Rectangle: Rounded Corners 12"/>
          <p:cNvSpPr/>
          <p:nvPr/>
        </p:nvSpPr>
        <p:spPr bwMode="auto">
          <a:xfrm>
            <a:off x="185088" y="118135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636071674" name=""/>
          <p:cNvGrpSpPr/>
          <p:nvPr/>
        </p:nvGrpSpPr>
        <p:grpSpPr bwMode="auto">
          <a:xfrm>
            <a:off x="506564" y="1757660"/>
            <a:ext cx="5927717" cy="3760655"/>
            <a:chOff x="0" y="0"/>
            <a:chExt cx="5927717" cy="3760655"/>
          </a:xfrm>
        </p:grpSpPr>
        <p:sp>
          <p:nvSpPr>
            <p:cNvPr id="502750826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24685927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52691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6853219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336885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7301976" name="TextBox 41"/>
            <p:cNvSpPr txBox="1"/>
            <p:nvPr/>
          </p:nvSpPr>
          <p:spPr bwMode="auto">
            <a:xfrm rot="0" flipH="0" flipV="0">
              <a:off x="3621178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26133689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22615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5093222" name="Freeform 46"/>
            <p:cNvSpPr/>
            <p:nvPr/>
          </p:nvSpPr>
          <p:spPr bwMode="auto">
            <a:xfrm rot="0" flipH="0" flipV="0">
              <a:off x="3621178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7756659" name="TextBox 47"/>
            <p:cNvSpPr txBox="1"/>
            <p:nvPr/>
          </p:nvSpPr>
          <p:spPr bwMode="auto">
            <a:xfrm rot="0" flipH="0" flipV="0">
              <a:off x="3621178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5014936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9701088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344603" name="TextBox 32"/>
          <p:cNvSpPr txBox="1"/>
          <p:nvPr/>
        </p:nvSpPr>
        <p:spPr bwMode="auto">
          <a:xfrm>
            <a:off x="3083857" y="511314"/>
            <a:ext cx="5799995" cy="43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19326672" name="TextBox 33"/>
          <p:cNvSpPr txBox="1"/>
          <p:nvPr/>
        </p:nvSpPr>
        <p:spPr bwMode="auto">
          <a:xfrm>
            <a:off x="324735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39749913" name="AutoShape 34"/>
          <p:cNvSpPr/>
          <p:nvPr/>
        </p:nvSpPr>
        <p:spPr bwMode="auto">
          <a:xfrm>
            <a:off x="5983137" y="1148611"/>
            <a:ext cx="0" cy="41419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502288" name="TextBox 38"/>
          <p:cNvSpPr txBox="1"/>
          <p:nvPr/>
        </p:nvSpPr>
        <p:spPr bwMode="auto">
          <a:xfrm>
            <a:off x="663701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uscite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200956" name="TextBox 42"/>
          <p:cNvSpPr txBox="1"/>
          <p:nvPr/>
        </p:nvSpPr>
        <p:spPr bwMode="auto">
          <a:xfrm flipH="0" flipV="0">
            <a:off x="160373" y="1100985"/>
            <a:ext cx="247793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98870068" name="Freeform 43"/>
          <p:cNvSpPr/>
          <p:nvPr/>
        </p:nvSpPr>
        <p:spPr bwMode="auto">
          <a:xfrm rot="1981001">
            <a:off x="1476122" y="17743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735400" name="TextBox 44"/>
          <p:cNvSpPr txBox="1"/>
          <p:nvPr/>
        </p:nvSpPr>
        <p:spPr bwMode="auto">
          <a:xfrm flipH="0" flipV="0">
            <a:off x="375458" y="3542657"/>
            <a:ext cx="2452635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874015" name="Freeform 45"/>
          <p:cNvSpPr/>
          <p:nvPr/>
        </p:nvSpPr>
        <p:spPr bwMode="auto">
          <a:xfrm rot="9541431" flipH="1">
            <a:off x="1388783" y="3057729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7"/>
                </a:lnTo>
                <a:lnTo>
                  <a:pt x="1000411" y="282617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692536" name="TextBox 46"/>
          <p:cNvSpPr txBox="1"/>
          <p:nvPr/>
        </p:nvSpPr>
        <p:spPr bwMode="auto">
          <a:xfrm flipH="0" flipV="0">
            <a:off x="9208803" y="952088"/>
            <a:ext cx="2733048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07187233" name="Freeform 47"/>
          <p:cNvSpPr/>
          <p:nvPr/>
        </p:nvSpPr>
        <p:spPr bwMode="auto">
          <a:xfrm rot="-423529" flipH="1">
            <a:off x="9575383" y="2950354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170925" name="TextBox 48"/>
          <p:cNvSpPr txBox="1"/>
          <p:nvPr/>
        </p:nvSpPr>
        <p:spPr bwMode="auto">
          <a:xfrm flipH="0" flipV="0">
            <a:off x="9209124" y="2497713"/>
            <a:ext cx="273121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33143330" name="Freeform 49"/>
          <p:cNvSpPr/>
          <p:nvPr/>
        </p:nvSpPr>
        <p:spPr bwMode="auto">
          <a:xfrm rot="-2557580" flipH="1">
            <a:off x="9460759" y="1676613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730211" name="Freeform 56"/>
          <p:cNvSpPr/>
          <p:nvPr/>
        </p:nvSpPr>
        <p:spPr bwMode="auto">
          <a:xfrm rot="-10662274">
            <a:off x="9458723" y="36996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356318" name="TextBox 57"/>
          <p:cNvSpPr txBox="1"/>
          <p:nvPr/>
        </p:nvSpPr>
        <p:spPr bwMode="auto">
          <a:xfrm flipH="0" flipV="0">
            <a:off x="9209017" y="4007493"/>
            <a:ext cx="273182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99345687" name="Freeform 58"/>
          <p:cNvSpPr/>
          <p:nvPr/>
        </p:nvSpPr>
        <p:spPr bwMode="auto">
          <a:xfrm rot="-9983765">
            <a:off x="9472671" y="4749697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36907" name="TextBox 59"/>
          <p:cNvSpPr txBox="1"/>
          <p:nvPr/>
        </p:nvSpPr>
        <p:spPr bwMode="auto">
          <a:xfrm flipH="0" flipV="0">
            <a:off x="9208163" y="5115644"/>
            <a:ext cx="2736704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583192" name="Freeform 63"/>
          <p:cNvSpPr/>
          <p:nvPr/>
        </p:nvSpPr>
        <p:spPr bwMode="auto">
          <a:xfrm>
            <a:off x="5682501" y="5732245"/>
            <a:ext cx="601269" cy="601269"/>
          </a:xfrm>
          <a:custGeom>
            <a:avLst/>
            <a:gdLst/>
            <a:ahLst/>
            <a:cxnLst/>
            <a:rect l="l" t="t" r="r" b="b"/>
            <a:pathLst>
              <a:path w="601271" h="601271" fill="norm" stroke="1" extrusionOk="0">
                <a:moveTo>
                  <a:pt x="0" y="0"/>
                </a:moveTo>
                <a:lnTo>
                  <a:pt x="601270" y="0"/>
                </a:lnTo>
                <a:lnTo>
                  <a:pt x="601270" y="601270"/>
                </a:lnTo>
                <a:lnTo>
                  <a:pt x="0" y="6012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42144" name="Rectangle: Rounded Corners 12"/>
          <p:cNvSpPr/>
          <p:nvPr/>
        </p:nvSpPr>
        <p:spPr bwMode="auto">
          <a:xfrm>
            <a:off x="2936256" y="158748"/>
            <a:ext cx="6135871" cy="533405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705901136" name=""/>
          <p:cNvGrpSpPr/>
          <p:nvPr/>
        </p:nvGrpSpPr>
        <p:grpSpPr bwMode="auto">
          <a:xfrm>
            <a:off x="3208680" y="1682507"/>
            <a:ext cx="5548732" cy="3520218"/>
            <a:chOff x="0" y="0"/>
            <a:chExt cx="5548732" cy="3520218"/>
          </a:xfrm>
        </p:grpSpPr>
        <p:sp>
          <p:nvSpPr>
            <p:cNvPr id="1228360319" name="Freeform 30"/>
            <p:cNvSpPr/>
            <p:nvPr/>
          </p:nvSpPr>
          <p:spPr bwMode="auto">
            <a:xfrm rot="0" flipH="0" flipV="0">
              <a:off x="0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40188307" name="TextBox 31"/>
            <p:cNvSpPr txBox="1"/>
            <p:nvPr/>
          </p:nvSpPr>
          <p:spPr bwMode="auto">
            <a:xfrm rot="0" flipH="0" flipV="0">
              <a:off x="0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1516312" name="Freeform 36"/>
            <p:cNvSpPr/>
            <p:nvPr/>
          </p:nvSpPr>
          <p:spPr bwMode="auto">
            <a:xfrm rot="0" flipH="0" flipV="0">
              <a:off x="0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1153178" name="TextBox 37"/>
            <p:cNvSpPr txBox="1"/>
            <p:nvPr/>
          </p:nvSpPr>
          <p:spPr bwMode="auto">
            <a:xfrm rot="0" flipH="0" flipV="0">
              <a:off x="0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341882" name="Freeform 40"/>
            <p:cNvSpPr/>
            <p:nvPr/>
          </p:nvSpPr>
          <p:spPr bwMode="auto">
            <a:xfrm rot="0" flipH="0" flipV="0">
              <a:off x="3389659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7182910" name="TextBox 41"/>
            <p:cNvSpPr txBox="1"/>
            <p:nvPr/>
          </p:nvSpPr>
          <p:spPr bwMode="auto">
            <a:xfrm rot="0" flipH="0" flipV="0">
              <a:off x="3389659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4280735" name="Freeform 51"/>
            <p:cNvSpPr/>
            <p:nvPr/>
          </p:nvSpPr>
          <p:spPr bwMode="auto">
            <a:xfrm rot="0" flipH="0" flipV="0">
              <a:off x="3389659" y="1943723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394161" name="TextBox 52"/>
            <p:cNvSpPr txBox="1"/>
            <p:nvPr/>
          </p:nvSpPr>
          <p:spPr bwMode="auto">
            <a:xfrm rot="0" flipH="0" flipV="0">
              <a:off x="3389659" y="1808312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5750" name="Freeform 54"/>
            <p:cNvSpPr/>
            <p:nvPr/>
          </p:nvSpPr>
          <p:spPr bwMode="auto">
            <a:xfrm rot="0" flipH="0" flipV="0">
              <a:off x="3389659" y="2847880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6649097" name="TextBox 55"/>
            <p:cNvSpPr txBox="1"/>
            <p:nvPr/>
          </p:nvSpPr>
          <p:spPr bwMode="auto">
            <a:xfrm rot="0" flipH="0" flipV="0">
              <a:off x="3389659" y="2712468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547384" name="Freeform 61"/>
            <p:cNvSpPr/>
            <p:nvPr/>
          </p:nvSpPr>
          <p:spPr bwMode="auto">
            <a:xfrm rot="0" flipH="0" flipV="0">
              <a:off x="3389659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4978210" name="TextBox 62"/>
            <p:cNvSpPr txBox="1"/>
            <p:nvPr/>
          </p:nvSpPr>
          <p:spPr bwMode="auto">
            <a:xfrm rot="0" flipH="0" flipV="0">
              <a:off x="3389659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562572" name="TextBox 32"/>
          <p:cNvSpPr txBox="1"/>
          <p:nvPr/>
        </p:nvSpPr>
        <p:spPr bwMode="auto">
          <a:xfrm>
            <a:off x="3192332" y="721982"/>
            <a:ext cx="5797418" cy="43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Pietra</a:t>
            </a:r>
            <a:endParaRPr/>
          </a:p>
        </p:txBody>
      </p:sp>
      <p:sp>
        <p:nvSpPr>
          <p:cNvPr id="1468410201" name="TextBox 33"/>
          <p:cNvSpPr txBox="1"/>
          <p:nvPr/>
        </p:nvSpPr>
        <p:spPr bwMode="auto">
          <a:xfrm>
            <a:off x="3355761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25490640" name="AutoShape 34"/>
          <p:cNvSpPr/>
          <p:nvPr/>
        </p:nvSpPr>
        <p:spPr bwMode="auto">
          <a:xfrm>
            <a:off x="6090323" y="1507851"/>
            <a:ext cx="0" cy="41400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180870" name="TextBox 38"/>
          <p:cNvSpPr txBox="1"/>
          <p:nvPr/>
        </p:nvSpPr>
        <p:spPr bwMode="auto">
          <a:xfrm>
            <a:off x="6743916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uscite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21994407" name="TextBox 42"/>
          <p:cNvSpPr txBox="1"/>
          <p:nvPr/>
        </p:nvSpPr>
        <p:spPr bwMode="auto">
          <a:xfrm flipH="0" flipV="0">
            <a:off x="271499" y="1460225"/>
            <a:ext cx="2461344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22600212" name="Freeform 43"/>
          <p:cNvSpPr/>
          <p:nvPr/>
        </p:nvSpPr>
        <p:spPr bwMode="auto">
          <a:xfrm rot="1981001">
            <a:off x="1585312" y="2133306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6" y="0"/>
                </a:lnTo>
                <a:lnTo>
                  <a:pt x="999966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421182" name="TextBox 44"/>
          <p:cNvSpPr txBox="1"/>
          <p:nvPr/>
        </p:nvSpPr>
        <p:spPr bwMode="auto">
          <a:xfrm flipH="0" flipV="0">
            <a:off x="160374" y="3900809"/>
            <a:ext cx="2786292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6584669" name="Freeform 45"/>
          <p:cNvSpPr/>
          <p:nvPr/>
        </p:nvSpPr>
        <p:spPr bwMode="auto">
          <a:xfrm rot="9541431" flipH="1">
            <a:off x="1498012" y="341611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6" y="0"/>
                </a:moveTo>
                <a:lnTo>
                  <a:pt x="0" y="0"/>
                </a:lnTo>
                <a:lnTo>
                  <a:pt x="0" y="282491"/>
                </a:lnTo>
                <a:lnTo>
                  <a:pt x="999966" y="282491"/>
                </a:lnTo>
                <a:lnTo>
                  <a:pt x="9999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6281595" name="TextBox 46"/>
          <p:cNvSpPr txBox="1"/>
          <p:nvPr/>
        </p:nvSpPr>
        <p:spPr bwMode="auto">
          <a:xfrm flipH="0" flipV="0">
            <a:off x="9531243" y="1321955"/>
            <a:ext cx="244521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5524113" name="Freeform 47"/>
          <p:cNvSpPr/>
          <p:nvPr/>
        </p:nvSpPr>
        <p:spPr bwMode="auto">
          <a:xfrm rot="-423529" flipH="1">
            <a:off x="9680976" y="3308792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6584" name="TextBox 48"/>
          <p:cNvSpPr txBox="1"/>
          <p:nvPr/>
        </p:nvSpPr>
        <p:spPr bwMode="auto">
          <a:xfrm flipH="0" flipV="0">
            <a:off x="9531243" y="2866896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6398418" name="Freeform 49"/>
          <p:cNvSpPr/>
          <p:nvPr/>
        </p:nvSpPr>
        <p:spPr bwMode="auto">
          <a:xfrm rot="-2557580" flipH="1">
            <a:off x="9566401" y="2035617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117594" name="Freeform 56"/>
          <p:cNvSpPr/>
          <p:nvPr/>
        </p:nvSpPr>
        <p:spPr bwMode="auto">
          <a:xfrm rot="-10662274">
            <a:off x="9564367" y="405774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1"/>
                </a:lnTo>
                <a:lnTo>
                  <a:pt x="0" y="2824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420322" name="TextBox 57"/>
          <p:cNvSpPr txBox="1"/>
          <p:nvPr/>
        </p:nvSpPr>
        <p:spPr bwMode="auto">
          <a:xfrm flipH="0" flipV="0">
            <a:off x="9531243" y="4403290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76437006" name="Freeform 58"/>
          <p:cNvSpPr/>
          <p:nvPr/>
        </p:nvSpPr>
        <p:spPr bwMode="auto">
          <a:xfrm rot="-9983765">
            <a:off x="9578306" y="5107335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15060" name="TextBox 59"/>
          <p:cNvSpPr txBox="1"/>
          <p:nvPr/>
        </p:nvSpPr>
        <p:spPr bwMode="auto">
          <a:xfrm flipH="0" flipV="0">
            <a:off x="9531243" y="5510952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21625059" name="Rectangle: Rounded Corners 12"/>
          <p:cNvSpPr/>
          <p:nvPr/>
        </p:nvSpPr>
        <p:spPr bwMode="auto">
          <a:xfrm>
            <a:off x="2945948" y="313228"/>
            <a:ext cx="6379533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96479099" name=""/>
          <p:cNvGrpSpPr/>
          <p:nvPr/>
        </p:nvGrpSpPr>
        <p:grpSpPr bwMode="auto">
          <a:xfrm>
            <a:off x="3317103" y="2041507"/>
            <a:ext cx="5546263" cy="3518655"/>
            <a:chOff x="0" y="0"/>
            <a:chExt cx="5546263" cy="3518655"/>
          </a:xfrm>
        </p:grpSpPr>
        <p:sp>
          <p:nvSpPr>
            <p:cNvPr id="1393019906" name="Freeform 30"/>
            <p:cNvSpPr/>
            <p:nvPr/>
          </p:nvSpPr>
          <p:spPr bwMode="auto">
            <a:xfrm rot="0" flipH="0" flipV="0">
              <a:off x="0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299366" name="TextBox 31"/>
            <p:cNvSpPr txBox="1"/>
            <p:nvPr/>
          </p:nvSpPr>
          <p:spPr bwMode="auto">
            <a:xfrm rot="0" flipH="0" flipV="0">
              <a:off x="0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1248228" name="Freeform 36"/>
            <p:cNvSpPr/>
            <p:nvPr/>
          </p:nvSpPr>
          <p:spPr bwMode="auto">
            <a:xfrm rot="0" flipH="0" flipV="0">
              <a:off x="0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2483102" name="TextBox 37"/>
            <p:cNvSpPr txBox="1"/>
            <p:nvPr/>
          </p:nvSpPr>
          <p:spPr bwMode="auto">
            <a:xfrm rot="0" flipH="0" flipV="0">
              <a:off x="0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0813568" name="Freeform 40"/>
            <p:cNvSpPr/>
            <p:nvPr/>
          </p:nvSpPr>
          <p:spPr bwMode="auto">
            <a:xfrm rot="0" flipH="0" flipV="0">
              <a:off x="3388151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4166068" name="TextBox 41"/>
            <p:cNvSpPr txBox="1"/>
            <p:nvPr/>
          </p:nvSpPr>
          <p:spPr bwMode="auto">
            <a:xfrm rot="0" flipH="0" flipV="0">
              <a:off x="3388151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319009" name="Freeform 51"/>
            <p:cNvSpPr/>
            <p:nvPr/>
          </p:nvSpPr>
          <p:spPr bwMode="auto">
            <a:xfrm rot="0" flipH="0" flipV="0">
              <a:off x="3388151" y="1942863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4144491" name="TextBox 52"/>
            <p:cNvSpPr txBox="1"/>
            <p:nvPr/>
          </p:nvSpPr>
          <p:spPr bwMode="auto">
            <a:xfrm rot="0" flipH="0" flipV="0">
              <a:off x="3388151" y="180751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7935369" name="Freeform 54"/>
            <p:cNvSpPr/>
            <p:nvPr/>
          </p:nvSpPr>
          <p:spPr bwMode="auto">
            <a:xfrm rot="0" flipH="0" flipV="0">
              <a:off x="3388151" y="2846616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5647469" name="TextBox 55"/>
            <p:cNvSpPr txBox="1"/>
            <p:nvPr/>
          </p:nvSpPr>
          <p:spPr bwMode="auto">
            <a:xfrm rot="0" flipH="0" flipV="0">
              <a:off x="3388151" y="2711264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4908295" name="Freeform 61"/>
            <p:cNvSpPr/>
            <p:nvPr/>
          </p:nvSpPr>
          <p:spPr bwMode="auto">
            <a:xfrm rot="0" flipH="0" flipV="0">
              <a:off x="3388151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1507048" name="TextBox 62"/>
            <p:cNvSpPr txBox="1"/>
            <p:nvPr/>
          </p:nvSpPr>
          <p:spPr bwMode="auto">
            <a:xfrm rot="0" flipH="0" flipV="0">
              <a:off x="3388151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846414" name="TextBox 32"/>
          <p:cNvSpPr txBox="1"/>
          <p:nvPr/>
        </p:nvSpPr>
        <p:spPr bwMode="auto">
          <a:xfrm>
            <a:off x="3017678" y="489383"/>
            <a:ext cx="5847885" cy="436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Stonewall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135425061" name="TextBox 33"/>
          <p:cNvSpPr txBox="1"/>
          <p:nvPr/>
        </p:nvSpPr>
        <p:spPr bwMode="auto">
          <a:xfrm>
            <a:off x="3158130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69808598" name="AutoShape 34"/>
          <p:cNvSpPr/>
          <p:nvPr/>
        </p:nvSpPr>
        <p:spPr bwMode="auto">
          <a:xfrm>
            <a:off x="5940903" y="1280302"/>
            <a:ext cx="0" cy="41761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14591" name="TextBox 38"/>
          <p:cNvSpPr txBox="1"/>
          <p:nvPr/>
        </p:nvSpPr>
        <p:spPr bwMode="auto">
          <a:xfrm>
            <a:off x="6671034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uscite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01352263" name="TextBox 42"/>
          <p:cNvSpPr txBox="1"/>
          <p:nvPr/>
        </p:nvSpPr>
        <p:spPr bwMode="auto">
          <a:xfrm flipH="0" flipV="0">
            <a:off x="366748" y="1258749"/>
            <a:ext cx="2165290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119568" name="Freeform 43"/>
          <p:cNvSpPr/>
          <p:nvPr/>
        </p:nvSpPr>
        <p:spPr bwMode="auto">
          <a:xfrm rot="1981001">
            <a:off x="1396665" y="1911201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30067" name="TextBox 44"/>
          <p:cNvSpPr txBox="1"/>
          <p:nvPr/>
        </p:nvSpPr>
        <p:spPr bwMode="auto">
          <a:xfrm flipH="0" flipV="0">
            <a:off x="193910" y="3720587"/>
            <a:ext cx="2338127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>
                <a:latin typeface="IBM Plex Sans"/>
              </a:rPr>
              <a:t>di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Charles</a:t>
            </a:r>
            <a:endParaRPr/>
          </a:p>
        </p:txBody>
      </p:sp>
      <p:sp>
        <p:nvSpPr>
          <p:cNvPr id="1489718894" name="Freeform 45"/>
          <p:cNvSpPr/>
          <p:nvPr/>
        </p:nvSpPr>
        <p:spPr bwMode="auto">
          <a:xfrm rot="9541431" flipH="1">
            <a:off x="1308606" y="3205185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0"/>
                </a:lnTo>
                <a:lnTo>
                  <a:pt x="1008673" y="284950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536527" name="TextBox 46"/>
          <p:cNvSpPr txBox="1"/>
          <p:nvPr/>
        </p:nvSpPr>
        <p:spPr bwMode="auto">
          <a:xfrm flipH="0" flipV="0">
            <a:off x="9353418" y="1082547"/>
            <a:ext cx="2477175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di 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5476025" name="Freeform 47"/>
          <p:cNvSpPr/>
          <p:nvPr/>
        </p:nvSpPr>
        <p:spPr bwMode="auto">
          <a:xfrm rot="-423529" flipH="1">
            <a:off x="9562818" y="309692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2289792" name="TextBox 48"/>
          <p:cNvSpPr txBox="1"/>
          <p:nvPr/>
        </p:nvSpPr>
        <p:spPr bwMode="auto">
          <a:xfrm flipH="0" flipV="0">
            <a:off x="9353418" y="2640939"/>
            <a:ext cx="2650424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di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</a:t>
            </a:r>
            <a:endParaRPr sz="2000"/>
          </a:p>
        </p:txBody>
      </p:sp>
      <p:sp>
        <p:nvSpPr>
          <p:cNvPr id="1768162209" name="Freeform 49"/>
          <p:cNvSpPr/>
          <p:nvPr/>
        </p:nvSpPr>
        <p:spPr bwMode="auto">
          <a:xfrm rot="-2557580" flipH="1">
            <a:off x="9447246" y="1812662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194236" name="Freeform 56"/>
          <p:cNvSpPr/>
          <p:nvPr/>
        </p:nvSpPr>
        <p:spPr bwMode="auto">
          <a:xfrm rot="-10662274">
            <a:off x="9445195" y="385240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176703" name="TextBox 57"/>
          <p:cNvSpPr txBox="1"/>
          <p:nvPr/>
        </p:nvSpPr>
        <p:spPr bwMode="auto">
          <a:xfrm flipH="0" flipV="0">
            <a:off x="9353418" y="4190712"/>
            <a:ext cx="2472249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1843143" name="Freeform 58"/>
          <p:cNvSpPr/>
          <p:nvPr/>
        </p:nvSpPr>
        <p:spPr bwMode="auto">
          <a:xfrm rot="-9983765">
            <a:off x="9459256" y="4911127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49782" name="TextBox 59"/>
          <p:cNvSpPr txBox="1"/>
          <p:nvPr/>
        </p:nvSpPr>
        <p:spPr bwMode="auto">
          <a:xfrm flipH="0" flipV="0">
            <a:off x="9353418" y="5308017"/>
            <a:ext cx="2473343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di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</a:t>
            </a:r>
            <a:endParaRPr sz="2000"/>
          </a:p>
        </p:txBody>
      </p:sp>
      <p:sp>
        <p:nvSpPr>
          <p:cNvPr id="1639863213" name="Rectangle: Rounded Corners 12"/>
          <p:cNvSpPr/>
          <p:nvPr/>
        </p:nvSpPr>
        <p:spPr bwMode="auto">
          <a:xfrm>
            <a:off x="2730665" y="101561"/>
            <a:ext cx="6534590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7286207" name=""/>
          <p:cNvGrpSpPr/>
          <p:nvPr/>
        </p:nvGrpSpPr>
        <p:grpSpPr bwMode="auto">
          <a:xfrm>
            <a:off x="3143532" y="1818607"/>
            <a:ext cx="5594557" cy="3549291"/>
            <a:chOff x="0" y="0"/>
            <a:chExt cx="5594557" cy="3549291"/>
          </a:xfrm>
        </p:grpSpPr>
        <p:sp>
          <p:nvSpPr>
            <p:cNvPr id="611998253" name="Freeform 30"/>
            <p:cNvSpPr/>
            <p:nvPr/>
          </p:nvSpPr>
          <p:spPr bwMode="auto">
            <a:xfrm rot="0" flipH="0" flipV="0">
              <a:off x="0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98630675" name="TextBox 31"/>
            <p:cNvSpPr txBox="1"/>
            <p:nvPr/>
          </p:nvSpPr>
          <p:spPr bwMode="auto">
            <a:xfrm rot="0" flipH="0" flipV="0">
              <a:off x="0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7057728" name="Freeform 36"/>
            <p:cNvSpPr/>
            <p:nvPr/>
          </p:nvSpPr>
          <p:spPr bwMode="auto">
            <a:xfrm rot="0" flipH="0" flipV="0">
              <a:off x="0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13157038" name="TextBox 37"/>
            <p:cNvSpPr txBox="1"/>
            <p:nvPr/>
          </p:nvSpPr>
          <p:spPr bwMode="auto">
            <a:xfrm rot="0" flipH="0" flipV="0">
              <a:off x="0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48285854" name="Freeform 40"/>
            <p:cNvSpPr/>
            <p:nvPr/>
          </p:nvSpPr>
          <p:spPr bwMode="auto">
            <a:xfrm rot="0" flipH="0" flipV="0">
              <a:off x="3417654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210318" name="TextBox 41"/>
            <p:cNvSpPr txBox="1"/>
            <p:nvPr/>
          </p:nvSpPr>
          <p:spPr bwMode="auto">
            <a:xfrm rot="0" flipH="0" flipV="0">
              <a:off x="3417654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76093063" name="Freeform 51"/>
            <p:cNvSpPr/>
            <p:nvPr/>
          </p:nvSpPr>
          <p:spPr bwMode="auto">
            <a:xfrm rot="0" flipH="0" flipV="0">
              <a:off x="3417654" y="1959776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32652007" name="TextBox 52"/>
            <p:cNvSpPr txBox="1"/>
            <p:nvPr/>
          </p:nvSpPr>
          <p:spPr bwMode="auto">
            <a:xfrm rot="0" flipH="0" flipV="0">
              <a:off x="3417654" y="1823244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81279094" name="Freeform 54"/>
            <p:cNvSpPr/>
            <p:nvPr/>
          </p:nvSpPr>
          <p:spPr bwMode="auto">
            <a:xfrm rot="0" flipH="0" flipV="0">
              <a:off x="3417654" y="2871400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90717237" name="TextBox 55"/>
            <p:cNvSpPr txBox="1"/>
            <p:nvPr/>
          </p:nvSpPr>
          <p:spPr bwMode="auto">
            <a:xfrm rot="0" flipH="0" flipV="0">
              <a:off x="3417654" y="273487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86151727" name="Freeform 61"/>
            <p:cNvSpPr/>
            <p:nvPr/>
          </p:nvSpPr>
          <p:spPr bwMode="auto">
            <a:xfrm rot="0" flipH="0" flipV="0">
              <a:off x="3417654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837712" name="TextBox 62"/>
            <p:cNvSpPr txBox="1"/>
            <p:nvPr/>
          </p:nvSpPr>
          <p:spPr bwMode="auto">
            <a:xfrm rot="0" flipH="0" flipV="0">
              <a:off x="3417654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3521" name="TextBox 32"/>
          <p:cNvSpPr txBox="1"/>
          <p:nvPr/>
        </p:nvSpPr>
        <p:spPr bwMode="auto">
          <a:xfrm>
            <a:off x="483973" y="58479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2873149" name="TextBox 33"/>
          <p:cNvSpPr txBox="1"/>
          <p:nvPr/>
        </p:nvSpPr>
        <p:spPr bwMode="auto">
          <a:xfrm>
            <a:off x="658641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0792341" name="AutoShape 34"/>
          <p:cNvSpPr/>
          <p:nvPr/>
        </p:nvSpPr>
        <p:spPr bwMode="auto">
          <a:xfrm>
            <a:off x="3581277" y="1261715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040687" name="TextBox 38"/>
          <p:cNvSpPr txBox="1"/>
          <p:nvPr/>
        </p:nvSpPr>
        <p:spPr bwMode="auto">
          <a:xfrm>
            <a:off x="4279819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218926" name="Rectangle: Rounded Corners 12"/>
          <p:cNvSpPr/>
          <p:nvPr/>
        </p:nvSpPr>
        <p:spPr bwMode="auto">
          <a:xfrm>
            <a:off x="185088" y="192549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288956692" name=""/>
          <p:cNvGrpSpPr/>
          <p:nvPr/>
        </p:nvGrpSpPr>
        <p:grpSpPr bwMode="auto">
          <a:xfrm>
            <a:off x="617322" y="1832076"/>
            <a:ext cx="5927717" cy="3760654"/>
            <a:chOff x="0" y="0"/>
            <a:chExt cx="5927717" cy="3760654"/>
          </a:xfrm>
        </p:grpSpPr>
        <p:sp>
          <p:nvSpPr>
            <p:cNvPr id="168312072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7686288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7277263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8752733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229287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3719194" name="TextBox 41"/>
            <p:cNvSpPr txBox="1"/>
            <p:nvPr/>
          </p:nvSpPr>
          <p:spPr bwMode="auto">
            <a:xfrm rot="0" flipH="0" flipV="0">
              <a:off x="3621178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799120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334843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499023" name="Freeform 46"/>
            <p:cNvSpPr/>
            <p:nvPr/>
          </p:nvSpPr>
          <p:spPr bwMode="auto">
            <a:xfrm rot="0" flipH="0" flipV="0">
              <a:off x="3621178" y="304239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41704368" name="TextBox 47"/>
            <p:cNvSpPr txBox="1"/>
            <p:nvPr/>
          </p:nvSpPr>
          <p:spPr bwMode="auto">
            <a:xfrm rot="0" flipH="0" flipV="0">
              <a:off x="3621178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0977387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9265131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6974552" name="TextBox 1315405195"/>
            <p:cNvSpPr txBox="1"/>
            <p:nvPr/>
          </p:nvSpPr>
          <p:spPr bwMode="auto">
            <a:xfrm>
              <a:off x="4218026" y="232156"/>
              <a:ext cx="1316004" cy="624818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l">
                <a:lnSpc>
                  <a:spcPts val="419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Professor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216691" name="TextBox 32"/>
          <p:cNvSpPr txBox="1"/>
          <p:nvPr/>
        </p:nvSpPr>
        <p:spPr bwMode="auto">
          <a:xfrm>
            <a:off x="3141972" y="355404"/>
            <a:ext cx="5750051" cy="429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91118712" name="TextBox 33"/>
          <p:cNvSpPr txBox="1"/>
          <p:nvPr/>
        </p:nvSpPr>
        <p:spPr bwMode="auto">
          <a:xfrm>
            <a:off x="3304077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35707863" name="AutoShape 34"/>
          <p:cNvSpPr/>
          <p:nvPr/>
        </p:nvSpPr>
        <p:spPr bwMode="auto">
          <a:xfrm>
            <a:off x="6016457" y="978217"/>
            <a:ext cx="0" cy="41064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5453969" name="TextBox 38"/>
          <p:cNvSpPr txBox="1"/>
          <p:nvPr/>
        </p:nvSpPr>
        <p:spPr bwMode="auto">
          <a:xfrm>
            <a:off x="6664749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uscite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78262543" name="TextBox 42"/>
          <p:cNvSpPr txBox="1"/>
          <p:nvPr/>
        </p:nvSpPr>
        <p:spPr bwMode="auto">
          <a:xfrm flipH="0" flipV="0">
            <a:off x="223873" y="1152103"/>
            <a:ext cx="2414439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7200798" name="Freeform 43"/>
          <p:cNvSpPr/>
          <p:nvPr/>
        </p:nvSpPr>
        <p:spPr bwMode="auto">
          <a:xfrm rot="1981001">
            <a:off x="1547984" y="1820111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160209" name="TextBox 44"/>
          <p:cNvSpPr txBox="1"/>
          <p:nvPr/>
        </p:nvSpPr>
        <p:spPr bwMode="auto">
          <a:xfrm flipH="0" flipV="0">
            <a:off x="223873" y="3572894"/>
            <a:ext cx="252556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18895848" name="Freeform 45"/>
          <p:cNvSpPr/>
          <p:nvPr/>
        </p:nvSpPr>
        <p:spPr bwMode="auto">
          <a:xfrm rot="9541431" flipH="1">
            <a:off x="1461393" y="3092520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81225" name="TextBox 46"/>
          <p:cNvSpPr txBox="1"/>
          <p:nvPr/>
        </p:nvSpPr>
        <p:spPr bwMode="auto">
          <a:xfrm flipH="0" flipV="0">
            <a:off x="9304373" y="1004476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71145617" name="Freeform 47"/>
          <p:cNvSpPr/>
          <p:nvPr/>
        </p:nvSpPr>
        <p:spPr bwMode="auto">
          <a:xfrm rot="-423529" flipH="1">
            <a:off x="9577990" y="2986063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3209" name="TextBox 48"/>
          <p:cNvSpPr txBox="1"/>
          <p:nvPr/>
        </p:nvSpPr>
        <p:spPr bwMode="auto">
          <a:xfrm flipH="0" flipV="0">
            <a:off x="9304373" y="2536887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10810080" name="Freeform 49"/>
          <p:cNvSpPr/>
          <p:nvPr/>
        </p:nvSpPr>
        <p:spPr bwMode="auto">
          <a:xfrm rot="-2557580" flipH="1">
            <a:off x="9464346" y="1723215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6" y="0"/>
                </a:moveTo>
                <a:lnTo>
                  <a:pt x="0" y="0"/>
                </a:lnTo>
                <a:lnTo>
                  <a:pt x="0" y="280199"/>
                </a:lnTo>
                <a:lnTo>
                  <a:pt x="991856" y="280199"/>
                </a:lnTo>
                <a:lnTo>
                  <a:pt x="9918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698629" name="Freeform 56"/>
          <p:cNvSpPr/>
          <p:nvPr/>
        </p:nvSpPr>
        <p:spPr bwMode="auto">
          <a:xfrm rot="-10662274">
            <a:off x="9462326" y="3728946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199"/>
                </a:lnTo>
                <a:lnTo>
                  <a:pt x="0" y="2801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943704" name="TextBox 57"/>
          <p:cNvSpPr txBox="1"/>
          <p:nvPr/>
        </p:nvSpPr>
        <p:spPr bwMode="auto">
          <a:xfrm flipH="0" flipV="0">
            <a:off x="9304461" y="4060822"/>
            <a:ext cx="2651248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98670277" name="Freeform 58"/>
          <p:cNvSpPr/>
          <p:nvPr/>
        </p:nvSpPr>
        <p:spPr bwMode="auto">
          <a:xfrm rot="-9983765">
            <a:off x="9476155" y="4770017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6" y="0"/>
                </a:lnTo>
                <a:lnTo>
                  <a:pt x="991856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6038" name="TextBox 59"/>
          <p:cNvSpPr txBox="1"/>
          <p:nvPr/>
        </p:nvSpPr>
        <p:spPr bwMode="auto">
          <a:xfrm flipH="0" flipV="0">
            <a:off x="9289577" y="5159497"/>
            <a:ext cx="2753915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67822559" name="Freeform 63"/>
          <p:cNvSpPr/>
          <p:nvPr/>
        </p:nvSpPr>
        <p:spPr bwMode="auto">
          <a:xfrm>
            <a:off x="5718395" y="5744167"/>
            <a:ext cx="596127" cy="596127"/>
          </a:xfrm>
          <a:custGeom>
            <a:avLst/>
            <a:gdLst/>
            <a:ahLst/>
            <a:cxnLst/>
            <a:rect l="l" t="t" r="r" b="b"/>
            <a:pathLst>
              <a:path w="596129" h="596129" fill="norm" stroke="1" extrusionOk="0">
                <a:moveTo>
                  <a:pt x="0" y="0"/>
                </a:moveTo>
                <a:lnTo>
                  <a:pt x="596129" y="0"/>
                </a:lnTo>
                <a:lnTo>
                  <a:pt x="596129" y="596129"/>
                </a:lnTo>
                <a:lnTo>
                  <a:pt x="0" y="5961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3738904" name="Rectangle: Rounded Corners 12"/>
          <p:cNvSpPr/>
          <p:nvPr/>
        </p:nvSpPr>
        <p:spPr bwMode="auto">
          <a:xfrm>
            <a:off x="2893684" y="86716"/>
            <a:ext cx="6246626" cy="541959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82520828" name=""/>
          <p:cNvGrpSpPr/>
          <p:nvPr/>
        </p:nvGrpSpPr>
        <p:grpSpPr bwMode="auto">
          <a:xfrm>
            <a:off x="3265727" y="1526598"/>
            <a:ext cx="5501282" cy="3490119"/>
            <a:chOff x="0" y="0"/>
            <a:chExt cx="5501282" cy="3490119"/>
          </a:xfrm>
        </p:grpSpPr>
        <p:sp>
          <p:nvSpPr>
            <p:cNvPr id="1936413131" name="Freeform 30"/>
            <p:cNvSpPr/>
            <p:nvPr/>
          </p:nvSpPr>
          <p:spPr bwMode="auto">
            <a:xfrm rot="0" flipH="0" flipV="0">
              <a:off x="0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8142038" name="TextBox 31"/>
            <p:cNvSpPr txBox="1"/>
            <p:nvPr/>
          </p:nvSpPr>
          <p:spPr bwMode="auto">
            <a:xfrm rot="0" flipH="0" flipV="0">
              <a:off x="0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3219133" name="Freeform 36"/>
            <p:cNvSpPr/>
            <p:nvPr/>
          </p:nvSpPr>
          <p:spPr bwMode="auto">
            <a:xfrm rot="0" flipH="0" flipV="0">
              <a:off x="0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349716" name="TextBox 37"/>
            <p:cNvSpPr txBox="1"/>
            <p:nvPr/>
          </p:nvSpPr>
          <p:spPr bwMode="auto">
            <a:xfrm rot="0" flipH="0" flipV="0">
              <a:off x="0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472627" name="Freeform 40"/>
            <p:cNvSpPr/>
            <p:nvPr/>
          </p:nvSpPr>
          <p:spPr bwMode="auto">
            <a:xfrm rot="0" flipH="0" flipV="0">
              <a:off x="3360673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8779539" name="TextBox 41"/>
            <p:cNvSpPr txBox="1"/>
            <p:nvPr/>
          </p:nvSpPr>
          <p:spPr bwMode="auto">
            <a:xfrm rot="0" flipH="0" flipV="0">
              <a:off x="3360673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727308" name="Freeform 51"/>
            <p:cNvSpPr/>
            <p:nvPr/>
          </p:nvSpPr>
          <p:spPr bwMode="auto">
            <a:xfrm rot="0" flipH="0" flipV="0">
              <a:off x="3360673" y="1927101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3398277" name="TextBox 52"/>
            <p:cNvSpPr txBox="1"/>
            <p:nvPr/>
          </p:nvSpPr>
          <p:spPr bwMode="auto">
            <a:xfrm rot="0" flipH="0" flipV="0">
              <a:off x="3360673" y="1792847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9353239" name="Freeform 54"/>
            <p:cNvSpPr/>
            <p:nvPr/>
          </p:nvSpPr>
          <p:spPr bwMode="auto">
            <a:xfrm rot="0" flipH="0" flipV="0">
              <a:off x="3360673" y="2823530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9854008" name="TextBox 55"/>
            <p:cNvSpPr txBox="1"/>
            <p:nvPr/>
          </p:nvSpPr>
          <p:spPr bwMode="auto">
            <a:xfrm rot="0" flipH="0" flipV="0">
              <a:off x="3360673" y="2689275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0790405" name="Freeform 61"/>
            <p:cNvSpPr/>
            <p:nvPr/>
          </p:nvSpPr>
          <p:spPr bwMode="auto">
            <a:xfrm rot="0" flipH="0" flipV="0">
              <a:off x="3360673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6467408" name="TextBox 62"/>
            <p:cNvSpPr txBox="1"/>
            <p:nvPr/>
          </p:nvSpPr>
          <p:spPr bwMode="auto">
            <a:xfrm rot="0" flipH="0" flipV="0">
              <a:off x="3360673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928719" name="TextBox 32"/>
          <p:cNvSpPr txBox="1"/>
          <p:nvPr/>
        </p:nvSpPr>
        <p:spPr bwMode="auto">
          <a:xfrm>
            <a:off x="3089795" y="529854"/>
            <a:ext cx="5852373" cy="436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Stonewall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73312936" name="TextBox 33"/>
          <p:cNvSpPr txBox="1"/>
          <p:nvPr/>
        </p:nvSpPr>
        <p:spPr bwMode="auto">
          <a:xfrm>
            <a:off x="3254775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94207488" name="AutoShape 34"/>
          <p:cNvSpPr/>
          <p:nvPr/>
        </p:nvSpPr>
        <p:spPr bwMode="auto">
          <a:xfrm>
            <a:off x="6015264" y="1321222"/>
            <a:ext cx="0" cy="41793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788615" name="TextBox 38"/>
          <p:cNvSpPr txBox="1"/>
          <p:nvPr/>
        </p:nvSpPr>
        <p:spPr bwMode="auto">
          <a:xfrm>
            <a:off x="6675054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uscite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0726463" name="TextBox 42"/>
          <p:cNvSpPr txBox="1"/>
          <p:nvPr/>
        </p:nvSpPr>
        <p:spPr bwMode="auto">
          <a:xfrm flipH="0" flipV="0">
            <a:off x="223873" y="1273595"/>
            <a:ext cx="2397844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745870" name="Freeform 43"/>
          <p:cNvSpPr/>
          <p:nvPr/>
        </p:nvSpPr>
        <p:spPr bwMode="auto">
          <a:xfrm rot="1981001">
            <a:off x="1467538" y="1952605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660445" name="TextBox 44"/>
          <p:cNvSpPr txBox="1"/>
          <p:nvPr/>
        </p:nvSpPr>
        <p:spPr bwMode="auto">
          <a:xfrm flipH="0" flipV="0">
            <a:off x="303248" y="3737320"/>
            <a:ext cx="2239814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Charles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056847971" name="Freeform 45"/>
          <p:cNvSpPr/>
          <p:nvPr/>
        </p:nvSpPr>
        <p:spPr bwMode="auto">
          <a:xfrm rot="9541431" flipH="1">
            <a:off x="1379410" y="3247582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1252" name="TextBox 46"/>
          <p:cNvSpPr txBox="1"/>
          <p:nvPr/>
        </p:nvSpPr>
        <p:spPr bwMode="auto">
          <a:xfrm flipH="0" flipV="0">
            <a:off x="9336123" y="1123352"/>
            <a:ext cx="2540719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60744256" name="Freeform 47"/>
          <p:cNvSpPr/>
          <p:nvPr/>
        </p:nvSpPr>
        <p:spPr bwMode="auto">
          <a:xfrm rot="-423529" flipH="1">
            <a:off x="9639961" y="3139239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3515005" name="TextBox 48"/>
          <p:cNvSpPr txBox="1"/>
          <p:nvPr/>
        </p:nvSpPr>
        <p:spPr bwMode="auto">
          <a:xfrm flipH="0" flipV="0">
            <a:off x="9336308" y="2682940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Charles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8598982" name="Freeform 49"/>
          <p:cNvSpPr/>
          <p:nvPr/>
        </p:nvSpPr>
        <p:spPr bwMode="auto">
          <a:xfrm rot="-2557580" flipH="1">
            <a:off x="9524300" y="1853990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964858" name="Freeform 56"/>
          <p:cNvSpPr/>
          <p:nvPr/>
        </p:nvSpPr>
        <p:spPr bwMode="auto">
          <a:xfrm rot="-10662274">
            <a:off x="9522247" y="3895297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975579" name="TextBox 57"/>
          <p:cNvSpPr txBox="1"/>
          <p:nvPr/>
        </p:nvSpPr>
        <p:spPr bwMode="auto">
          <a:xfrm flipH="0" flipV="0">
            <a:off x="9336308" y="4233902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6305637" name="Freeform 58"/>
          <p:cNvSpPr/>
          <p:nvPr/>
        </p:nvSpPr>
        <p:spPr bwMode="auto">
          <a:xfrm rot="-9983765">
            <a:off x="9536318" y="4954833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564833" name="TextBox 59"/>
          <p:cNvSpPr txBox="1"/>
          <p:nvPr/>
        </p:nvSpPr>
        <p:spPr bwMode="auto">
          <a:xfrm flipH="0" flipV="0">
            <a:off x="9336215" y="5352066"/>
            <a:ext cx="2540158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 Charles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92185682" name="Rectangle: Rounded Corners 12"/>
          <p:cNvSpPr/>
          <p:nvPr/>
        </p:nvSpPr>
        <p:spPr bwMode="auto">
          <a:xfrm>
            <a:off x="2782928" y="159400"/>
            <a:ext cx="6423836" cy="59501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022919896" name=""/>
          <p:cNvGrpSpPr/>
          <p:nvPr/>
        </p:nvGrpSpPr>
        <p:grpSpPr bwMode="auto">
          <a:xfrm>
            <a:off x="3215746" y="1859939"/>
            <a:ext cx="5598852" cy="3552016"/>
            <a:chOff x="0" y="0"/>
            <a:chExt cx="5598852" cy="3552016"/>
          </a:xfrm>
        </p:grpSpPr>
        <p:sp>
          <p:nvSpPr>
            <p:cNvPr id="404998236" name="Freeform 30"/>
            <p:cNvSpPr/>
            <p:nvPr/>
          </p:nvSpPr>
          <p:spPr bwMode="auto">
            <a:xfrm rot="0" flipH="0" flipV="0">
              <a:off x="0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82272158" name="TextBox 31"/>
            <p:cNvSpPr txBox="1"/>
            <p:nvPr/>
          </p:nvSpPr>
          <p:spPr bwMode="auto">
            <a:xfrm rot="0" flipH="0" flipV="0">
              <a:off x="0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49986987" name="Freeform 36"/>
            <p:cNvSpPr/>
            <p:nvPr/>
          </p:nvSpPr>
          <p:spPr bwMode="auto">
            <a:xfrm rot="0" flipH="0" flipV="0">
              <a:off x="0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97037554" name="TextBox 37"/>
            <p:cNvSpPr txBox="1"/>
            <p:nvPr/>
          </p:nvSpPr>
          <p:spPr bwMode="auto">
            <a:xfrm rot="0" flipH="0" flipV="0">
              <a:off x="0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75954791" name="Freeform 40"/>
            <p:cNvSpPr/>
            <p:nvPr/>
          </p:nvSpPr>
          <p:spPr bwMode="auto">
            <a:xfrm rot="0" flipH="0" flipV="0">
              <a:off x="3420278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54969060" name="TextBox 41"/>
            <p:cNvSpPr txBox="1"/>
            <p:nvPr/>
          </p:nvSpPr>
          <p:spPr bwMode="auto">
            <a:xfrm rot="0" flipH="0" flipV="0">
              <a:off x="3420278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13661694" name="Freeform 51"/>
            <p:cNvSpPr/>
            <p:nvPr/>
          </p:nvSpPr>
          <p:spPr bwMode="auto">
            <a:xfrm rot="0" flipH="0" flipV="0">
              <a:off x="3420278" y="1961281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02224316" name="TextBox 52"/>
            <p:cNvSpPr txBox="1"/>
            <p:nvPr/>
          </p:nvSpPr>
          <p:spPr bwMode="auto">
            <a:xfrm rot="0" flipH="0" flipV="0">
              <a:off x="3420278" y="1824646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38533755" name="Freeform 54"/>
            <p:cNvSpPr/>
            <p:nvPr/>
          </p:nvSpPr>
          <p:spPr bwMode="auto">
            <a:xfrm rot="0" flipH="0" flipV="0">
              <a:off x="3420278" y="287360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4224912" name="TextBox 55"/>
            <p:cNvSpPr txBox="1"/>
            <p:nvPr/>
          </p:nvSpPr>
          <p:spPr bwMode="auto">
            <a:xfrm rot="0" flipH="0" flipV="0">
              <a:off x="3420278" y="273697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25884376" name="Freeform 61"/>
            <p:cNvSpPr/>
            <p:nvPr/>
          </p:nvSpPr>
          <p:spPr bwMode="auto">
            <a:xfrm rot="0" flipH="0" flipV="0">
              <a:off x="3420278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15602080" name="TextBox 62"/>
            <p:cNvSpPr txBox="1"/>
            <p:nvPr/>
          </p:nvSpPr>
          <p:spPr bwMode="auto">
            <a:xfrm rot="0" flipH="0" flipV="0">
              <a:off x="3420278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732209" name="TextBox 32"/>
          <p:cNvSpPr txBox="1"/>
          <p:nvPr/>
        </p:nvSpPr>
        <p:spPr bwMode="auto">
          <a:xfrm flipH="0" flipV="0">
            <a:off x="7468354" y="336683"/>
            <a:ext cx="3058297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Stonewall x2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684687" name="TextBox 33"/>
          <p:cNvSpPr txBox="1"/>
          <p:nvPr/>
        </p:nvSpPr>
        <p:spPr bwMode="auto">
          <a:xfrm>
            <a:off x="7582329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20220630" name="AutoShape 34"/>
          <p:cNvSpPr/>
          <p:nvPr/>
        </p:nvSpPr>
        <p:spPr bwMode="auto">
          <a:xfrm>
            <a:off x="8959037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857945" name="TextBox 38"/>
          <p:cNvSpPr txBox="1"/>
          <p:nvPr/>
        </p:nvSpPr>
        <p:spPr bwMode="auto">
          <a:xfrm>
            <a:off x="9159212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72837761" name="TextBox 42"/>
          <p:cNvSpPr txBox="1"/>
          <p:nvPr/>
        </p:nvSpPr>
        <p:spPr bwMode="auto">
          <a:xfrm>
            <a:off x="6404913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6693888" name="Freeform 43"/>
          <p:cNvSpPr/>
          <p:nvPr/>
        </p:nvSpPr>
        <p:spPr bwMode="auto">
          <a:xfrm rot="1981001">
            <a:off x="6805368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258197" name="TextBox 44"/>
          <p:cNvSpPr txBox="1"/>
          <p:nvPr/>
        </p:nvSpPr>
        <p:spPr bwMode="auto">
          <a:xfrm>
            <a:off x="6290033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di Charles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73941695" name="Freeform 45"/>
          <p:cNvSpPr/>
          <p:nvPr/>
        </p:nvSpPr>
        <p:spPr bwMode="auto">
          <a:xfrm rot="9541431" flipH="1">
            <a:off x="6755917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865121" name="TextBox 46"/>
          <p:cNvSpPr txBox="1"/>
          <p:nvPr/>
        </p:nvSpPr>
        <p:spPr bwMode="auto">
          <a:xfrm flipH="0" flipV="0">
            <a:off x="10689459" y="481011"/>
            <a:ext cx="920296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di Bob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9262900" name="Freeform 47"/>
          <p:cNvSpPr/>
          <p:nvPr/>
        </p:nvSpPr>
        <p:spPr bwMode="auto">
          <a:xfrm rot="-423529" flipH="1">
            <a:off x="10626320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4" y="0"/>
                </a:moveTo>
                <a:lnTo>
                  <a:pt x="0" y="0"/>
                </a:lnTo>
                <a:lnTo>
                  <a:pt x="0" y="160017"/>
                </a:lnTo>
                <a:lnTo>
                  <a:pt x="566434" y="160017"/>
                </a:lnTo>
                <a:lnTo>
                  <a:pt x="566434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98015" name="TextBox 48"/>
          <p:cNvSpPr txBox="1"/>
          <p:nvPr/>
        </p:nvSpPr>
        <p:spPr bwMode="auto">
          <a:xfrm>
            <a:off x="10824563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di Charles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1059864" name="Freeform 49"/>
          <p:cNvSpPr/>
          <p:nvPr/>
        </p:nvSpPr>
        <p:spPr bwMode="auto">
          <a:xfrm rot="-2557580" flipH="1">
            <a:off x="10561420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242992" name="Freeform 56"/>
          <p:cNvSpPr/>
          <p:nvPr/>
        </p:nvSpPr>
        <p:spPr bwMode="auto">
          <a:xfrm rot="-10662274">
            <a:off x="10560267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347934" name="TextBox 57"/>
          <p:cNvSpPr txBox="1"/>
          <p:nvPr/>
        </p:nvSpPr>
        <p:spPr bwMode="auto">
          <a:xfrm>
            <a:off x="10744429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2009243" name="Freeform 58"/>
          <p:cNvSpPr/>
          <p:nvPr/>
        </p:nvSpPr>
        <p:spPr bwMode="auto">
          <a:xfrm rot="-9983765">
            <a:off x="10568164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904179" name="TextBox 59"/>
          <p:cNvSpPr txBox="1"/>
          <p:nvPr/>
        </p:nvSpPr>
        <p:spPr bwMode="auto">
          <a:xfrm>
            <a:off x="10824563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di Charles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5838178" name="TextBox 69"/>
          <p:cNvSpPr txBox="1"/>
          <p:nvPr/>
        </p:nvSpPr>
        <p:spPr bwMode="auto">
          <a:xfrm flipH="0" flipV="0">
            <a:off x="1445897" y="336684"/>
            <a:ext cx="3007025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Pietra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0721643" name="TextBox 70"/>
          <p:cNvSpPr txBox="1"/>
          <p:nvPr/>
        </p:nvSpPr>
        <p:spPr bwMode="auto">
          <a:xfrm>
            <a:off x="1574614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ingressi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9880395" name="AutoShape 71"/>
          <p:cNvSpPr/>
          <p:nvPr/>
        </p:nvSpPr>
        <p:spPr bwMode="auto">
          <a:xfrm>
            <a:off x="2951322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706942" name="TextBox 75"/>
          <p:cNvSpPr txBox="1"/>
          <p:nvPr/>
        </p:nvSpPr>
        <p:spPr bwMode="auto">
          <a:xfrm>
            <a:off x="3151498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uscite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94829" name="TextBox 79"/>
          <p:cNvSpPr txBox="1"/>
          <p:nvPr/>
        </p:nvSpPr>
        <p:spPr bwMode="auto">
          <a:xfrm>
            <a:off x="397197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70007879" name="Freeform 80"/>
          <p:cNvSpPr/>
          <p:nvPr/>
        </p:nvSpPr>
        <p:spPr bwMode="auto">
          <a:xfrm rot="1981001">
            <a:off x="797653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943879" name="TextBox 81"/>
          <p:cNvSpPr txBox="1"/>
          <p:nvPr/>
        </p:nvSpPr>
        <p:spPr bwMode="auto">
          <a:xfrm>
            <a:off x="282317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5762500" name="Freeform 82"/>
          <p:cNvSpPr/>
          <p:nvPr/>
        </p:nvSpPr>
        <p:spPr bwMode="auto">
          <a:xfrm rot="9541431" flipH="1">
            <a:off x="748202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85866" name="TextBox 83"/>
          <p:cNvSpPr txBox="1"/>
          <p:nvPr/>
        </p:nvSpPr>
        <p:spPr bwMode="auto">
          <a:xfrm>
            <a:off x="4681744" y="664796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di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077901" name="Freeform 84"/>
          <p:cNvSpPr/>
          <p:nvPr/>
        </p:nvSpPr>
        <p:spPr bwMode="auto">
          <a:xfrm rot="-423529" flipH="1">
            <a:off x="4618606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04927" name="TextBox 85"/>
          <p:cNvSpPr txBox="1"/>
          <p:nvPr/>
        </p:nvSpPr>
        <p:spPr bwMode="auto">
          <a:xfrm>
            <a:off x="4816849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di Charles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4298619" name="Freeform 86"/>
          <p:cNvSpPr/>
          <p:nvPr/>
        </p:nvSpPr>
        <p:spPr bwMode="auto">
          <a:xfrm rot="-2557580" flipH="1">
            <a:off x="4553705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351721" name="Freeform 93"/>
          <p:cNvSpPr/>
          <p:nvPr/>
        </p:nvSpPr>
        <p:spPr bwMode="auto">
          <a:xfrm rot="-10662274">
            <a:off x="4552552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055114" name="TextBox 94"/>
          <p:cNvSpPr txBox="1"/>
          <p:nvPr/>
        </p:nvSpPr>
        <p:spPr bwMode="auto">
          <a:xfrm>
            <a:off x="4736714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30716507" name="Freeform 95"/>
          <p:cNvSpPr/>
          <p:nvPr/>
        </p:nvSpPr>
        <p:spPr bwMode="auto">
          <a:xfrm rot="-9983765">
            <a:off x="4560449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900045" name="TextBox 96"/>
          <p:cNvSpPr txBox="1"/>
          <p:nvPr/>
        </p:nvSpPr>
        <p:spPr bwMode="auto">
          <a:xfrm>
            <a:off x="4816849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973888" name="Rectangle: Rounded Corners 12"/>
          <p:cNvSpPr/>
          <p:nvPr/>
        </p:nvSpPr>
        <p:spPr bwMode="auto">
          <a:xfrm>
            <a:off x="1445898" y="141212"/>
            <a:ext cx="3056859" cy="32562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830557376" name="Rectangle: Rounded Corners 12"/>
          <p:cNvSpPr/>
          <p:nvPr/>
        </p:nvSpPr>
        <p:spPr bwMode="auto">
          <a:xfrm>
            <a:off x="7468355" y="1031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982908" name=""/>
          <p:cNvGrpSpPr/>
          <p:nvPr/>
        </p:nvGrpSpPr>
        <p:grpSpPr bwMode="auto">
          <a:xfrm>
            <a:off x="7560428" y="1118304"/>
            <a:ext cx="2799347" cy="1954812"/>
            <a:chOff x="0" y="0"/>
            <a:chExt cx="2799347" cy="1954812"/>
          </a:xfrm>
        </p:grpSpPr>
        <p:sp>
          <p:nvSpPr>
            <p:cNvPr id="29390586" name="Freeform 30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1947386" name="TextBox 31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44916123" name="Freeform 36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2796295" name="TextBox 37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65830381" name="Freeform 40"/>
            <p:cNvSpPr/>
            <p:nvPr/>
          </p:nvSpPr>
          <p:spPr bwMode="auto">
            <a:xfrm rot="0" flipH="0" flipV="0">
              <a:off x="1576882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17638186" name="TextBox 41"/>
            <p:cNvSpPr txBox="1"/>
            <p:nvPr/>
          </p:nvSpPr>
          <p:spPr bwMode="auto">
            <a:xfrm rot="0" flipH="0" flipV="0">
              <a:off x="1576882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25203026" name="Freeform 51"/>
            <p:cNvSpPr/>
            <p:nvPr/>
          </p:nvSpPr>
          <p:spPr bwMode="auto">
            <a:xfrm rot="0" flipH="0" flipV="0">
              <a:off x="1576882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72200" name="TextBox 52"/>
            <p:cNvSpPr txBox="1"/>
            <p:nvPr/>
          </p:nvSpPr>
          <p:spPr bwMode="auto">
            <a:xfrm rot="0" flipH="0" flipV="0">
              <a:off x="1576882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872268" name="Freeform 54"/>
            <p:cNvSpPr/>
            <p:nvPr/>
          </p:nvSpPr>
          <p:spPr bwMode="auto">
            <a:xfrm rot="0" flipH="0" flipV="0">
              <a:off x="1576882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4917895" name="TextBox 55"/>
            <p:cNvSpPr txBox="1"/>
            <p:nvPr/>
          </p:nvSpPr>
          <p:spPr bwMode="auto">
            <a:xfrm rot="0" flipH="0" flipV="0">
              <a:off x="1576882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4285671" name="Freeform 61"/>
            <p:cNvSpPr/>
            <p:nvPr/>
          </p:nvSpPr>
          <p:spPr bwMode="auto">
            <a:xfrm rot="0" flipH="0" flipV="0">
              <a:off x="1576882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10021685" name="TextBox 62"/>
            <p:cNvSpPr txBox="1"/>
            <p:nvPr/>
          </p:nvSpPr>
          <p:spPr bwMode="auto">
            <a:xfrm rot="0" flipH="0" flipV="0">
              <a:off x="1576882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26002745" name=""/>
          <p:cNvGrpSpPr/>
          <p:nvPr/>
        </p:nvGrpSpPr>
        <p:grpSpPr bwMode="auto">
          <a:xfrm>
            <a:off x="1552716" y="1118304"/>
            <a:ext cx="2799345" cy="1954812"/>
            <a:chOff x="0" y="0"/>
            <a:chExt cx="2799345" cy="1954812"/>
          </a:xfrm>
        </p:grpSpPr>
        <p:sp>
          <p:nvSpPr>
            <p:cNvPr id="1796017380" name="Freeform 67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368326" name="TextBox 68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20894020" name="Freeform 73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38425258" name="TextBox 74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006842" name="Freeform 77"/>
            <p:cNvSpPr/>
            <p:nvPr/>
          </p:nvSpPr>
          <p:spPr bwMode="auto">
            <a:xfrm rot="0" flipH="0" flipV="0">
              <a:off x="1576881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92663245" name="TextBox 78"/>
            <p:cNvSpPr txBox="1"/>
            <p:nvPr/>
          </p:nvSpPr>
          <p:spPr bwMode="auto">
            <a:xfrm rot="0" flipH="0" flipV="0">
              <a:off x="1576881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9648129" name="Freeform 88"/>
            <p:cNvSpPr/>
            <p:nvPr/>
          </p:nvSpPr>
          <p:spPr bwMode="auto">
            <a:xfrm rot="0" flipH="0" flipV="0">
              <a:off x="1576881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9804319" name="TextBox 89"/>
            <p:cNvSpPr txBox="1"/>
            <p:nvPr/>
          </p:nvSpPr>
          <p:spPr bwMode="auto">
            <a:xfrm rot="0" flipH="0" flipV="0">
              <a:off x="1576881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915510953" name="Freeform 91"/>
            <p:cNvSpPr/>
            <p:nvPr/>
          </p:nvSpPr>
          <p:spPr bwMode="auto">
            <a:xfrm rot="0" flipH="0" flipV="0">
              <a:off x="1576881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03098478" name="TextBox 92"/>
            <p:cNvSpPr txBox="1"/>
            <p:nvPr/>
          </p:nvSpPr>
          <p:spPr bwMode="auto">
            <a:xfrm rot="0" flipH="0" flipV="0">
              <a:off x="1576881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4083650" name="Freeform 98"/>
            <p:cNvSpPr/>
            <p:nvPr/>
          </p:nvSpPr>
          <p:spPr bwMode="auto">
            <a:xfrm rot="0" flipH="0" flipV="0">
              <a:off x="1576881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86239985" name="TextBox 99"/>
            <p:cNvSpPr txBox="1"/>
            <p:nvPr/>
          </p:nvSpPr>
          <p:spPr bwMode="auto">
            <a:xfrm rot="0" flipH="0" flipV="0">
              <a:off x="1576881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853965" name="TextBox 32"/>
          <p:cNvSpPr txBox="1"/>
          <p:nvPr/>
        </p:nvSpPr>
        <p:spPr bwMode="auto">
          <a:xfrm>
            <a:off x="457808" y="57847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1376713" name="TextBox 33"/>
          <p:cNvSpPr txBox="1"/>
          <p:nvPr/>
        </p:nvSpPr>
        <p:spPr bwMode="auto">
          <a:xfrm>
            <a:off x="632476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2880077" name="AutoShape 34"/>
          <p:cNvSpPr/>
          <p:nvPr/>
        </p:nvSpPr>
        <p:spPr bwMode="auto">
          <a:xfrm>
            <a:off x="3555111" y="1255393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858889" name="TextBox 38"/>
          <p:cNvSpPr txBox="1"/>
          <p:nvPr/>
        </p:nvSpPr>
        <p:spPr bwMode="auto">
          <a:xfrm>
            <a:off x="4253655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75608440" name="Rectangle: Rounded Corners 12"/>
          <p:cNvSpPr/>
          <p:nvPr/>
        </p:nvSpPr>
        <p:spPr bwMode="auto">
          <a:xfrm>
            <a:off x="134556" y="201734"/>
            <a:ext cx="6857681" cy="60037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2324035" name=""/>
          <p:cNvGrpSpPr/>
          <p:nvPr/>
        </p:nvGrpSpPr>
        <p:grpSpPr bwMode="auto">
          <a:xfrm>
            <a:off x="591155" y="1825752"/>
            <a:ext cx="5927717" cy="3760655"/>
            <a:chOff x="0" y="0"/>
            <a:chExt cx="5927717" cy="3760655"/>
          </a:xfrm>
        </p:grpSpPr>
        <p:sp>
          <p:nvSpPr>
            <p:cNvPr id="1167029215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384197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509756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10471901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32619234" name="Freeform 40"/>
            <p:cNvSpPr/>
            <p:nvPr/>
          </p:nvSpPr>
          <p:spPr bwMode="auto">
            <a:xfrm rot="0" flipH="0" flipV="0">
              <a:off x="3621179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3835906" name="TextBox 41"/>
            <p:cNvSpPr txBox="1"/>
            <p:nvPr/>
          </p:nvSpPr>
          <p:spPr bwMode="auto">
            <a:xfrm rot="0" flipH="0" flipV="0">
              <a:off x="3621179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61580584" name="Freeform 43"/>
            <p:cNvSpPr/>
            <p:nvPr/>
          </p:nvSpPr>
          <p:spPr bwMode="auto">
            <a:xfrm rot="0" flipH="0" flipV="0">
              <a:off x="3621179" y="207648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32852577" name="TextBox 44"/>
            <p:cNvSpPr txBox="1"/>
            <p:nvPr/>
          </p:nvSpPr>
          <p:spPr bwMode="auto">
            <a:xfrm rot="0" flipH="0" flipV="0">
              <a:off x="3621179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68165013" name="Freeform 46"/>
            <p:cNvSpPr/>
            <p:nvPr/>
          </p:nvSpPr>
          <p:spPr bwMode="auto">
            <a:xfrm rot="0" flipH="0" flipV="0">
              <a:off x="3621179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04135927" name="TextBox 47"/>
            <p:cNvSpPr txBox="1"/>
            <p:nvPr/>
          </p:nvSpPr>
          <p:spPr bwMode="auto">
            <a:xfrm rot="0" flipH="0" flipV="0">
              <a:off x="3621179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06836967" name="Freeform 49"/>
            <p:cNvSpPr/>
            <p:nvPr/>
          </p:nvSpPr>
          <p:spPr bwMode="auto">
            <a:xfrm rot="0" flipH="0" flipV="0">
              <a:off x="3621179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9544877" name="TextBox 5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8759874" name=""/>
          <p:cNvPicPr>
            <a:picLocks noChangeAspect="1"/>
          </p:cNvPicPr>
          <p:nvPr/>
        </p:nvPicPr>
        <p:blipFill>
          <a:blip r:embed="rId3"/>
          <a:srcRect l="-22947" t="0" r="-20549" b="0"/>
          <a:stretch/>
        </p:blipFill>
        <p:spPr bwMode="auto">
          <a:xfrm flipH="0" flipV="0">
            <a:off x="1470963" y="1309484"/>
            <a:ext cx="9756321" cy="38308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287292" name="Freeform 26"/>
          <p:cNvSpPr/>
          <p:nvPr/>
        </p:nvSpPr>
        <p:spPr bwMode="auto">
          <a:xfrm>
            <a:off x="840378" y="3284786"/>
            <a:ext cx="642303" cy="588510"/>
          </a:xfrm>
          <a:custGeom>
            <a:avLst/>
            <a:gdLst/>
            <a:ahLst/>
            <a:cxnLst/>
            <a:rect l="l" t="t" r="r" b="b"/>
            <a:pathLst>
              <a:path w="642305" h="588512" fill="norm" stroke="1" extrusionOk="0">
                <a:moveTo>
                  <a:pt x="0" y="0"/>
                </a:moveTo>
                <a:lnTo>
                  <a:pt x="642305" y="0"/>
                </a:lnTo>
                <a:lnTo>
                  <a:pt x="642305" y="588512"/>
                </a:lnTo>
                <a:lnTo>
                  <a:pt x="0" y="588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04639" name="Freeform 31"/>
          <p:cNvSpPr/>
          <p:nvPr/>
        </p:nvSpPr>
        <p:spPr bwMode="auto">
          <a:xfrm rot="0" flipH="0" flipV="0">
            <a:off x="2072510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5033590" name="TextBox 32"/>
          <p:cNvSpPr txBox="1"/>
          <p:nvPr/>
        </p:nvSpPr>
        <p:spPr bwMode="auto">
          <a:xfrm rot="0" flipH="0" flipV="0">
            <a:off x="2072510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24006669" name="AutoShape 33"/>
          <p:cNvSpPr/>
          <p:nvPr/>
        </p:nvSpPr>
        <p:spPr bwMode="auto">
          <a:xfrm>
            <a:off x="3441441" y="2693462"/>
            <a:ext cx="0" cy="211619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896987" name="Freeform 35"/>
          <p:cNvSpPr/>
          <p:nvPr/>
        </p:nvSpPr>
        <p:spPr bwMode="auto">
          <a:xfrm rot="0" flipH="0" flipV="0">
            <a:off x="2072510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4588858" name="TextBox 36"/>
          <p:cNvSpPr txBox="1"/>
          <p:nvPr/>
        </p:nvSpPr>
        <p:spPr bwMode="auto">
          <a:xfrm rot="0" flipH="0" flipV="0">
            <a:off x="2072510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16836302" name="Freeform 38"/>
          <p:cNvSpPr/>
          <p:nvPr/>
        </p:nvSpPr>
        <p:spPr bwMode="auto">
          <a:xfrm rot="0" flipH="0" flipV="0">
            <a:off x="2072597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13588401" name="TextBox 39"/>
          <p:cNvSpPr txBox="1"/>
          <p:nvPr/>
        </p:nvSpPr>
        <p:spPr bwMode="auto">
          <a:xfrm rot="0" flipH="0" flipV="0">
            <a:off x="2072597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26532361" name="Freeform 41"/>
          <p:cNvSpPr/>
          <p:nvPr/>
        </p:nvSpPr>
        <p:spPr bwMode="auto">
          <a:xfrm rot="0" flipH="0" flipV="0">
            <a:off x="2072597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95405506" name="TextBox 42"/>
          <p:cNvSpPr txBox="1"/>
          <p:nvPr/>
        </p:nvSpPr>
        <p:spPr bwMode="auto">
          <a:xfrm rot="0" flipH="0" flipV="0">
            <a:off x="2072597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35888901" name="Freeform 44"/>
          <p:cNvSpPr/>
          <p:nvPr/>
        </p:nvSpPr>
        <p:spPr bwMode="auto">
          <a:xfrm rot="0" flipH="0" flipV="0">
            <a:off x="2072597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698992" name="TextBox 45"/>
          <p:cNvSpPr txBox="1"/>
          <p:nvPr/>
        </p:nvSpPr>
        <p:spPr bwMode="auto">
          <a:xfrm rot="0" flipH="0" flipV="0">
            <a:off x="2072597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892921264" name="Freeform 47"/>
          <p:cNvSpPr/>
          <p:nvPr/>
        </p:nvSpPr>
        <p:spPr bwMode="auto">
          <a:xfrm rot="0" flipH="0" flipV="0">
            <a:off x="3744986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2914181" name="TextBox 48"/>
          <p:cNvSpPr txBox="1"/>
          <p:nvPr/>
        </p:nvSpPr>
        <p:spPr bwMode="auto">
          <a:xfrm rot="0" flipH="0" flipV="0">
            <a:off x="3744986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17936285" name="Freeform 50"/>
          <p:cNvSpPr/>
          <p:nvPr/>
        </p:nvSpPr>
        <p:spPr bwMode="auto">
          <a:xfrm rot="0" flipH="0" flipV="0">
            <a:off x="3744986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330293" name="TextBox 51"/>
          <p:cNvSpPr txBox="1"/>
          <p:nvPr/>
        </p:nvSpPr>
        <p:spPr bwMode="auto">
          <a:xfrm rot="0" flipH="0" flipV="0">
            <a:off x="3744986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27091039" name="Freeform 53"/>
          <p:cNvSpPr/>
          <p:nvPr/>
        </p:nvSpPr>
        <p:spPr bwMode="auto">
          <a:xfrm rot="0" flipH="0" flipV="0">
            <a:off x="3745072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5890151" name="TextBox 54"/>
          <p:cNvSpPr txBox="1"/>
          <p:nvPr/>
        </p:nvSpPr>
        <p:spPr bwMode="auto">
          <a:xfrm rot="0" flipH="0" flipV="0">
            <a:off x="3745072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42622899" name="Freeform 56"/>
          <p:cNvSpPr/>
          <p:nvPr/>
        </p:nvSpPr>
        <p:spPr bwMode="auto">
          <a:xfrm rot="0" flipH="0" flipV="0">
            <a:off x="3745072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97888707" name="TextBox 57"/>
          <p:cNvSpPr txBox="1"/>
          <p:nvPr/>
        </p:nvSpPr>
        <p:spPr bwMode="auto">
          <a:xfrm rot="0" flipH="0" flipV="0">
            <a:off x="3745072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09722216" name="Freeform 59"/>
          <p:cNvSpPr/>
          <p:nvPr/>
        </p:nvSpPr>
        <p:spPr bwMode="auto">
          <a:xfrm rot="0" flipH="0" flipV="0">
            <a:off x="3745072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233520" name="TextBox 60"/>
          <p:cNvSpPr txBox="1"/>
          <p:nvPr/>
        </p:nvSpPr>
        <p:spPr bwMode="auto">
          <a:xfrm rot="0" flipH="0" flipV="0">
            <a:off x="3745072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744913067" name="Freeform 61"/>
          <p:cNvSpPr/>
          <p:nvPr/>
        </p:nvSpPr>
        <p:spPr bwMode="auto">
          <a:xfrm>
            <a:off x="7901363" y="2234004"/>
            <a:ext cx="2812816" cy="2690075"/>
          </a:xfrm>
          <a:custGeom>
            <a:avLst/>
            <a:gdLst/>
            <a:ahLst/>
            <a:cxnLst/>
            <a:rect l="l" t="t" r="r" b="b"/>
            <a:pathLst>
              <a:path w="2812818" h="2690077" fill="norm" stroke="1" extrusionOk="0">
                <a:moveTo>
                  <a:pt x="0" y="0"/>
                </a:moveTo>
                <a:lnTo>
                  <a:pt x="2812818" y="0"/>
                </a:lnTo>
                <a:lnTo>
                  <a:pt x="2812818" y="2690077"/>
                </a:lnTo>
                <a:lnTo>
                  <a:pt x="0" y="2690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918217" name="Freeform 62"/>
          <p:cNvSpPr/>
          <p:nvPr/>
        </p:nvSpPr>
        <p:spPr bwMode="auto">
          <a:xfrm>
            <a:off x="9074808" y="2393401"/>
            <a:ext cx="465927" cy="465927"/>
          </a:xfrm>
          <a:custGeom>
            <a:avLst/>
            <a:gdLst/>
            <a:ahLst/>
            <a:cxnLst/>
            <a:rect l="l" t="t" r="r" b="b"/>
            <a:pathLst>
              <a:path w="465929" h="465929" fill="norm" stroke="1" extrusionOk="0">
                <a:moveTo>
                  <a:pt x="0" y="0"/>
                </a:moveTo>
                <a:lnTo>
                  <a:pt x="465929" y="0"/>
                </a:lnTo>
                <a:lnTo>
                  <a:pt x="465929" y="465929"/>
                </a:lnTo>
                <a:lnTo>
                  <a:pt x="0" y="465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815019" name="AutoShape 63"/>
          <p:cNvSpPr/>
          <p:nvPr/>
        </p:nvSpPr>
        <p:spPr bwMode="auto">
          <a:xfrm flipV="1">
            <a:off x="4810371" y="3772499"/>
            <a:ext cx="3090990" cy="4251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43802" name="Freeform 64"/>
          <p:cNvSpPr/>
          <p:nvPr/>
        </p:nvSpPr>
        <p:spPr bwMode="auto">
          <a:xfrm>
            <a:off x="6260134" y="3387279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20" y="0"/>
                </a:lnTo>
                <a:lnTo>
                  <a:pt x="486020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776471" name="TextBox 65"/>
          <p:cNvSpPr txBox="1"/>
          <p:nvPr/>
        </p:nvSpPr>
        <p:spPr bwMode="auto">
          <a:xfrm flipH="0" flipV="0">
            <a:off x="1880475" y="2134321"/>
            <a:ext cx="3058299" cy="29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2020484996" name="Rectangle: Rounded Corners 12"/>
          <p:cNvSpPr/>
          <p:nvPr/>
        </p:nvSpPr>
        <p:spPr bwMode="auto">
          <a:xfrm>
            <a:off x="1880476" y="1909290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779546" name="Freeform 26"/>
          <p:cNvSpPr/>
          <p:nvPr/>
        </p:nvSpPr>
        <p:spPr bwMode="auto">
          <a:xfrm>
            <a:off x="340232" y="3336941"/>
            <a:ext cx="619421" cy="567544"/>
          </a:xfrm>
          <a:custGeom>
            <a:avLst/>
            <a:gdLst/>
            <a:ahLst/>
            <a:cxnLst/>
            <a:rect l="l" t="t" r="r" b="b"/>
            <a:pathLst>
              <a:path w="619423" h="567546" fill="norm" stroke="1" extrusionOk="0">
                <a:moveTo>
                  <a:pt x="0" y="0"/>
                </a:moveTo>
                <a:lnTo>
                  <a:pt x="619422" y="0"/>
                </a:lnTo>
                <a:lnTo>
                  <a:pt x="619422" y="567546"/>
                </a:lnTo>
                <a:lnTo>
                  <a:pt x="0" y="567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953639" name="Freeform 31"/>
          <p:cNvSpPr/>
          <p:nvPr/>
        </p:nvSpPr>
        <p:spPr bwMode="auto">
          <a:xfrm rot="0" flipH="0" flipV="0">
            <a:off x="1528470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3649295" name="TextBox 32"/>
          <p:cNvSpPr txBox="1"/>
          <p:nvPr/>
        </p:nvSpPr>
        <p:spPr bwMode="auto">
          <a:xfrm rot="0" flipH="0" flipV="0">
            <a:off x="1528470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7916906" name="AutoShape 33"/>
          <p:cNvSpPr/>
          <p:nvPr/>
        </p:nvSpPr>
        <p:spPr bwMode="auto">
          <a:xfrm>
            <a:off x="2848631" y="2766684"/>
            <a:ext cx="0" cy="204080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67636" name="Freeform 35"/>
          <p:cNvSpPr/>
          <p:nvPr/>
        </p:nvSpPr>
        <p:spPr bwMode="auto">
          <a:xfrm rot="0" flipH="0" flipV="0">
            <a:off x="1528470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346573" name="TextBox 36"/>
          <p:cNvSpPr txBox="1"/>
          <p:nvPr/>
        </p:nvSpPr>
        <p:spPr bwMode="auto">
          <a:xfrm rot="0" flipH="0" flipV="0">
            <a:off x="1528470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67454024" name="Freeform 38"/>
          <p:cNvSpPr/>
          <p:nvPr/>
        </p:nvSpPr>
        <p:spPr bwMode="auto">
          <a:xfrm rot="0" flipH="0" flipV="0">
            <a:off x="1528551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8173741" name="TextBox 39"/>
          <p:cNvSpPr txBox="1"/>
          <p:nvPr/>
        </p:nvSpPr>
        <p:spPr bwMode="auto">
          <a:xfrm rot="0" flipH="0" flipV="0">
            <a:off x="1528551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45127865" name="Freeform 41"/>
          <p:cNvSpPr/>
          <p:nvPr/>
        </p:nvSpPr>
        <p:spPr bwMode="auto">
          <a:xfrm rot="0" flipH="0" flipV="0">
            <a:off x="1528551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94480747" name="TextBox 42"/>
          <p:cNvSpPr txBox="1"/>
          <p:nvPr/>
        </p:nvSpPr>
        <p:spPr bwMode="auto">
          <a:xfrm rot="0" flipH="0" flipV="0">
            <a:off x="1528551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35063990" name="Freeform 44"/>
          <p:cNvSpPr/>
          <p:nvPr/>
        </p:nvSpPr>
        <p:spPr bwMode="auto">
          <a:xfrm rot="0" flipH="0" flipV="0">
            <a:off x="1528551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7787186" name="TextBox 45"/>
          <p:cNvSpPr txBox="1"/>
          <p:nvPr/>
        </p:nvSpPr>
        <p:spPr bwMode="auto">
          <a:xfrm rot="0" flipH="0" flipV="0">
            <a:off x="1528551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2046136492" name="Freeform 47"/>
          <p:cNvSpPr/>
          <p:nvPr/>
        </p:nvSpPr>
        <p:spPr bwMode="auto">
          <a:xfrm rot="0" flipH="0" flipV="0">
            <a:off x="3141361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1800976" name="TextBox 48"/>
          <p:cNvSpPr txBox="1"/>
          <p:nvPr/>
        </p:nvSpPr>
        <p:spPr bwMode="auto">
          <a:xfrm rot="0" flipH="0" flipV="0">
            <a:off x="3141361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42150760" name="Freeform 50"/>
          <p:cNvSpPr/>
          <p:nvPr/>
        </p:nvSpPr>
        <p:spPr bwMode="auto">
          <a:xfrm rot="0" flipH="0" flipV="0">
            <a:off x="3141361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2914693" name="TextBox 51"/>
          <p:cNvSpPr txBox="1"/>
          <p:nvPr/>
        </p:nvSpPr>
        <p:spPr bwMode="auto">
          <a:xfrm rot="0" flipH="0" flipV="0">
            <a:off x="3141361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58724324" name="Freeform 53"/>
          <p:cNvSpPr/>
          <p:nvPr/>
        </p:nvSpPr>
        <p:spPr bwMode="auto">
          <a:xfrm rot="0" flipH="0" flipV="0">
            <a:off x="3141443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6226201" name="TextBox 54"/>
          <p:cNvSpPr txBox="1"/>
          <p:nvPr/>
        </p:nvSpPr>
        <p:spPr bwMode="auto">
          <a:xfrm rot="0" flipH="0" flipV="0">
            <a:off x="3141443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64104889" name="Freeform 56"/>
          <p:cNvSpPr/>
          <p:nvPr/>
        </p:nvSpPr>
        <p:spPr bwMode="auto">
          <a:xfrm rot="0" flipH="0" flipV="0">
            <a:off x="3141443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627987" name="TextBox 57"/>
          <p:cNvSpPr txBox="1"/>
          <p:nvPr/>
        </p:nvSpPr>
        <p:spPr bwMode="auto">
          <a:xfrm rot="0" flipH="0" flipV="0">
            <a:off x="3141443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5217504" name="Freeform 59"/>
          <p:cNvSpPr/>
          <p:nvPr/>
        </p:nvSpPr>
        <p:spPr bwMode="auto">
          <a:xfrm rot="0" flipH="0" flipV="0">
            <a:off x="3141443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1019495" name="TextBox 60"/>
          <p:cNvSpPr txBox="1"/>
          <p:nvPr/>
        </p:nvSpPr>
        <p:spPr bwMode="auto">
          <a:xfrm rot="0" flipH="0" flipV="0">
            <a:off x="3141443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621103963" name="Freeform 61"/>
          <p:cNvSpPr/>
          <p:nvPr/>
        </p:nvSpPr>
        <p:spPr bwMode="auto">
          <a:xfrm>
            <a:off x="9073220" y="2323595"/>
            <a:ext cx="2712609" cy="2594241"/>
          </a:xfrm>
          <a:custGeom>
            <a:avLst/>
            <a:gdLst/>
            <a:ahLst/>
            <a:cxnLst/>
            <a:rect l="l" t="t" r="r" b="b"/>
            <a:pathLst>
              <a:path w="2712610" h="2594241" fill="norm" stroke="1" extrusionOk="0">
                <a:moveTo>
                  <a:pt x="0" y="0"/>
                </a:moveTo>
                <a:lnTo>
                  <a:pt x="2712610" y="0"/>
                </a:lnTo>
                <a:lnTo>
                  <a:pt x="2712610" y="2594241"/>
                </a:lnTo>
                <a:lnTo>
                  <a:pt x="0" y="2594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3114" name="Freeform 62"/>
          <p:cNvSpPr/>
          <p:nvPr/>
        </p:nvSpPr>
        <p:spPr bwMode="auto">
          <a:xfrm>
            <a:off x="10204859" y="2477313"/>
            <a:ext cx="449328" cy="449328"/>
          </a:xfrm>
          <a:custGeom>
            <a:avLst/>
            <a:gdLst/>
            <a:ahLst/>
            <a:cxnLst/>
            <a:rect l="l" t="t" r="r" b="b"/>
            <a:pathLst>
              <a:path w="449330" h="449330" fill="norm" stroke="1" extrusionOk="0">
                <a:moveTo>
                  <a:pt x="0" y="0"/>
                </a:moveTo>
                <a:lnTo>
                  <a:pt x="449330" y="0"/>
                </a:lnTo>
                <a:lnTo>
                  <a:pt x="449330" y="449330"/>
                </a:lnTo>
                <a:lnTo>
                  <a:pt x="0" y="449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959845" name="AutoShape 63"/>
          <p:cNvSpPr/>
          <p:nvPr/>
        </p:nvSpPr>
        <p:spPr bwMode="auto">
          <a:xfrm flipV="1">
            <a:off x="4168791" y="3920601"/>
            <a:ext cx="1304229" cy="2967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672745" name="Freeform 64"/>
          <p:cNvSpPr/>
          <p:nvPr/>
        </p:nvSpPr>
        <p:spPr bwMode="auto">
          <a:xfrm>
            <a:off x="5473023" y="2845058"/>
            <a:ext cx="2580024" cy="1564139"/>
          </a:xfrm>
          <a:custGeom>
            <a:avLst/>
            <a:gdLst/>
            <a:ahLst/>
            <a:cxnLst/>
            <a:rect l="l" t="t" r="r" b="b"/>
            <a:pathLst>
              <a:path w="2580026" h="1564141" fill="norm" stroke="1" extrusionOk="0">
                <a:moveTo>
                  <a:pt x="0" y="0"/>
                </a:moveTo>
                <a:lnTo>
                  <a:pt x="2580026" y="0"/>
                </a:lnTo>
                <a:lnTo>
                  <a:pt x="2580026" y="1564141"/>
                </a:lnTo>
                <a:lnTo>
                  <a:pt x="0" y="15641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712353" name="Freeform 65"/>
          <p:cNvSpPr/>
          <p:nvPr/>
        </p:nvSpPr>
        <p:spPr bwMode="auto">
          <a:xfrm>
            <a:off x="8337804" y="3048119"/>
            <a:ext cx="468703" cy="468703"/>
          </a:xfrm>
          <a:custGeom>
            <a:avLst/>
            <a:gdLst/>
            <a:ahLst/>
            <a:cxnLst/>
            <a:rect l="l" t="t" r="r" b="b"/>
            <a:pathLst>
              <a:path w="468705" h="468705" fill="norm" stroke="1" extrusionOk="0">
                <a:moveTo>
                  <a:pt x="0" y="0"/>
                </a:moveTo>
                <a:lnTo>
                  <a:pt x="468705" y="0"/>
                </a:lnTo>
                <a:lnTo>
                  <a:pt x="468705" y="468705"/>
                </a:lnTo>
                <a:lnTo>
                  <a:pt x="0" y="468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19722" name="TextBox 66"/>
          <p:cNvSpPr txBox="1"/>
          <p:nvPr/>
        </p:nvSpPr>
        <p:spPr bwMode="auto">
          <a:xfrm flipH="0" flipV="0">
            <a:off x="1308975" y="2222186"/>
            <a:ext cx="3057579" cy="280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2644190" name="AutoShape 67"/>
          <p:cNvSpPr/>
          <p:nvPr/>
        </p:nvSpPr>
        <p:spPr bwMode="auto">
          <a:xfrm flipV="1">
            <a:off x="8053049" y="3620715"/>
            <a:ext cx="1020169" cy="64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99853" name="Rectangle: Rounded Corners 12"/>
          <p:cNvSpPr/>
          <p:nvPr/>
        </p:nvSpPr>
        <p:spPr bwMode="auto">
          <a:xfrm>
            <a:off x="1308976" y="20462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855755" name="Freeform 27"/>
          <p:cNvSpPr/>
          <p:nvPr/>
        </p:nvSpPr>
        <p:spPr bwMode="auto">
          <a:xfrm rot="0" flipH="0" flipV="0">
            <a:off x="2293979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25047294" name="TextBox 28"/>
          <p:cNvSpPr txBox="1"/>
          <p:nvPr/>
        </p:nvSpPr>
        <p:spPr bwMode="auto">
          <a:xfrm rot="0" flipH="0" flipV="0">
            <a:off x="2293979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58686542" name="Freeform 30"/>
          <p:cNvSpPr/>
          <p:nvPr/>
        </p:nvSpPr>
        <p:spPr bwMode="auto">
          <a:xfrm rot="0" flipH="0" flipV="0">
            <a:off x="4268866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494518389" name="TextBox 31"/>
          <p:cNvSpPr txBox="1"/>
          <p:nvPr/>
        </p:nvSpPr>
        <p:spPr bwMode="auto">
          <a:xfrm rot="0" flipH="0" flipV="0">
            <a:off x="4268866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70545919" name="Freeform 33"/>
          <p:cNvSpPr/>
          <p:nvPr/>
        </p:nvSpPr>
        <p:spPr bwMode="auto">
          <a:xfrm rot="0" flipH="0" flipV="0">
            <a:off x="6243751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28607127" name="TextBox 34"/>
          <p:cNvSpPr txBox="1"/>
          <p:nvPr/>
        </p:nvSpPr>
        <p:spPr bwMode="auto">
          <a:xfrm rot="0" flipH="0" flipV="0">
            <a:off x="6243751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2240947" name="Freeform 36"/>
          <p:cNvSpPr/>
          <p:nvPr/>
        </p:nvSpPr>
        <p:spPr bwMode="auto">
          <a:xfrm rot="0" flipH="0" flipV="0">
            <a:off x="8217698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4610079" name="TextBox 37"/>
          <p:cNvSpPr txBox="1"/>
          <p:nvPr/>
        </p:nvSpPr>
        <p:spPr bwMode="auto">
          <a:xfrm rot="0" flipH="0" flipV="0">
            <a:off x="8217698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68526587" name="AutoShape 38"/>
          <p:cNvSpPr/>
          <p:nvPr/>
        </p:nvSpPr>
        <p:spPr bwMode="auto">
          <a:xfrm flipH="1">
            <a:off x="3610705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154657" name="AutoShape 39"/>
          <p:cNvSpPr/>
          <p:nvPr/>
        </p:nvSpPr>
        <p:spPr bwMode="auto">
          <a:xfrm flipH="1">
            <a:off x="5585590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7151911" name="AutoShape 40"/>
          <p:cNvSpPr/>
          <p:nvPr/>
        </p:nvSpPr>
        <p:spPr bwMode="auto">
          <a:xfrm flipH="1">
            <a:off x="7560475" y="4700110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4523368" name="TextBox 41"/>
          <p:cNvSpPr txBox="1"/>
          <p:nvPr/>
        </p:nvSpPr>
        <p:spPr bwMode="auto">
          <a:xfrm flipH="0" flipV="0">
            <a:off x="1010063" y="1953335"/>
            <a:ext cx="9809213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L'emittente effettua 4 operazioni verso onesel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3384080" name="Freeform 42"/>
          <p:cNvSpPr/>
          <p:nvPr/>
        </p:nvSpPr>
        <p:spPr bwMode="auto">
          <a:xfrm rot="4964345">
            <a:off x="4126739" y="348625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505932" name="Freeform 43"/>
          <p:cNvSpPr/>
          <p:nvPr/>
        </p:nvSpPr>
        <p:spPr bwMode="auto">
          <a:xfrm rot="-6062157" flipH="1">
            <a:off x="6413753" y="335041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550971" name="Freeform 44"/>
          <p:cNvSpPr/>
          <p:nvPr/>
        </p:nvSpPr>
        <p:spPr bwMode="auto">
          <a:xfrm rot="6345702">
            <a:off x="2542376" y="334868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4787222" name="Freeform 45"/>
          <p:cNvSpPr/>
          <p:nvPr/>
        </p:nvSpPr>
        <p:spPr bwMode="auto">
          <a:xfrm rot="-8025351" flipH="1">
            <a:off x="7509609" y="303896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922629" name="Freeform 27"/>
          <p:cNvSpPr/>
          <p:nvPr/>
        </p:nvSpPr>
        <p:spPr bwMode="auto">
          <a:xfrm rot="0" flipH="0" flipV="0">
            <a:off x="1339115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53578769" name="TextBox 28"/>
          <p:cNvSpPr txBox="1"/>
          <p:nvPr/>
        </p:nvSpPr>
        <p:spPr bwMode="auto">
          <a:xfrm rot="0" flipH="0" flipV="0">
            <a:off x="1339115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6338324" name="Freeform 30"/>
          <p:cNvSpPr/>
          <p:nvPr/>
        </p:nvSpPr>
        <p:spPr bwMode="auto">
          <a:xfrm rot="0" flipH="0" flipV="0">
            <a:off x="3314000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6679592" name="TextBox 31"/>
          <p:cNvSpPr txBox="1"/>
          <p:nvPr/>
        </p:nvSpPr>
        <p:spPr bwMode="auto">
          <a:xfrm rot="0" flipH="0" flipV="0">
            <a:off x="3314000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86096390" name="Freeform 33"/>
          <p:cNvSpPr/>
          <p:nvPr/>
        </p:nvSpPr>
        <p:spPr bwMode="auto">
          <a:xfrm rot="0" flipH="0" flipV="0">
            <a:off x="5288886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6806947" name="TextBox 34"/>
          <p:cNvSpPr txBox="1"/>
          <p:nvPr/>
        </p:nvSpPr>
        <p:spPr bwMode="auto">
          <a:xfrm rot="0" flipH="0" flipV="0">
            <a:off x="5288886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65062843" name="Freeform 36"/>
          <p:cNvSpPr/>
          <p:nvPr/>
        </p:nvSpPr>
        <p:spPr bwMode="auto">
          <a:xfrm rot="0" flipH="0" flipV="0">
            <a:off x="7262834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11701003" name="TextBox 37"/>
          <p:cNvSpPr txBox="1"/>
          <p:nvPr/>
        </p:nvSpPr>
        <p:spPr bwMode="auto">
          <a:xfrm rot="0" flipH="0" flipV="0">
            <a:off x="7262834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354586" name="Freeform 39"/>
          <p:cNvSpPr/>
          <p:nvPr/>
        </p:nvSpPr>
        <p:spPr bwMode="auto">
          <a:xfrm rot="0" flipH="0" flipV="0">
            <a:off x="9236781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23316403" name="TextBox 40"/>
          <p:cNvSpPr txBox="1"/>
          <p:nvPr/>
        </p:nvSpPr>
        <p:spPr bwMode="auto">
          <a:xfrm rot="0" flipH="0" flipV="0">
            <a:off x="9236781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6283830" name="AutoShape 41"/>
          <p:cNvSpPr/>
          <p:nvPr/>
        </p:nvSpPr>
        <p:spPr bwMode="auto">
          <a:xfrm flipH="1">
            <a:off x="2655839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707231" name="AutoShape 42"/>
          <p:cNvSpPr/>
          <p:nvPr/>
        </p:nvSpPr>
        <p:spPr bwMode="auto">
          <a:xfrm flipH="1">
            <a:off x="4630725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03563" name="AutoShape 43"/>
          <p:cNvSpPr/>
          <p:nvPr/>
        </p:nvSpPr>
        <p:spPr bwMode="auto">
          <a:xfrm flipH="1">
            <a:off x="6605610" y="3916209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9468181" name="AutoShape 44"/>
          <p:cNvSpPr/>
          <p:nvPr/>
        </p:nvSpPr>
        <p:spPr bwMode="auto">
          <a:xfrm flipH="1">
            <a:off x="8579558" y="3916209"/>
            <a:ext cx="65722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9685" name="TextBox 45"/>
          <p:cNvSpPr txBox="1"/>
          <p:nvPr/>
        </p:nvSpPr>
        <p:spPr bwMode="auto">
          <a:xfrm flipH="0" flipV="0">
            <a:off x="1378690" y="1411111"/>
            <a:ext cx="905712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L'emittente effettua 4 operazioni nei propri confronti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62525936" name="Freeform 46"/>
          <p:cNvSpPr/>
          <p:nvPr/>
        </p:nvSpPr>
        <p:spPr bwMode="auto">
          <a:xfrm rot="4964345">
            <a:off x="3171873" y="27023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907413" name="Freeform 47"/>
          <p:cNvSpPr/>
          <p:nvPr/>
        </p:nvSpPr>
        <p:spPr bwMode="auto">
          <a:xfrm rot="-6062157" flipH="1">
            <a:off x="5458887" y="256650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983618" name="Freeform 48"/>
          <p:cNvSpPr/>
          <p:nvPr/>
        </p:nvSpPr>
        <p:spPr bwMode="auto">
          <a:xfrm rot="6345702">
            <a:off x="1587509" y="256477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406624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389875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L'ultima transazione viene utilizzata per pagare il destinatario finale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8775832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521819" name="Freeform 27"/>
          <p:cNvSpPr/>
          <p:nvPr/>
        </p:nvSpPr>
        <p:spPr bwMode="auto">
          <a:xfrm rot="0" flipH="0" flipV="0">
            <a:off x="2603245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1545032" name="TextBox 28"/>
          <p:cNvSpPr txBox="1"/>
          <p:nvPr/>
        </p:nvSpPr>
        <p:spPr bwMode="auto">
          <a:xfrm rot="0" flipH="0" flipV="0">
            <a:off x="2603245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46004275" name="Freeform 30"/>
          <p:cNvSpPr/>
          <p:nvPr/>
        </p:nvSpPr>
        <p:spPr bwMode="auto">
          <a:xfrm rot="0" flipH="0" flipV="0">
            <a:off x="420626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23442568" name="TextBox 31"/>
          <p:cNvSpPr txBox="1"/>
          <p:nvPr/>
        </p:nvSpPr>
        <p:spPr bwMode="auto">
          <a:xfrm rot="0" flipH="0" flipV="0">
            <a:off x="420626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228678" name="Freeform 33"/>
          <p:cNvSpPr/>
          <p:nvPr/>
        </p:nvSpPr>
        <p:spPr bwMode="auto">
          <a:xfrm rot="0" flipH="0" flipV="0">
            <a:off x="5809278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4997233" name="TextBox 34"/>
          <p:cNvSpPr txBox="1"/>
          <p:nvPr/>
        </p:nvSpPr>
        <p:spPr bwMode="auto">
          <a:xfrm rot="0" flipH="0" flipV="0">
            <a:off x="5809278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12850157" name="Freeform 36"/>
          <p:cNvSpPr/>
          <p:nvPr/>
        </p:nvSpPr>
        <p:spPr bwMode="auto">
          <a:xfrm rot="0" flipH="0" flipV="0">
            <a:off x="7411536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2253863" name="TextBox 37"/>
          <p:cNvSpPr txBox="1"/>
          <p:nvPr/>
        </p:nvSpPr>
        <p:spPr bwMode="auto">
          <a:xfrm rot="0" flipH="0" flipV="0">
            <a:off x="7411536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07884124" name="Freeform 39"/>
          <p:cNvSpPr/>
          <p:nvPr/>
        </p:nvSpPr>
        <p:spPr bwMode="auto">
          <a:xfrm rot="0" flipH="0" flipV="0">
            <a:off x="901379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56915899" name="TextBox 40"/>
          <p:cNvSpPr txBox="1"/>
          <p:nvPr/>
        </p:nvSpPr>
        <p:spPr bwMode="auto">
          <a:xfrm rot="0" flipH="0" flipV="0">
            <a:off x="901379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4974594" name="AutoShape 41"/>
          <p:cNvSpPr/>
          <p:nvPr/>
        </p:nvSpPr>
        <p:spPr bwMode="auto">
          <a:xfrm flipH="1">
            <a:off x="3672032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61466" name="AutoShape 42"/>
          <p:cNvSpPr/>
          <p:nvPr/>
        </p:nvSpPr>
        <p:spPr bwMode="auto">
          <a:xfrm flipH="1">
            <a:off x="5275049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494477" name="AutoShape 43"/>
          <p:cNvSpPr/>
          <p:nvPr/>
        </p:nvSpPr>
        <p:spPr bwMode="auto">
          <a:xfrm flipH="1">
            <a:off x="6878066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390104" name="AutoShape 44"/>
          <p:cNvSpPr/>
          <p:nvPr/>
        </p:nvSpPr>
        <p:spPr bwMode="auto">
          <a:xfrm flipH="1">
            <a:off x="8480323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52460" name="Freeform 46"/>
          <p:cNvSpPr/>
          <p:nvPr/>
        </p:nvSpPr>
        <p:spPr bwMode="auto">
          <a:xfrm rot="0" flipH="0" flipV="0">
            <a:off x="383728" y="4282825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692336956" name="TextBox 47"/>
          <p:cNvSpPr txBox="1"/>
          <p:nvPr/>
        </p:nvSpPr>
        <p:spPr bwMode="auto">
          <a:xfrm rot="0" flipH="0" flipV="0">
            <a:off x="383728" y="4114059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5677264" name="AutoShape 48"/>
          <p:cNvSpPr/>
          <p:nvPr/>
        </p:nvSpPr>
        <p:spPr bwMode="auto">
          <a:xfrm flipH="1">
            <a:off x="2069847" y="4730331"/>
            <a:ext cx="53339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9498580" name="Freeform 49"/>
          <p:cNvSpPr/>
          <p:nvPr/>
        </p:nvSpPr>
        <p:spPr bwMode="auto">
          <a:xfrm>
            <a:off x="10615980" y="4282826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5"/>
                </a:lnTo>
                <a:lnTo>
                  <a:pt x="0" y="895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489855" name="Freeform 50"/>
          <p:cNvSpPr/>
          <p:nvPr/>
        </p:nvSpPr>
        <p:spPr bwMode="auto">
          <a:xfrm>
            <a:off x="11006397" y="4335858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679481" name="Freeform 52"/>
          <p:cNvSpPr/>
          <p:nvPr/>
        </p:nvSpPr>
        <p:spPr bwMode="auto">
          <a:xfrm rot="0" flipH="0" flipV="0">
            <a:off x="383728" y="1535899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270387306" name="TextBox 53"/>
          <p:cNvSpPr txBox="1"/>
          <p:nvPr/>
        </p:nvSpPr>
        <p:spPr bwMode="auto">
          <a:xfrm rot="0" flipH="0" flipV="0">
            <a:off x="383728" y="1367133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20743079" name="AutoShape 54"/>
          <p:cNvSpPr/>
          <p:nvPr/>
        </p:nvSpPr>
        <p:spPr bwMode="auto">
          <a:xfrm flipH="1">
            <a:off x="2069847" y="1983407"/>
            <a:ext cx="854613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430133" name="Freeform 55"/>
          <p:cNvSpPr/>
          <p:nvPr/>
        </p:nvSpPr>
        <p:spPr bwMode="auto">
          <a:xfrm>
            <a:off x="10615980" y="1535900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4"/>
                </a:lnTo>
                <a:lnTo>
                  <a:pt x="0" y="895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2568" name="Freeform 56"/>
          <p:cNvSpPr/>
          <p:nvPr/>
        </p:nvSpPr>
        <p:spPr bwMode="auto">
          <a:xfrm>
            <a:off x="11006397" y="1588932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84295" name="AutoShape 57"/>
          <p:cNvSpPr/>
          <p:nvPr/>
        </p:nvSpPr>
        <p:spPr bwMode="auto">
          <a:xfrm flipH="1" flipV="1">
            <a:off x="10082580" y="4730331"/>
            <a:ext cx="53339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457877" name="Freeform 58"/>
          <p:cNvSpPr/>
          <p:nvPr/>
        </p:nvSpPr>
        <p:spPr bwMode="auto">
          <a:xfrm>
            <a:off x="10840896" y="2570353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749348" name="Freeform 59"/>
          <p:cNvSpPr/>
          <p:nvPr/>
        </p:nvSpPr>
        <p:spPr bwMode="auto">
          <a:xfrm>
            <a:off x="10840896" y="5320715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212080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Non sono più loro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2584753" name="Freeform 27"/>
          <p:cNvSpPr/>
          <p:nvPr/>
        </p:nvSpPr>
        <p:spPr bwMode="auto">
          <a:xfrm rot="-6062157" flipH="1" flipV="1">
            <a:off x="4038710" y="2506897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915005" y="258489"/>
                </a:moveTo>
                <a:lnTo>
                  <a:pt x="0" y="258489"/>
                </a:lnTo>
                <a:lnTo>
                  <a:pt x="0" y="0"/>
                </a:lnTo>
                <a:lnTo>
                  <a:pt x="915005" y="0"/>
                </a:lnTo>
                <a:lnTo>
                  <a:pt x="915005" y="258489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3354646" name="Freeform 28"/>
          <p:cNvSpPr/>
          <p:nvPr/>
        </p:nvSpPr>
        <p:spPr bwMode="auto">
          <a:xfrm rot="5811785" flipV="1">
            <a:off x="7555691" y="2455395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219318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Sono i miei clienti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8394018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023230" name="Freeform 32"/>
          <p:cNvSpPr/>
          <p:nvPr/>
        </p:nvSpPr>
        <p:spPr bwMode="auto">
          <a:xfrm rot="0" flipH="0" flipV="0">
            <a:off x="274915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396114445" name="TextBox 33"/>
          <p:cNvSpPr txBox="1"/>
          <p:nvPr/>
        </p:nvSpPr>
        <p:spPr bwMode="auto">
          <a:xfrm rot="0" flipH="0" flipV="0">
            <a:off x="274915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36538017" name="Freeform 35"/>
          <p:cNvSpPr/>
          <p:nvPr/>
        </p:nvSpPr>
        <p:spPr bwMode="auto">
          <a:xfrm rot="0" flipH="0" flipV="0">
            <a:off x="425376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258413326" name="TextBox 36"/>
          <p:cNvSpPr txBox="1"/>
          <p:nvPr/>
        </p:nvSpPr>
        <p:spPr bwMode="auto">
          <a:xfrm rot="0" flipH="0" flipV="0">
            <a:off x="425376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27017892" name="Freeform 38"/>
          <p:cNvSpPr/>
          <p:nvPr/>
        </p:nvSpPr>
        <p:spPr bwMode="auto">
          <a:xfrm rot="0" flipH="0" flipV="0">
            <a:off x="575837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529828203" name="TextBox 39"/>
          <p:cNvSpPr txBox="1"/>
          <p:nvPr/>
        </p:nvSpPr>
        <p:spPr bwMode="auto">
          <a:xfrm rot="0" flipH="0" flipV="0">
            <a:off x="575837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994804" name="Freeform 41"/>
          <p:cNvSpPr/>
          <p:nvPr/>
        </p:nvSpPr>
        <p:spPr bwMode="auto">
          <a:xfrm rot="0" flipH="0" flipV="0">
            <a:off x="7262271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838340543" name="TextBox 42"/>
          <p:cNvSpPr txBox="1"/>
          <p:nvPr/>
        </p:nvSpPr>
        <p:spPr bwMode="auto">
          <a:xfrm rot="0" flipH="0" flipV="0">
            <a:off x="7262271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43888852" name="Freeform 44"/>
          <p:cNvSpPr/>
          <p:nvPr/>
        </p:nvSpPr>
        <p:spPr bwMode="auto">
          <a:xfrm rot="0" flipH="0" flipV="0">
            <a:off x="8766167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121624278" name="TextBox 45"/>
          <p:cNvSpPr txBox="1"/>
          <p:nvPr/>
        </p:nvSpPr>
        <p:spPr bwMode="auto">
          <a:xfrm rot="0" flipH="0" flipV="0">
            <a:off x="8766167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8309384" name="AutoShape 46"/>
          <p:cNvSpPr/>
          <p:nvPr/>
        </p:nvSpPr>
        <p:spPr bwMode="auto">
          <a:xfrm flipH="1">
            <a:off x="375233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70441564" name="AutoShape 47"/>
          <p:cNvSpPr/>
          <p:nvPr/>
        </p:nvSpPr>
        <p:spPr bwMode="auto">
          <a:xfrm flipH="1">
            <a:off x="525694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2581241" name="AutoShape 48"/>
          <p:cNvSpPr/>
          <p:nvPr/>
        </p:nvSpPr>
        <p:spPr bwMode="auto">
          <a:xfrm flipH="1">
            <a:off x="6761552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76430404" name="AutoShape 49"/>
          <p:cNvSpPr/>
          <p:nvPr/>
        </p:nvSpPr>
        <p:spPr bwMode="auto">
          <a:xfrm flipH="1">
            <a:off x="8265447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731935" name="Freeform 51"/>
          <p:cNvSpPr/>
          <p:nvPr/>
        </p:nvSpPr>
        <p:spPr bwMode="auto">
          <a:xfrm rot="0" flipH="0" flipV="0">
            <a:off x="665892" y="3175194"/>
            <a:ext cx="1582605" cy="840069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7838" y="0"/>
                </a:moveTo>
                <a:lnTo>
                  <a:pt x="568283" y="0"/>
                </a:lnTo>
                <a:cubicBezTo>
                  <a:pt x="594231" y="0"/>
                  <a:pt x="619116" y="10308"/>
                  <a:pt x="637464" y="28656"/>
                </a:cubicBezTo>
                <a:cubicBezTo>
                  <a:pt x="655812" y="47004"/>
                  <a:pt x="666120" y="71889"/>
                  <a:pt x="666120" y="97838"/>
                </a:cubicBezTo>
                <a:lnTo>
                  <a:pt x="666120" y="255749"/>
                </a:lnTo>
                <a:cubicBezTo>
                  <a:pt x="666120" y="309783"/>
                  <a:pt x="622317" y="353586"/>
                  <a:pt x="568283" y="353586"/>
                </a:cubicBezTo>
                <a:lnTo>
                  <a:pt x="97838" y="353586"/>
                </a:lnTo>
                <a:cubicBezTo>
                  <a:pt x="43803" y="353586"/>
                  <a:pt x="0" y="309783"/>
                  <a:pt x="0" y="255749"/>
                </a:cubicBezTo>
                <a:lnTo>
                  <a:pt x="0" y="97838"/>
                </a:lnTo>
                <a:cubicBezTo>
                  <a:pt x="0" y="43803"/>
                  <a:pt x="43803" y="0"/>
                  <a:pt x="9783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34485111" name="TextBox 52"/>
          <p:cNvSpPr txBox="1"/>
          <p:nvPr/>
        </p:nvSpPr>
        <p:spPr bwMode="auto">
          <a:xfrm rot="0" flipH="0" flipV="0">
            <a:off x="665892" y="3016789"/>
            <a:ext cx="1582605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5000878" name="AutoShape 53"/>
          <p:cNvSpPr/>
          <p:nvPr/>
        </p:nvSpPr>
        <p:spPr bwMode="auto">
          <a:xfrm flipH="1">
            <a:off x="2248502" y="3595231"/>
            <a:ext cx="500653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62345896" name="Freeform 54"/>
          <p:cNvSpPr/>
          <p:nvPr/>
        </p:nvSpPr>
        <p:spPr bwMode="auto">
          <a:xfrm>
            <a:off x="10269999" y="3175196"/>
            <a:ext cx="878400" cy="840069"/>
          </a:xfrm>
          <a:custGeom>
            <a:avLst/>
            <a:gdLst/>
            <a:ahLst/>
            <a:cxnLst/>
            <a:rect l="l" t="t" r="r" b="b"/>
            <a:pathLst>
              <a:path w="878401" h="840071" fill="norm" stroke="1" extrusionOk="0">
                <a:moveTo>
                  <a:pt x="0" y="0"/>
                </a:moveTo>
                <a:lnTo>
                  <a:pt x="878401" y="0"/>
                </a:lnTo>
                <a:lnTo>
                  <a:pt x="878401" y="840071"/>
                </a:lnTo>
                <a:lnTo>
                  <a:pt x="0" y="8400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4227573" name="Freeform 55"/>
          <p:cNvSpPr/>
          <p:nvPr/>
        </p:nvSpPr>
        <p:spPr bwMode="auto">
          <a:xfrm>
            <a:off x="10636448" y="3200730"/>
            <a:ext cx="145503" cy="145503"/>
          </a:xfrm>
          <a:custGeom>
            <a:avLst/>
            <a:gdLst/>
            <a:ahLst/>
            <a:cxnLst/>
            <a:rect l="l" t="t" r="r" b="b"/>
            <a:pathLst>
              <a:path w="145503" h="145503" fill="norm" stroke="1" extrusionOk="0">
                <a:moveTo>
                  <a:pt x="0" y="0"/>
                </a:moveTo>
                <a:lnTo>
                  <a:pt x="145503" y="0"/>
                </a:lnTo>
                <a:lnTo>
                  <a:pt x="145503" y="145503"/>
                </a:lnTo>
                <a:lnTo>
                  <a:pt x="0" y="1455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02077597" name="AutoShape 56"/>
          <p:cNvSpPr/>
          <p:nvPr/>
        </p:nvSpPr>
        <p:spPr bwMode="auto">
          <a:xfrm flipH="1">
            <a:off x="9769343" y="3595231"/>
            <a:ext cx="50065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13403812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Probabilmente sono di nuovo loro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5296569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Sono ancora miei clienti?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29484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43667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Il coinjoin non proviene dal mio cliente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47873877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3582841" name=""/>
          <p:cNvPicPr>
            <a:picLocks noChangeAspect="1"/>
          </p:cNvPicPr>
          <p:nvPr/>
        </p:nvPicPr>
        <p:blipFill>
          <a:blip r:embed="rId3"/>
          <a:srcRect l="-26586" t="0" r="-24241" b="0"/>
          <a:stretch/>
        </p:blipFill>
        <p:spPr bwMode="auto">
          <a:xfrm flipH="0" flipV="0">
            <a:off x="2913321" y="1257949"/>
            <a:ext cx="5946321" cy="3649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638276" name="Freeform 27"/>
          <p:cNvSpPr/>
          <p:nvPr/>
        </p:nvSpPr>
        <p:spPr bwMode="auto">
          <a:xfrm rot="0" flipH="0" flipV="0">
            <a:off x="2106107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793991579" name="TextBox 28"/>
          <p:cNvSpPr txBox="1"/>
          <p:nvPr/>
        </p:nvSpPr>
        <p:spPr bwMode="auto">
          <a:xfrm rot="0" flipH="0" flipV="0">
            <a:off x="2106107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09833332" name="Freeform 30"/>
          <p:cNvSpPr/>
          <p:nvPr/>
        </p:nvSpPr>
        <p:spPr bwMode="auto">
          <a:xfrm rot="0" flipH="0" flipV="0">
            <a:off x="3539472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47480965" name="TextBox 31"/>
          <p:cNvSpPr txBox="1"/>
          <p:nvPr/>
        </p:nvSpPr>
        <p:spPr bwMode="auto">
          <a:xfrm rot="0" flipH="0" flipV="0">
            <a:off x="3539472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33121910" name="Freeform 33"/>
          <p:cNvSpPr/>
          <p:nvPr/>
        </p:nvSpPr>
        <p:spPr bwMode="auto">
          <a:xfrm rot="0" flipH="0" flipV="0">
            <a:off x="4972836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84510218" name="TextBox 34"/>
          <p:cNvSpPr txBox="1"/>
          <p:nvPr/>
        </p:nvSpPr>
        <p:spPr bwMode="auto">
          <a:xfrm rot="0" flipH="0" flipV="0">
            <a:off x="4972836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25918103" name="Freeform 36"/>
          <p:cNvSpPr/>
          <p:nvPr/>
        </p:nvSpPr>
        <p:spPr bwMode="auto">
          <a:xfrm rot="0" flipH="0" flipV="0">
            <a:off x="6405521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988964374" name="TextBox 37"/>
          <p:cNvSpPr txBox="1"/>
          <p:nvPr/>
        </p:nvSpPr>
        <p:spPr bwMode="auto">
          <a:xfrm rot="0" flipH="0" flipV="0">
            <a:off x="6405521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87374425" name="Freeform 39"/>
          <p:cNvSpPr/>
          <p:nvPr/>
        </p:nvSpPr>
        <p:spPr bwMode="auto">
          <a:xfrm rot="0" flipH="0" flipV="0">
            <a:off x="7838208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475623887" name="TextBox 40"/>
          <p:cNvSpPr txBox="1"/>
          <p:nvPr/>
        </p:nvSpPr>
        <p:spPr bwMode="auto">
          <a:xfrm rot="0" flipH="0" flipV="0">
            <a:off x="7838208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52868430" name="AutoShape 41"/>
          <p:cNvSpPr/>
          <p:nvPr/>
        </p:nvSpPr>
        <p:spPr bwMode="auto">
          <a:xfrm flipH="1">
            <a:off x="3061782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922493" name="AutoShape 42"/>
          <p:cNvSpPr/>
          <p:nvPr/>
        </p:nvSpPr>
        <p:spPr bwMode="auto">
          <a:xfrm flipH="1">
            <a:off x="4495146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073700" name="AutoShape 43"/>
          <p:cNvSpPr/>
          <p:nvPr/>
        </p:nvSpPr>
        <p:spPr bwMode="auto">
          <a:xfrm flipH="1">
            <a:off x="5928511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378424" name="AutoShape 44"/>
          <p:cNvSpPr/>
          <p:nvPr/>
        </p:nvSpPr>
        <p:spPr bwMode="auto">
          <a:xfrm flipH="1">
            <a:off x="7361196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860460" name="Freeform 45"/>
          <p:cNvSpPr/>
          <p:nvPr/>
        </p:nvSpPr>
        <p:spPr bwMode="auto">
          <a:xfrm>
            <a:off x="9270829" y="2146402"/>
            <a:ext cx="836806" cy="800291"/>
          </a:xfrm>
          <a:custGeom>
            <a:avLst/>
            <a:gdLst/>
            <a:ahLst/>
            <a:cxnLst/>
            <a:rect l="l" t="t" r="r" b="b"/>
            <a:pathLst>
              <a:path w="836808" h="800293" fill="norm" stroke="1" extrusionOk="0">
                <a:moveTo>
                  <a:pt x="0" y="0"/>
                </a:moveTo>
                <a:lnTo>
                  <a:pt x="836808" y="0"/>
                </a:lnTo>
                <a:lnTo>
                  <a:pt x="836808" y="800292"/>
                </a:lnTo>
                <a:lnTo>
                  <a:pt x="0" y="800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831715" name="Freeform 46"/>
          <p:cNvSpPr/>
          <p:nvPr/>
        </p:nvSpPr>
        <p:spPr bwMode="auto">
          <a:xfrm>
            <a:off x="9619926" y="2170726"/>
            <a:ext cx="138611" cy="138611"/>
          </a:xfrm>
          <a:custGeom>
            <a:avLst/>
            <a:gdLst/>
            <a:ahLst/>
            <a:cxnLst/>
            <a:rect l="l" t="t" r="r" b="b"/>
            <a:pathLst>
              <a:path w="138613" h="138613" fill="norm" stroke="1" extrusionOk="0">
                <a:moveTo>
                  <a:pt x="0" y="0"/>
                </a:moveTo>
                <a:lnTo>
                  <a:pt x="138613" y="0"/>
                </a:lnTo>
                <a:lnTo>
                  <a:pt x="138613" y="138613"/>
                </a:lnTo>
                <a:lnTo>
                  <a:pt x="0" y="138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887170" name="AutoShape 47"/>
          <p:cNvSpPr/>
          <p:nvPr/>
        </p:nvSpPr>
        <p:spPr bwMode="auto">
          <a:xfrm flipH="1">
            <a:off x="8793882" y="2546548"/>
            <a:ext cx="476946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159083" name="AutoShape 48"/>
          <p:cNvSpPr/>
          <p:nvPr/>
        </p:nvSpPr>
        <p:spPr bwMode="auto">
          <a:xfrm flipH="1">
            <a:off x="445674" y="4643524"/>
            <a:ext cx="9335997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297343" name="Freeform 50"/>
          <p:cNvSpPr/>
          <p:nvPr/>
        </p:nvSpPr>
        <p:spPr bwMode="auto">
          <a:xfrm rot="0" flipH="0" flipV="0">
            <a:off x="118623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9725136" name="TextBox 51"/>
          <p:cNvSpPr txBox="1"/>
          <p:nvPr/>
        </p:nvSpPr>
        <p:spPr bwMode="auto">
          <a:xfrm rot="0" flipH="0" flipV="0">
            <a:off x="118623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6561007" name="Freeform 53"/>
          <p:cNvSpPr/>
          <p:nvPr/>
        </p:nvSpPr>
        <p:spPr bwMode="auto">
          <a:xfrm rot="0" flipH="0" flipV="0">
            <a:off x="261959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92388330" name="TextBox 54"/>
          <p:cNvSpPr txBox="1"/>
          <p:nvPr/>
        </p:nvSpPr>
        <p:spPr bwMode="auto">
          <a:xfrm rot="0" flipH="0" flipV="0">
            <a:off x="261959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4714158" name="Freeform 56"/>
          <p:cNvSpPr/>
          <p:nvPr/>
        </p:nvSpPr>
        <p:spPr bwMode="auto">
          <a:xfrm rot="0" flipH="0" flipV="0">
            <a:off x="405201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7530662" name="TextBox 57"/>
          <p:cNvSpPr txBox="1"/>
          <p:nvPr/>
        </p:nvSpPr>
        <p:spPr bwMode="auto">
          <a:xfrm rot="0" flipH="0" flipV="0">
            <a:off x="405201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8154165" name="Freeform 59"/>
          <p:cNvSpPr/>
          <p:nvPr/>
        </p:nvSpPr>
        <p:spPr bwMode="auto">
          <a:xfrm rot="0" flipH="0" flipV="0">
            <a:off x="548442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2877550" name="TextBox 60"/>
          <p:cNvSpPr txBox="1"/>
          <p:nvPr/>
        </p:nvSpPr>
        <p:spPr bwMode="auto">
          <a:xfrm rot="0" flipH="0" flipV="0">
            <a:off x="548442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24734435" name="Freeform 62"/>
          <p:cNvSpPr/>
          <p:nvPr/>
        </p:nvSpPr>
        <p:spPr bwMode="auto">
          <a:xfrm rot="0" flipH="0" flipV="0">
            <a:off x="691684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08120249" name="TextBox 63"/>
          <p:cNvSpPr txBox="1"/>
          <p:nvPr/>
        </p:nvSpPr>
        <p:spPr bwMode="auto">
          <a:xfrm rot="0" flipH="0" flipV="0">
            <a:off x="691684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4806215" name="Freeform 65"/>
          <p:cNvSpPr/>
          <p:nvPr/>
        </p:nvSpPr>
        <p:spPr bwMode="auto">
          <a:xfrm rot="0" flipH="0" flipV="0">
            <a:off x="8349256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24653963" name="TextBox 66"/>
          <p:cNvSpPr txBox="1"/>
          <p:nvPr/>
        </p:nvSpPr>
        <p:spPr bwMode="auto">
          <a:xfrm rot="0" flipH="0" flipV="0">
            <a:off x="8349256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84469883" name="Freeform 68"/>
          <p:cNvSpPr/>
          <p:nvPr/>
        </p:nvSpPr>
        <p:spPr bwMode="auto">
          <a:xfrm rot="0" flipH="0" flipV="0">
            <a:off x="978167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80654962" name="TextBox 69"/>
          <p:cNvSpPr txBox="1"/>
          <p:nvPr/>
        </p:nvSpPr>
        <p:spPr bwMode="auto">
          <a:xfrm rot="0" flipH="0" flipV="0">
            <a:off x="978167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1864866" name="AutoShape 70"/>
          <p:cNvSpPr/>
          <p:nvPr/>
        </p:nvSpPr>
        <p:spPr bwMode="auto">
          <a:xfrm flipH="1" flipV="1">
            <a:off x="11018198" y="4643524"/>
            <a:ext cx="28118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955012" name="AutoShape 71"/>
          <p:cNvSpPr/>
          <p:nvPr/>
        </p:nvSpPr>
        <p:spPr bwMode="auto">
          <a:xfrm flipH="1" flipV="1">
            <a:off x="2760888" y="2946693"/>
            <a:ext cx="476968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253967" name="AutoShape 72"/>
          <p:cNvSpPr/>
          <p:nvPr/>
        </p:nvSpPr>
        <p:spPr bwMode="auto">
          <a:xfrm flipH="1" flipV="1">
            <a:off x="4193996" y="2946693"/>
            <a:ext cx="476275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1496222" name="AutoShape 73"/>
          <p:cNvSpPr/>
          <p:nvPr/>
        </p:nvSpPr>
        <p:spPr bwMode="auto">
          <a:xfrm flipH="1" flipV="1">
            <a:off x="5627104" y="2946693"/>
            <a:ext cx="475583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444046" name="AutoShape 74"/>
          <p:cNvSpPr/>
          <p:nvPr/>
        </p:nvSpPr>
        <p:spPr bwMode="auto">
          <a:xfrm flipH="1" flipV="1">
            <a:off x="7059717" y="2946693"/>
            <a:ext cx="475389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54221" name="AutoShape 75"/>
          <p:cNvSpPr/>
          <p:nvPr/>
        </p:nvSpPr>
        <p:spPr bwMode="auto">
          <a:xfrm flipH="1" flipV="1">
            <a:off x="8492328" y="2946693"/>
            <a:ext cx="475191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83708" name="Freeform 27"/>
          <p:cNvSpPr/>
          <p:nvPr/>
        </p:nvSpPr>
        <p:spPr bwMode="auto">
          <a:xfrm rot="0" flipH="0" flipV="0">
            <a:off x="2182658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453300" name="TextBox 28"/>
          <p:cNvSpPr txBox="1"/>
          <p:nvPr/>
        </p:nvSpPr>
        <p:spPr bwMode="auto">
          <a:xfrm rot="0" flipH="0" flipV="0">
            <a:off x="2182658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7315734" name="Freeform 30"/>
          <p:cNvSpPr/>
          <p:nvPr/>
        </p:nvSpPr>
        <p:spPr bwMode="auto">
          <a:xfrm rot="0" flipH="0" flipV="0">
            <a:off x="3615210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2984228" name="TextBox 31"/>
          <p:cNvSpPr txBox="1"/>
          <p:nvPr/>
        </p:nvSpPr>
        <p:spPr bwMode="auto">
          <a:xfrm rot="0" flipH="0" flipV="0">
            <a:off x="3615210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5315652" name="Freeform 33"/>
          <p:cNvSpPr/>
          <p:nvPr/>
        </p:nvSpPr>
        <p:spPr bwMode="auto">
          <a:xfrm rot="0" flipH="0" flipV="0">
            <a:off x="5047761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311578427" name="TextBox 34"/>
          <p:cNvSpPr txBox="1"/>
          <p:nvPr/>
        </p:nvSpPr>
        <p:spPr bwMode="auto">
          <a:xfrm rot="0" flipH="0" flipV="0">
            <a:off x="5047761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7909105" name="Freeform 36"/>
          <p:cNvSpPr/>
          <p:nvPr/>
        </p:nvSpPr>
        <p:spPr bwMode="auto">
          <a:xfrm rot="0" flipH="0" flipV="0">
            <a:off x="6479633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04992073" name="TextBox 37"/>
          <p:cNvSpPr txBox="1"/>
          <p:nvPr/>
        </p:nvSpPr>
        <p:spPr bwMode="auto">
          <a:xfrm rot="0" flipH="0" flipV="0">
            <a:off x="6479633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78583806" name="Freeform 39"/>
          <p:cNvSpPr/>
          <p:nvPr/>
        </p:nvSpPr>
        <p:spPr bwMode="auto">
          <a:xfrm rot="0" flipH="0" flipV="0">
            <a:off x="7911505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99721969" name="TextBox 40"/>
          <p:cNvSpPr txBox="1"/>
          <p:nvPr/>
        </p:nvSpPr>
        <p:spPr bwMode="auto">
          <a:xfrm rot="0" flipH="0" flipV="0">
            <a:off x="7911505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2094406" name="AutoShape 41"/>
          <p:cNvSpPr/>
          <p:nvPr/>
        </p:nvSpPr>
        <p:spPr bwMode="auto">
          <a:xfrm flipH="1">
            <a:off x="3137790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752210" name="AutoShape 42"/>
          <p:cNvSpPr/>
          <p:nvPr/>
        </p:nvSpPr>
        <p:spPr bwMode="auto">
          <a:xfrm flipH="1">
            <a:off x="4570342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7390479" name="AutoShape 43"/>
          <p:cNvSpPr/>
          <p:nvPr/>
        </p:nvSpPr>
        <p:spPr bwMode="auto">
          <a:xfrm flipH="1">
            <a:off x="6002894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0658544" name="AutoShape 44"/>
          <p:cNvSpPr/>
          <p:nvPr/>
        </p:nvSpPr>
        <p:spPr bwMode="auto">
          <a:xfrm flipH="1">
            <a:off x="7434765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719349" name="Freeform 45"/>
          <p:cNvSpPr/>
          <p:nvPr/>
        </p:nvSpPr>
        <p:spPr bwMode="auto">
          <a:xfrm>
            <a:off x="9343316" y="2052034"/>
            <a:ext cx="836331" cy="799839"/>
          </a:xfrm>
          <a:custGeom>
            <a:avLst/>
            <a:gdLst/>
            <a:ahLst/>
            <a:cxnLst/>
            <a:rect l="l" t="t" r="r" b="b"/>
            <a:pathLst>
              <a:path w="836333" h="799839" fill="norm" stroke="1" extrusionOk="0">
                <a:moveTo>
                  <a:pt x="0" y="0"/>
                </a:moveTo>
                <a:lnTo>
                  <a:pt x="836333" y="0"/>
                </a:lnTo>
                <a:lnTo>
                  <a:pt x="836333" y="799839"/>
                </a:lnTo>
                <a:lnTo>
                  <a:pt x="0" y="799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805610" name="Freeform 46"/>
          <p:cNvSpPr/>
          <p:nvPr/>
        </p:nvSpPr>
        <p:spPr bwMode="auto">
          <a:xfrm>
            <a:off x="9692215" y="2076347"/>
            <a:ext cx="138532" cy="138532"/>
          </a:xfrm>
          <a:custGeom>
            <a:avLst/>
            <a:gdLst/>
            <a:ahLst/>
            <a:cxnLst/>
            <a:rect l="l" t="t" r="r" b="b"/>
            <a:pathLst>
              <a:path w="138534" h="138534" fill="norm" stroke="1" extrusionOk="0">
                <a:moveTo>
                  <a:pt x="0" y="0"/>
                </a:moveTo>
                <a:lnTo>
                  <a:pt x="138534" y="0"/>
                </a:lnTo>
                <a:lnTo>
                  <a:pt x="138534" y="138534"/>
                </a:lnTo>
                <a:lnTo>
                  <a:pt x="0" y="138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838503" name="AutoShape 47"/>
          <p:cNvSpPr/>
          <p:nvPr/>
        </p:nvSpPr>
        <p:spPr bwMode="auto">
          <a:xfrm flipH="1">
            <a:off x="8866636" y="2451956"/>
            <a:ext cx="47667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12315" name="Freeform 50"/>
          <p:cNvSpPr/>
          <p:nvPr/>
        </p:nvSpPr>
        <p:spPr bwMode="auto">
          <a:xfrm rot="0" flipH="0" flipV="0">
            <a:off x="126330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2413108" name="TextBox 51"/>
          <p:cNvSpPr txBox="1"/>
          <p:nvPr/>
        </p:nvSpPr>
        <p:spPr bwMode="auto">
          <a:xfrm rot="0" flipH="0" flipV="0">
            <a:off x="126330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438931" name="Freeform 53"/>
          <p:cNvSpPr/>
          <p:nvPr/>
        </p:nvSpPr>
        <p:spPr bwMode="auto">
          <a:xfrm rot="0" flipH="0" flipV="0">
            <a:off x="2695854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55265342" name="TextBox 54"/>
          <p:cNvSpPr txBox="1"/>
          <p:nvPr/>
        </p:nvSpPr>
        <p:spPr bwMode="auto">
          <a:xfrm rot="0" flipH="0" flipV="0">
            <a:off x="2695854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0292979" name="Freeform 56"/>
          <p:cNvSpPr/>
          <p:nvPr/>
        </p:nvSpPr>
        <p:spPr bwMode="auto">
          <a:xfrm rot="0" flipH="0" flipV="0">
            <a:off x="4127457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143045" name="TextBox 57"/>
          <p:cNvSpPr txBox="1"/>
          <p:nvPr/>
        </p:nvSpPr>
        <p:spPr bwMode="auto">
          <a:xfrm rot="0" flipH="0" flipV="0">
            <a:off x="4127457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9367672" name="Freeform 59"/>
          <p:cNvSpPr/>
          <p:nvPr/>
        </p:nvSpPr>
        <p:spPr bwMode="auto">
          <a:xfrm rot="0" flipH="0" flipV="0">
            <a:off x="5559060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91490333" name="TextBox 60"/>
          <p:cNvSpPr txBox="1"/>
          <p:nvPr/>
        </p:nvSpPr>
        <p:spPr bwMode="auto">
          <a:xfrm rot="0" flipH="0" flipV="0">
            <a:off x="5559060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2226547" name="Freeform 62"/>
          <p:cNvSpPr/>
          <p:nvPr/>
        </p:nvSpPr>
        <p:spPr bwMode="auto">
          <a:xfrm rot="0" flipH="0" flipV="0">
            <a:off x="699066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51132088" name="TextBox 63"/>
          <p:cNvSpPr txBox="1"/>
          <p:nvPr/>
        </p:nvSpPr>
        <p:spPr bwMode="auto">
          <a:xfrm rot="0" flipH="0" flipV="0">
            <a:off x="699066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42033122" name="Freeform 65"/>
          <p:cNvSpPr/>
          <p:nvPr/>
        </p:nvSpPr>
        <p:spPr bwMode="auto">
          <a:xfrm rot="0" flipH="0" flipV="0">
            <a:off x="8422265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44995971" name="TextBox 66"/>
          <p:cNvSpPr txBox="1"/>
          <p:nvPr/>
        </p:nvSpPr>
        <p:spPr bwMode="auto">
          <a:xfrm rot="0" flipH="0" flipV="0">
            <a:off x="8422265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9234830" name="Freeform 68"/>
          <p:cNvSpPr/>
          <p:nvPr/>
        </p:nvSpPr>
        <p:spPr bwMode="auto">
          <a:xfrm rot="0" flipH="0" flipV="0">
            <a:off x="9853868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91548483" name="TextBox 69"/>
          <p:cNvSpPr txBox="1"/>
          <p:nvPr/>
        </p:nvSpPr>
        <p:spPr bwMode="auto">
          <a:xfrm rot="0" flipH="0" flipV="0">
            <a:off x="9853868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263169" name="AutoShape 70"/>
          <p:cNvSpPr/>
          <p:nvPr/>
        </p:nvSpPr>
        <p:spPr bwMode="auto">
          <a:xfrm flipH="1" flipV="1">
            <a:off x="11089694" y="4547741"/>
            <a:ext cx="28102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524887" name="AutoShape 71"/>
          <p:cNvSpPr/>
          <p:nvPr/>
        </p:nvSpPr>
        <p:spPr bwMode="auto">
          <a:xfrm flipH="1" flipV="1">
            <a:off x="3137790" y="2652656"/>
            <a:ext cx="3039183" cy="127724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043089" name="AutoShape 72"/>
          <p:cNvSpPr/>
          <p:nvPr/>
        </p:nvSpPr>
        <p:spPr bwMode="auto">
          <a:xfrm flipH="1" flipV="1">
            <a:off x="4537966" y="2767646"/>
            <a:ext cx="1639004" cy="116225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83109" name="AutoShape 73"/>
          <p:cNvSpPr/>
          <p:nvPr/>
        </p:nvSpPr>
        <p:spPr bwMode="auto">
          <a:xfrm flipH="1" flipV="1">
            <a:off x="5701657" y="2851872"/>
            <a:ext cx="475314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957736" name="AutoShape 74"/>
          <p:cNvSpPr/>
          <p:nvPr/>
        </p:nvSpPr>
        <p:spPr bwMode="auto">
          <a:xfrm flipV="1">
            <a:off x="6176973" y="2851872"/>
            <a:ext cx="569102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196969" name="AutoShape 75"/>
          <p:cNvSpPr/>
          <p:nvPr/>
        </p:nvSpPr>
        <p:spPr bwMode="auto">
          <a:xfrm flipV="1">
            <a:off x="6176973" y="2754723"/>
            <a:ext cx="1758933" cy="1175174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535044" name="Freeform 26"/>
          <p:cNvSpPr/>
          <p:nvPr/>
        </p:nvSpPr>
        <p:spPr bwMode="auto">
          <a:xfrm>
            <a:off x="9060317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5325073" name="Freeform 27"/>
          <p:cNvSpPr/>
          <p:nvPr/>
        </p:nvSpPr>
        <p:spPr bwMode="auto">
          <a:xfrm>
            <a:off x="1185150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890744" name="AutoShape 28"/>
          <p:cNvSpPr/>
          <p:nvPr/>
        </p:nvSpPr>
        <p:spPr bwMode="auto">
          <a:xfrm>
            <a:off x="2968196" y="346902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069965" name="AutoShape 29"/>
          <p:cNvSpPr/>
          <p:nvPr/>
        </p:nvSpPr>
        <p:spPr bwMode="auto">
          <a:xfrm flipH="1">
            <a:off x="2968196" y="396290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592794" name="Freeform 30"/>
          <p:cNvSpPr/>
          <p:nvPr/>
        </p:nvSpPr>
        <p:spPr bwMode="auto">
          <a:xfrm>
            <a:off x="5456978" y="254626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07577" name="Freeform 31"/>
          <p:cNvSpPr/>
          <p:nvPr/>
        </p:nvSpPr>
        <p:spPr bwMode="auto">
          <a:xfrm>
            <a:off x="5456978" y="412004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171247" name="Freeform 26"/>
          <p:cNvSpPr/>
          <p:nvPr/>
        </p:nvSpPr>
        <p:spPr bwMode="auto">
          <a:xfrm>
            <a:off x="9380554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93185" name="AutoShape 27"/>
          <p:cNvSpPr/>
          <p:nvPr/>
        </p:nvSpPr>
        <p:spPr bwMode="auto">
          <a:xfrm>
            <a:off x="3288433" y="3489860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562688" name="AutoShape 28"/>
          <p:cNvSpPr/>
          <p:nvPr/>
        </p:nvSpPr>
        <p:spPr bwMode="auto">
          <a:xfrm flipH="1" flipV="1">
            <a:off x="3288433" y="398374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737799" name="Freeform 29"/>
          <p:cNvSpPr/>
          <p:nvPr/>
        </p:nvSpPr>
        <p:spPr bwMode="auto">
          <a:xfrm>
            <a:off x="5777215" y="256709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816590" name="Freeform 30"/>
          <p:cNvSpPr/>
          <p:nvPr/>
        </p:nvSpPr>
        <p:spPr bwMode="auto">
          <a:xfrm>
            <a:off x="5777215" y="414088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090457" name="Freeform 31"/>
          <p:cNvSpPr/>
          <p:nvPr/>
        </p:nvSpPr>
        <p:spPr bwMode="auto">
          <a:xfrm>
            <a:off x="4977685" y="256709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849" name="Freeform 32"/>
          <p:cNvSpPr/>
          <p:nvPr/>
        </p:nvSpPr>
        <p:spPr bwMode="auto">
          <a:xfrm>
            <a:off x="6765652" y="414088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587586" name="TextBox 33"/>
          <p:cNvSpPr txBox="1"/>
          <p:nvPr/>
        </p:nvSpPr>
        <p:spPr bwMode="auto">
          <a:xfrm>
            <a:off x="4691191" y="2637489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92674073" name="TextBox 34"/>
          <p:cNvSpPr txBox="1"/>
          <p:nvPr/>
        </p:nvSpPr>
        <p:spPr bwMode="auto">
          <a:xfrm>
            <a:off x="7344084" y="4211274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83857949" name="Freeform 35"/>
          <p:cNvSpPr/>
          <p:nvPr/>
        </p:nvSpPr>
        <p:spPr bwMode="auto">
          <a:xfrm>
            <a:off x="1501896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91208" name="Freeform 26"/>
          <p:cNvSpPr/>
          <p:nvPr/>
        </p:nvSpPr>
        <p:spPr bwMode="auto">
          <a:xfrm>
            <a:off x="9655758" y="3259471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261598" name="AutoShape 27"/>
          <p:cNvSpPr/>
          <p:nvPr/>
        </p:nvSpPr>
        <p:spPr bwMode="auto">
          <a:xfrm>
            <a:off x="3563637" y="379942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39861" name="AutoShape 28"/>
          <p:cNvSpPr/>
          <p:nvPr/>
        </p:nvSpPr>
        <p:spPr bwMode="auto">
          <a:xfrm flipH="1" flipV="1">
            <a:off x="3563637" y="429330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099905" name="Freeform 29"/>
          <p:cNvSpPr/>
          <p:nvPr/>
        </p:nvSpPr>
        <p:spPr bwMode="auto">
          <a:xfrm>
            <a:off x="6052420" y="287666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210001" name="Freeform 30"/>
          <p:cNvSpPr/>
          <p:nvPr/>
        </p:nvSpPr>
        <p:spPr bwMode="auto">
          <a:xfrm>
            <a:off x="6052420" y="445044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057479" name="Freeform 31"/>
          <p:cNvSpPr/>
          <p:nvPr/>
        </p:nvSpPr>
        <p:spPr bwMode="auto">
          <a:xfrm>
            <a:off x="5252891" y="287666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35349" name="Freeform 32"/>
          <p:cNvSpPr/>
          <p:nvPr/>
        </p:nvSpPr>
        <p:spPr bwMode="auto">
          <a:xfrm>
            <a:off x="7040858" y="4450445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5354283" name="Freeform 33"/>
          <p:cNvSpPr/>
          <p:nvPr/>
        </p:nvSpPr>
        <p:spPr bwMode="auto">
          <a:xfrm>
            <a:off x="1834151" y="3259471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907447" name="Freeform 34"/>
          <p:cNvSpPr/>
          <p:nvPr/>
        </p:nvSpPr>
        <p:spPr bwMode="auto">
          <a:xfrm>
            <a:off x="1039026" y="366355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566107" name="TextBox 35"/>
          <p:cNvSpPr txBox="1"/>
          <p:nvPr/>
        </p:nvSpPr>
        <p:spPr bwMode="auto">
          <a:xfrm>
            <a:off x="4966396" y="2947050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637981077" name="TextBox 36"/>
          <p:cNvSpPr txBox="1"/>
          <p:nvPr/>
        </p:nvSpPr>
        <p:spPr bwMode="auto">
          <a:xfrm>
            <a:off x="7619288" y="4520836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950048978" name="TextBox 37"/>
          <p:cNvSpPr txBox="1"/>
          <p:nvPr/>
        </p:nvSpPr>
        <p:spPr bwMode="auto">
          <a:xfrm>
            <a:off x="738536" y="3733943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532734" name="Freeform 26"/>
          <p:cNvSpPr/>
          <p:nvPr/>
        </p:nvSpPr>
        <p:spPr bwMode="auto">
          <a:xfrm>
            <a:off x="9054373" y="281208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84249" name="AutoShape 27"/>
          <p:cNvSpPr/>
          <p:nvPr/>
        </p:nvSpPr>
        <p:spPr bwMode="auto">
          <a:xfrm flipV="1">
            <a:off x="2962252" y="335203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556208" name="AutoShape 28"/>
          <p:cNvSpPr/>
          <p:nvPr/>
        </p:nvSpPr>
        <p:spPr bwMode="auto">
          <a:xfrm flipH="1">
            <a:off x="2962252" y="384591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99721" name="Freeform 29"/>
          <p:cNvSpPr/>
          <p:nvPr/>
        </p:nvSpPr>
        <p:spPr bwMode="auto">
          <a:xfrm>
            <a:off x="5451034" y="400305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08624" name="Freeform 30"/>
          <p:cNvSpPr/>
          <p:nvPr/>
        </p:nvSpPr>
        <p:spPr bwMode="auto">
          <a:xfrm>
            <a:off x="6439472" y="400305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5247168" name="Freeform 31"/>
          <p:cNvSpPr/>
          <p:nvPr/>
        </p:nvSpPr>
        <p:spPr bwMode="auto">
          <a:xfrm>
            <a:off x="1232765" y="2812082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7873212" name="Freeform 32"/>
          <p:cNvSpPr/>
          <p:nvPr/>
        </p:nvSpPr>
        <p:spPr bwMode="auto">
          <a:xfrm>
            <a:off x="5360941" y="2945346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814880" name="TextBox 33"/>
          <p:cNvSpPr txBox="1"/>
          <p:nvPr/>
        </p:nvSpPr>
        <p:spPr bwMode="auto">
          <a:xfrm>
            <a:off x="7017904" y="407344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687073" name="Freeform 26"/>
          <p:cNvSpPr/>
          <p:nvPr/>
        </p:nvSpPr>
        <p:spPr bwMode="auto">
          <a:xfrm>
            <a:off x="9188309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444328" name="Freeform 27"/>
          <p:cNvSpPr/>
          <p:nvPr/>
        </p:nvSpPr>
        <p:spPr bwMode="auto">
          <a:xfrm>
            <a:off x="1313141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709589" name="AutoShape 28"/>
          <p:cNvSpPr/>
          <p:nvPr/>
        </p:nvSpPr>
        <p:spPr bwMode="auto">
          <a:xfrm flipV="1">
            <a:off x="3096189" y="360513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992572" name="AutoShape 29"/>
          <p:cNvSpPr/>
          <p:nvPr/>
        </p:nvSpPr>
        <p:spPr bwMode="auto">
          <a:xfrm flipH="1" flipV="1">
            <a:off x="3096189" y="409901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733464" name="Freeform 30"/>
          <p:cNvSpPr/>
          <p:nvPr/>
        </p:nvSpPr>
        <p:spPr bwMode="auto">
          <a:xfrm>
            <a:off x="5584970" y="268237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427173" name="Freeform 31"/>
          <p:cNvSpPr/>
          <p:nvPr/>
        </p:nvSpPr>
        <p:spPr bwMode="auto">
          <a:xfrm>
            <a:off x="5621082" y="427046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744588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10729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924589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946149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734564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05417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193415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755084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36135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94426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18564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393983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716607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650689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82770025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29318727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045247128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671773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43873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571408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75873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784575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45620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85715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55792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388671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169350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3636366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574866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836618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496081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4219684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910871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670731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17521756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0095621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34536238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056613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13356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226532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672014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Scambiato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130806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871481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511148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748253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239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260047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933384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23564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405530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6316529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62824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680082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188180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149762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8294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748690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559534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17874638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956575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428463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263301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691506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76264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09506350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Scambiato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1411999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Hack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485670" name="AutoShape 26"/>
          <p:cNvSpPr/>
          <p:nvPr/>
        </p:nvSpPr>
        <p:spPr bwMode="auto">
          <a:xfrm flipH="1" flipV="1">
            <a:off x="1220751" y="1100868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60082" name="AutoShape 27"/>
          <p:cNvSpPr/>
          <p:nvPr/>
        </p:nvSpPr>
        <p:spPr bwMode="auto">
          <a:xfrm flipH="1" flipV="1">
            <a:off x="1220751" y="2264053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706480" name="AutoShape 28"/>
          <p:cNvSpPr/>
          <p:nvPr/>
        </p:nvSpPr>
        <p:spPr bwMode="auto">
          <a:xfrm flipH="1">
            <a:off x="1220751" y="3427237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589021" name="AutoShape 29"/>
          <p:cNvSpPr/>
          <p:nvPr/>
        </p:nvSpPr>
        <p:spPr bwMode="auto">
          <a:xfrm flipH="1">
            <a:off x="1201701" y="3682256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251941" name="AutoShape 30"/>
          <p:cNvSpPr/>
          <p:nvPr/>
        </p:nvSpPr>
        <p:spPr bwMode="auto">
          <a:xfrm flipH="1">
            <a:off x="1220751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352759" name="AutoShape 31"/>
          <p:cNvSpPr/>
          <p:nvPr/>
        </p:nvSpPr>
        <p:spPr bwMode="auto">
          <a:xfrm flipH="1" flipV="1">
            <a:off x="6323123" y="394312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5838" name="AutoShape 32"/>
          <p:cNvSpPr/>
          <p:nvPr/>
        </p:nvSpPr>
        <p:spPr bwMode="auto">
          <a:xfrm flipH="1" flipV="1">
            <a:off x="6323123" y="3686780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264624" name="AutoShape 33"/>
          <p:cNvSpPr/>
          <p:nvPr/>
        </p:nvSpPr>
        <p:spPr bwMode="auto">
          <a:xfrm flipH="1" flipV="1">
            <a:off x="6323123" y="3429812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0879823" name="AutoShape 34"/>
          <p:cNvSpPr/>
          <p:nvPr/>
        </p:nvSpPr>
        <p:spPr bwMode="auto">
          <a:xfrm flipH="1">
            <a:off x="6323123" y="2275699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366824" name="AutoShape 35"/>
          <p:cNvSpPr/>
          <p:nvPr/>
        </p:nvSpPr>
        <p:spPr bwMode="auto">
          <a:xfrm flipH="1">
            <a:off x="6323123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066473" name="Freeform 36"/>
          <p:cNvSpPr/>
          <p:nvPr/>
        </p:nvSpPr>
        <p:spPr bwMode="auto">
          <a:xfrm>
            <a:off x="343317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25905984" name="Group 37"/>
          <p:cNvGrpSpPr/>
          <p:nvPr/>
        </p:nvGrpSpPr>
        <p:grpSpPr bwMode="auto">
          <a:xfrm>
            <a:off x="4546835" y="2577643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328247328" name="Freeform 41"/>
          <p:cNvSpPr/>
          <p:nvPr/>
        </p:nvSpPr>
        <p:spPr bwMode="auto">
          <a:xfrm>
            <a:off x="343317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2453" name="Freeform 42"/>
          <p:cNvSpPr/>
          <p:nvPr/>
        </p:nvSpPr>
        <p:spPr bwMode="auto">
          <a:xfrm>
            <a:off x="343317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730066" name="Freeform 43"/>
          <p:cNvSpPr/>
          <p:nvPr/>
        </p:nvSpPr>
        <p:spPr bwMode="auto">
          <a:xfrm>
            <a:off x="343317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972960" name="Freeform 44"/>
          <p:cNvSpPr/>
          <p:nvPr/>
        </p:nvSpPr>
        <p:spPr bwMode="auto">
          <a:xfrm>
            <a:off x="343317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213486" name="Freeform 45"/>
          <p:cNvSpPr/>
          <p:nvPr/>
        </p:nvSpPr>
        <p:spPr bwMode="auto">
          <a:xfrm>
            <a:off x="9571148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272256" name="Freeform 46"/>
          <p:cNvSpPr/>
          <p:nvPr/>
        </p:nvSpPr>
        <p:spPr bwMode="auto">
          <a:xfrm>
            <a:off x="9571148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429188" name="Freeform 47"/>
          <p:cNvSpPr/>
          <p:nvPr/>
        </p:nvSpPr>
        <p:spPr bwMode="auto">
          <a:xfrm>
            <a:off x="9571148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6931" name="Freeform 48"/>
          <p:cNvSpPr/>
          <p:nvPr/>
        </p:nvSpPr>
        <p:spPr bwMode="auto">
          <a:xfrm>
            <a:off x="9571148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51074" name="Freeform 49"/>
          <p:cNvSpPr/>
          <p:nvPr/>
        </p:nvSpPr>
        <p:spPr bwMode="auto">
          <a:xfrm>
            <a:off x="9571148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27380848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865128" y="2832798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70573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1154455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1742958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536630" name="Freeform 31"/>
          <p:cNvSpPr/>
          <p:nvPr/>
        </p:nvSpPr>
        <p:spPr bwMode="auto">
          <a:xfrm rot="0" flipH="0" flipV="0">
            <a:off x="627390" y="320279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73263464" name="TextBox 32"/>
          <p:cNvSpPr txBox="1"/>
          <p:nvPr/>
        </p:nvSpPr>
        <p:spPr bwMode="auto">
          <a:xfrm rot="0" flipH="0" flipV="0">
            <a:off x="627390" y="308225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PORTAFOGLIO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6621291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36747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31367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0710802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8746594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0119483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191056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74444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70259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8728075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526482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9414582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3199057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036262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6126439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7056689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8326220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754175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2517762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607353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290358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24531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770375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3615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710666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7062802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3779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37625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18810251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1695976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621839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4064511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45931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0163970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8254863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852316" name="Freeform 31"/>
          <p:cNvSpPr/>
          <p:nvPr/>
        </p:nvSpPr>
        <p:spPr bwMode="auto">
          <a:xfrm rot="0" flipH="0" flipV="0">
            <a:off x="830146" y="3140101"/>
            <a:ext cx="1947637" cy="72484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0" y="0"/>
                </a:moveTo>
                <a:lnTo>
                  <a:pt x="788950" y="0"/>
                </a:lnTo>
                <a:cubicBezTo>
                  <a:pt x="795275" y="0"/>
                  <a:pt x="801342" y="2513"/>
                  <a:pt x="805814" y="6986"/>
                </a:cubicBezTo>
                <a:cubicBezTo>
                  <a:pt x="810287" y="11458"/>
                  <a:pt x="812800" y="17525"/>
                  <a:pt x="812800" y="23850"/>
                </a:cubicBezTo>
                <a:lnTo>
                  <a:pt x="812800" y="278647"/>
                </a:lnTo>
                <a:cubicBezTo>
                  <a:pt x="812800" y="291819"/>
                  <a:pt x="802122" y="302497"/>
                  <a:pt x="788950" y="302497"/>
                </a:cubicBezTo>
                <a:lnTo>
                  <a:pt x="23850" y="302497"/>
                </a:lnTo>
                <a:cubicBezTo>
                  <a:pt x="17525" y="302497"/>
                  <a:pt x="11458" y="299984"/>
                  <a:pt x="6986" y="295511"/>
                </a:cubicBezTo>
                <a:cubicBezTo>
                  <a:pt x="2513" y="291039"/>
                  <a:pt x="0" y="284972"/>
                  <a:pt x="0" y="278647"/>
                </a:cubicBezTo>
                <a:lnTo>
                  <a:pt x="0" y="23850"/>
                </a:lnTo>
                <a:cubicBezTo>
                  <a:pt x="0" y="17525"/>
                  <a:pt x="2513" y="11458"/>
                  <a:pt x="6986" y="6986"/>
                </a:cubicBezTo>
                <a:cubicBezTo>
                  <a:pt x="11458" y="2513"/>
                  <a:pt x="17525" y="0"/>
                  <a:pt x="2385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237242580" name="TextBox 32"/>
          <p:cNvSpPr txBox="1"/>
          <p:nvPr/>
        </p:nvSpPr>
        <p:spPr bwMode="auto">
          <a:xfrm rot="0" flipH="0" flipV="0">
            <a:off x="830146" y="3025989"/>
            <a:ext cx="1947637" cy="8389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PORTAFOGLIO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5597556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870920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8686288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399597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992149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1295109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346730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8206887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7932823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626651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1783069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4934347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49372242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878579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772067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04683174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79591895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7018272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1265815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50655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815170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66142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704948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448559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645026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707439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452306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241206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168359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4639239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442937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4911354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960875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987255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620820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2866892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4896927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4343213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6224833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59305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35873107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5258274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8251091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4228684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93384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6011206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56786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14614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5587434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4998049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107397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3609378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1831989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71954988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6918324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5594155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931710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6272489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9489937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438678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1928563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550264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9671183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9067568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707905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6506351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587450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2831023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16441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8032004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747450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5557462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11874095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8822245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5225153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269476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4732934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480878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004061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366930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5271757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851002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8197689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6976232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36170347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33507924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072275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3932703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3459602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6730325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1646205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028260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2465601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44697753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7731364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8681941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753016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6168630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855212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6683482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9784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4927628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5316274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9102101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374816895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544001086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32295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9334051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0783045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926368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0276806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0606233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13129425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7733613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8256034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8232563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938836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7488313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49654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814516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051737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1687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280846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46513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229613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38319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351295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954285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862885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207037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67025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3472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30182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846099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1091629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6029885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0635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255344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99583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83300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414062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254193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478008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809294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364681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448718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58753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6423053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65552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598993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252854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690497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574259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425333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07364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152222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08028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763931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303265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47190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4734252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3279685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741101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297408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962623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45225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145044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136459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4186422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2247016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086597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983227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55273598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054686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4535693" name="Freeform 31"/>
          <p:cNvSpPr/>
          <p:nvPr/>
        </p:nvSpPr>
        <p:spPr bwMode="auto">
          <a:xfrm rot="0" flipH="0" flipV="0">
            <a:off x="682405" y="3044921"/>
            <a:ext cx="1947240" cy="724698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5" y="0"/>
                </a:moveTo>
                <a:lnTo>
                  <a:pt x="788945" y="0"/>
                </a:lnTo>
                <a:cubicBezTo>
                  <a:pt x="802120" y="0"/>
                  <a:pt x="812800" y="10680"/>
                  <a:pt x="812800" y="23855"/>
                </a:cubicBezTo>
                <a:lnTo>
                  <a:pt x="812800" y="278642"/>
                </a:lnTo>
                <a:cubicBezTo>
                  <a:pt x="812800" y="291817"/>
                  <a:pt x="802120" y="302497"/>
                  <a:pt x="788945" y="302497"/>
                </a:cubicBezTo>
                <a:lnTo>
                  <a:pt x="23855" y="302497"/>
                </a:lnTo>
                <a:cubicBezTo>
                  <a:pt x="10680" y="302497"/>
                  <a:pt x="0" y="291817"/>
                  <a:pt x="0" y="278642"/>
                </a:cubicBezTo>
                <a:lnTo>
                  <a:pt x="0" y="23855"/>
                </a:lnTo>
                <a:cubicBezTo>
                  <a:pt x="0" y="10680"/>
                  <a:pt x="10680" y="0"/>
                  <a:pt x="238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5017030" name="TextBox 32"/>
          <p:cNvSpPr txBox="1"/>
          <p:nvPr/>
        </p:nvSpPr>
        <p:spPr bwMode="auto">
          <a:xfrm rot="0" flipH="0" flipV="0">
            <a:off x="682405" y="2930832"/>
            <a:ext cx="1947240" cy="83879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PORTAFOGLIO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74377252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43168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298562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4169140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3485132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83918253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038270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6693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40338242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538422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32616910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1513582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9964779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3012443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026761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114436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26578892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49773895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2765819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3707105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784249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1009857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610934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063714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9552526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335581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058296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056571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2340577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301188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9001277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8117224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03986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3241917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396289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1960132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111333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701606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699572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1832162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288110816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29562164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7240619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6389895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60295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87275692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2523320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146181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7740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7736220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8981011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1279240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655504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835576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39704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681065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00899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799284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6641318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9609915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84772961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3884338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0907738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8614543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6726449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821082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9806356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1349106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48204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46389455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8913345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159742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48639760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09641673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837851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13363671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701692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8775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285162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6031153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88905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84191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1693102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9110652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795961898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8220122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542026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0755210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0757878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77622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3835339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546759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8481335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926429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5795883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26098955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100225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890277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9799691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2339825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5273519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7360092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273645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8460391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611850137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02122273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369987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08361457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5993845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7228087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3481683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4450694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39110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2409120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540437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274342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50349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4308840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71988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951304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823985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635537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9563672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76690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286858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56185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217386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97081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292196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790194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716597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772289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29199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041823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6800664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6429737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670637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28108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254807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68925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33381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63912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846625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45987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345832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006726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148053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2878830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9131394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366421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174079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533285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019011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338753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493985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090877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066683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113611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279813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665389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4682658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6571835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258458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875441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6318678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081899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358920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28704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341845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722190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246485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281910" name="Freeform 27"/>
          <p:cNvSpPr/>
          <p:nvPr/>
        </p:nvSpPr>
        <p:spPr bwMode="auto">
          <a:xfrm rot="0" flipH="0" flipV="0">
            <a:off x="4163737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29964400" name="TextBox 28"/>
          <p:cNvSpPr txBox="1"/>
          <p:nvPr/>
        </p:nvSpPr>
        <p:spPr bwMode="auto">
          <a:xfrm rot="0" flipH="0" flipV="0">
            <a:off x="4209194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2337369" name="AutoShape 29"/>
          <p:cNvSpPr/>
          <p:nvPr/>
        </p:nvSpPr>
        <p:spPr bwMode="auto">
          <a:xfrm>
            <a:off x="3024781" y="3632774"/>
            <a:ext cx="113895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541960" name="Freeform 31"/>
          <p:cNvSpPr/>
          <p:nvPr/>
        </p:nvSpPr>
        <p:spPr bwMode="auto">
          <a:xfrm rot="0" flipH="0" flipV="0">
            <a:off x="967380" y="324992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38757573" name="TextBox 32"/>
          <p:cNvSpPr txBox="1"/>
          <p:nvPr/>
        </p:nvSpPr>
        <p:spPr bwMode="auto">
          <a:xfrm rot="0" flipH="0" flipV="0">
            <a:off x="967380" y="312938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PORTAFOGLIO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07191987" name="Freeform 34"/>
          <p:cNvSpPr/>
          <p:nvPr/>
        </p:nvSpPr>
        <p:spPr bwMode="auto">
          <a:xfrm rot="0" flipH="0" flipV="0">
            <a:off x="5791627" y="300748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1893311" name="TextBox 35"/>
          <p:cNvSpPr txBox="1"/>
          <p:nvPr/>
        </p:nvSpPr>
        <p:spPr bwMode="auto">
          <a:xfrm rot="0" flipH="0" flipV="0">
            <a:off x="5837085" y="303020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160504" name="Freeform 37"/>
          <p:cNvSpPr/>
          <p:nvPr/>
        </p:nvSpPr>
        <p:spPr bwMode="auto">
          <a:xfrm rot="0" flipH="0" flipV="0">
            <a:off x="8845875" y="290543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4055012" name="TextBox 38"/>
          <p:cNvSpPr txBox="1"/>
          <p:nvPr/>
        </p:nvSpPr>
        <p:spPr bwMode="auto">
          <a:xfrm rot="0" flipH="0" flipV="0">
            <a:off x="8891332" y="292816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79047708" name="Freeform 40"/>
          <p:cNvSpPr/>
          <p:nvPr/>
        </p:nvSpPr>
        <p:spPr bwMode="auto">
          <a:xfrm rot="0" flipH="0" flipV="0">
            <a:off x="10673789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7560842" name="TextBox 41"/>
          <p:cNvSpPr txBox="1"/>
          <p:nvPr/>
        </p:nvSpPr>
        <p:spPr bwMode="auto">
          <a:xfrm rot="0" flipH="0" flipV="0">
            <a:off x="10719246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6279048" name="Freeform 43"/>
          <p:cNvSpPr/>
          <p:nvPr/>
        </p:nvSpPr>
        <p:spPr bwMode="auto">
          <a:xfrm rot="0" flipH="0" flipV="0">
            <a:off x="7416957" y="357725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0092502" name="TextBox 44"/>
          <p:cNvSpPr txBox="1"/>
          <p:nvPr/>
        </p:nvSpPr>
        <p:spPr bwMode="auto">
          <a:xfrm rot="0" flipH="0" flipV="0">
            <a:off x="7462414" y="359998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10719129" name="AutoShape 45"/>
          <p:cNvSpPr/>
          <p:nvPr/>
        </p:nvSpPr>
        <p:spPr bwMode="auto">
          <a:xfrm flipV="1">
            <a:off x="4642242" y="3305443"/>
            <a:ext cx="1155771" cy="2718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87751" name="AutoShape 46"/>
          <p:cNvSpPr/>
          <p:nvPr/>
        </p:nvSpPr>
        <p:spPr bwMode="auto">
          <a:xfrm>
            <a:off x="6262929" y="3330154"/>
            <a:ext cx="1167616" cy="40932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299596" name="AutoShape 47"/>
          <p:cNvSpPr/>
          <p:nvPr/>
        </p:nvSpPr>
        <p:spPr bwMode="auto">
          <a:xfrm flipV="1">
            <a:off x="7878861" y="3251064"/>
            <a:ext cx="990002" cy="46545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571172" name="AutoShape 48"/>
          <p:cNvSpPr/>
          <p:nvPr/>
        </p:nvSpPr>
        <p:spPr bwMode="auto">
          <a:xfrm>
            <a:off x="9322719" y="3210062"/>
            <a:ext cx="1359117" cy="36053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299781" name=""/>
          <p:cNvSpPr txBox="1"/>
          <p:nvPr/>
        </p:nvSpPr>
        <p:spPr bwMode="auto">
          <a:xfrm rot="0" flipH="0" flipV="0">
            <a:off x="4806604" y="2978745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9762306" name=""/>
          <p:cNvSpPr txBox="1"/>
          <p:nvPr/>
        </p:nvSpPr>
        <p:spPr bwMode="auto">
          <a:xfrm rot="0" flipH="0" flipV="0">
            <a:off x="9577885" y="353957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4375026" name=""/>
          <p:cNvSpPr txBox="1"/>
          <p:nvPr/>
        </p:nvSpPr>
        <p:spPr bwMode="auto">
          <a:xfrm rot="0" flipH="0" flipV="0">
            <a:off x="7901843" y="299451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2306311" name=""/>
          <p:cNvSpPr txBox="1"/>
          <p:nvPr/>
        </p:nvSpPr>
        <p:spPr bwMode="auto">
          <a:xfrm rot="0" flipH="0" flipV="0">
            <a:off x="6422344" y="36327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4130848" name=""/>
          <p:cNvSpPr txBox="1"/>
          <p:nvPr/>
        </p:nvSpPr>
        <p:spPr bwMode="auto">
          <a:xfrm rot="0" flipH="0" flipV="0">
            <a:off x="3281466" y="37394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260097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287879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7124360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344512" name="Freeform 31"/>
          <p:cNvSpPr/>
          <p:nvPr/>
        </p:nvSpPr>
        <p:spPr bwMode="auto">
          <a:xfrm rot="0" flipH="0" flipV="0">
            <a:off x="681421" y="2943672"/>
            <a:ext cx="1880595" cy="699894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0" y="0"/>
                </a:moveTo>
                <a:lnTo>
                  <a:pt x="788100" y="0"/>
                </a:lnTo>
                <a:cubicBezTo>
                  <a:pt x="801741" y="0"/>
                  <a:pt x="812800" y="11059"/>
                  <a:pt x="812800" y="24700"/>
                </a:cubicBezTo>
                <a:lnTo>
                  <a:pt x="812800" y="277796"/>
                </a:lnTo>
                <a:cubicBezTo>
                  <a:pt x="812800" y="291438"/>
                  <a:pt x="801741" y="302497"/>
                  <a:pt x="788100" y="302497"/>
                </a:cubicBezTo>
                <a:lnTo>
                  <a:pt x="24700" y="302497"/>
                </a:lnTo>
                <a:cubicBezTo>
                  <a:pt x="11059" y="302497"/>
                  <a:pt x="0" y="291438"/>
                  <a:pt x="0" y="277796"/>
                </a:cubicBezTo>
                <a:lnTo>
                  <a:pt x="0" y="24700"/>
                </a:lnTo>
                <a:cubicBezTo>
                  <a:pt x="0" y="11059"/>
                  <a:pt x="11059" y="0"/>
                  <a:pt x="247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85454" name="TextBox 32"/>
          <p:cNvSpPr txBox="1"/>
          <p:nvPr/>
        </p:nvSpPr>
        <p:spPr bwMode="auto">
          <a:xfrm rot="0" flipH="0" flipV="0">
            <a:off x="681421" y="2833488"/>
            <a:ext cx="1880595" cy="8100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PORTAFOGLIO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62690638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425590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5103429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0524245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1252979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2530921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931189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3787140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823943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2901187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68637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748465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05546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7568969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552819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0129061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3207899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600827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688509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9831665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3816627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7095622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0750722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165171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8036754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2905107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7932766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909814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586016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914864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920161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200750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905823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991732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644952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910439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575122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5882420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8153422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960103" name="Freeform 27"/>
          <p:cNvSpPr/>
          <p:nvPr/>
        </p:nvSpPr>
        <p:spPr bwMode="auto">
          <a:xfrm rot="0" flipH="0" flipV="0">
            <a:off x="3475803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39225999" name="TextBox 28"/>
          <p:cNvSpPr txBox="1"/>
          <p:nvPr/>
        </p:nvSpPr>
        <p:spPr bwMode="auto">
          <a:xfrm rot="0" flipH="0" flipV="0">
            <a:off x="3517343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1769818" name="AutoShape 29"/>
          <p:cNvSpPr/>
          <p:nvPr/>
        </p:nvSpPr>
        <p:spPr bwMode="auto">
          <a:xfrm flipV="1">
            <a:off x="2435005" y="3347250"/>
            <a:ext cx="104079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8844406" name="Freeform 31"/>
          <p:cNvSpPr/>
          <p:nvPr/>
        </p:nvSpPr>
        <p:spPr bwMode="auto">
          <a:xfrm rot="0" flipH="0" flipV="0">
            <a:off x="554916" y="2997397"/>
            <a:ext cx="1880085" cy="699705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7" y="0"/>
                </a:moveTo>
                <a:lnTo>
                  <a:pt x="788093" y="0"/>
                </a:lnTo>
                <a:cubicBezTo>
                  <a:pt x="794646" y="0"/>
                  <a:pt x="800930" y="2603"/>
                  <a:pt x="805563" y="7237"/>
                </a:cubicBezTo>
                <a:cubicBezTo>
                  <a:pt x="810197" y="11870"/>
                  <a:pt x="812800" y="18154"/>
                  <a:pt x="812800" y="24707"/>
                </a:cubicBezTo>
                <a:lnTo>
                  <a:pt x="812800" y="277790"/>
                </a:lnTo>
                <a:cubicBezTo>
                  <a:pt x="812800" y="291435"/>
                  <a:pt x="801738" y="302497"/>
                  <a:pt x="788093" y="302497"/>
                </a:cubicBezTo>
                <a:lnTo>
                  <a:pt x="24707" y="302497"/>
                </a:lnTo>
                <a:cubicBezTo>
                  <a:pt x="18154" y="302497"/>
                  <a:pt x="11870" y="299894"/>
                  <a:pt x="7237" y="295260"/>
                </a:cubicBezTo>
                <a:cubicBezTo>
                  <a:pt x="2603" y="290627"/>
                  <a:pt x="0" y="284342"/>
                  <a:pt x="0" y="277790"/>
                </a:cubicBezTo>
                <a:lnTo>
                  <a:pt x="0" y="24707"/>
                </a:lnTo>
                <a:cubicBezTo>
                  <a:pt x="0" y="18154"/>
                  <a:pt x="2603" y="11870"/>
                  <a:pt x="7237" y="7237"/>
                </a:cubicBezTo>
                <a:cubicBezTo>
                  <a:pt x="11870" y="2603"/>
                  <a:pt x="18154" y="0"/>
                  <a:pt x="24707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38795862" name="TextBox 32"/>
          <p:cNvSpPr txBox="1"/>
          <p:nvPr/>
        </p:nvSpPr>
        <p:spPr bwMode="auto">
          <a:xfrm rot="0" flipH="0" flipV="0">
            <a:off x="554916" y="2887242"/>
            <a:ext cx="1880085" cy="8098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PORTAFOGLIO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00864246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05986178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9980997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4387807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1497651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80105496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4317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354239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47237823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8711109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008970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073027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40173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514338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9518104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84080388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452043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7194578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72046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9770002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35245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1417826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1664682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00252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0806752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0164530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4780904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057762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392402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194785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259694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832548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84367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19030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42284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89680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9767734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6435108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102219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600131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26564" name="Freeform 27"/>
          <p:cNvSpPr/>
          <p:nvPr/>
        </p:nvSpPr>
        <p:spPr bwMode="auto">
          <a:xfrm rot="0" flipH="0" flipV="0">
            <a:off x="3528105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7177601" name="TextBox 28"/>
          <p:cNvSpPr txBox="1"/>
          <p:nvPr/>
        </p:nvSpPr>
        <p:spPr bwMode="auto">
          <a:xfrm rot="0" flipH="0" flipV="0">
            <a:off x="3569666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5574764" name="AutoShape 29"/>
          <p:cNvSpPr/>
          <p:nvPr/>
        </p:nvSpPr>
        <p:spPr bwMode="auto">
          <a:xfrm>
            <a:off x="2486788" y="3326321"/>
            <a:ext cx="104131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96820" name="Freeform 31"/>
          <p:cNvSpPr/>
          <p:nvPr/>
        </p:nvSpPr>
        <p:spPr bwMode="auto">
          <a:xfrm rot="0" flipH="0" flipV="0">
            <a:off x="605760" y="2976293"/>
            <a:ext cx="1881023" cy="700052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695" y="0"/>
                </a:moveTo>
                <a:lnTo>
                  <a:pt x="788105" y="0"/>
                </a:lnTo>
                <a:cubicBezTo>
                  <a:pt x="801744" y="0"/>
                  <a:pt x="812800" y="11056"/>
                  <a:pt x="812800" y="24695"/>
                </a:cubicBezTo>
                <a:lnTo>
                  <a:pt x="812800" y="277802"/>
                </a:lnTo>
                <a:cubicBezTo>
                  <a:pt x="812800" y="291441"/>
                  <a:pt x="801744" y="302497"/>
                  <a:pt x="788105" y="302497"/>
                </a:cubicBezTo>
                <a:lnTo>
                  <a:pt x="24695" y="302497"/>
                </a:lnTo>
                <a:cubicBezTo>
                  <a:pt x="18145" y="302497"/>
                  <a:pt x="11864" y="299895"/>
                  <a:pt x="7233" y="295264"/>
                </a:cubicBezTo>
                <a:cubicBezTo>
                  <a:pt x="2602" y="290633"/>
                  <a:pt x="0" y="284352"/>
                  <a:pt x="0" y="277802"/>
                </a:cubicBezTo>
                <a:lnTo>
                  <a:pt x="0" y="24695"/>
                </a:lnTo>
                <a:cubicBezTo>
                  <a:pt x="0" y="11056"/>
                  <a:pt x="11056" y="0"/>
                  <a:pt x="2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90803741" name="TextBox 32"/>
          <p:cNvSpPr txBox="1"/>
          <p:nvPr/>
        </p:nvSpPr>
        <p:spPr bwMode="auto">
          <a:xfrm rot="0" flipH="0" flipV="0">
            <a:off x="605760" y="2866083"/>
            <a:ext cx="1881023" cy="8102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PORTAFOGLIO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8908195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8426191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907257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486008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97564694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8246545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456624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3347965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8965260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07773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246328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324031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77487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42126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3500135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2936364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984236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91735161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896266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6459765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1216033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20185524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5709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02938946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2780336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0826147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068473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21398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118522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125577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303546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548665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9394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126265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6484642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15732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0465834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6459229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7201687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8077972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9302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19374" y="1238249"/>
            <a:ext cx="6953249" cy="4381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885081" name="Freeform 26"/>
          <p:cNvSpPr/>
          <p:nvPr/>
        </p:nvSpPr>
        <p:spPr bwMode="auto">
          <a:xfrm>
            <a:off x="14306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292570" name="AutoShape 27"/>
          <p:cNvSpPr/>
          <p:nvPr/>
        </p:nvSpPr>
        <p:spPr bwMode="auto">
          <a:xfrm flipH="1">
            <a:off x="4009656" y="182966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059971" name="AutoShape 28"/>
          <p:cNvSpPr/>
          <p:nvPr/>
        </p:nvSpPr>
        <p:spPr bwMode="auto">
          <a:xfrm>
            <a:off x="4009656" y="215600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693916" name="Freeform 29"/>
          <p:cNvSpPr/>
          <p:nvPr/>
        </p:nvSpPr>
        <p:spPr bwMode="auto">
          <a:xfrm>
            <a:off x="5833638" y="226150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929294" name="Freeform 30"/>
          <p:cNvSpPr/>
          <p:nvPr/>
        </p:nvSpPr>
        <p:spPr bwMode="auto">
          <a:xfrm>
            <a:off x="97373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282264" name="Freeform 31"/>
          <p:cNvSpPr/>
          <p:nvPr/>
        </p:nvSpPr>
        <p:spPr bwMode="auto">
          <a:xfrm>
            <a:off x="5227831" y="112526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622165" name="TextBox 32"/>
          <p:cNvSpPr txBox="1"/>
          <p:nvPr/>
        </p:nvSpPr>
        <p:spPr bwMode="auto">
          <a:xfrm>
            <a:off x="5353083" y="117425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bc1q...01</a:t>
            </a:r>
            <a:endParaRPr/>
          </a:p>
        </p:txBody>
      </p:sp>
      <p:sp>
        <p:nvSpPr>
          <p:cNvPr id="134319218" name="AutoShape 33"/>
          <p:cNvSpPr/>
          <p:nvPr/>
        </p:nvSpPr>
        <p:spPr bwMode="auto">
          <a:xfrm flipH="1">
            <a:off x="4005333" y="379912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04907" name="AutoShape 34"/>
          <p:cNvSpPr/>
          <p:nvPr/>
        </p:nvSpPr>
        <p:spPr bwMode="auto">
          <a:xfrm>
            <a:off x="4005333" y="412546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0084873" name="Freeform 35"/>
          <p:cNvSpPr/>
          <p:nvPr/>
        </p:nvSpPr>
        <p:spPr bwMode="auto">
          <a:xfrm>
            <a:off x="5829317" y="4230968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963281" name="Freeform 36"/>
          <p:cNvSpPr/>
          <p:nvPr/>
        </p:nvSpPr>
        <p:spPr bwMode="auto">
          <a:xfrm>
            <a:off x="5223507" y="3094732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361737" name="TextBox 37"/>
          <p:cNvSpPr txBox="1"/>
          <p:nvPr/>
        </p:nvSpPr>
        <p:spPr bwMode="auto">
          <a:xfrm>
            <a:off x="5348761" y="3143716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bc1q...02</a:t>
            </a:r>
            <a:endParaRPr/>
          </a:p>
        </p:txBody>
      </p:sp>
      <p:sp>
        <p:nvSpPr>
          <p:cNvPr id="642745590" name="AutoShape 38"/>
          <p:cNvSpPr/>
          <p:nvPr/>
        </p:nvSpPr>
        <p:spPr bwMode="auto">
          <a:xfrm flipH="1">
            <a:off x="4009656" y="576957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706090" name="AutoShape 39"/>
          <p:cNvSpPr/>
          <p:nvPr/>
        </p:nvSpPr>
        <p:spPr bwMode="auto">
          <a:xfrm>
            <a:off x="4009656" y="609591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2766" name="Freeform 40"/>
          <p:cNvSpPr/>
          <p:nvPr/>
        </p:nvSpPr>
        <p:spPr bwMode="auto">
          <a:xfrm>
            <a:off x="5833638" y="6201417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81016" name="Freeform 41"/>
          <p:cNvSpPr/>
          <p:nvPr/>
        </p:nvSpPr>
        <p:spPr bwMode="auto">
          <a:xfrm>
            <a:off x="5227831" y="5065180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703959" name="TextBox 42"/>
          <p:cNvSpPr txBox="1"/>
          <p:nvPr/>
        </p:nvSpPr>
        <p:spPr bwMode="auto">
          <a:xfrm>
            <a:off x="5353083" y="511416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391423" name="Freeform 26"/>
          <p:cNvSpPr/>
          <p:nvPr/>
        </p:nvSpPr>
        <p:spPr bwMode="auto">
          <a:xfrm>
            <a:off x="12401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187071" name="AutoShape 27"/>
          <p:cNvSpPr/>
          <p:nvPr/>
        </p:nvSpPr>
        <p:spPr bwMode="auto">
          <a:xfrm flipH="1">
            <a:off x="3819156" y="182354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692028" name="AutoShape 28"/>
          <p:cNvSpPr/>
          <p:nvPr/>
        </p:nvSpPr>
        <p:spPr bwMode="auto">
          <a:xfrm>
            <a:off x="3819156" y="214988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532387" name="Freeform 29"/>
          <p:cNvSpPr/>
          <p:nvPr/>
        </p:nvSpPr>
        <p:spPr bwMode="auto">
          <a:xfrm>
            <a:off x="95468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15035" name="Freeform 30"/>
          <p:cNvSpPr/>
          <p:nvPr/>
        </p:nvSpPr>
        <p:spPr bwMode="auto">
          <a:xfrm>
            <a:off x="5037332" y="111914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978522" name="AutoShape 31"/>
          <p:cNvSpPr/>
          <p:nvPr/>
        </p:nvSpPr>
        <p:spPr bwMode="auto">
          <a:xfrm>
            <a:off x="3814833" y="386585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098437" name="AutoShape 32"/>
          <p:cNvSpPr/>
          <p:nvPr/>
        </p:nvSpPr>
        <p:spPr bwMode="auto">
          <a:xfrm>
            <a:off x="3819156" y="558182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871242" name="Freeform 33"/>
          <p:cNvSpPr/>
          <p:nvPr/>
        </p:nvSpPr>
        <p:spPr bwMode="auto">
          <a:xfrm>
            <a:off x="5414988" y="2340383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556089" name="TextBox 34"/>
          <p:cNvSpPr txBox="1"/>
          <p:nvPr/>
        </p:nvSpPr>
        <p:spPr bwMode="auto">
          <a:xfrm>
            <a:off x="5162583" y="116813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IBAN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31850521" name="Freeform 35"/>
          <p:cNvSpPr/>
          <p:nvPr/>
        </p:nvSpPr>
        <p:spPr bwMode="auto">
          <a:xfrm>
            <a:off x="5412827" y="4056352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9"/>
                </a:lnTo>
                <a:lnTo>
                  <a:pt x="0" y="7825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578502" name="Freeform 36"/>
          <p:cNvSpPr/>
          <p:nvPr/>
        </p:nvSpPr>
        <p:spPr bwMode="auto">
          <a:xfrm>
            <a:off x="5414988" y="5772321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873370" name="Freeform 26"/>
          <p:cNvSpPr/>
          <p:nvPr/>
        </p:nvSpPr>
        <p:spPr bwMode="auto">
          <a:xfrm>
            <a:off x="13562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55044" name="AutoShape 27"/>
          <p:cNvSpPr/>
          <p:nvPr/>
        </p:nvSpPr>
        <p:spPr bwMode="auto">
          <a:xfrm flipH="1">
            <a:off x="3935242" y="173441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33795" name="AutoShape 28"/>
          <p:cNvSpPr/>
          <p:nvPr/>
        </p:nvSpPr>
        <p:spPr bwMode="auto">
          <a:xfrm>
            <a:off x="3935242" y="206075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970950" name="Freeform 29"/>
          <p:cNvSpPr/>
          <p:nvPr/>
        </p:nvSpPr>
        <p:spPr bwMode="auto">
          <a:xfrm>
            <a:off x="5759224" y="216625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006680" name="Freeform 30"/>
          <p:cNvSpPr/>
          <p:nvPr/>
        </p:nvSpPr>
        <p:spPr bwMode="auto">
          <a:xfrm>
            <a:off x="96629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77702" name="Freeform 31"/>
          <p:cNvSpPr/>
          <p:nvPr/>
        </p:nvSpPr>
        <p:spPr bwMode="auto">
          <a:xfrm>
            <a:off x="5153417" y="103001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144175" name="TextBox 32"/>
          <p:cNvSpPr txBox="1"/>
          <p:nvPr/>
        </p:nvSpPr>
        <p:spPr bwMode="auto">
          <a:xfrm>
            <a:off x="5278669" y="107900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69698735" name="AutoShape 33"/>
          <p:cNvSpPr/>
          <p:nvPr/>
        </p:nvSpPr>
        <p:spPr bwMode="auto">
          <a:xfrm>
            <a:off x="3930919" y="403021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111210" name="Freeform 34"/>
          <p:cNvSpPr/>
          <p:nvPr/>
        </p:nvSpPr>
        <p:spPr bwMode="auto">
          <a:xfrm>
            <a:off x="5754903" y="4135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618618" name="AutoShape 35"/>
          <p:cNvSpPr/>
          <p:nvPr/>
        </p:nvSpPr>
        <p:spPr bwMode="auto">
          <a:xfrm>
            <a:off x="3935242" y="600066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621124" name="Freeform 36"/>
          <p:cNvSpPr/>
          <p:nvPr/>
        </p:nvSpPr>
        <p:spPr bwMode="auto">
          <a:xfrm>
            <a:off x="5759224" y="610616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48372" name="Freeform 26"/>
          <p:cNvSpPr/>
          <p:nvPr/>
        </p:nvSpPr>
        <p:spPr bwMode="auto">
          <a:xfrm>
            <a:off x="8452719" y="303826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409702" name="Freeform 27"/>
          <p:cNvSpPr/>
          <p:nvPr/>
        </p:nvSpPr>
        <p:spPr bwMode="auto">
          <a:xfrm>
            <a:off x="3058614" y="3721885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3299133" name="Freeform 28"/>
          <p:cNvSpPr/>
          <p:nvPr/>
        </p:nvSpPr>
        <p:spPr bwMode="auto">
          <a:xfrm>
            <a:off x="1322621" y="3181029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4039569" name="AutoShape 29"/>
          <p:cNvSpPr/>
          <p:nvPr/>
        </p:nvSpPr>
        <p:spPr bwMode="auto">
          <a:xfrm flipH="1" flipV="1">
            <a:off x="2103913" y="3609721"/>
            <a:ext cx="242219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6730412" name="Freeform 30"/>
          <p:cNvSpPr/>
          <p:nvPr/>
        </p:nvSpPr>
        <p:spPr bwMode="auto">
          <a:xfrm>
            <a:off x="3384565" y="2361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46831296" name="AutoShape 31"/>
          <p:cNvSpPr/>
          <p:nvPr/>
        </p:nvSpPr>
        <p:spPr bwMode="auto">
          <a:xfrm flipV="1">
            <a:off x="6548251" y="1556502"/>
            <a:ext cx="674401" cy="167865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1602060" name="Freeform 32"/>
          <p:cNvSpPr/>
          <p:nvPr/>
        </p:nvSpPr>
        <p:spPr bwMode="auto">
          <a:xfrm>
            <a:off x="6279349" y="1887873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97466729" name="Freeform 34"/>
          <p:cNvSpPr/>
          <p:nvPr/>
        </p:nvSpPr>
        <p:spPr bwMode="auto">
          <a:xfrm rot="0" flipH="0" flipV="0">
            <a:off x="4709286" y="3316275"/>
            <a:ext cx="3231050" cy="586889"/>
          </a:xfrm>
          <a:custGeom>
            <a:avLst/>
            <a:gdLst/>
            <a:ahLst/>
            <a:cxnLst/>
            <a:rect l="l" t="t" r="r" b="b"/>
            <a:pathLst>
              <a:path w="1276466" h="231859" fill="norm" stroke="1" extrusionOk="0">
                <a:moveTo>
                  <a:pt x="64695" y="0"/>
                </a:moveTo>
                <a:lnTo>
                  <a:pt x="1211771" y="0"/>
                </a:lnTo>
                <a:cubicBezTo>
                  <a:pt x="1228929" y="0"/>
                  <a:pt x="1245384" y="6816"/>
                  <a:pt x="1257517" y="18949"/>
                </a:cubicBezTo>
                <a:cubicBezTo>
                  <a:pt x="1269650" y="31081"/>
                  <a:pt x="1276466" y="47537"/>
                  <a:pt x="1276466" y="64695"/>
                </a:cubicBezTo>
                <a:lnTo>
                  <a:pt x="1276466" y="167164"/>
                </a:lnTo>
                <a:cubicBezTo>
                  <a:pt x="1276466" y="184322"/>
                  <a:pt x="1269650" y="200777"/>
                  <a:pt x="1257517" y="212910"/>
                </a:cubicBezTo>
                <a:cubicBezTo>
                  <a:pt x="1245384" y="225043"/>
                  <a:pt x="1228929" y="231859"/>
                  <a:pt x="1211771" y="231859"/>
                </a:cubicBezTo>
                <a:lnTo>
                  <a:pt x="64695" y="231859"/>
                </a:lnTo>
                <a:cubicBezTo>
                  <a:pt x="47537" y="231859"/>
                  <a:pt x="31081" y="225043"/>
                  <a:pt x="18949" y="212910"/>
                </a:cubicBezTo>
                <a:cubicBezTo>
                  <a:pt x="6816" y="200777"/>
                  <a:pt x="0" y="184322"/>
                  <a:pt x="0" y="167164"/>
                </a:cubicBezTo>
                <a:lnTo>
                  <a:pt x="0" y="64695"/>
                </a:lnTo>
                <a:cubicBezTo>
                  <a:pt x="0" y="47537"/>
                  <a:pt x="6816" y="31081"/>
                  <a:pt x="18949" y="18949"/>
                </a:cubicBezTo>
                <a:cubicBezTo>
                  <a:pt x="31081" y="6816"/>
                  <a:pt x="47537" y="0"/>
                  <a:pt x="6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2558697" name="TextBox 35"/>
          <p:cNvSpPr txBox="1"/>
          <p:nvPr/>
        </p:nvSpPr>
        <p:spPr bwMode="auto">
          <a:xfrm rot="0" flipH="0" flipV="0">
            <a:off x="4709286" y="3147508"/>
            <a:ext cx="3231050" cy="7556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Codice di pagamento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03634001" name="Freeform 36"/>
          <p:cNvSpPr/>
          <p:nvPr/>
        </p:nvSpPr>
        <p:spPr bwMode="auto">
          <a:xfrm>
            <a:off x="1982169" y="83712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95745921" name="AutoShape 37"/>
          <p:cNvSpPr/>
          <p:nvPr/>
        </p:nvSpPr>
        <p:spPr bwMode="auto">
          <a:xfrm flipH="1" flipV="1">
            <a:off x="2833518" y="1610182"/>
            <a:ext cx="2343873" cy="162497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27762357" name="Freeform 38"/>
          <p:cNvSpPr/>
          <p:nvPr/>
        </p:nvSpPr>
        <p:spPr bwMode="auto">
          <a:xfrm>
            <a:off x="7031976" y="640122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78727640" name="Freeform 39"/>
          <p:cNvSpPr/>
          <p:nvPr/>
        </p:nvSpPr>
        <p:spPr bwMode="auto">
          <a:xfrm>
            <a:off x="9598097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984371" name="Freeform 40"/>
          <p:cNvSpPr/>
          <p:nvPr/>
        </p:nvSpPr>
        <p:spPr bwMode="auto">
          <a:xfrm>
            <a:off x="6035862" y="5612955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5092300" name="Freeform 41"/>
          <p:cNvSpPr/>
          <p:nvPr/>
        </p:nvSpPr>
        <p:spPr bwMode="auto">
          <a:xfrm>
            <a:off x="2667968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14753761" name="Freeform 42"/>
          <p:cNvSpPr/>
          <p:nvPr/>
        </p:nvSpPr>
        <p:spPr bwMode="auto">
          <a:xfrm>
            <a:off x="9831649" y="866521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4914" name="AutoShape 43"/>
          <p:cNvSpPr/>
          <p:nvPr/>
        </p:nvSpPr>
        <p:spPr bwMode="auto">
          <a:xfrm flipV="1">
            <a:off x="7422621" y="1694508"/>
            <a:ext cx="2316844" cy="1486518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010804" name="Freeform 44"/>
          <p:cNvSpPr/>
          <p:nvPr/>
        </p:nvSpPr>
        <p:spPr bwMode="auto">
          <a:xfrm>
            <a:off x="8140592" y="1814392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0387098" name="AutoShape 45"/>
          <p:cNvSpPr/>
          <p:nvPr/>
        </p:nvSpPr>
        <p:spPr bwMode="auto">
          <a:xfrm>
            <a:off x="7499131" y="3990787"/>
            <a:ext cx="2098964" cy="163006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117510" name="AutoShape 46"/>
          <p:cNvSpPr/>
          <p:nvPr/>
        </p:nvSpPr>
        <p:spPr bwMode="auto">
          <a:xfrm>
            <a:off x="6364215" y="4038413"/>
            <a:ext cx="62290" cy="140435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720930" name="AutoShape 47"/>
          <p:cNvSpPr/>
          <p:nvPr/>
        </p:nvSpPr>
        <p:spPr bwMode="auto">
          <a:xfrm flipH="1">
            <a:off x="3449259" y="3990787"/>
            <a:ext cx="1728132" cy="157696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36635721" name="Freeform 48"/>
          <p:cNvSpPr/>
          <p:nvPr/>
        </p:nvSpPr>
        <p:spPr bwMode="auto">
          <a:xfrm>
            <a:off x="7991115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04955141" name="Freeform 49"/>
          <p:cNvSpPr/>
          <p:nvPr/>
        </p:nvSpPr>
        <p:spPr bwMode="auto">
          <a:xfrm>
            <a:off x="5766960" y="4686221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08050594" name="Freeform 50"/>
          <p:cNvSpPr/>
          <p:nvPr/>
        </p:nvSpPr>
        <p:spPr bwMode="auto">
          <a:xfrm>
            <a:off x="4300090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3577558" name="AutoShape 51"/>
          <p:cNvSpPr/>
          <p:nvPr/>
        </p:nvSpPr>
        <p:spPr bwMode="auto">
          <a:xfrm>
            <a:off x="7940340" y="3609721"/>
            <a:ext cx="512379" cy="0"/>
          </a:xfrm>
          <a:prstGeom prst="line">
            <a:avLst/>
          </a:prstGeom>
          <a:ln w="5715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807917" name="Freeform 27"/>
          <p:cNvSpPr/>
          <p:nvPr/>
        </p:nvSpPr>
        <p:spPr bwMode="auto">
          <a:xfrm rot="0" flipH="0" flipV="0">
            <a:off x="8509864" y="435842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4344947" name="Freeform 28"/>
          <p:cNvSpPr/>
          <p:nvPr/>
        </p:nvSpPr>
        <p:spPr bwMode="auto">
          <a:xfrm>
            <a:off x="8579530" y="47397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027944" name="Freeform 29"/>
          <p:cNvSpPr/>
          <p:nvPr/>
        </p:nvSpPr>
        <p:spPr bwMode="auto">
          <a:xfrm>
            <a:off x="8997782" y="493544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4726644" name="AutoShape 30"/>
          <p:cNvSpPr/>
          <p:nvPr/>
        </p:nvSpPr>
        <p:spPr bwMode="auto">
          <a:xfrm flipV="1">
            <a:off x="3124019" y="1092123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098562" name="AutoShape 31"/>
          <p:cNvSpPr/>
          <p:nvPr/>
        </p:nvSpPr>
        <p:spPr bwMode="auto">
          <a:xfrm>
            <a:off x="8924671" y="97931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834354" name="Freeform 33"/>
          <p:cNvSpPr/>
          <p:nvPr/>
        </p:nvSpPr>
        <p:spPr bwMode="auto">
          <a:xfrm rot="0" flipH="0" flipV="0">
            <a:off x="8509864" y="1362789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3685774" name="Freeform 34"/>
          <p:cNvSpPr/>
          <p:nvPr/>
        </p:nvSpPr>
        <p:spPr bwMode="auto">
          <a:xfrm>
            <a:off x="8579530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893948" name="Freeform 35"/>
          <p:cNvSpPr/>
          <p:nvPr/>
        </p:nvSpPr>
        <p:spPr bwMode="auto">
          <a:xfrm>
            <a:off x="8694914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077943" name="Freeform 36"/>
          <p:cNvSpPr/>
          <p:nvPr/>
        </p:nvSpPr>
        <p:spPr bwMode="auto">
          <a:xfrm>
            <a:off x="8997782" y="1420490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258057" name="AutoShape 37"/>
          <p:cNvSpPr/>
          <p:nvPr/>
        </p:nvSpPr>
        <p:spPr bwMode="auto">
          <a:xfrm>
            <a:off x="3124019" y="2004057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739228" name="AutoShape 38"/>
          <p:cNvSpPr/>
          <p:nvPr/>
        </p:nvSpPr>
        <p:spPr bwMode="auto">
          <a:xfrm>
            <a:off x="8924671" y="1891251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14738" name="Freeform 40"/>
          <p:cNvSpPr/>
          <p:nvPr/>
        </p:nvSpPr>
        <p:spPr bwMode="auto">
          <a:xfrm rot="0" flipH="0" flipV="0">
            <a:off x="8509864" y="227472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1033801" name="Freeform 41"/>
          <p:cNvSpPr/>
          <p:nvPr/>
        </p:nvSpPr>
        <p:spPr bwMode="auto">
          <a:xfrm>
            <a:off x="8579530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382896" name="Freeform 42"/>
          <p:cNvSpPr/>
          <p:nvPr/>
        </p:nvSpPr>
        <p:spPr bwMode="auto">
          <a:xfrm>
            <a:off x="8694914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54688" name="Freeform 43"/>
          <p:cNvSpPr/>
          <p:nvPr/>
        </p:nvSpPr>
        <p:spPr bwMode="auto">
          <a:xfrm>
            <a:off x="8997782" y="2332427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2847512" name="AutoShape 44"/>
          <p:cNvSpPr/>
          <p:nvPr/>
        </p:nvSpPr>
        <p:spPr bwMode="auto">
          <a:xfrm>
            <a:off x="3124019" y="2915991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782440" name="AutoShape 45"/>
          <p:cNvSpPr/>
          <p:nvPr/>
        </p:nvSpPr>
        <p:spPr bwMode="auto">
          <a:xfrm>
            <a:off x="8924671" y="280318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995476" name="Freeform 47"/>
          <p:cNvSpPr/>
          <p:nvPr/>
        </p:nvSpPr>
        <p:spPr bwMode="auto">
          <a:xfrm rot="0" flipH="0" flipV="0">
            <a:off x="6693968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9274531" name="Freeform 48"/>
          <p:cNvSpPr/>
          <p:nvPr/>
        </p:nvSpPr>
        <p:spPr bwMode="auto">
          <a:xfrm>
            <a:off x="6763635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5190649" name="Freeform 49"/>
          <p:cNvSpPr/>
          <p:nvPr/>
        </p:nvSpPr>
        <p:spPr bwMode="auto">
          <a:xfrm>
            <a:off x="6879018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18827561" name="Freeform 50"/>
          <p:cNvSpPr/>
          <p:nvPr/>
        </p:nvSpPr>
        <p:spPr bwMode="auto">
          <a:xfrm>
            <a:off x="7181886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9027722" name="TextBox 51"/>
          <p:cNvSpPr txBox="1"/>
          <p:nvPr/>
        </p:nvSpPr>
        <p:spPr bwMode="auto">
          <a:xfrm>
            <a:off x="6597441" y="3551427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 sz="1600"/>
          </a:p>
        </p:txBody>
      </p:sp>
      <p:sp>
        <p:nvSpPr>
          <p:cNvPr id="857870456" name="Freeform 53"/>
          <p:cNvSpPr/>
          <p:nvPr/>
        </p:nvSpPr>
        <p:spPr bwMode="auto">
          <a:xfrm rot="0" flipH="0" flipV="0">
            <a:off x="760221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9444043" name="Freeform 54"/>
          <p:cNvSpPr/>
          <p:nvPr/>
        </p:nvSpPr>
        <p:spPr bwMode="auto">
          <a:xfrm>
            <a:off x="7671882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6925156" name="Freeform 55"/>
          <p:cNvSpPr/>
          <p:nvPr/>
        </p:nvSpPr>
        <p:spPr bwMode="auto">
          <a:xfrm>
            <a:off x="7787266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349977" name="Freeform 56"/>
          <p:cNvSpPr/>
          <p:nvPr/>
        </p:nvSpPr>
        <p:spPr bwMode="auto">
          <a:xfrm>
            <a:off x="8090131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751244" name="TextBox 57"/>
          <p:cNvSpPr txBox="1"/>
          <p:nvPr/>
        </p:nvSpPr>
        <p:spPr bwMode="auto">
          <a:xfrm>
            <a:off x="7505690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1121834303" name="Freeform 59"/>
          <p:cNvSpPr/>
          <p:nvPr/>
        </p:nvSpPr>
        <p:spPr bwMode="auto">
          <a:xfrm rot="0" flipH="0" flipV="0">
            <a:off x="850986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9243887" name="Freeform 60"/>
          <p:cNvSpPr/>
          <p:nvPr/>
        </p:nvSpPr>
        <p:spPr bwMode="auto">
          <a:xfrm>
            <a:off x="8579530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323564" name="Freeform 61"/>
          <p:cNvSpPr/>
          <p:nvPr/>
        </p:nvSpPr>
        <p:spPr bwMode="auto">
          <a:xfrm>
            <a:off x="8694914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904115" name="Freeform 62"/>
          <p:cNvSpPr/>
          <p:nvPr/>
        </p:nvSpPr>
        <p:spPr bwMode="auto">
          <a:xfrm>
            <a:off x="8997782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71002" name="TextBox 63"/>
          <p:cNvSpPr txBox="1"/>
          <p:nvPr/>
        </p:nvSpPr>
        <p:spPr bwMode="auto">
          <a:xfrm>
            <a:off x="8413337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679415412" name="AutoShape 64"/>
          <p:cNvSpPr/>
          <p:nvPr/>
        </p:nvSpPr>
        <p:spPr bwMode="auto">
          <a:xfrm flipV="1">
            <a:off x="3124019" y="3828759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569360" name="AutoShape 65"/>
          <p:cNvSpPr/>
          <p:nvPr/>
        </p:nvSpPr>
        <p:spPr bwMode="auto">
          <a:xfrm>
            <a:off x="8924671" y="3715954"/>
            <a:ext cx="135504" cy="328437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498254" name="Freeform 67"/>
          <p:cNvSpPr/>
          <p:nvPr/>
        </p:nvSpPr>
        <p:spPr bwMode="auto">
          <a:xfrm rot="0" flipH="0" flipV="0">
            <a:off x="6638449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31246553" name="Freeform 68"/>
          <p:cNvSpPr/>
          <p:nvPr/>
        </p:nvSpPr>
        <p:spPr bwMode="auto">
          <a:xfrm>
            <a:off x="6708115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09278196" name="Freeform 69"/>
          <p:cNvSpPr/>
          <p:nvPr/>
        </p:nvSpPr>
        <p:spPr bwMode="auto">
          <a:xfrm>
            <a:off x="68234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7280898" name="Freeform 70"/>
          <p:cNvSpPr/>
          <p:nvPr/>
        </p:nvSpPr>
        <p:spPr bwMode="auto">
          <a:xfrm>
            <a:off x="7126367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5238201" name="Freeform 72"/>
          <p:cNvSpPr/>
          <p:nvPr/>
        </p:nvSpPr>
        <p:spPr bwMode="auto">
          <a:xfrm rot="0" flipH="0" flipV="0">
            <a:off x="7546694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41956" name="Freeform 73"/>
          <p:cNvSpPr/>
          <p:nvPr/>
        </p:nvSpPr>
        <p:spPr bwMode="auto">
          <a:xfrm>
            <a:off x="7616363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4226701" name="Freeform 74"/>
          <p:cNvSpPr/>
          <p:nvPr/>
        </p:nvSpPr>
        <p:spPr bwMode="auto">
          <a:xfrm>
            <a:off x="773174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859488" name="Freeform 75"/>
          <p:cNvSpPr/>
          <p:nvPr/>
        </p:nvSpPr>
        <p:spPr bwMode="auto">
          <a:xfrm>
            <a:off x="8034611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570571" name="Freeform 77"/>
          <p:cNvSpPr/>
          <p:nvPr/>
        </p:nvSpPr>
        <p:spPr bwMode="auto">
          <a:xfrm rot="0" flipH="0" flipV="0">
            <a:off x="8627980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1534092" name="Freeform 78"/>
          <p:cNvSpPr/>
          <p:nvPr/>
        </p:nvSpPr>
        <p:spPr bwMode="auto">
          <a:xfrm>
            <a:off x="8697646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8082857" name="Freeform 79"/>
          <p:cNvSpPr/>
          <p:nvPr/>
        </p:nvSpPr>
        <p:spPr bwMode="auto">
          <a:xfrm>
            <a:off x="8813030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639660" name="Freeform 80"/>
          <p:cNvSpPr/>
          <p:nvPr/>
        </p:nvSpPr>
        <p:spPr bwMode="auto">
          <a:xfrm>
            <a:off x="9115898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767368" name="Freeform 82"/>
          <p:cNvSpPr/>
          <p:nvPr/>
        </p:nvSpPr>
        <p:spPr bwMode="auto">
          <a:xfrm rot="0" flipH="0" flipV="0">
            <a:off x="9536648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748" name="Freeform 83"/>
          <p:cNvSpPr/>
          <p:nvPr/>
        </p:nvSpPr>
        <p:spPr bwMode="auto">
          <a:xfrm>
            <a:off x="960631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389161" name="Freeform 84"/>
          <p:cNvSpPr/>
          <p:nvPr/>
        </p:nvSpPr>
        <p:spPr bwMode="auto">
          <a:xfrm>
            <a:off x="97216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8003" name="Freeform 85"/>
          <p:cNvSpPr/>
          <p:nvPr/>
        </p:nvSpPr>
        <p:spPr bwMode="auto">
          <a:xfrm>
            <a:off x="10024566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025044" name="AutoShape 86"/>
          <p:cNvSpPr/>
          <p:nvPr/>
        </p:nvSpPr>
        <p:spPr bwMode="auto">
          <a:xfrm>
            <a:off x="8924671" y="3722985"/>
            <a:ext cx="770405" cy="327235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541819" name="AutoShape 87"/>
          <p:cNvSpPr/>
          <p:nvPr/>
        </p:nvSpPr>
        <p:spPr bwMode="auto">
          <a:xfrm flipH="1">
            <a:off x="7980760" y="3724574"/>
            <a:ext cx="37272" cy="33971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4417716" name="AutoShape 88"/>
          <p:cNvSpPr/>
          <p:nvPr/>
        </p:nvSpPr>
        <p:spPr bwMode="auto">
          <a:xfrm flipH="1">
            <a:off x="7401069" y="3732112"/>
            <a:ext cx="621337" cy="31810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4463064" name="AutoShape 89"/>
          <p:cNvSpPr/>
          <p:nvPr/>
        </p:nvSpPr>
        <p:spPr bwMode="auto">
          <a:xfrm flipV="1">
            <a:off x="3124019" y="4894048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042431" name="Freeform 91"/>
          <p:cNvSpPr/>
          <p:nvPr/>
        </p:nvSpPr>
        <p:spPr bwMode="auto">
          <a:xfrm rot="0" flipH="0" flipV="0">
            <a:off x="7234940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08777203" name="Freeform 92"/>
          <p:cNvSpPr/>
          <p:nvPr/>
        </p:nvSpPr>
        <p:spPr bwMode="auto">
          <a:xfrm>
            <a:off x="7291875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07577380" name="Freeform 93"/>
          <p:cNvSpPr/>
          <p:nvPr/>
        </p:nvSpPr>
        <p:spPr bwMode="auto">
          <a:xfrm>
            <a:off x="7386171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70553468" name="Freeform 94"/>
          <p:cNvSpPr/>
          <p:nvPr/>
        </p:nvSpPr>
        <p:spPr bwMode="auto">
          <a:xfrm>
            <a:off x="7633683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82813803" name="AutoShape 95"/>
          <p:cNvSpPr/>
          <p:nvPr/>
        </p:nvSpPr>
        <p:spPr bwMode="auto">
          <a:xfrm>
            <a:off x="7003612" y="626852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0609748" name="Freeform 97"/>
          <p:cNvSpPr/>
          <p:nvPr/>
        </p:nvSpPr>
        <p:spPr bwMode="auto">
          <a:xfrm rot="0" flipH="0" flipV="0">
            <a:off x="7234940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17198151" name="Freeform 98"/>
          <p:cNvSpPr/>
          <p:nvPr/>
        </p:nvSpPr>
        <p:spPr bwMode="auto">
          <a:xfrm>
            <a:off x="7291875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99352277" name="Freeform 99"/>
          <p:cNvSpPr/>
          <p:nvPr/>
        </p:nvSpPr>
        <p:spPr bwMode="auto">
          <a:xfrm>
            <a:off x="7386171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36739667" name="Freeform 100"/>
          <p:cNvSpPr/>
          <p:nvPr/>
        </p:nvSpPr>
        <p:spPr bwMode="auto">
          <a:xfrm>
            <a:off x="7633683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83947807" name="Freeform 102"/>
          <p:cNvSpPr/>
          <p:nvPr/>
        </p:nvSpPr>
        <p:spPr bwMode="auto">
          <a:xfrm rot="0" flipH="0" flipV="0">
            <a:off x="7234940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87893936" name="Freeform 103"/>
          <p:cNvSpPr/>
          <p:nvPr/>
        </p:nvSpPr>
        <p:spPr bwMode="auto">
          <a:xfrm>
            <a:off x="7291875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66321580" name="Freeform 104"/>
          <p:cNvSpPr/>
          <p:nvPr/>
        </p:nvSpPr>
        <p:spPr bwMode="auto">
          <a:xfrm>
            <a:off x="7386171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3696997" name="Freeform 105"/>
          <p:cNvSpPr/>
          <p:nvPr/>
        </p:nvSpPr>
        <p:spPr bwMode="auto">
          <a:xfrm>
            <a:off x="7633683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11791493" name="Freeform 107"/>
          <p:cNvSpPr/>
          <p:nvPr/>
        </p:nvSpPr>
        <p:spPr bwMode="auto">
          <a:xfrm rot="0" flipH="0" flipV="0">
            <a:off x="8256055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0880512" name="Freeform 108"/>
          <p:cNvSpPr/>
          <p:nvPr/>
        </p:nvSpPr>
        <p:spPr bwMode="auto">
          <a:xfrm>
            <a:off x="8312990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199341" name="Freeform 109"/>
          <p:cNvSpPr/>
          <p:nvPr/>
        </p:nvSpPr>
        <p:spPr bwMode="auto">
          <a:xfrm>
            <a:off x="8407284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712425" name="Freeform 110"/>
          <p:cNvSpPr/>
          <p:nvPr/>
        </p:nvSpPr>
        <p:spPr bwMode="auto">
          <a:xfrm>
            <a:off x="8654796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97475" name="Freeform 112"/>
          <p:cNvSpPr/>
          <p:nvPr/>
        </p:nvSpPr>
        <p:spPr bwMode="auto">
          <a:xfrm rot="0" flipH="0" flipV="0">
            <a:off x="8256055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6058950" name="Freeform 113"/>
          <p:cNvSpPr/>
          <p:nvPr/>
        </p:nvSpPr>
        <p:spPr bwMode="auto">
          <a:xfrm>
            <a:off x="8312990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971592" name="Freeform 114"/>
          <p:cNvSpPr/>
          <p:nvPr/>
        </p:nvSpPr>
        <p:spPr bwMode="auto">
          <a:xfrm>
            <a:off x="8407284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271767" name="Freeform 115"/>
          <p:cNvSpPr/>
          <p:nvPr/>
        </p:nvSpPr>
        <p:spPr bwMode="auto">
          <a:xfrm>
            <a:off x="8654796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176147" name="Freeform 117"/>
          <p:cNvSpPr/>
          <p:nvPr/>
        </p:nvSpPr>
        <p:spPr bwMode="auto">
          <a:xfrm rot="0" flipH="0" flipV="0">
            <a:off x="8256055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669301" name="Freeform 118"/>
          <p:cNvSpPr/>
          <p:nvPr/>
        </p:nvSpPr>
        <p:spPr bwMode="auto">
          <a:xfrm>
            <a:off x="8312990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1422247" name="Freeform 119"/>
          <p:cNvSpPr/>
          <p:nvPr/>
        </p:nvSpPr>
        <p:spPr bwMode="auto">
          <a:xfrm>
            <a:off x="8407284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551692" name="Freeform 120"/>
          <p:cNvSpPr/>
          <p:nvPr/>
        </p:nvSpPr>
        <p:spPr bwMode="auto">
          <a:xfrm>
            <a:off x="8654796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1180953" name="Freeform 121"/>
          <p:cNvSpPr/>
          <p:nvPr/>
        </p:nvSpPr>
        <p:spPr bwMode="auto">
          <a:xfrm>
            <a:off x="10160582" y="5356207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436588" name="TextBox 122"/>
          <p:cNvSpPr txBox="1"/>
          <p:nvPr/>
        </p:nvSpPr>
        <p:spPr bwMode="auto">
          <a:xfrm flipH="0" flipV="0">
            <a:off x="3124018" y="443745"/>
            <a:ext cx="41891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Chiave principale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1336062" name="TextBox 123"/>
          <p:cNvSpPr txBox="1"/>
          <p:nvPr/>
        </p:nvSpPr>
        <p:spPr bwMode="auto">
          <a:xfrm flipH="0" flipV="0">
            <a:off x="3124017" y="1366084"/>
            <a:ext cx="419496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Scopo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69118724" name="TextBox 124"/>
          <p:cNvSpPr txBox="1"/>
          <p:nvPr/>
        </p:nvSpPr>
        <p:spPr bwMode="auto">
          <a:xfrm>
            <a:off x="8428131" y="792569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1647888790" name="TextBox 125"/>
          <p:cNvSpPr txBox="1"/>
          <p:nvPr/>
        </p:nvSpPr>
        <p:spPr bwMode="auto">
          <a:xfrm>
            <a:off x="8413337" y="1726722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432835269" name="TextBox 126"/>
          <p:cNvSpPr txBox="1"/>
          <p:nvPr/>
        </p:nvSpPr>
        <p:spPr bwMode="auto">
          <a:xfrm flipH="0" flipV="0">
            <a:off x="3124017" y="2267163"/>
            <a:ext cx="3472681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Tipo di moneta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6720726" name="TextBox 127"/>
          <p:cNvSpPr txBox="1"/>
          <p:nvPr/>
        </p:nvSpPr>
        <p:spPr bwMode="auto">
          <a:xfrm>
            <a:off x="8413337" y="263865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183738237" name="TextBox 128"/>
          <p:cNvSpPr txBox="1"/>
          <p:nvPr/>
        </p:nvSpPr>
        <p:spPr bwMode="auto">
          <a:xfrm flipH="0" flipV="0">
            <a:off x="3124018" y="3179097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Conti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4711958" name="TextBox 129"/>
          <p:cNvSpPr txBox="1"/>
          <p:nvPr/>
        </p:nvSpPr>
        <p:spPr bwMode="auto">
          <a:xfrm flipH="0" flipV="0">
            <a:off x="3124018" y="4173209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Canali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4126173" name="TextBox 130"/>
          <p:cNvSpPr txBox="1"/>
          <p:nvPr/>
        </p:nvSpPr>
        <p:spPr bwMode="auto">
          <a:xfrm>
            <a:off x="6541922" y="4464195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 sz="1600"/>
          </a:p>
        </p:txBody>
      </p:sp>
      <p:sp>
        <p:nvSpPr>
          <p:cNvPr id="1773933731" name="TextBox 131"/>
          <p:cNvSpPr txBox="1"/>
          <p:nvPr/>
        </p:nvSpPr>
        <p:spPr bwMode="auto">
          <a:xfrm>
            <a:off x="7450169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233659966" name="TextBox 132"/>
          <p:cNvSpPr txBox="1"/>
          <p:nvPr/>
        </p:nvSpPr>
        <p:spPr bwMode="auto">
          <a:xfrm>
            <a:off x="853145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38671182" name="TextBox 133"/>
          <p:cNvSpPr txBox="1"/>
          <p:nvPr/>
        </p:nvSpPr>
        <p:spPr bwMode="auto">
          <a:xfrm>
            <a:off x="944012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1762369062" name="TextBox 134"/>
          <p:cNvSpPr txBox="1"/>
          <p:nvPr/>
        </p:nvSpPr>
        <p:spPr bwMode="auto">
          <a:xfrm>
            <a:off x="6557728" y="4609671"/>
            <a:ext cx="99523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esterno</a:t>
            </a:r>
            <a:endParaRPr sz="1600"/>
          </a:p>
        </p:txBody>
      </p:sp>
      <p:sp>
        <p:nvSpPr>
          <p:cNvPr id="913608574" name="TextBox 135"/>
          <p:cNvSpPr txBox="1"/>
          <p:nvPr/>
        </p:nvSpPr>
        <p:spPr bwMode="auto">
          <a:xfrm>
            <a:off x="7469024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interno</a:t>
            </a:r>
            <a:endParaRPr/>
          </a:p>
        </p:txBody>
      </p:sp>
      <p:sp>
        <p:nvSpPr>
          <p:cNvPr id="1959107824" name="TextBox 136"/>
          <p:cNvSpPr txBox="1"/>
          <p:nvPr/>
        </p:nvSpPr>
        <p:spPr bwMode="auto">
          <a:xfrm>
            <a:off x="8626703" y="4609672"/>
            <a:ext cx="99487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esterno</a:t>
            </a:r>
            <a:endParaRPr/>
          </a:p>
        </p:txBody>
      </p:sp>
      <p:sp>
        <p:nvSpPr>
          <p:cNvPr id="999150428" name="TextBox 137"/>
          <p:cNvSpPr txBox="1"/>
          <p:nvPr/>
        </p:nvSpPr>
        <p:spPr bwMode="auto">
          <a:xfrm>
            <a:off x="9442751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interno</a:t>
            </a:r>
            <a:endParaRPr/>
          </a:p>
        </p:txBody>
      </p:sp>
      <p:sp>
        <p:nvSpPr>
          <p:cNvPr id="2004907920" name="TextBox 138"/>
          <p:cNvSpPr txBox="1"/>
          <p:nvPr/>
        </p:nvSpPr>
        <p:spPr bwMode="auto">
          <a:xfrm flipH="0" flipV="0">
            <a:off x="3124017" y="5497728"/>
            <a:ext cx="34644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Indirizzi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24270702" name="TextBox 139"/>
          <p:cNvSpPr txBox="1"/>
          <p:nvPr/>
        </p:nvSpPr>
        <p:spPr bwMode="auto">
          <a:xfrm>
            <a:off x="7156058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706068944" name="TextBox 140"/>
          <p:cNvSpPr txBox="1"/>
          <p:nvPr/>
        </p:nvSpPr>
        <p:spPr bwMode="auto">
          <a:xfrm>
            <a:off x="7156058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239613745" name="TextBox 141"/>
          <p:cNvSpPr txBox="1"/>
          <p:nvPr/>
        </p:nvSpPr>
        <p:spPr bwMode="auto">
          <a:xfrm>
            <a:off x="7156058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1336445971" name="TextBox 142"/>
          <p:cNvSpPr txBox="1"/>
          <p:nvPr/>
        </p:nvSpPr>
        <p:spPr bwMode="auto">
          <a:xfrm>
            <a:off x="8177171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938917383" name="TextBox 143"/>
          <p:cNvSpPr txBox="1"/>
          <p:nvPr/>
        </p:nvSpPr>
        <p:spPr bwMode="auto">
          <a:xfrm>
            <a:off x="8177171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135036369" name="TextBox 144"/>
          <p:cNvSpPr txBox="1"/>
          <p:nvPr/>
        </p:nvSpPr>
        <p:spPr bwMode="auto">
          <a:xfrm>
            <a:off x="8177171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081178054" name="Freeform 145"/>
          <p:cNvSpPr/>
          <p:nvPr/>
        </p:nvSpPr>
        <p:spPr bwMode="auto">
          <a:xfrm>
            <a:off x="10160582" y="5618201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701843" name="Freeform 146"/>
          <p:cNvSpPr/>
          <p:nvPr/>
        </p:nvSpPr>
        <p:spPr bwMode="auto">
          <a:xfrm>
            <a:off x="10160582" y="5880069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64228" name="AutoShape 147"/>
          <p:cNvSpPr/>
          <p:nvPr/>
        </p:nvSpPr>
        <p:spPr bwMode="auto">
          <a:xfrm>
            <a:off x="7018427" y="4811491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53640774" name="AutoShape 148"/>
          <p:cNvSpPr/>
          <p:nvPr/>
        </p:nvSpPr>
        <p:spPr bwMode="auto">
          <a:xfrm>
            <a:off x="7003139" y="5791071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701407" name="AutoShape 149"/>
          <p:cNvSpPr/>
          <p:nvPr/>
        </p:nvSpPr>
        <p:spPr bwMode="auto">
          <a:xfrm>
            <a:off x="7003139" y="528418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6551445" name="AutoShape 150"/>
          <p:cNvSpPr/>
          <p:nvPr/>
        </p:nvSpPr>
        <p:spPr bwMode="auto">
          <a:xfrm>
            <a:off x="8022591" y="6271709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708426" name="AutoShape 151"/>
          <p:cNvSpPr/>
          <p:nvPr/>
        </p:nvSpPr>
        <p:spPr bwMode="auto">
          <a:xfrm>
            <a:off x="8037405" y="4814672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03895" name="AutoShape 152"/>
          <p:cNvSpPr/>
          <p:nvPr/>
        </p:nvSpPr>
        <p:spPr bwMode="auto">
          <a:xfrm>
            <a:off x="8022119" y="5794254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353385" name="AutoShape 153"/>
          <p:cNvSpPr/>
          <p:nvPr/>
        </p:nvSpPr>
        <p:spPr bwMode="auto">
          <a:xfrm>
            <a:off x="8022119" y="5287370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0217627" name="Freeform 154"/>
          <p:cNvSpPr/>
          <p:nvPr/>
        </p:nvSpPr>
        <p:spPr bwMode="auto">
          <a:xfrm rot="-8534550" flipH="1">
            <a:off x="1044190" y="2739171"/>
            <a:ext cx="1849077" cy="661043"/>
          </a:xfrm>
          <a:custGeom>
            <a:avLst/>
            <a:gdLst/>
            <a:ahLst/>
            <a:cxnLst/>
            <a:rect l="l" t="t" r="r" b="b"/>
            <a:pathLst>
              <a:path w="1849077" h="661045" fill="norm" stroke="1" extrusionOk="0">
                <a:moveTo>
                  <a:pt x="1849077" y="0"/>
                </a:moveTo>
                <a:lnTo>
                  <a:pt x="0" y="0"/>
                </a:lnTo>
                <a:lnTo>
                  <a:pt x="0" y="661045"/>
                </a:lnTo>
                <a:lnTo>
                  <a:pt x="1849077" y="661045"/>
                </a:lnTo>
                <a:lnTo>
                  <a:pt x="1849077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893706" name="Group 26"/>
          <p:cNvGrpSpPr/>
          <p:nvPr/>
        </p:nvGrpSpPr>
        <p:grpSpPr bwMode="auto">
          <a:xfrm>
            <a:off x="83970" y="81713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564543319" name="Group 28"/>
          <p:cNvGrpSpPr/>
          <p:nvPr/>
        </p:nvGrpSpPr>
        <p:grpSpPr bwMode="auto">
          <a:xfrm>
            <a:off x="4024546" y="81713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84165948" name="Group 30"/>
          <p:cNvGrpSpPr/>
          <p:nvPr/>
        </p:nvGrpSpPr>
        <p:grpSpPr bwMode="auto">
          <a:xfrm>
            <a:off x="7965122" y="81713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38801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643927742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670274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Riservato per uso futuro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80137870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434022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Codice della catena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64777178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79148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Chiave pubblica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92781027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276267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Campo di bit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3395615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560303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744846" name="TextBox 38"/>
          <p:cNvSpPr txBox="1"/>
          <p:nvPr/>
        </p:nvSpPr>
        <p:spPr bwMode="auto">
          <a:xfrm>
            <a:off x="3705837" y="1809625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Parità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2093006057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382990716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1936576435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2004343273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Versione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669203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840081191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Checksum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69976201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500630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Prefisso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10991417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88533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275217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6362674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067073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09461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7697149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933899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7613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006863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87444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743236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446147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559661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228601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429854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0277117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7086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024439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564231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21705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747661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027693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1641569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61520130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6528085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2792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518232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554291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489873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789346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3489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705948208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17868495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62590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757334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349846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Diffie-Hellman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0334760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701413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Scambio su una rete non protetta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97382224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16734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990933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Segreto condiviso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16712592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530561" name="Freeform 26"/>
          <p:cNvSpPr/>
          <p:nvPr/>
        </p:nvSpPr>
        <p:spPr bwMode="auto">
          <a:xfrm>
            <a:off x="208780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568767" name="Freeform 27"/>
          <p:cNvSpPr/>
          <p:nvPr/>
        </p:nvSpPr>
        <p:spPr bwMode="auto">
          <a:xfrm>
            <a:off x="233076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4289890" name="Freeform 28"/>
          <p:cNvSpPr/>
          <p:nvPr/>
        </p:nvSpPr>
        <p:spPr bwMode="auto">
          <a:xfrm>
            <a:off x="10354793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611633" name="Freeform 29"/>
          <p:cNvSpPr/>
          <p:nvPr/>
        </p:nvSpPr>
        <p:spPr bwMode="auto">
          <a:xfrm>
            <a:off x="938171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301384" name="Freeform 30"/>
          <p:cNvSpPr/>
          <p:nvPr/>
        </p:nvSpPr>
        <p:spPr bwMode="auto">
          <a:xfrm>
            <a:off x="9497186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579" name="Freeform 31"/>
          <p:cNvSpPr/>
          <p:nvPr/>
        </p:nvSpPr>
        <p:spPr bwMode="auto">
          <a:xfrm>
            <a:off x="9740147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459763" name="AutoShape 32"/>
          <p:cNvSpPr/>
          <p:nvPr/>
        </p:nvSpPr>
        <p:spPr bwMode="auto">
          <a:xfrm flipV="1">
            <a:off x="3862096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843945" name="Freeform 33"/>
          <p:cNvSpPr/>
          <p:nvPr/>
        </p:nvSpPr>
        <p:spPr bwMode="auto">
          <a:xfrm>
            <a:off x="3188051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75412" name="Freeform 34"/>
          <p:cNvSpPr/>
          <p:nvPr/>
        </p:nvSpPr>
        <p:spPr bwMode="auto">
          <a:xfrm rot="9324647" flipV="1">
            <a:off x="9671201" y="5030550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550177" name="Freeform 35"/>
          <p:cNvSpPr/>
          <p:nvPr/>
        </p:nvSpPr>
        <p:spPr bwMode="auto">
          <a:xfrm>
            <a:off x="3400902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52818" name="Freeform 36"/>
          <p:cNvSpPr/>
          <p:nvPr/>
        </p:nvSpPr>
        <p:spPr bwMode="auto">
          <a:xfrm rot="-1570360" flipV="1">
            <a:off x="1673770" y="2342726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290955" name="Freeform 37"/>
          <p:cNvSpPr/>
          <p:nvPr/>
        </p:nvSpPr>
        <p:spPr bwMode="auto">
          <a:xfrm>
            <a:off x="1526839" y="1599119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9127788" name="AutoShape 38"/>
          <p:cNvSpPr/>
          <p:nvPr/>
        </p:nvSpPr>
        <p:spPr bwMode="auto">
          <a:xfrm flipH="1">
            <a:off x="4323291" y="2611125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632943" name="Freeform 39"/>
          <p:cNvSpPr/>
          <p:nvPr/>
        </p:nvSpPr>
        <p:spPr bwMode="auto">
          <a:xfrm>
            <a:off x="3400902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921948" name="Freeform 41"/>
          <p:cNvSpPr/>
          <p:nvPr/>
        </p:nvSpPr>
        <p:spPr bwMode="auto">
          <a:xfrm>
            <a:off x="4158146" y="1491758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914744" name="Freeform 42"/>
          <p:cNvSpPr/>
          <p:nvPr/>
        </p:nvSpPr>
        <p:spPr bwMode="auto">
          <a:xfrm>
            <a:off x="7994254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494311" name="Freeform 44"/>
          <p:cNvSpPr/>
          <p:nvPr/>
        </p:nvSpPr>
        <p:spPr bwMode="auto">
          <a:xfrm>
            <a:off x="7994254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293207" name="Freeform 45"/>
          <p:cNvSpPr/>
          <p:nvPr/>
        </p:nvSpPr>
        <p:spPr bwMode="auto">
          <a:xfrm>
            <a:off x="8751500" y="4615209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0632027" name="AutoShape 46"/>
          <p:cNvSpPr/>
          <p:nvPr/>
        </p:nvSpPr>
        <p:spPr bwMode="auto">
          <a:xfrm flipH="1" flipV="1">
            <a:off x="8455449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9723081" name="Freeform 47"/>
          <p:cNvSpPr/>
          <p:nvPr/>
        </p:nvSpPr>
        <p:spPr bwMode="auto">
          <a:xfrm>
            <a:off x="8640829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90648" name="Freeform 48"/>
          <p:cNvSpPr/>
          <p:nvPr/>
        </p:nvSpPr>
        <p:spPr bwMode="auto">
          <a:xfrm>
            <a:off x="10483678" y="5381730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03920" name="TextBox 49"/>
          <p:cNvSpPr txBox="1"/>
          <p:nvPr/>
        </p:nvSpPr>
        <p:spPr bwMode="auto">
          <a:xfrm>
            <a:off x="1219858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34605449" name="TextBox 50"/>
          <p:cNvSpPr txBox="1"/>
          <p:nvPr/>
        </p:nvSpPr>
        <p:spPr bwMode="auto">
          <a:xfrm>
            <a:off x="10636480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51323800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3" y="4515079"/>
            <a:ext cx="573298" cy="804936"/>
          </a:xfrm>
          <a:prstGeom prst="rect">
            <a:avLst/>
          </a:prstGeom>
        </p:spPr>
      </p:pic>
      <p:pic>
        <p:nvPicPr>
          <p:cNvPr id="744869314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8" y="1446102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299940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745416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2189128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39951239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03845735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66455091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9470284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2221561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23815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8549992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481370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57040834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700115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2564498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081670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3823077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516186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Colore comune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77169598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Colori segreti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9399286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Scambio pubblico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6228325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Colori segreti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1506268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Segreto condiviso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745869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3225572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8061418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331247703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2114150647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02714612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798582747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14032306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63278720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41792604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39492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782397" name="Freeform 26"/>
          <p:cNvSpPr/>
          <p:nvPr/>
        </p:nvSpPr>
        <p:spPr bwMode="auto">
          <a:xfrm>
            <a:off x="2972701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683064" name="Freeform 27"/>
          <p:cNvSpPr/>
          <p:nvPr/>
        </p:nvSpPr>
        <p:spPr bwMode="auto">
          <a:xfrm>
            <a:off x="320158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20040" name="Freeform 28"/>
          <p:cNvSpPr/>
          <p:nvPr/>
        </p:nvSpPr>
        <p:spPr bwMode="auto">
          <a:xfrm>
            <a:off x="9093936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8822" name="Freeform 29"/>
          <p:cNvSpPr/>
          <p:nvPr/>
        </p:nvSpPr>
        <p:spPr bwMode="auto">
          <a:xfrm>
            <a:off x="1251362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805245" name="TextBox 30"/>
          <p:cNvSpPr txBox="1"/>
          <p:nvPr/>
        </p:nvSpPr>
        <p:spPr bwMode="auto">
          <a:xfrm>
            <a:off x="1670971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20554263" name="TextBox 31"/>
          <p:cNvSpPr txBox="1"/>
          <p:nvPr/>
        </p:nvSpPr>
        <p:spPr bwMode="auto">
          <a:xfrm>
            <a:off x="9513546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93916749" name="Freeform 32"/>
          <p:cNvSpPr/>
          <p:nvPr/>
        </p:nvSpPr>
        <p:spPr bwMode="auto">
          <a:xfrm>
            <a:off x="820842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781256" name="Freeform 33"/>
          <p:cNvSpPr/>
          <p:nvPr/>
        </p:nvSpPr>
        <p:spPr bwMode="auto">
          <a:xfrm>
            <a:off x="8437309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279437" name="AutoShape 34"/>
          <p:cNvSpPr/>
          <p:nvPr/>
        </p:nvSpPr>
        <p:spPr bwMode="auto">
          <a:xfrm>
            <a:off x="4145457" y="3199490"/>
            <a:ext cx="3579165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436398" name="TextBox 35"/>
          <p:cNvSpPr txBox="1"/>
          <p:nvPr/>
        </p:nvSpPr>
        <p:spPr bwMode="auto">
          <a:xfrm flipH="0" flipV="0">
            <a:off x="4451484" y="2702274"/>
            <a:ext cx="2947516" cy="367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ECDHE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8888708" name="AutoShape 36"/>
          <p:cNvSpPr/>
          <p:nvPr/>
        </p:nvSpPr>
        <p:spPr bwMode="auto">
          <a:xfrm flipV="1">
            <a:off x="5935039" y="3199490"/>
            <a:ext cx="0" cy="145084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445528" name="Freeform 37"/>
          <p:cNvSpPr/>
          <p:nvPr/>
        </p:nvSpPr>
        <p:spPr bwMode="auto">
          <a:xfrm>
            <a:off x="5706154" y="4799995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746683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008234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97196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007225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780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81767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5259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36059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29166089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Notifica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Transazione</a:t>
            </a:r>
          </a:p>
        </p:txBody>
      </p:sp>
      <p:sp>
        <p:nvSpPr>
          <p:cNvPr id="1257334654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03986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44916603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29870382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454493947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"Salve, ecco il mio codice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di pagamento. Vi invierò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i pagamenti utilizzando BIP47"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529741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7429857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36733932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55905165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2840606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Il modello di privacy classico di Bitcoin: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19588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Modello di riservatezza dei codici di pagamento BIP47: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2948581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99741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888656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359135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755946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564584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068165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12740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581659392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17576016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69371142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7896162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546831746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79467481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83402270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279068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725318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799114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147281" name="Freeform 27"/>
          <p:cNvSpPr/>
          <p:nvPr/>
        </p:nvSpPr>
        <p:spPr bwMode="auto">
          <a:xfrm rot="0" flipH="0" flipV="0">
            <a:off x="433591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09220232" name="TextBox 28"/>
          <p:cNvSpPr txBox="1"/>
          <p:nvPr/>
        </p:nvSpPr>
        <p:spPr bwMode="auto">
          <a:xfrm rot="0" flipH="0" flipV="0">
            <a:off x="433591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799423936" name="AutoShape 29"/>
          <p:cNvSpPr/>
          <p:nvPr/>
        </p:nvSpPr>
        <p:spPr bwMode="auto">
          <a:xfrm flipH="1">
            <a:off x="1904707" y="3339526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291691" name="AutoShape 30"/>
          <p:cNvSpPr/>
          <p:nvPr/>
        </p:nvSpPr>
        <p:spPr bwMode="auto">
          <a:xfrm>
            <a:off x="433592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142659" name="AutoShape 31"/>
          <p:cNvSpPr/>
          <p:nvPr/>
        </p:nvSpPr>
        <p:spPr bwMode="auto">
          <a:xfrm>
            <a:off x="2006724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1395778" name="AutoShape 32"/>
          <p:cNvSpPr/>
          <p:nvPr/>
        </p:nvSpPr>
        <p:spPr bwMode="auto">
          <a:xfrm>
            <a:off x="3576352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058687" name="Freeform 34"/>
          <p:cNvSpPr/>
          <p:nvPr/>
        </p:nvSpPr>
        <p:spPr bwMode="auto">
          <a:xfrm rot="0" flipH="0" flipV="0">
            <a:off x="2106987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13768668" name="TextBox 35"/>
          <p:cNvSpPr txBox="1"/>
          <p:nvPr/>
        </p:nvSpPr>
        <p:spPr bwMode="auto">
          <a:xfrm rot="0" flipH="0" flipV="0">
            <a:off x="2106987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Codice di pagamento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8071584" name="TextBox 36"/>
          <p:cNvSpPr txBox="1"/>
          <p:nvPr/>
        </p:nvSpPr>
        <p:spPr bwMode="auto">
          <a:xfrm>
            <a:off x="433592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Chiavi private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41088644" name="TextBox 37"/>
          <p:cNvSpPr txBox="1"/>
          <p:nvPr/>
        </p:nvSpPr>
        <p:spPr bwMode="auto">
          <a:xfrm>
            <a:off x="2006800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Chiavi pubbliche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4253786" name="TextBox 38"/>
          <p:cNvSpPr txBox="1"/>
          <p:nvPr/>
        </p:nvSpPr>
        <p:spPr bwMode="auto">
          <a:xfrm>
            <a:off x="3581116" y="10606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Indirizzi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64087084" name="Freeform 40"/>
          <p:cNvSpPr/>
          <p:nvPr/>
        </p:nvSpPr>
        <p:spPr bwMode="auto">
          <a:xfrm rot="0" flipH="0" flipV="0">
            <a:off x="2106987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09632153" name="TextBox 41"/>
          <p:cNvSpPr txBox="1"/>
          <p:nvPr/>
        </p:nvSpPr>
        <p:spPr bwMode="auto">
          <a:xfrm rot="0" flipH="0" flipV="0">
            <a:off x="2106987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Chiave pubblica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9954604" name="Freeform 43"/>
          <p:cNvSpPr/>
          <p:nvPr/>
        </p:nvSpPr>
        <p:spPr bwMode="auto">
          <a:xfrm rot="0" flipH="0" flipV="0">
            <a:off x="535608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1718722" name="TextBox 44"/>
          <p:cNvSpPr txBox="1"/>
          <p:nvPr/>
        </p:nvSpPr>
        <p:spPr bwMode="auto">
          <a:xfrm rot="0" flipH="0" flipV="0">
            <a:off x="535608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Chiave privata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25399647" name="Freeform 46"/>
          <p:cNvSpPr/>
          <p:nvPr/>
        </p:nvSpPr>
        <p:spPr bwMode="auto">
          <a:xfrm rot="0" flipH="0" flipV="0">
            <a:off x="537612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1915844" name="TextBox 47"/>
          <p:cNvSpPr txBox="1"/>
          <p:nvPr/>
        </p:nvSpPr>
        <p:spPr bwMode="auto">
          <a:xfrm rot="0" flipH="0" flipV="0">
            <a:off x="537612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Chiave principale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144541561" name="Freeform 49"/>
          <p:cNvSpPr/>
          <p:nvPr/>
        </p:nvSpPr>
        <p:spPr bwMode="auto">
          <a:xfrm rot="0" flipH="0" flipV="0">
            <a:off x="3683131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5406036" name="TextBox 50"/>
          <p:cNvSpPr txBox="1"/>
          <p:nvPr/>
        </p:nvSpPr>
        <p:spPr bwMode="auto">
          <a:xfrm rot="0" flipH="0" flipV="0">
            <a:off x="3683131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Indirizzo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46132229" name="Freeform 52"/>
          <p:cNvSpPr/>
          <p:nvPr/>
        </p:nvSpPr>
        <p:spPr bwMode="auto">
          <a:xfrm rot="0" flipH="0" flipV="0">
            <a:off x="7203985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61197196" name="TextBox 53"/>
          <p:cNvSpPr txBox="1"/>
          <p:nvPr/>
        </p:nvSpPr>
        <p:spPr bwMode="auto">
          <a:xfrm rot="0" flipH="0" flipV="0">
            <a:off x="7203985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929227325" name="AutoShape 54"/>
          <p:cNvSpPr/>
          <p:nvPr/>
        </p:nvSpPr>
        <p:spPr bwMode="auto">
          <a:xfrm>
            <a:off x="7203986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324978" name="AutoShape 55"/>
          <p:cNvSpPr/>
          <p:nvPr/>
        </p:nvSpPr>
        <p:spPr bwMode="auto">
          <a:xfrm>
            <a:off x="8777118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54583" name="AutoShape 56"/>
          <p:cNvSpPr/>
          <p:nvPr/>
        </p:nvSpPr>
        <p:spPr bwMode="auto">
          <a:xfrm>
            <a:off x="10346747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691295" name="Freeform 58"/>
          <p:cNvSpPr/>
          <p:nvPr/>
        </p:nvSpPr>
        <p:spPr bwMode="auto">
          <a:xfrm rot="0" flipH="0" flipV="0">
            <a:off x="8877383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38789747" name="TextBox 59"/>
          <p:cNvSpPr txBox="1"/>
          <p:nvPr/>
        </p:nvSpPr>
        <p:spPr bwMode="auto">
          <a:xfrm rot="0" flipH="0" flipV="0">
            <a:off x="8877383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Codice di pagamento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6280729" name="TextBox 60"/>
          <p:cNvSpPr txBox="1"/>
          <p:nvPr/>
        </p:nvSpPr>
        <p:spPr bwMode="auto">
          <a:xfrm>
            <a:off x="7203985" y="1060677"/>
            <a:ext cx="157564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Indirizzi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61572816" name="TextBox 61"/>
          <p:cNvSpPr txBox="1"/>
          <p:nvPr/>
        </p:nvSpPr>
        <p:spPr bwMode="auto">
          <a:xfrm>
            <a:off x="8777195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Chiavi pubbliche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79919576" name="TextBox 62"/>
          <p:cNvSpPr txBox="1"/>
          <p:nvPr/>
        </p:nvSpPr>
        <p:spPr bwMode="auto">
          <a:xfrm>
            <a:off x="10351509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Chiavi private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73006292" name="Freeform 64"/>
          <p:cNvSpPr/>
          <p:nvPr/>
        </p:nvSpPr>
        <p:spPr bwMode="auto">
          <a:xfrm rot="0" flipH="0" flipV="0">
            <a:off x="8877383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3688102" name="TextBox 65"/>
          <p:cNvSpPr txBox="1"/>
          <p:nvPr/>
        </p:nvSpPr>
        <p:spPr bwMode="auto">
          <a:xfrm rot="0" flipH="0" flipV="0">
            <a:off x="8877383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Chiave pubblica del bambino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50652894" name="Freeform 67"/>
          <p:cNvSpPr/>
          <p:nvPr/>
        </p:nvSpPr>
        <p:spPr bwMode="auto">
          <a:xfrm rot="0" flipH="0" flipV="0">
            <a:off x="7306002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22460399" name="TextBox 68"/>
          <p:cNvSpPr txBox="1"/>
          <p:nvPr/>
        </p:nvSpPr>
        <p:spPr bwMode="auto">
          <a:xfrm rot="0" flipH="0" flipV="0">
            <a:off x="7306002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Notifica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indirizzo</a:t>
            </a:r>
          </a:p>
        </p:txBody>
      </p:sp>
      <p:sp>
        <p:nvSpPr>
          <p:cNvPr id="1247781179" name="Freeform 70"/>
          <p:cNvSpPr/>
          <p:nvPr/>
        </p:nvSpPr>
        <p:spPr bwMode="auto">
          <a:xfrm rot="0" flipH="0" flipV="0">
            <a:off x="10453525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540708075" name="TextBox 71"/>
          <p:cNvSpPr txBox="1"/>
          <p:nvPr/>
        </p:nvSpPr>
        <p:spPr bwMode="auto">
          <a:xfrm rot="0" flipH="0" flipV="0">
            <a:off x="10453525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2077474448" name="Freeform 73"/>
          <p:cNvSpPr/>
          <p:nvPr/>
        </p:nvSpPr>
        <p:spPr bwMode="auto">
          <a:xfrm rot="0" flipH="0" flipV="0">
            <a:off x="10453525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762942824" name="TextBox 74"/>
          <p:cNvSpPr txBox="1"/>
          <p:nvPr/>
        </p:nvSpPr>
        <p:spPr bwMode="auto">
          <a:xfrm rot="0" flipH="0" flipV="0">
            <a:off x="10453525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31560977" name="AutoShape 75"/>
          <p:cNvSpPr/>
          <p:nvPr/>
        </p:nvSpPr>
        <p:spPr bwMode="auto">
          <a:xfrm flipH="1">
            <a:off x="5052230" y="3339526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1962130" name="Freeform 77"/>
          <p:cNvSpPr/>
          <p:nvPr/>
        </p:nvSpPr>
        <p:spPr bwMode="auto">
          <a:xfrm rot="0" flipH="0" flipV="0">
            <a:off x="5494014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347050" name="TextBox 78"/>
          <p:cNvSpPr txBox="1"/>
          <p:nvPr/>
        </p:nvSpPr>
        <p:spPr bwMode="auto">
          <a:xfrm rot="0" flipH="0" flipV="0">
            <a:off x="5494014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Notifica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transazione</a:t>
            </a:r>
          </a:p>
        </p:txBody>
      </p:sp>
      <p:sp>
        <p:nvSpPr>
          <p:cNvPr id="1397627767" name="Freeform 80"/>
          <p:cNvSpPr/>
          <p:nvPr/>
        </p:nvSpPr>
        <p:spPr bwMode="auto">
          <a:xfrm rot="0" flipH="0" flipV="0">
            <a:off x="5494014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38389427" name="TextBox 81"/>
          <p:cNvSpPr txBox="1"/>
          <p:nvPr/>
        </p:nvSpPr>
        <p:spPr bwMode="auto">
          <a:xfrm rot="0" flipH="0" flipV="0">
            <a:off x="5494014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Codice criptato</a:t>
            </a:r>
            <a:endParaRPr lang="en-US" sz="1000" b="1" i="0" u="none" strike="noStrike" cap="none" spc="0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codice di pagamento</a:t>
            </a:r>
          </a:p>
        </p:txBody>
      </p:sp>
      <p:sp>
        <p:nvSpPr>
          <p:cNvPr id="1697490960" name="Freeform 83"/>
          <p:cNvSpPr/>
          <p:nvPr/>
        </p:nvSpPr>
        <p:spPr bwMode="auto">
          <a:xfrm rot="0" flipH="0" flipV="0">
            <a:off x="5493372" y="1525213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88897355" name="TextBox 84"/>
          <p:cNvSpPr txBox="1"/>
          <p:nvPr/>
        </p:nvSpPr>
        <p:spPr bwMode="auto">
          <a:xfrm rot="0" flipH="0" flipV="0">
            <a:off x="5493372" y="14528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Segreto condiviso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63542453" name="AutoShape 85"/>
          <p:cNvSpPr/>
          <p:nvPr/>
        </p:nvSpPr>
        <p:spPr bwMode="auto">
          <a:xfrm>
            <a:off x="1906711" y="2562697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832226" name="AutoShape 86"/>
          <p:cNvSpPr/>
          <p:nvPr/>
        </p:nvSpPr>
        <p:spPr bwMode="auto">
          <a:xfrm flipH="1">
            <a:off x="3476087" y="3339526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658610" name="AutoShape 87"/>
          <p:cNvSpPr/>
          <p:nvPr/>
        </p:nvSpPr>
        <p:spPr bwMode="auto">
          <a:xfrm flipH="1">
            <a:off x="1220158" y="6320324"/>
            <a:ext cx="786640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1431282" name="AutoShape 88"/>
          <p:cNvSpPr/>
          <p:nvPr/>
        </p:nvSpPr>
        <p:spPr bwMode="auto">
          <a:xfrm flipH="1">
            <a:off x="8675101" y="3339526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8932" name="AutoShape 89"/>
          <p:cNvSpPr/>
          <p:nvPr/>
        </p:nvSpPr>
        <p:spPr bwMode="auto">
          <a:xfrm>
            <a:off x="1222163" y="5957570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8149589" name="AutoShape 90"/>
          <p:cNvSpPr/>
          <p:nvPr/>
        </p:nvSpPr>
        <p:spPr bwMode="auto">
          <a:xfrm>
            <a:off x="10011671" y="2822798"/>
            <a:ext cx="0" cy="25662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6615726" name="AutoShape 91"/>
          <p:cNvSpPr/>
          <p:nvPr/>
        </p:nvSpPr>
        <p:spPr bwMode="auto">
          <a:xfrm flipH="1">
            <a:off x="1221448" y="2935208"/>
            <a:ext cx="713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045319" name="AutoShape 92"/>
          <p:cNvSpPr/>
          <p:nvPr/>
        </p:nvSpPr>
        <p:spPr bwMode="auto">
          <a:xfrm flipH="1">
            <a:off x="1222163" y="4881462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19643135" name="AutoShape 93"/>
          <p:cNvSpPr/>
          <p:nvPr/>
        </p:nvSpPr>
        <p:spPr bwMode="auto">
          <a:xfrm>
            <a:off x="1220158" y="4518516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233524035" name="AutoShape 94"/>
          <p:cNvSpPr/>
          <p:nvPr/>
        </p:nvSpPr>
        <p:spPr bwMode="auto">
          <a:xfrm>
            <a:off x="1222163" y="2959019"/>
            <a:ext cx="314551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38729" name="AutoShape 95"/>
          <p:cNvSpPr/>
          <p:nvPr/>
        </p:nvSpPr>
        <p:spPr bwMode="auto">
          <a:xfrm>
            <a:off x="4367680" y="1785317"/>
            <a:ext cx="112569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721070" name="AutoShape 96"/>
          <p:cNvSpPr/>
          <p:nvPr/>
        </p:nvSpPr>
        <p:spPr bwMode="auto">
          <a:xfrm>
            <a:off x="4367680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340868" name="AutoShape 97"/>
          <p:cNvSpPr/>
          <p:nvPr/>
        </p:nvSpPr>
        <p:spPr bwMode="auto">
          <a:xfrm>
            <a:off x="9269007" y="2935208"/>
            <a:ext cx="0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846401" name="AutoShape 98"/>
          <p:cNvSpPr/>
          <p:nvPr/>
        </p:nvSpPr>
        <p:spPr bwMode="auto">
          <a:xfrm>
            <a:off x="7990552" y="2959019"/>
            <a:ext cx="127845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682687" name="AutoShape 99"/>
          <p:cNvSpPr/>
          <p:nvPr/>
        </p:nvSpPr>
        <p:spPr bwMode="auto">
          <a:xfrm flipV="1">
            <a:off x="7990552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823045" name="AutoShape 100"/>
          <p:cNvSpPr/>
          <p:nvPr/>
        </p:nvSpPr>
        <p:spPr bwMode="auto">
          <a:xfrm>
            <a:off x="6862472" y="1785317"/>
            <a:ext cx="112807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868383" name="AutoShape 101"/>
          <p:cNvSpPr/>
          <p:nvPr/>
        </p:nvSpPr>
        <p:spPr bwMode="auto">
          <a:xfrm flipH="1">
            <a:off x="3476087" y="2562697"/>
            <a:ext cx="2017926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635067" name="AutoShape 102"/>
          <p:cNvSpPr/>
          <p:nvPr/>
        </p:nvSpPr>
        <p:spPr bwMode="auto">
          <a:xfrm flipH="1" flipV="1">
            <a:off x="6177923" y="2045418"/>
            <a:ext cx="637" cy="25717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84470" name="AutoShape 103"/>
          <p:cNvSpPr/>
          <p:nvPr/>
        </p:nvSpPr>
        <p:spPr bwMode="auto">
          <a:xfrm flipH="1">
            <a:off x="1222163" y="5242111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08583595" name="AutoShape 104"/>
          <p:cNvSpPr/>
          <p:nvPr/>
        </p:nvSpPr>
        <p:spPr bwMode="auto">
          <a:xfrm flipH="1">
            <a:off x="1222163" y="55994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26675690" name="AutoShape 105"/>
          <p:cNvSpPr/>
          <p:nvPr/>
        </p:nvSpPr>
        <p:spPr bwMode="auto">
          <a:xfrm flipV="1">
            <a:off x="6178564" y="2822798"/>
            <a:ext cx="0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462041" name="TextBox 106"/>
          <p:cNvSpPr txBox="1"/>
          <p:nvPr/>
        </p:nvSpPr>
        <p:spPr bwMode="auto">
          <a:xfrm>
            <a:off x="5392551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Segreti condivisi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49309245" name="TextBox 107"/>
          <p:cNvSpPr txBox="1"/>
          <p:nvPr/>
        </p:nvSpPr>
        <p:spPr bwMode="auto">
          <a:xfrm flipH="0" flipV="0">
            <a:off x="2320371" y="4411656"/>
            <a:ext cx="718893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Derivazione delle chiavi dei bambini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71584399" name="TextBox 108"/>
          <p:cNvSpPr txBox="1"/>
          <p:nvPr/>
        </p:nvSpPr>
        <p:spPr bwMode="auto">
          <a:xfrm flipH="0" flipV="0">
            <a:off x="2320371" y="4774599"/>
            <a:ext cx="718147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Transazione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94384957" name="TextBox 109"/>
          <p:cNvSpPr txBox="1"/>
          <p:nvPr/>
        </p:nvSpPr>
        <p:spPr bwMode="auto">
          <a:xfrm flipH="0" flipV="0">
            <a:off x="2320373" y="5132920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84140992" name="TextBox 110"/>
          <p:cNvSpPr txBox="1"/>
          <p:nvPr/>
        </p:nvSpPr>
        <p:spPr bwMode="auto">
          <a:xfrm flipH="0" flipV="0">
            <a:off x="2320373" y="5495868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OP_RETURN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5928329" name="TextBox 111"/>
          <p:cNvSpPr txBox="1"/>
          <p:nvPr/>
        </p:nvSpPr>
        <p:spPr bwMode="auto">
          <a:xfrm flipH="0" flipV="0">
            <a:off x="2320373" y="5855913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Derivazione dell'indirizzo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29093349" name="TextBox 112"/>
          <p:cNvSpPr txBox="1"/>
          <p:nvPr/>
        </p:nvSpPr>
        <p:spPr bwMode="auto">
          <a:xfrm flipH="0" flipV="0">
            <a:off x="2320373" y="6218857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223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457096" name="Freeform 26"/>
          <p:cNvSpPr/>
          <p:nvPr/>
        </p:nvSpPr>
        <p:spPr bwMode="auto">
          <a:xfrm>
            <a:off x="3120124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53673" name="Freeform 27"/>
          <p:cNvSpPr/>
          <p:nvPr/>
        </p:nvSpPr>
        <p:spPr bwMode="auto">
          <a:xfrm>
            <a:off x="8023085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4875" name="Freeform 29"/>
          <p:cNvSpPr/>
          <p:nvPr/>
        </p:nvSpPr>
        <p:spPr bwMode="auto">
          <a:xfrm rot="0" flipH="0" flipV="0">
            <a:off x="3131943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620450875" name="TextBox 30"/>
          <p:cNvSpPr txBox="1"/>
          <p:nvPr/>
        </p:nvSpPr>
        <p:spPr bwMode="auto">
          <a:xfrm rot="0" flipH="0" flipV="0">
            <a:off x="3190036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49666660" name="Freeform 32"/>
          <p:cNvSpPr/>
          <p:nvPr/>
        </p:nvSpPr>
        <p:spPr bwMode="auto">
          <a:xfrm rot="0" flipH="0" flipV="0">
            <a:off x="3131943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9061774" name="TextBox 33"/>
          <p:cNvSpPr txBox="1"/>
          <p:nvPr/>
        </p:nvSpPr>
        <p:spPr bwMode="auto">
          <a:xfrm rot="0" flipH="0" flipV="0">
            <a:off x="3190036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9780129" name="Freeform 35"/>
          <p:cNvSpPr/>
          <p:nvPr/>
        </p:nvSpPr>
        <p:spPr bwMode="auto">
          <a:xfrm rot="0" flipH="0" flipV="0">
            <a:off x="3357513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0766747" name="TextBox 36"/>
          <p:cNvSpPr txBox="1"/>
          <p:nvPr/>
        </p:nvSpPr>
        <p:spPr bwMode="auto">
          <a:xfrm rot="0" flipH="0" flipV="0">
            <a:off x="3373311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097972922" name="Freeform 38"/>
          <p:cNvSpPr/>
          <p:nvPr/>
        </p:nvSpPr>
        <p:spPr bwMode="auto">
          <a:xfrm rot="0" flipH="0" flipV="0">
            <a:off x="3131943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86248767" name="TextBox 39"/>
          <p:cNvSpPr txBox="1"/>
          <p:nvPr/>
        </p:nvSpPr>
        <p:spPr bwMode="auto">
          <a:xfrm rot="0" flipH="0" flipV="0">
            <a:off x="3190036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41553307" name="Freeform 40"/>
          <p:cNvSpPr/>
          <p:nvPr/>
        </p:nvSpPr>
        <p:spPr bwMode="auto">
          <a:xfrm>
            <a:off x="3306437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7475116" name="TextBox 41"/>
          <p:cNvSpPr txBox="1"/>
          <p:nvPr/>
        </p:nvSpPr>
        <p:spPr bwMode="auto">
          <a:xfrm>
            <a:off x="3297159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5518990" name="TextBox 42"/>
          <p:cNvSpPr txBox="1"/>
          <p:nvPr/>
        </p:nvSpPr>
        <p:spPr bwMode="auto">
          <a:xfrm>
            <a:off x="8200120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87135710" name="Freeform 44"/>
          <p:cNvSpPr/>
          <p:nvPr/>
        </p:nvSpPr>
        <p:spPr bwMode="auto">
          <a:xfrm rot="0" flipH="0" flipV="0">
            <a:off x="3131943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790974061" name="TextBox 45"/>
          <p:cNvSpPr txBox="1"/>
          <p:nvPr/>
        </p:nvSpPr>
        <p:spPr bwMode="auto">
          <a:xfrm rot="0" flipH="0" flipV="0">
            <a:off x="3190036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63278731" name="Freeform 47"/>
          <p:cNvSpPr/>
          <p:nvPr/>
        </p:nvSpPr>
        <p:spPr bwMode="auto">
          <a:xfrm rot="0" flipH="0" flipV="0">
            <a:off x="3131943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258933275" name="TextBox 48"/>
          <p:cNvSpPr txBox="1"/>
          <p:nvPr/>
        </p:nvSpPr>
        <p:spPr bwMode="auto">
          <a:xfrm rot="0" flipH="0" flipV="0">
            <a:off x="3190036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65816324" name="Freeform 50"/>
          <p:cNvSpPr/>
          <p:nvPr/>
        </p:nvSpPr>
        <p:spPr bwMode="auto">
          <a:xfrm rot="0" flipH="0" flipV="0">
            <a:off x="3357513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0848730" name="TextBox 51"/>
          <p:cNvSpPr txBox="1"/>
          <p:nvPr/>
        </p:nvSpPr>
        <p:spPr bwMode="auto">
          <a:xfrm rot="0" flipH="0" flipV="0">
            <a:off x="3373311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6521694" name="Freeform 53"/>
          <p:cNvSpPr/>
          <p:nvPr/>
        </p:nvSpPr>
        <p:spPr bwMode="auto">
          <a:xfrm rot="0" flipH="0" flipV="0">
            <a:off x="3131943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570156066" name="TextBox 54"/>
          <p:cNvSpPr txBox="1"/>
          <p:nvPr/>
        </p:nvSpPr>
        <p:spPr bwMode="auto">
          <a:xfrm rot="0" flipH="0" flipV="0">
            <a:off x="3190036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839256402" name="Freeform 55"/>
          <p:cNvSpPr/>
          <p:nvPr/>
        </p:nvSpPr>
        <p:spPr bwMode="auto">
          <a:xfrm>
            <a:off x="3306437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35157" name="Freeform 57"/>
          <p:cNvSpPr/>
          <p:nvPr/>
        </p:nvSpPr>
        <p:spPr bwMode="auto">
          <a:xfrm rot="0" flipH="0" flipV="0">
            <a:off x="8034904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933871950" name="TextBox 58"/>
          <p:cNvSpPr txBox="1"/>
          <p:nvPr/>
        </p:nvSpPr>
        <p:spPr bwMode="auto">
          <a:xfrm rot="0" flipH="0" flipV="0">
            <a:off x="8092997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05643402" name="Freeform 60"/>
          <p:cNvSpPr/>
          <p:nvPr/>
        </p:nvSpPr>
        <p:spPr bwMode="auto">
          <a:xfrm rot="0" flipH="0" flipV="0">
            <a:off x="8034904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294446963" name="TextBox 61"/>
          <p:cNvSpPr txBox="1"/>
          <p:nvPr/>
        </p:nvSpPr>
        <p:spPr bwMode="auto">
          <a:xfrm rot="0" flipH="0" flipV="0">
            <a:off x="8092997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0047485" name="Freeform 63"/>
          <p:cNvSpPr/>
          <p:nvPr/>
        </p:nvSpPr>
        <p:spPr bwMode="auto">
          <a:xfrm rot="0" flipH="0" flipV="0">
            <a:off x="8260476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721049" name="TextBox 64"/>
          <p:cNvSpPr txBox="1"/>
          <p:nvPr/>
        </p:nvSpPr>
        <p:spPr bwMode="auto">
          <a:xfrm rot="0" flipH="0" flipV="0">
            <a:off x="8276276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0829795" name="Freeform 66"/>
          <p:cNvSpPr/>
          <p:nvPr/>
        </p:nvSpPr>
        <p:spPr bwMode="auto">
          <a:xfrm rot="0" flipH="0" flipV="0">
            <a:off x="8034904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603228750" name="TextBox 67"/>
          <p:cNvSpPr txBox="1"/>
          <p:nvPr/>
        </p:nvSpPr>
        <p:spPr bwMode="auto">
          <a:xfrm rot="0" flipH="0" flipV="0">
            <a:off x="8092997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04363582" name="Freeform 68"/>
          <p:cNvSpPr/>
          <p:nvPr/>
        </p:nvSpPr>
        <p:spPr bwMode="auto">
          <a:xfrm>
            <a:off x="8209399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731899" name="Freeform 70"/>
          <p:cNvSpPr/>
          <p:nvPr/>
        </p:nvSpPr>
        <p:spPr bwMode="auto">
          <a:xfrm rot="0" flipH="0" flipV="0">
            <a:off x="8034904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930404274" name="TextBox 71"/>
          <p:cNvSpPr txBox="1"/>
          <p:nvPr/>
        </p:nvSpPr>
        <p:spPr bwMode="auto">
          <a:xfrm rot="0" flipH="0" flipV="0">
            <a:off x="8092997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77910166" name="Freeform 73"/>
          <p:cNvSpPr/>
          <p:nvPr/>
        </p:nvSpPr>
        <p:spPr bwMode="auto">
          <a:xfrm rot="0" flipH="0" flipV="0">
            <a:off x="8034904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4402234" name="TextBox 74"/>
          <p:cNvSpPr txBox="1"/>
          <p:nvPr/>
        </p:nvSpPr>
        <p:spPr bwMode="auto">
          <a:xfrm rot="0" flipH="0" flipV="0">
            <a:off x="8092997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115539170" name="Freeform 76"/>
          <p:cNvSpPr/>
          <p:nvPr/>
        </p:nvSpPr>
        <p:spPr bwMode="auto">
          <a:xfrm rot="0" flipH="0" flipV="0">
            <a:off x="8260476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21790" name="TextBox 77"/>
          <p:cNvSpPr txBox="1"/>
          <p:nvPr/>
        </p:nvSpPr>
        <p:spPr bwMode="auto">
          <a:xfrm rot="0" flipH="0" flipV="0">
            <a:off x="8276276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19626153" name="Freeform 79"/>
          <p:cNvSpPr/>
          <p:nvPr/>
        </p:nvSpPr>
        <p:spPr bwMode="auto">
          <a:xfrm rot="0" flipH="0" flipV="0">
            <a:off x="8034904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817773453" name="TextBox 80"/>
          <p:cNvSpPr txBox="1"/>
          <p:nvPr/>
        </p:nvSpPr>
        <p:spPr bwMode="auto">
          <a:xfrm rot="0" flipH="0" flipV="0">
            <a:off x="8092997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220063156" name="Freeform 81"/>
          <p:cNvSpPr/>
          <p:nvPr/>
        </p:nvSpPr>
        <p:spPr bwMode="auto">
          <a:xfrm>
            <a:off x="8209399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501674" name="AutoShape 82"/>
          <p:cNvSpPr/>
          <p:nvPr/>
        </p:nvSpPr>
        <p:spPr bwMode="auto">
          <a:xfrm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938029" name="AutoShape 83"/>
          <p:cNvSpPr/>
          <p:nvPr/>
        </p:nvSpPr>
        <p:spPr bwMode="auto">
          <a:xfrm flipH="1"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941250" name="TextBox 84"/>
          <p:cNvSpPr txBox="1"/>
          <p:nvPr/>
        </p:nvSpPr>
        <p:spPr bwMode="auto">
          <a:xfrm flipH="0" flipV="0">
            <a:off x="4362186" y="1421581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Punto G sulla curva ellittica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30879566" name="TextBox 85"/>
          <p:cNvSpPr txBox="1"/>
          <p:nvPr/>
        </p:nvSpPr>
        <p:spPr bwMode="auto">
          <a:xfrm flipH="0" flipV="0">
            <a:off x="247500" y="2473470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Chiave privata di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9559686" name="TextBox 87"/>
          <p:cNvSpPr txBox="1"/>
          <p:nvPr/>
        </p:nvSpPr>
        <p:spPr bwMode="auto">
          <a:xfrm flipH="0" flipV="0">
            <a:off x="245226" y="4364721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La chiave pubblica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di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8223046" name="TextBox 88"/>
          <p:cNvSpPr txBox="1"/>
          <p:nvPr/>
        </p:nvSpPr>
        <p:spPr bwMode="auto">
          <a:xfrm flipH="0" flipV="0">
            <a:off x="247953" y="5277133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Chiave privata di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4831293" name="TextBox 90"/>
          <p:cNvSpPr txBox="1"/>
          <p:nvPr/>
        </p:nvSpPr>
        <p:spPr bwMode="auto">
          <a:xfrm flipH="0" flipV="0">
            <a:off x="8835215" y="2467494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La chiave privata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di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131378" name="TextBox 91"/>
          <p:cNvSpPr txBox="1"/>
          <p:nvPr/>
        </p:nvSpPr>
        <p:spPr bwMode="auto">
          <a:xfrm flipH="0" flipV="0">
            <a:off x="8835215" y="4364722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La chiave pubblica di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0163731" name="TextBox 92"/>
          <p:cNvSpPr txBox="1"/>
          <p:nvPr/>
        </p:nvSpPr>
        <p:spPr bwMode="auto">
          <a:xfrm flipH="0" flipV="0">
            <a:off x="8835215" y="5264829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La chiave privata di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6772048" name="TextBox 93"/>
          <p:cNvSpPr txBox="1"/>
          <p:nvPr/>
        </p:nvSpPr>
        <p:spPr bwMode="auto">
          <a:xfrm flipH="0" flipV="0">
            <a:off x="248407" y="6168168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Segreto condiviso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2287895" name="TextBox 94"/>
          <p:cNvSpPr txBox="1"/>
          <p:nvPr/>
        </p:nvSpPr>
        <p:spPr bwMode="auto">
          <a:xfrm>
            <a:off x="4551244" y="2913782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Trasmissione pubblica non garantita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8490820" name="TextBox 95"/>
          <p:cNvSpPr txBox="1"/>
          <p:nvPr/>
        </p:nvSpPr>
        <p:spPr bwMode="auto">
          <a:xfrm flipH="0" flipV="0">
            <a:off x="8835215" y="6168168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Segreto condiviso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1547423" name="TextBox 85"/>
          <p:cNvSpPr txBox="1"/>
          <p:nvPr/>
        </p:nvSpPr>
        <p:spPr bwMode="auto">
          <a:xfrm flipH="0" flipV="0">
            <a:off x="243864" y="3421245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La chiave pubblica di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6150546" name="TextBox 85"/>
          <p:cNvSpPr txBox="1"/>
          <p:nvPr/>
        </p:nvSpPr>
        <p:spPr bwMode="auto">
          <a:xfrm flipH="0" flipV="0">
            <a:off x="8835215" y="3407306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La chiave pubblica di Bob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424876" name="Freeform 27"/>
          <p:cNvSpPr/>
          <p:nvPr/>
        </p:nvSpPr>
        <p:spPr bwMode="auto">
          <a:xfrm rot="0" flipH="0" flipV="0">
            <a:off x="284762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9131243" name="TextBox 28"/>
          <p:cNvSpPr txBox="1"/>
          <p:nvPr/>
        </p:nvSpPr>
        <p:spPr bwMode="auto">
          <a:xfrm rot="0" flipH="0" flipV="0">
            <a:off x="284762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515752844" name="AutoShape 30"/>
          <p:cNvSpPr/>
          <p:nvPr/>
        </p:nvSpPr>
        <p:spPr bwMode="auto">
          <a:xfrm>
            <a:off x="284763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980305" name="AutoShape 31"/>
          <p:cNvSpPr/>
          <p:nvPr/>
        </p:nvSpPr>
        <p:spPr bwMode="auto">
          <a:xfrm>
            <a:off x="1859334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76615" name="AutoShape 32"/>
          <p:cNvSpPr/>
          <p:nvPr/>
        </p:nvSpPr>
        <p:spPr bwMode="auto">
          <a:xfrm>
            <a:off x="3427523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120866" name="Freeform 34"/>
          <p:cNvSpPr/>
          <p:nvPr/>
        </p:nvSpPr>
        <p:spPr bwMode="auto">
          <a:xfrm rot="0" flipH="0" flipV="0">
            <a:off x="3506737" y="3088022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25025098" name="TextBox 35"/>
          <p:cNvSpPr txBox="1"/>
          <p:nvPr/>
        </p:nvSpPr>
        <p:spPr bwMode="auto">
          <a:xfrm rot="0" flipH="0" flipV="0">
            <a:off x="3506737" y="3015690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Indirizzo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70062145" name="TextBox 36"/>
          <p:cNvSpPr txBox="1"/>
          <p:nvPr/>
        </p:nvSpPr>
        <p:spPr bwMode="auto">
          <a:xfrm>
            <a:off x="284763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Chiavi private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34412904" name="TextBox 37"/>
          <p:cNvSpPr txBox="1"/>
          <p:nvPr/>
        </p:nvSpPr>
        <p:spPr bwMode="auto">
          <a:xfrm>
            <a:off x="185797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Chiavi pubbliche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353922" name="TextBox 38"/>
          <p:cNvSpPr txBox="1"/>
          <p:nvPr/>
        </p:nvSpPr>
        <p:spPr bwMode="auto">
          <a:xfrm>
            <a:off x="3432288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Indirizzi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7830069" name="Freeform 46"/>
          <p:cNvSpPr/>
          <p:nvPr/>
        </p:nvSpPr>
        <p:spPr bwMode="auto">
          <a:xfrm rot="0" flipH="0" flipV="0">
            <a:off x="1937360" y="2312730"/>
            <a:ext cx="1389897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42519475" name="TextBox 47"/>
          <p:cNvSpPr txBox="1"/>
          <p:nvPr/>
        </p:nvSpPr>
        <p:spPr bwMode="auto">
          <a:xfrm rot="0" flipH="0" flipV="0">
            <a:off x="1937360" y="2240401"/>
            <a:ext cx="1336979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IBM Plex Sans"/>
              </a:rPr>
              <a:t>Codice di pagamento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57599454" name="Freeform 52"/>
          <p:cNvSpPr/>
          <p:nvPr/>
        </p:nvSpPr>
        <p:spPr bwMode="auto">
          <a:xfrm rot="0" flipH="0" flipV="0">
            <a:off x="7055156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6945496" name="TextBox 53"/>
          <p:cNvSpPr txBox="1"/>
          <p:nvPr/>
        </p:nvSpPr>
        <p:spPr bwMode="auto">
          <a:xfrm rot="0" flipH="0" flipV="0">
            <a:off x="7055156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234006693" name="AutoShape 54"/>
          <p:cNvSpPr/>
          <p:nvPr/>
        </p:nvSpPr>
        <p:spPr bwMode="auto">
          <a:xfrm>
            <a:off x="7055157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763403" name="AutoShape 55"/>
          <p:cNvSpPr/>
          <p:nvPr/>
        </p:nvSpPr>
        <p:spPr bwMode="auto">
          <a:xfrm>
            <a:off x="8628289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9822361" name="AutoShape 56"/>
          <p:cNvSpPr/>
          <p:nvPr/>
        </p:nvSpPr>
        <p:spPr bwMode="auto">
          <a:xfrm>
            <a:off x="10197918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592162" name="TextBox 60"/>
          <p:cNvSpPr txBox="1"/>
          <p:nvPr/>
        </p:nvSpPr>
        <p:spPr bwMode="auto">
          <a:xfrm>
            <a:off x="7055157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Indirizzi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81582618" name="TextBox 61"/>
          <p:cNvSpPr txBox="1"/>
          <p:nvPr/>
        </p:nvSpPr>
        <p:spPr bwMode="auto">
          <a:xfrm>
            <a:off x="8628365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Chiavi pubbliche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9912033" name="TextBox 62"/>
          <p:cNvSpPr txBox="1"/>
          <p:nvPr/>
        </p:nvSpPr>
        <p:spPr bwMode="auto">
          <a:xfrm>
            <a:off x="10202680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Chiavi private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41965105" name="Freeform 67"/>
          <p:cNvSpPr/>
          <p:nvPr/>
        </p:nvSpPr>
        <p:spPr bwMode="auto">
          <a:xfrm rot="0" flipH="0" flipV="0">
            <a:off x="7157173" y="3210530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73841005" name="TextBox 68"/>
          <p:cNvSpPr txBox="1"/>
          <p:nvPr/>
        </p:nvSpPr>
        <p:spPr bwMode="auto">
          <a:xfrm rot="0" flipH="0" flipV="0">
            <a:off x="7157173" y="3138199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Indirizzo di notifica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601223378" name="Freeform 77"/>
          <p:cNvSpPr/>
          <p:nvPr/>
        </p:nvSpPr>
        <p:spPr bwMode="auto">
          <a:xfrm rot="0" flipH="0" flipV="0">
            <a:off x="5345183" y="3202407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67768233" name="TextBox 78"/>
          <p:cNvSpPr txBox="1"/>
          <p:nvPr/>
        </p:nvSpPr>
        <p:spPr bwMode="auto">
          <a:xfrm rot="0" flipH="0" flipV="0">
            <a:off x="5345183" y="3130076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Operazione di notifica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17423566" name="Freeform 80"/>
          <p:cNvSpPr/>
          <p:nvPr/>
        </p:nvSpPr>
        <p:spPr bwMode="auto">
          <a:xfrm rot="0" flipH="0" flipV="0">
            <a:off x="5371643" y="2293286"/>
            <a:ext cx="1473106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8479055" name="TextBox 81"/>
          <p:cNvSpPr txBox="1"/>
          <p:nvPr/>
        </p:nvSpPr>
        <p:spPr bwMode="auto">
          <a:xfrm rot="0" flipH="0" flipV="0">
            <a:off x="5371643" y="2220957"/>
            <a:ext cx="1473106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Codice di pagamento criptato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87110152" name="AutoShape 83"/>
          <p:cNvSpPr/>
          <p:nvPr/>
        </p:nvSpPr>
        <p:spPr bwMode="auto">
          <a:xfrm flipH="1">
            <a:off x="3300800" y="3340752"/>
            <a:ext cx="207045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000686" name="TextBox 89"/>
          <p:cNvSpPr txBox="1"/>
          <p:nvPr/>
        </p:nvSpPr>
        <p:spPr bwMode="auto">
          <a:xfrm>
            <a:off x="524372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Segreti condivisi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81550404" name="Freeform 99"/>
          <p:cNvSpPr/>
          <p:nvPr/>
        </p:nvSpPr>
        <p:spPr bwMode="auto">
          <a:xfrm rot="0" flipH="0" flipV="0">
            <a:off x="1939617" y="3074186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0127535" name="TextBox 100"/>
          <p:cNvSpPr txBox="1"/>
          <p:nvPr/>
        </p:nvSpPr>
        <p:spPr bwMode="auto">
          <a:xfrm rot="0" flipH="0" flipV="0">
            <a:off x="1939617" y="3001855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0" lang="en-US">
                <a:solidFill>
                  <a:srgbClr val="FFFFFF"/>
                </a:solidFill>
                <a:latin typeface="Rubik Medium"/>
              </a:rPr>
              <a:t>Chiave pubblica</a:t>
            </a:r>
            <a:endParaRPr b="0"/>
          </a:p>
        </p:txBody>
      </p:sp>
      <p:sp>
        <p:nvSpPr>
          <p:cNvPr id="659656265" name="Freeform 109"/>
          <p:cNvSpPr/>
          <p:nvPr/>
        </p:nvSpPr>
        <p:spPr bwMode="auto">
          <a:xfrm rot="0" flipH="0" flipV="0">
            <a:off x="8702096" y="2253561"/>
            <a:ext cx="1419535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57425350" name="TextBox 110"/>
          <p:cNvSpPr txBox="1"/>
          <p:nvPr/>
        </p:nvSpPr>
        <p:spPr bwMode="auto">
          <a:xfrm rot="0" flipH="0" flipV="0">
            <a:off x="8702096" y="2181232"/>
            <a:ext cx="1419535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Codice di pagamento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11815164" name="AutoShape 111"/>
          <p:cNvSpPr/>
          <p:nvPr/>
        </p:nvSpPr>
        <p:spPr bwMode="auto">
          <a:xfrm flipH="0" flipV="0">
            <a:off x="8528277" y="3457153"/>
            <a:ext cx="173819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855121" name="AutoShape 116"/>
          <p:cNvSpPr/>
          <p:nvPr/>
        </p:nvSpPr>
        <p:spPr bwMode="auto">
          <a:xfrm rot="10799952" flipH="0" flipV="1">
            <a:off x="6056193" y="2883570"/>
            <a:ext cx="0" cy="276453"/>
          </a:xfrm>
          <a:prstGeom prst="line">
            <a:avLst/>
          </a:prstGeom>
          <a:ln w="47625" cap="flat">
            <a:solidFill>
              <a:srgbClr val="00B05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7472986" name="AutoShape 117"/>
          <p:cNvSpPr/>
          <p:nvPr/>
        </p:nvSpPr>
        <p:spPr bwMode="auto">
          <a:xfrm flipH="1" flipV="0">
            <a:off x="2549259" y="2095670"/>
            <a:ext cx="3534832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325527" name="AutoShape 119"/>
          <p:cNvSpPr/>
          <p:nvPr/>
        </p:nvSpPr>
        <p:spPr bwMode="auto">
          <a:xfrm flipH="0" flipV="1">
            <a:off x="10934607" y="2961048"/>
            <a:ext cx="0" cy="22481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134157" name="AutoShape 121"/>
          <p:cNvSpPr/>
          <p:nvPr/>
        </p:nvSpPr>
        <p:spPr bwMode="auto">
          <a:xfrm flipH="1">
            <a:off x="7911233" y="2987308"/>
            <a:ext cx="301977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96929815" name="AutoShape 122"/>
          <p:cNvSpPr/>
          <p:nvPr/>
        </p:nvSpPr>
        <p:spPr bwMode="auto">
          <a:xfrm flipH="1" flipV="1">
            <a:off x="6061485" y="1984377"/>
            <a:ext cx="0" cy="104285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74176" name="AutoShape 124"/>
          <p:cNvSpPr/>
          <p:nvPr/>
        </p:nvSpPr>
        <p:spPr bwMode="auto">
          <a:xfrm flipH="1">
            <a:off x="6881937" y="1721368"/>
            <a:ext cx="202279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437779" name=""/>
          <p:cNvSpPr/>
          <p:nvPr/>
        </p:nvSpPr>
        <p:spPr bwMode="auto">
          <a:xfrm rot="0" flipH="0" flipV="0">
            <a:off x="507590" y="3112611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34345587" name=""/>
          <p:cNvSpPr/>
          <p:nvPr/>
        </p:nvSpPr>
        <p:spPr bwMode="auto">
          <a:xfrm rot="0" flipH="0" flipV="0">
            <a:off x="507590" y="2378966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29302170" name="AutoShape 118"/>
          <p:cNvSpPr/>
          <p:nvPr/>
        </p:nvSpPr>
        <p:spPr bwMode="auto">
          <a:xfrm rot="10799952" flipV="1">
            <a:off x="2621021" y="3716965"/>
            <a:ext cx="0" cy="20644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05157" name="AutoShape 75"/>
          <p:cNvSpPr/>
          <p:nvPr/>
        </p:nvSpPr>
        <p:spPr bwMode="auto">
          <a:xfrm rot="10799952" flipH="1" flipV="0">
            <a:off x="6791835" y="3498901"/>
            <a:ext cx="345298" cy="0"/>
          </a:xfrm>
          <a:prstGeom prst="line">
            <a:avLst/>
          </a:prstGeom>
          <a:ln w="47625" cap="flat">
            <a:solidFill>
              <a:srgbClr val="FF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479939" name="AutoShape 117"/>
          <p:cNvSpPr/>
          <p:nvPr/>
        </p:nvSpPr>
        <p:spPr bwMode="auto">
          <a:xfrm rot="5399942" flipH="1" flipV="0">
            <a:off x="5947597" y="3850347"/>
            <a:ext cx="20637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6867155" name="AutoShape 75"/>
          <p:cNvSpPr/>
          <p:nvPr/>
        </p:nvSpPr>
        <p:spPr bwMode="auto">
          <a:xfrm rot="0" flipH="1" flipV="0">
            <a:off x="4146252" y="1721368"/>
            <a:ext cx="11509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6535272" name="AutoShape 117"/>
          <p:cNvSpPr/>
          <p:nvPr/>
        </p:nvSpPr>
        <p:spPr bwMode="auto">
          <a:xfrm flipH="1" flipV="0">
            <a:off x="2599066" y="3938725"/>
            <a:ext cx="34571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82188" name="AutoShape 75"/>
          <p:cNvSpPr/>
          <p:nvPr/>
        </p:nvSpPr>
        <p:spPr bwMode="auto">
          <a:xfrm rot="10799952" flipH="1" flipV="0">
            <a:off x="3375301" y="2596259"/>
            <a:ext cx="1962186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66788" name="Freeform 80"/>
          <p:cNvSpPr/>
          <p:nvPr/>
        </p:nvSpPr>
        <p:spPr bwMode="auto">
          <a:xfrm rot="0" flipH="0" flipV="0">
            <a:off x="5338833" y="1466726"/>
            <a:ext cx="147310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72521339" name="TextBox 81"/>
          <p:cNvSpPr txBox="1"/>
          <p:nvPr/>
        </p:nvSpPr>
        <p:spPr bwMode="auto">
          <a:xfrm rot="0" flipH="0" flipV="0">
            <a:off x="5338833" y="1394398"/>
            <a:ext cx="147310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Segreto condiviso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0499206" name="AutoShape 118"/>
          <p:cNvSpPr/>
          <p:nvPr/>
        </p:nvSpPr>
        <p:spPr bwMode="auto">
          <a:xfrm flipH="0" flipV="1">
            <a:off x="2572608" y="2090211"/>
            <a:ext cx="0" cy="168099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285003" name="AutoShape 122"/>
          <p:cNvSpPr/>
          <p:nvPr/>
        </p:nvSpPr>
        <p:spPr bwMode="auto">
          <a:xfrm flipH="1" flipV="1">
            <a:off x="2599066" y="2969901"/>
            <a:ext cx="0" cy="104284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9814216" name="AutoShape 117"/>
          <p:cNvSpPr/>
          <p:nvPr/>
        </p:nvSpPr>
        <p:spPr bwMode="auto">
          <a:xfrm flipH="1" flipV="0">
            <a:off x="2569367" y="2962446"/>
            <a:ext cx="162392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028710" name="AutoShape 117"/>
          <p:cNvSpPr/>
          <p:nvPr/>
        </p:nvSpPr>
        <p:spPr bwMode="auto">
          <a:xfrm rot="5399942" flipH="1" flipV="0">
            <a:off x="3531218" y="2336797"/>
            <a:ext cx="1275022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011490" name="Freeform 109"/>
          <p:cNvSpPr/>
          <p:nvPr/>
        </p:nvSpPr>
        <p:spPr bwMode="auto">
          <a:xfrm rot="0" flipH="0" flipV="0">
            <a:off x="10283244" y="2247210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312277" name="TextBox 110"/>
          <p:cNvSpPr txBox="1"/>
          <p:nvPr/>
        </p:nvSpPr>
        <p:spPr bwMode="auto">
          <a:xfrm rot="0" flipH="0" flipV="0">
            <a:off x="10283244" y="2174879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Chiave principale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46226985" name="Freeform 109"/>
          <p:cNvSpPr/>
          <p:nvPr/>
        </p:nvSpPr>
        <p:spPr bwMode="auto">
          <a:xfrm rot="0" flipH="0" flipV="0">
            <a:off x="8695746" y="3199711"/>
            <a:ext cx="141953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4508197" name="TextBox 110"/>
          <p:cNvSpPr txBox="1"/>
          <p:nvPr/>
        </p:nvSpPr>
        <p:spPr bwMode="auto">
          <a:xfrm rot="0" flipH="0" flipV="0">
            <a:off x="8695746" y="3127383"/>
            <a:ext cx="141953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Chiave pubblica del bambino #0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20104070" name="Freeform 67"/>
          <p:cNvSpPr/>
          <p:nvPr/>
        </p:nvSpPr>
        <p:spPr bwMode="auto">
          <a:xfrm rot="0" flipH="0" flipV="0">
            <a:off x="10272906" y="3180618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10386898" name="TextBox 68"/>
          <p:cNvSpPr txBox="1"/>
          <p:nvPr/>
        </p:nvSpPr>
        <p:spPr bwMode="auto">
          <a:xfrm rot="0" flipH="0" flipV="0">
            <a:off x="10272906" y="3108286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Chiave privata del bambino #0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844627741" name="AutoShape 111"/>
          <p:cNvSpPr/>
          <p:nvPr/>
        </p:nvSpPr>
        <p:spPr bwMode="auto">
          <a:xfrm flipH="0" flipV="0">
            <a:off x="10109426" y="3450804"/>
            <a:ext cx="173818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795132" name="AutoShape 111"/>
          <p:cNvSpPr/>
          <p:nvPr/>
        </p:nvSpPr>
        <p:spPr bwMode="auto">
          <a:xfrm flipH="0" flipV="0">
            <a:off x="10121634" y="2518052"/>
            <a:ext cx="161610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608390" name="AutoShape 117"/>
          <p:cNvSpPr/>
          <p:nvPr/>
        </p:nvSpPr>
        <p:spPr bwMode="auto">
          <a:xfrm rot="5399942" flipH="1" flipV="0">
            <a:off x="7255492" y="2356904"/>
            <a:ext cx="1275021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409353" name="AutoShape 117"/>
          <p:cNvSpPr/>
          <p:nvPr/>
        </p:nvSpPr>
        <p:spPr bwMode="auto">
          <a:xfrm rot="10799952" flipH="1" flipV="0">
            <a:off x="7055157" y="1721904"/>
            <a:ext cx="8403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4821" name="AutoShape 84"/>
          <p:cNvSpPr/>
          <p:nvPr/>
        </p:nvSpPr>
        <p:spPr bwMode="auto">
          <a:xfrm>
            <a:off x="566685" y="6267287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51175552" name="AutoShape 85"/>
          <p:cNvSpPr/>
          <p:nvPr/>
        </p:nvSpPr>
        <p:spPr bwMode="auto">
          <a:xfrm flipH="1">
            <a:off x="566685" y="519117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3854387" name="AutoShape 86"/>
          <p:cNvSpPr/>
          <p:nvPr/>
        </p:nvSpPr>
        <p:spPr bwMode="auto">
          <a:xfrm>
            <a:off x="564681" y="4828235"/>
            <a:ext cx="78286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2792811" name="AutoShape 87"/>
          <p:cNvSpPr/>
          <p:nvPr/>
        </p:nvSpPr>
        <p:spPr bwMode="auto">
          <a:xfrm flipH="1">
            <a:off x="566685" y="5551830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569901109" name="AutoShape 88"/>
          <p:cNvSpPr/>
          <p:nvPr/>
        </p:nvSpPr>
        <p:spPr bwMode="auto">
          <a:xfrm flipH="1">
            <a:off x="566685" y="5909131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872248100" name="TextBox 90"/>
          <p:cNvSpPr txBox="1"/>
          <p:nvPr/>
        </p:nvSpPr>
        <p:spPr bwMode="auto">
          <a:xfrm flipH="0" flipV="0">
            <a:off x="1664894" y="4719646"/>
            <a:ext cx="700219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Identificatore di </a:t>
            </a:r>
            <a:r>
              <a:rPr sz="2000" b="1" i="1">
                <a:latin typeface="IBM Plex Sans"/>
              </a:rPr>
              <a:t>notifica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809074682" name="TextBox 91"/>
          <p:cNvSpPr txBox="1"/>
          <p:nvPr/>
        </p:nvSpPr>
        <p:spPr bwMode="auto">
          <a:xfrm flipH="0" flipV="0">
            <a:off x="1664894" y="5082592"/>
            <a:ext cx="704144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Identificatore della chiave pubblica </a:t>
            </a:r>
            <a:r>
              <a:rPr sz="2000" b="1" i="1">
                <a:latin typeface="IBM Plex Sans"/>
              </a:rPr>
              <a:t>del primo ingresso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652473307" name="TextBox 92"/>
          <p:cNvSpPr txBox="1"/>
          <p:nvPr/>
        </p:nvSpPr>
        <p:spPr bwMode="auto">
          <a:xfrm flipH="0" flipV="0">
            <a:off x="1664896" y="5442639"/>
            <a:ext cx="6973815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506760" name="TextBox 93"/>
          <p:cNvSpPr txBox="1"/>
          <p:nvPr/>
        </p:nvSpPr>
        <p:spPr bwMode="auto">
          <a:xfrm flipH="0" flipV="0">
            <a:off x="1664895" y="5805585"/>
            <a:ext cx="70029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u="none" lang="en-US">
                <a:solidFill>
                  <a:srgbClr val="000000"/>
                </a:solidFill>
                <a:latin typeface="IBM Plex Sans"/>
              </a:rPr>
              <a:t>oP_RETURN" </a:t>
            </a:r>
            <a:r>
              <a:rPr sz="2000" b="1" i="1">
                <a:latin typeface="IBM Plex Sans"/>
              </a:rPr>
              <a:t>Identificatore </a:t>
            </a:r>
            <a:r>
              <a:rPr sz="2000" b="1" i="1" u="none" lang="en-US">
                <a:solidFill>
                  <a:schemeClr val="tx1"/>
                </a:solidFill>
                <a:latin typeface="IBM Plex Sans"/>
              </a:rPr>
              <a:t/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739041735" name="TextBox 94"/>
          <p:cNvSpPr txBox="1"/>
          <p:nvPr/>
        </p:nvSpPr>
        <p:spPr bwMode="auto">
          <a:xfrm flipH="0" flipV="0">
            <a:off x="1664896" y="6165630"/>
            <a:ext cx="69732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543653" name="Freeform 27"/>
          <p:cNvSpPr/>
          <p:nvPr/>
        </p:nvSpPr>
        <p:spPr bwMode="auto">
          <a:xfrm rot="0" flipH="0" flipV="0">
            <a:off x="508005" y="907697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42559345" name="TextBox 28"/>
          <p:cNvSpPr txBox="1"/>
          <p:nvPr/>
        </p:nvSpPr>
        <p:spPr bwMode="auto">
          <a:xfrm rot="0" flipH="0" flipV="0">
            <a:off x="508005" y="787153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03340392" name="AutoShape 29"/>
          <p:cNvSpPr/>
          <p:nvPr/>
        </p:nvSpPr>
        <p:spPr bwMode="auto">
          <a:xfrm flipH="1">
            <a:off x="1979121" y="3595415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741771" name="AutoShape 30"/>
          <p:cNvSpPr/>
          <p:nvPr/>
        </p:nvSpPr>
        <p:spPr bwMode="auto">
          <a:xfrm>
            <a:off x="508006" y="1289714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28924" name="AutoShape 31"/>
          <p:cNvSpPr/>
          <p:nvPr/>
        </p:nvSpPr>
        <p:spPr bwMode="auto">
          <a:xfrm>
            <a:off x="2081138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828306" name="AutoShape 32"/>
          <p:cNvSpPr/>
          <p:nvPr/>
        </p:nvSpPr>
        <p:spPr bwMode="auto">
          <a:xfrm>
            <a:off x="3650766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037057" name="Freeform 34"/>
          <p:cNvSpPr/>
          <p:nvPr/>
        </p:nvSpPr>
        <p:spPr bwMode="auto">
          <a:xfrm rot="0" flipH="0" flipV="0">
            <a:off x="2179398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01031033" name="TextBox 35"/>
          <p:cNvSpPr txBox="1"/>
          <p:nvPr/>
        </p:nvSpPr>
        <p:spPr bwMode="auto">
          <a:xfrm rot="0" flipH="0" flipV="0">
            <a:off x="2179398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Codice di pagamento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0409102" name="TextBox 36"/>
          <p:cNvSpPr txBox="1"/>
          <p:nvPr/>
        </p:nvSpPr>
        <p:spPr bwMode="auto">
          <a:xfrm>
            <a:off x="508006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Chiavi private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9196133" name="TextBox 37"/>
          <p:cNvSpPr txBox="1"/>
          <p:nvPr/>
        </p:nvSpPr>
        <p:spPr bwMode="auto">
          <a:xfrm>
            <a:off x="2081214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Chiavi pubbliche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96771437" name="TextBox 38"/>
          <p:cNvSpPr txBox="1"/>
          <p:nvPr/>
        </p:nvSpPr>
        <p:spPr bwMode="auto">
          <a:xfrm>
            <a:off x="3655530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Indirizzi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87944017" name="Freeform 40"/>
          <p:cNvSpPr/>
          <p:nvPr/>
        </p:nvSpPr>
        <p:spPr bwMode="auto">
          <a:xfrm rot="0" flipH="0" flipV="0">
            <a:off x="218140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8391262" name="TextBox 41"/>
          <p:cNvSpPr txBox="1"/>
          <p:nvPr/>
        </p:nvSpPr>
        <p:spPr bwMode="auto">
          <a:xfrm rot="0" flipH="0" flipV="0">
            <a:off x="218140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Altra chiave pubblica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451754407" name="Freeform 43"/>
          <p:cNvSpPr/>
          <p:nvPr/>
        </p:nvSpPr>
        <p:spPr bwMode="auto">
          <a:xfrm rot="0" flipH="0" flipV="0">
            <a:off x="61002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78008629" name="TextBox 44"/>
          <p:cNvSpPr txBox="1"/>
          <p:nvPr/>
        </p:nvSpPr>
        <p:spPr bwMode="auto">
          <a:xfrm rot="0" flipH="0" flipV="0">
            <a:off x="61002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Altra chiave privata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0070912" name="Freeform 46"/>
          <p:cNvSpPr/>
          <p:nvPr/>
        </p:nvSpPr>
        <p:spPr bwMode="auto">
          <a:xfrm rot="0" flipH="0" flipV="0">
            <a:off x="610021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83878357" name="TextBox 47"/>
          <p:cNvSpPr txBox="1"/>
          <p:nvPr/>
        </p:nvSpPr>
        <p:spPr bwMode="auto">
          <a:xfrm rot="0" flipH="0" flipV="0">
            <a:off x="610021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Chiave principale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4716437" name="Freeform 49"/>
          <p:cNvSpPr/>
          <p:nvPr/>
        </p:nvSpPr>
        <p:spPr bwMode="auto">
          <a:xfrm rot="0" flipH="0" flipV="0">
            <a:off x="3757545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36268001" name="TextBox 50"/>
          <p:cNvSpPr txBox="1"/>
          <p:nvPr/>
        </p:nvSpPr>
        <p:spPr bwMode="auto">
          <a:xfrm rot="0" flipH="0" flipV="0">
            <a:off x="3757545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Altro indirizzo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40228639" name="AutoShape 55"/>
          <p:cNvSpPr/>
          <p:nvPr/>
        </p:nvSpPr>
        <p:spPr bwMode="auto">
          <a:xfrm>
            <a:off x="8851532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564025" name="AutoShape 56"/>
          <p:cNvSpPr/>
          <p:nvPr/>
        </p:nvSpPr>
        <p:spPr bwMode="auto">
          <a:xfrm>
            <a:off x="10421161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12984" name="Freeform 58"/>
          <p:cNvSpPr/>
          <p:nvPr/>
        </p:nvSpPr>
        <p:spPr bwMode="auto">
          <a:xfrm rot="0" flipH="0" flipV="0">
            <a:off x="8951797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346233906" name="TextBox 59"/>
          <p:cNvSpPr txBox="1"/>
          <p:nvPr/>
        </p:nvSpPr>
        <p:spPr bwMode="auto">
          <a:xfrm rot="0" flipH="0" flipV="0">
            <a:off x="8951797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Codice di pagamento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5109004" name="TextBox 60"/>
          <p:cNvSpPr txBox="1"/>
          <p:nvPr/>
        </p:nvSpPr>
        <p:spPr bwMode="auto">
          <a:xfrm>
            <a:off x="7278399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Indirizzi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55036458" name="TextBox 61"/>
          <p:cNvSpPr txBox="1"/>
          <p:nvPr/>
        </p:nvSpPr>
        <p:spPr bwMode="auto">
          <a:xfrm>
            <a:off x="8851609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Chiavi pubbliche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03973641" name="Freeform 64"/>
          <p:cNvSpPr/>
          <p:nvPr/>
        </p:nvSpPr>
        <p:spPr bwMode="auto">
          <a:xfrm rot="0" flipH="0" flipV="0">
            <a:off x="8951797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55565095" name="TextBox 65"/>
          <p:cNvSpPr txBox="1"/>
          <p:nvPr/>
        </p:nvSpPr>
        <p:spPr bwMode="auto">
          <a:xfrm rot="0" flipH="0" flipV="0">
            <a:off x="8951797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62179649" name="Freeform 67"/>
          <p:cNvSpPr/>
          <p:nvPr/>
        </p:nvSpPr>
        <p:spPr bwMode="auto">
          <a:xfrm rot="0" flipH="0" flipV="0">
            <a:off x="7380416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3974527" name="TextBox 68"/>
          <p:cNvSpPr txBox="1"/>
          <p:nvPr/>
        </p:nvSpPr>
        <p:spPr bwMode="auto">
          <a:xfrm rot="0" flipH="0" flipV="0">
            <a:off x="7380416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Pagamento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indirizzo K0</a:t>
            </a:r>
          </a:p>
        </p:txBody>
      </p:sp>
      <p:sp>
        <p:nvSpPr>
          <p:cNvPr id="1527158180" name="Freeform 70"/>
          <p:cNvSpPr/>
          <p:nvPr/>
        </p:nvSpPr>
        <p:spPr bwMode="auto">
          <a:xfrm rot="0" flipH="0" flipV="0">
            <a:off x="10527939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97634666" name="TextBox 71"/>
          <p:cNvSpPr txBox="1"/>
          <p:nvPr/>
        </p:nvSpPr>
        <p:spPr bwMode="auto">
          <a:xfrm rot="0" flipH="0" flipV="0">
            <a:off x="10527939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445870108" name="Freeform 73"/>
          <p:cNvSpPr/>
          <p:nvPr/>
        </p:nvSpPr>
        <p:spPr bwMode="auto">
          <a:xfrm rot="0" flipH="0" flipV="0">
            <a:off x="1052793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36309363" name="TextBox 74"/>
          <p:cNvSpPr txBox="1"/>
          <p:nvPr/>
        </p:nvSpPr>
        <p:spPr bwMode="auto">
          <a:xfrm rot="0" flipH="0" flipV="0">
            <a:off x="1052793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842207763" name="AutoShape 75"/>
          <p:cNvSpPr/>
          <p:nvPr/>
        </p:nvSpPr>
        <p:spPr bwMode="auto">
          <a:xfrm flipH="1">
            <a:off x="5126644" y="3595415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8543" name="Freeform 77"/>
          <p:cNvSpPr/>
          <p:nvPr/>
        </p:nvSpPr>
        <p:spPr bwMode="auto">
          <a:xfrm rot="0" flipH="0" flipV="0">
            <a:off x="5568427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41199757" name="TextBox 78"/>
          <p:cNvSpPr txBox="1"/>
          <p:nvPr/>
        </p:nvSpPr>
        <p:spPr bwMode="auto">
          <a:xfrm rot="0" flipH="0" flipV="0">
            <a:off x="5568427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Primo </a:t>
            </a: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pagamento </a:t>
            </a:r>
            <a:r>
              <a:rPr sz="1200" b="1" lang="en-US">
                <a:solidFill>
                  <a:srgbClr val="FFFFFF"/>
                </a:solidFill>
                <a:latin typeface="IBM Plex Sans"/>
              </a:rPr>
              <a:t>BIP47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5446632" name="Freeform 80"/>
          <p:cNvSpPr/>
          <p:nvPr/>
        </p:nvSpPr>
        <p:spPr bwMode="auto">
          <a:xfrm rot="0" flipH="0" flipV="0">
            <a:off x="5568427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9203380" name="TextBox 81"/>
          <p:cNvSpPr txBox="1"/>
          <p:nvPr/>
        </p:nvSpPr>
        <p:spPr bwMode="auto">
          <a:xfrm rot="0" flipH="0" flipV="0">
            <a:off x="5568427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72259913" name="AutoShape 82"/>
          <p:cNvSpPr/>
          <p:nvPr/>
        </p:nvSpPr>
        <p:spPr bwMode="auto">
          <a:xfrm>
            <a:off x="1981125" y="2041205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911788" name="AutoShape 83"/>
          <p:cNvSpPr/>
          <p:nvPr/>
        </p:nvSpPr>
        <p:spPr bwMode="auto">
          <a:xfrm flipH="1">
            <a:off x="3550501" y="3595415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216584" name="AutoShape 84"/>
          <p:cNvSpPr/>
          <p:nvPr/>
        </p:nvSpPr>
        <p:spPr bwMode="auto">
          <a:xfrm>
            <a:off x="740952" y="6213456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1699618865" name="AutoShape 85"/>
          <p:cNvSpPr/>
          <p:nvPr/>
        </p:nvSpPr>
        <p:spPr bwMode="auto">
          <a:xfrm flipH="1">
            <a:off x="740952" y="513734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44113190" name="AutoShape 86"/>
          <p:cNvSpPr/>
          <p:nvPr/>
        </p:nvSpPr>
        <p:spPr bwMode="auto">
          <a:xfrm>
            <a:off x="738946" y="4774403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13658473" name="AutoShape 87"/>
          <p:cNvSpPr/>
          <p:nvPr/>
        </p:nvSpPr>
        <p:spPr bwMode="auto">
          <a:xfrm flipH="1">
            <a:off x="740952" y="5497998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608963782" name="AutoShape 88"/>
          <p:cNvSpPr/>
          <p:nvPr/>
        </p:nvSpPr>
        <p:spPr bwMode="auto">
          <a:xfrm flipH="1">
            <a:off x="740952" y="5855298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51670070" name="TextBox 89"/>
          <p:cNvSpPr txBox="1"/>
          <p:nvPr/>
        </p:nvSpPr>
        <p:spPr bwMode="auto">
          <a:xfrm>
            <a:off x="5466965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Segreti condivisi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03350235" name="TextBox 90"/>
          <p:cNvSpPr txBox="1"/>
          <p:nvPr/>
        </p:nvSpPr>
        <p:spPr bwMode="auto">
          <a:xfrm flipH="0" flipV="0">
            <a:off x="1839161" y="4665816"/>
            <a:ext cx="771993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Derivazione della chiave del bambino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92356241" name="TextBox 91"/>
          <p:cNvSpPr txBox="1"/>
          <p:nvPr/>
        </p:nvSpPr>
        <p:spPr bwMode="auto">
          <a:xfrm flipH="0" flipV="0">
            <a:off x="1839161" y="5028760"/>
            <a:ext cx="7716591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Transazione </a:t>
            </a:r>
            <a:r>
              <a:rPr sz="18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22952168" name="TextBox 92"/>
          <p:cNvSpPr txBox="1"/>
          <p:nvPr/>
        </p:nvSpPr>
        <p:spPr bwMode="auto">
          <a:xfrm flipH="0" flipV="0">
            <a:off x="1839163" y="5388809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39455199" name="TextBox 93"/>
          <p:cNvSpPr txBox="1"/>
          <p:nvPr/>
        </p:nvSpPr>
        <p:spPr bwMode="auto">
          <a:xfrm flipH="0" flipV="0">
            <a:off x="1839163" y="5751754"/>
            <a:ext cx="779911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Addizione di punti su curve ellittiche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307281976" name="TextBox 94"/>
          <p:cNvSpPr txBox="1"/>
          <p:nvPr/>
        </p:nvSpPr>
        <p:spPr bwMode="auto">
          <a:xfrm flipH="0" flipV="0">
            <a:off x="1839163" y="6111801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Derivazione dell'indirizzo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75615274" name="Freeform 96"/>
          <p:cNvSpPr/>
          <p:nvPr/>
        </p:nvSpPr>
        <p:spPr bwMode="auto">
          <a:xfrm rot="0" flipH="0" flipV="0">
            <a:off x="217965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053483289" name="TextBox 97"/>
          <p:cNvSpPr txBox="1"/>
          <p:nvPr/>
        </p:nvSpPr>
        <p:spPr bwMode="auto">
          <a:xfrm rot="0" flipH="0" flipV="0">
            <a:off x="217965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52298931" name="Freeform 99"/>
          <p:cNvSpPr/>
          <p:nvPr/>
        </p:nvSpPr>
        <p:spPr bwMode="auto">
          <a:xfrm rot="0" flipH="0" flipV="0">
            <a:off x="61227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4323259" name="TextBox 100"/>
          <p:cNvSpPr txBox="1"/>
          <p:nvPr/>
        </p:nvSpPr>
        <p:spPr bwMode="auto">
          <a:xfrm rot="0" flipH="0" flipV="0">
            <a:off x="61227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Rubik Medium"/>
              </a:rPr>
              <a:t>a</a:t>
            </a:r>
            <a:endParaRPr/>
          </a:p>
        </p:txBody>
      </p:sp>
      <p:sp>
        <p:nvSpPr>
          <p:cNvPr id="1506107248" name="AutoShape 101"/>
          <p:cNvSpPr/>
          <p:nvPr/>
        </p:nvSpPr>
        <p:spPr bwMode="auto">
          <a:xfrm>
            <a:off x="1981378" y="2818584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349754" name="Freeform 103"/>
          <p:cNvSpPr/>
          <p:nvPr/>
        </p:nvSpPr>
        <p:spPr bwMode="auto">
          <a:xfrm rot="0" flipH="0" flipV="0">
            <a:off x="10527939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24077850" name="TextBox 104"/>
          <p:cNvSpPr txBox="1"/>
          <p:nvPr/>
        </p:nvSpPr>
        <p:spPr bwMode="auto">
          <a:xfrm rot="0" flipH="0" flipV="0">
            <a:off x="10527939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48517523" name="Freeform 106"/>
          <p:cNvSpPr/>
          <p:nvPr/>
        </p:nvSpPr>
        <p:spPr bwMode="auto">
          <a:xfrm rot="0" flipH="0" flipV="0">
            <a:off x="8953625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31513661" name="TextBox 107"/>
          <p:cNvSpPr txBox="1"/>
          <p:nvPr/>
        </p:nvSpPr>
        <p:spPr bwMode="auto">
          <a:xfrm rot="0" flipH="0" flipV="0">
            <a:off x="8953625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B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88012" name="Freeform 109"/>
          <p:cNvSpPr/>
          <p:nvPr/>
        </p:nvSpPr>
        <p:spPr bwMode="auto">
          <a:xfrm rot="0" flipH="0" flipV="0">
            <a:off x="738242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58078541" name="TextBox 110"/>
          <p:cNvSpPr txBox="1"/>
          <p:nvPr/>
        </p:nvSpPr>
        <p:spPr bwMode="auto">
          <a:xfrm rot="0" flipH="0" flipV="0">
            <a:off x="738242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Indirizzo di notifica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118969074" name="AutoShape 111"/>
          <p:cNvSpPr/>
          <p:nvPr/>
        </p:nvSpPr>
        <p:spPr bwMode="auto">
          <a:xfrm>
            <a:off x="8751519" y="2818584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201441" name="AutoShape 112"/>
          <p:cNvSpPr/>
          <p:nvPr/>
        </p:nvSpPr>
        <p:spPr bwMode="auto">
          <a:xfrm>
            <a:off x="9636958" y="2301307"/>
            <a:ext cx="603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194873" name="AutoShape 113"/>
          <p:cNvSpPr/>
          <p:nvPr/>
        </p:nvSpPr>
        <p:spPr bwMode="auto">
          <a:xfrm>
            <a:off x="1296661" y="2301307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9828452" name="AutoShape 114"/>
          <p:cNvSpPr/>
          <p:nvPr/>
        </p:nvSpPr>
        <p:spPr bwMode="auto">
          <a:xfrm flipH="1">
            <a:off x="1684721" y="2375848"/>
            <a:ext cx="4165927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586562" name="AutoShape 115"/>
          <p:cNvSpPr/>
          <p:nvPr/>
        </p:nvSpPr>
        <p:spPr bwMode="auto">
          <a:xfrm flipV="1">
            <a:off x="1707581" y="2375848"/>
            <a:ext cx="0" cy="18263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2496500" name="AutoShape 116"/>
          <p:cNvSpPr/>
          <p:nvPr/>
        </p:nvSpPr>
        <p:spPr bwMode="auto">
          <a:xfrm flipV="1">
            <a:off x="585065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1115747" name="AutoShape 117"/>
          <p:cNvSpPr/>
          <p:nvPr/>
        </p:nvSpPr>
        <p:spPr bwMode="auto">
          <a:xfrm flipH="1">
            <a:off x="6656922" y="2376792"/>
            <a:ext cx="2569465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118667" name="AutoShape 118"/>
          <p:cNvSpPr/>
          <p:nvPr/>
        </p:nvSpPr>
        <p:spPr bwMode="auto">
          <a:xfrm flipV="1">
            <a:off x="6656922" y="2352979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579710" name="AutoShape 119"/>
          <p:cNvSpPr/>
          <p:nvPr/>
        </p:nvSpPr>
        <p:spPr bwMode="auto">
          <a:xfrm flipV="1">
            <a:off x="922639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832150" name="AutoShape 120"/>
          <p:cNvSpPr/>
          <p:nvPr/>
        </p:nvSpPr>
        <p:spPr bwMode="auto">
          <a:xfrm flipV="1">
            <a:off x="9636347" y="3078686"/>
            <a:ext cx="1827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4215407" name="AutoShape 121"/>
          <p:cNvSpPr/>
          <p:nvPr/>
        </p:nvSpPr>
        <p:spPr bwMode="auto">
          <a:xfrm flipH="1">
            <a:off x="6229476" y="3152714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5160220" name="AutoShape 122"/>
          <p:cNvSpPr/>
          <p:nvPr/>
        </p:nvSpPr>
        <p:spPr bwMode="auto">
          <a:xfrm flipH="1" flipV="1">
            <a:off x="6252978" y="3078686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04590" name="AutoShape 123"/>
          <p:cNvSpPr/>
          <p:nvPr/>
        </p:nvSpPr>
        <p:spPr bwMode="auto">
          <a:xfrm flipV="1">
            <a:off x="9226391" y="3136789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489" name="AutoShape 124"/>
          <p:cNvSpPr/>
          <p:nvPr/>
        </p:nvSpPr>
        <p:spPr bwMode="auto">
          <a:xfrm flipH="1">
            <a:off x="8749515" y="3595415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767659" name="Freeform 27"/>
          <p:cNvSpPr/>
          <p:nvPr/>
        </p:nvSpPr>
        <p:spPr bwMode="auto">
          <a:xfrm rot="0" flipH="0" flipV="0">
            <a:off x="708229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02034953" name="TextBox 28"/>
          <p:cNvSpPr txBox="1"/>
          <p:nvPr/>
        </p:nvSpPr>
        <p:spPr bwMode="auto">
          <a:xfrm rot="0" flipH="0" flipV="0">
            <a:off x="708229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356379662" name="AutoShape 29"/>
          <p:cNvSpPr/>
          <p:nvPr/>
        </p:nvSpPr>
        <p:spPr bwMode="auto">
          <a:xfrm flipH="1">
            <a:off x="2181674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97512" name="AutoShape 30"/>
          <p:cNvSpPr/>
          <p:nvPr/>
        </p:nvSpPr>
        <p:spPr bwMode="auto">
          <a:xfrm>
            <a:off x="708230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2008810" name="AutoShape 31"/>
          <p:cNvSpPr/>
          <p:nvPr/>
        </p:nvSpPr>
        <p:spPr bwMode="auto">
          <a:xfrm>
            <a:off x="3651838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505182" name="Freeform 33"/>
          <p:cNvSpPr/>
          <p:nvPr/>
        </p:nvSpPr>
        <p:spPr bwMode="auto">
          <a:xfrm rot="0" flipH="0" flipV="0">
            <a:off x="227558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31331002" name="TextBox 34"/>
          <p:cNvSpPr txBox="1"/>
          <p:nvPr/>
        </p:nvSpPr>
        <p:spPr bwMode="auto">
          <a:xfrm rot="0" flipH="0" flipV="0">
            <a:off x="227558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Codice di pagamento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7521836" name="TextBox 35"/>
          <p:cNvSpPr txBox="1"/>
          <p:nvPr/>
        </p:nvSpPr>
        <p:spPr bwMode="auto">
          <a:xfrm>
            <a:off x="70823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Chiavi private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92737947" name="TextBox 36"/>
          <p:cNvSpPr txBox="1"/>
          <p:nvPr/>
        </p:nvSpPr>
        <p:spPr bwMode="auto">
          <a:xfrm>
            <a:off x="218174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Chiavi pubbliche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9186002" name="TextBox 37"/>
          <p:cNvSpPr txBox="1"/>
          <p:nvPr/>
        </p:nvSpPr>
        <p:spPr bwMode="auto">
          <a:xfrm>
            <a:off x="3656298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Indirizzi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15104049" name="Freeform 39"/>
          <p:cNvSpPr/>
          <p:nvPr/>
        </p:nvSpPr>
        <p:spPr bwMode="auto">
          <a:xfrm rot="0" flipH="0" flipV="0">
            <a:off x="803264" y="1362867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6551650" name="TextBox 40"/>
          <p:cNvSpPr txBox="1"/>
          <p:nvPr/>
        </p:nvSpPr>
        <p:spPr bwMode="auto">
          <a:xfrm rot="0" flipH="0" flipV="0">
            <a:off x="803264" y="129512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Chiave principale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3824488" name="Freeform 42"/>
          <p:cNvSpPr/>
          <p:nvPr/>
        </p:nvSpPr>
        <p:spPr bwMode="auto">
          <a:xfrm rot="0" flipH="0" flipV="0">
            <a:off x="7049592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21583850" name="TextBox 43"/>
          <p:cNvSpPr txBox="1"/>
          <p:nvPr/>
        </p:nvSpPr>
        <p:spPr bwMode="auto">
          <a:xfrm rot="0" flipH="0" flipV="0">
            <a:off x="7049592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4570089" name="AutoShape 44"/>
          <p:cNvSpPr/>
          <p:nvPr/>
        </p:nvSpPr>
        <p:spPr bwMode="auto">
          <a:xfrm>
            <a:off x="7049593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54624" name="AutoShape 45"/>
          <p:cNvSpPr/>
          <p:nvPr/>
        </p:nvSpPr>
        <p:spPr bwMode="auto">
          <a:xfrm>
            <a:off x="8523037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876672" name="AutoShape 46"/>
          <p:cNvSpPr/>
          <p:nvPr/>
        </p:nvSpPr>
        <p:spPr bwMode="auto">
          <a:xfrm>
            <a:off x="9993199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796979" name="Freeform 48"/>
          <p:cNvSpPr/>
          <p:nvPr/>
        </p:nvSpPr>
        <p:spPr bwMode="auto">
          <a:xfrm rot="0" flipH="0" flipV="0">
            <a:off x="861694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22579366" name="TextBox 49"/>
          <p:cNvSpPr txBox="1"/>
          <p:nvPr/>
        </p:nvSpPr>
        <p:spPr bwMode="auto">
          <a:xfrm rot="0" flipH="0" flipV="0">
            <a:off x="861694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Codice di pagamento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687290" name="TextBox 50"/>
          <p:cNvSpPr txBox="1"/>
          <p:nvPr/>
        </p:nvSpPr>
        <p:spPr bwMode="auto">
          <a:xfrm>
            <a:off x="7049592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Indirizzi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36173568" name="TextBox 51"/>
          <p:cNvSpPr txBox="1"/>
          <p:nvPr/>
        </p:nvSpPr>
        <p:spPr bwMode="auto">
          <a:xfrm>
            <a:off x="852310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Chiavi pubbliche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9974395" name="TextBox 52"/>
          <p:cNvSpPr txBox="1"/>
          <p:nvPr/>
        </p:nvSpPr>
        <p:spPr bwMode="auto">
          <a:xfrm>
            <a:off x="999766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Chiavi private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6530281" name="Freeform 54"/>
          <p:cNvSpPr/>
          <p:nvPr/>
        </p:nvSpPr>
        <p:spPr bwMode="auto">
          <a:xfrm rot="0" flipH="0" flipV="0">
            <a:off x="8616947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46380492" name="TextBox 55"/>
          <p:cNvSpPr txBox="1"/>
          <p:nvPr/>
        </p:nvSpPr>
        <p:spPr bwMode="auto">
          <a:xfrm rot="0" flipH="0" flipV="0">
            <a:off x="8616947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425876" name="Freeform 57"/>
          <p:cNvSpPr/>
          <p:nvPr/>
        </p:nvSpPr>
        <p:spPr bwMode="auto">
          <a:xfrm rot="0" flipH="0" flipV="0">
            <a:off x="7145145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36157540" name="TextBox 58"/>
          <p:cNvSpPr txBox="1"/>
          <p:nvPr/>
        </p:nvSpPr>
        <p:spPr bwMode="auto">
          <a:xfrm rot="0" flipH="0" flipV="0">
            <a:off x="7145145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Indirizzo di pagamento 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506717" name="Freeform 60"/>
          <p:cNvSpPr/>
          <p:nvPr/>
        </p:nvSpPr>
        <p:spPr bwMode="auto">
          <a:xfrm rot="0" flipH="0" flipV="0">
            <a:off x="10093212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367439696" name="TextBox 61"/>
          <p:cNvSpPr txBox="1"/>
          <p:nvPr/>
        </p:nvSpPr>
        <p:spPr bwMode="auto">
          <a:xfrm rot="0" flipH="0" flipV="0">
            <a:off x="10093212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8536869" name="Freeform 63"/>
          <p:cNvSpPr/>
          <p:nvPr/>
        </p:nvSpPr>
        <p:spPr bwMode="auto">
          <a:xfrm rot="0" flipH="0" flipV="0">
            <a:off x="1009321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406620785" name="TextBox 64"/>
          <p:cNvSpPr txBox="1"/>
          <p:nvPr/>
        </p:nvSpPr>
        <p:spPr bwMode="auto">
          <a:xfrm rot="0" flipH="0" flipV="0">
            <a:off x="1009321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41901631" name="Freeform 66"/>
          <p:cNvSpPr/>
          <p:nvPr/>
        </p:nvSpPr>
        <p:spPr bwMode="auto">
          <a:xfrm rot="0" flipH="0" flipV="0">
            <a:off x="5447979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102721" name="TextBox 67"/>
          <p:cNvSpPr txBox="1"/>
          <p:nvPr/>
        </p:nvSpPr>
        <p:spPr bwMode="auto">
          <a:xfrm rot="0" flipH="0" flipV="0">
            <a:off x="5447979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927169" name="AutoShape 68"/>
          <p:cNvSpPr/>
          <p:nvPr/>
        </p:nvSpPr>
        <p:spPr bwMode="auto">
          <a:xfrm>
            <a:off x="2088001" y="158129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469468" name="AutoShape 69"/>
          <p:cNvSpPr/>
          <p:nvPr/>
        </p:nvSpPr>
        <p:spPr bwMode="auto">
          <a:xfrm>
            <a:off x="6690259" y="5837623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14114996" name="AutoShape 70"/>
          <p:cNvSpPr/>
          <p:nvPr/>
        </p:nvSpPr>
        <p:spPr bwMode="auto">
          <a:xfrm flipH="1">
            <a:off x="1310700" y="5846830"/>
            <a:ext cx="73491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44110684" name="AutoShape 71"/>
          <p:cNvSpPr/>
          <p:nvPr/>
        </p:nvSpPr>
        <p:spPr bwMode="auto">
          <a:xfrm>
            <a:off x="1308823" y="5506884"/>
            <a:ext cx="73325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36777640" name="AutoShape 72"/>
          <p:cNvSpPr/>
          <p:nvPr/>
        </p:nvSpPr>
        <p:spPr bwMode="auto">
          <a:xfrm flipH="1">
            <a:off x="1310700" y="6184625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3205606" name="AutoShape 73"/>
          <p:cNvSpPr/>
          <p:nvPr/>
        </p:nvSpPr>
        <p:spPr bwMode="auto">
          <a:xfrm flipH="1">
            <a:off x="6690259" y="5502161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357419639" name="TextBox 74"/>
          <p:cNvSpPr txBox="1"/>
          <p:nvPr/>
        </p:nvSpPr>
        <p:spPr bwMode="auto">
          <a:xfrm>
            <a:off x="5352946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Segreti condivisi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07019610" name="TextBox 75"/>
          <p:cNvSpPr txBox="1"/>
          <p:nvPr/>
        </p:nvSpPr>
        <p:spPr bwMode="auto">
          <a:xfrm>
            <a:off x="2339318" y="5394447"/>
            <a:ext cx="38952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Derivazione della chiave del bambino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0982862" name="TextBox 76"/>
          <p:cNvSpPr txBox="1"/>
          <p:nvPr/>
        </p:nvSpPr>
        <p:spPr bwMode="auto">
          <a:xfrm>
            <a:off x="2339318" y="5734392"/>
            <a:ext cx="38934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Transazione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8651828" name="TextBox 77"/>
          <p:cNvSpPr txBox="1"/>
          <p:nvPr/>
        </p:nvSpPr>
        <p:spPr bwMode="auto">
          <a:xfrm>
            <a:off x="2339318" y="6071622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52117600" name="TextBox 78"/>
          <p:cNvSpPr txBox="1"/>
          <p:nvPr/>
        </p:nvSpPr>
        <p:spPr bwMode="auto">
          <a:xfrm>
            <a:off x="7718878" y="5394447"/>
            <a:ext cx="371021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Addizione di punti su curve ellittiche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24500609" name="TextBox 79"/>
          <p:cNvSpPr txBox="1"/>
          <p:nvPr/>
        </p:nvSpPr>
        <p:spPr bwMode="auto">
          <a:xfrm>
            <a:off x="7718878" y="5731676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Derivazione dell'indirizzo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231502" name="Freeform 81"/>
          <p:cNvSpPr/>
          <p:nvPr/>
        </p:nvSpPr>
        <p:spPr bwMode="auto">
          <a:xfrm rot="0" flipH="0" flipV="0">
            <a:off x="227582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122280144" name="TextBox 82"/>
          <p:cNvSpPr txBox="1"/>
          <p:nvPr/>
        </p:nvSpPr>
        <p:spPr bwMode="auto">
          <a:xfrm rot="0" flipH="0" flipV="0">
            <a:off x="227582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1581406" name="Freeform 84"/>
          <p:cNvSpPr/>
          <p:nvPr/>
        </p:nvSpPr>
        <p:spPr bwMode="auto">
          <a:xfrm rot="0" flipH="0" flipV="0">
            <a:off x="805896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8188585" name="TextBox 85"/>
          <p:cNvSpPr txBox="1"/>
          <p:nvPr/>
        </p:nvSpPr>
        <p:spPr bwMode="auto">
          <a:xfrm rot="0" flipH="0" flipV="0">
            <a:off x="805896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71185380" name="AutoShape 86"/>
          <p:cNvSpPr/>
          <p:nvPr/>
        </p:nvSpPr>
        <p:spPr bwMode="auto">
          <a:xfrm>
            <a:off x="2088237" y="230941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613220" name="Freeform 88"/>
          <p:cNvSpPr/>
          <p:nvPr/>
        </p:nvSpPr>
        <p:spPr bwMode="auto">
          <a:xfrm rot="0" flipH="0" flipV="0">
            <a:off x="8618661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5645634" name="TextBox 89"/>
          <p:cNvSpPr txBox="1"/>
          <p:nvPr/>
        </p:nvSpPr>
        <p:spPr bwMode="auto">
          <a:xfrm rot="0" flipH="0" flipV="0">
            <a:off x="8618661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0183935" name="Freeform 91"/>
          <p:cNvSpPr/>
          <p:nvPr/>
        </p:nvSpPr>
        <p:spPr bwMode="auto">
          <a:xfrm rot="0" flipH="0" flipV="0">
            <a:off x="7147020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5360836" name="TextBox 92"/>
          <p:cNvSpPr txBox="1"/>
          <p:nvPr/>
        </p:nvSpPr>
        <p:spPr bwMode="auto">
          <a:xfrm rot="0" flipH="0" flipV="0">
            <a:off x="7147020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Indirizzo di notifica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1825535" name="AutoShape 93"/>
          <p:cNvSpPr/>
          <p:nvPr/>
        </p:nvSpPr>
        <p:spPr bwMode="auto">
          <a:xfrm>
            <a:off x="8429362" y="2309418"/>
            <a:ext cx="18929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85397" name="AutoShape 94"/>
          <p:cNvSpPr/>
          <p:nvPr/>
        </p:nvSpPr>
        <p:spPr bwMode="auto">
          <a:xfrm flipH="1">
            <a:off x="9898770" y="3765139"/>
            <a:ext cx="19444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45239" name="AutoShape 95"/>
          <p:cNvSpPr/>
          <p:nvPr/>
        </p:nvSpPr>
        <p:spPr bwMode="auto">
          <a:xfrm>
            <a:off x="1446910" y="1824919"/>
            <a:ext cx="76" cy="24087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359128" name="AutoShape 96"/>
          <p:cNvSpPr/>
          <p:nvPr/>
        </p:nvSpPr>
        <p:spPr bwMode="auto">
          <a:xfrm flipH="1">
            <a:off x="1810379" y="1894737"/>
            <a:ext cx="260405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163813" name="AutoShape 97"/>
          <p:cNvSpPr/>
          <p:nvPr/>
        </p:nvSpPr>
        <p:spPr bwMode="auto">
          <a:xfrm flipV="1">
            <a:off x="1831790" y="1894737"/>
            <a:ext cx="0" cy="1710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544271" name="AutoShape 98"/>
          <p:cNvSpPr/>
          <p:nvPr/>
        </p:nvSpPr>
        <p:spPr bwMode="auto">
          <a:xfrm flipV="1">
            <a:off x="5712317" y="3325248"/>
            <a:ext cx="0" cy="19626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546891" name="AutoShape 99"/>
          <p:cNvSpPr/>
          <p:nvPr/>
        </p:nvSpPr>
        <p:spPr bwMode="auto">
          <a:xfrm flipV="1">
            <a:off x="9257600" y="4008758"/>
            <a:ext cx="0" cy="24087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5172173" name="AutoShape 100"/>
          <p:cNvSpPr/>
          <p:nvPr/>
        </p:nvSpPr>
        <p:spPr bwMode="auto">
          <a:xfrm flipH="1">
            <a:off x="2085606" y="4493257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38531" name="Freeform 102"/>
          <p:cNvSpPr/>
          <p:nvPr/>
        </p:nvSpPr>
        <p:spPr bwMode="auto">
          <a:xfrm rot="0" flipH="0" flipV="0">
            <a:off x="2275068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7261312" name="TextBox 103"/>
          <p:cNvSpPr txBox="1"/>
          <p:nvPr/>
        </p:nvSpPr>
        <p:spPr bwMode="auto">
          <a:xfrm rot="0" flipH="0" flipV="0">
            <a:off x="2275068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Altra chiave pubblica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5604624" name="Freeform 105"/>
          <p:cNvSpPr/>
          <p:nvPr/>
        </p:nvSpPr>
        <p:spPr bwMode="auto">
          <a:xfrm rot="0" flipH="0" flipV="0">
            <a:off x="803264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6544640" name="TextBox 106"/>
          <p:cNvSpPr txBox="1"/>
          <p:nvPr/>
        </p:nvSpPr>
        <p:spPr bwMode="auto">
          <a:xfrm rot="0" flipH="0" flipV="0">
            <a:off x="803264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Altra chiave privata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9614881" name="Freeform 108"/>
          <p:cNvSpPr/>
          <p:nvPr/>
        </p:nvSpPr>
        <p:spPr bwMode="auto">
          <a:xfrm rot="0" flipH="0" flipV="0">
            <a:off x="3751332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74434265" name="TextBox 109"/>
          <p:cNvSpPr txBox="1"/>
          <p:nvPr/>
        </p:nvSpPr>
        <p:spPr bwMode="auto">
          <a:xfrm rot="0" flipH="0" flipV="0">
            <a:off x="3751332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Altro indirizzo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4840174" name="Freeform 111"/>
          <p:cNvSpPr/>
          <p:nvPr/>
        </p:nvSpPr>
        <p:spPr bwMode="auto">
          <a:xfrm rot="0" flipH="0" flipV="0">
            <a:off x="8616429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9157984" name="TextBox 112"/>
          <p:cNvSpPr txBox="1"/>
          <p:nvPr/>
        </p:nvSpPr>
        <p:spPr bwMode="auto">
          <a:xfrm rot="0" flipH="0" flipV="0">
            <a:off x="8616429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4712659" name="Freeform 114"/>
          <p:cNvSpPr/>
          <p:nvPr/>
        </p:nvSpPr>
        <p:spPr bwMode="auto">
          <a:xfrm rot="0" flipH="0" flipV="0">
            <a:off x="7144626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03447238" name="TextBox 115"/>
          <p:cNvSpPr txBox="1"/>
          <p:nvPr/>
        </p:nvSpPr>
        <p:spPr bwMode="auto">
          <a:xfrm rot="0" flipH="0" flipV="0">
            <a:off x="7144626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Indirizzo di pagamento 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6427463" name="Freeform 117"/>
          <p:cNvSpPr/>
          <p:nvPr/>
        </p:nvSpPr>
        <p:spPr bwMode="auto">
          <a:xfrm rot="0" flipH="0" flipV="0">
            <a:off x="10092693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99211383" name="TextBox 118"/>
          <p:cNvSpPr txBox="1"/>
          <p:nvPr/>
        </p:nvSpPr>
        <p:spPr bwMode="auto">
          <a:xfrm rot="0" flipH="0" flipV="0">
            <a:off x="10092693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95190077" name="AutoShape 119"/>
          <p:cNvSpPr/>
          <p:nvPr/>
        </p:nvSpPr>
        <p:spPr bwMode="auto">
          <a:xfrm flipH="1">
            <a:off x="5033673" y="4493257"/>
            <a:ext cx="2110952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523394" name="Freeform 121"/>
          <p:cNvSpPr/>
          <p:nvPr/>
        </p:nvSpPr>
        <p:spPr bwMode="auto">
          <a:xfrm rot="0" flipH="0" flipV="0">
            <a:off x="5447461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29168029" name="TextBox 122"/>
          <p:cNvSpPr txBox="1"/>
          <p:nvPr/>
        </p:nvSpPr>
        <p:spPr bwMode="auto">
          <a:xfrm rot="0" flipH="0" flipV="0">
            <a:off x="5447461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Secondo pagamento 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66321618" name="AutoShape 123"/>
          <p:cNvSpPr/>
          <p:nvPr/>
        </p:nvSpPr>
        <p:spPr bwMode="auto">
          <a:xfrm flipH="1">
            <a:off x="3557407" y="4493257"/>
            <a:ext cx="193923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873386" name="AutoShape 124"/>
          <p:cNvSpPr/>
          <p:nvPr/>
        </p:nvSpPr>
        <p:spPr bwMode="auto">
          <a:xfrm flipH="1">
            <a:off x="8426967" y="4493257"/>
            <a:ext cx="189462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118442" name="Freeform 126"/>
          <p:cNvSpPr/>
          <p:nvPr/>
        </p:nvSpPr>
        <p:spPr bwMode="auto">
          <a:xfrm rot="0" flipH="0" flipV="0">
            <a:off x="8616429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7403536" name="TextBox 127"/>
          <p:cNvSpPr txBox="1"/>
          <p:nvPr/>
        </p:nvSpPr>
        <p:spPr bwMode="auto">
          <a:xfrm rot="0" flipH="0" flipV="0">
            <a:off x="8616429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2304858" name="AutoShape 128"/>
          <p:cNvSpPr/>
          <p:nvPr/>
        </p:nvSpPr>
        <p:spPr bwMode="auto">
          <a:xfrm>
            <a:off x="8427485" y="3037020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814229" name="Freeform 130"/>
          <p:cNvSpPr/>
          <p:nvPr/>
        </p:nvSpPr>
        <p:spPr bwMode="auto">
          <a:xfrm rot="0" flipH="0" flipV="0">
            <a:off x="5448497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401325" name="TextBox 131"/>
          <p:cNvSpPr txBox="1"/>
          <p:nvPr/>
        </p:nvSpPr>
        <p:spPr bwMode="auto">
          <a:xfrm rot="0" flipH="0" flipV="0">
            <a:off x="5448497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24003413" name="AutoShape 132"/>
          <p:cNvSpPr/>
          <p:nvPr/>
        </p:nvSpPr>
        <p:spPr bwMode="auto">
          <a:xfrm flipH="1">
            <a:off x="6067137" y="4063694"/>
            <a:ext cx="282841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050048" name="AutoShape 133"/>
          <p:cNvSpPr/>
          <p:nvPr/>
        </p:nvSpPr>
        <p:spPr bwMode="auto">
          <a:xfrm flipV="1">
            <a:off x="6089150" y="4009273"/>
            <a:ext cx="0" cy="5441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187135" name="AutoShape 134"/>
          <p:cNvSpPr/>
          <p:nvPr/>
        </p:nvSpPr>
        <p:spPr bwMode="auto">
          <a:xfrm flipV="1">
            <a:off x="8874141" y="4063694"/>
            <a:ext cx="0" cy="18594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23081" name="AutoShape 135"/>
          <p:cNvSpPr/>
          <p:nvPr/>
        </p:nvSpPr>
        <p:spPr bwMode="auto">
          <a:xfrm flipH="1">
            <a:off x="6467499" y="3347550"/>
            <a:ext cx="240664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219341" name="AutoShape 136"/>
          <p:cNvSpPr/>
          <p:nvPr/>
        </p:nvSpPr>
        <p:spPr bwMode="auto">
          <a:xfrm flipV="1">
            <a:off x="6467499" y="3325248"/>
            <a:ext cx="0" cy="19336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814411" name="AutoShape 137"/>
          <p:cNvSpPr/>
          <p:nvPr/>
        </p:nvSpPr>
        <p:spPr bwMode="auto">
          <a:xfrm flipV="1">
            <a:off x="8874141" y="3325248"/>
            <a:ext cx="0" cy="19247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5125" name="AutoShape 138"/>
          <p:cNvSpPr/>
          <p:nvPr/>
        </p:nvSpPr>
        <p:spPr bwMode="auto">
          <a:xfrm flipH="1">
            <a:off x="4368036" y="3347550"/>
            <a:ext cx="134428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063491" name="AutoShape 139"/>
          <p:cNvSpPr/>
          <p:nvPr/>
        </p:nvSpPr>
        <p:spPr bwMode="auto">
          <a:xfrm flipV="1">
            <a:off x="4392504" y="1894737"/>
            <a:ext cx="0" cy="145281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68333" name="AutoShape 140"/>
          <p:cNvSpPr/>
          <p:nvPr/>
        </p:nvSpPr>
        <p:spPr bwMode="auto">
          <a:xfrm flipV="1">
            <a:off x="9899287" y="1581298"/>
            <a:ext cx="19392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337308" name="Freeform 142"/>
          <p:cNvSpPr/>
          <p:nvPr/>
        </p:nvSpPr>
        <p:spPr bwMode="auto">
          <a:xfrm rot="0" flipH="0" flipV="0">
            <a:off x="10090227" y="3517726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6900116" name="TextBox 143"/>
          <p:cNvSpPr txBox="1"/>
          <p:nvPr/>
        </p:nvSpPr>
        <p:spPr bwMode="auto">
          <a:xfrm rot="0" flipH="0" flipV="0">
            <a:off x="10090227" y="3449979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40060998" name="Freeform 145"/>
          <p:cNvSpPr/>
          <p:nvPr/>
        </p:nvSpPr>
        <p:spPr bwMode="auto">
          <a:xfrm rot="0" flipH="0" flipV="0">
            <a:off x="10093212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310975778" name="TextBox 146"/>
          <p:cNvSpPr txBox="1"/>
          <p:nvPr/>
        </p:nvSpPr>
        <p:spPr bwMode="auto">
          <a:xfrm rot="0" flipH="0" flipV="0">
            <a:off x="10093212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66632023" name="AutoShape 147"/>
          <p:cNvSpPr/>
          <p:nvPr/>
        </p:nvSpPr>
        <p:spPr bwMode="auto">
          <a:xfrm flipV="1">
            <a:off x="10093212" y="1559887"/>
            <a:ext cx="0" cy="223023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3123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659567" name="Freeform 27"/>
          <p:cNvSpPr/>
          <p:nvPr/>
        </p:nvSpPr>
        <p:spPr bwMode="auto">
          <a:xfrm rot="0" flipH="0" flipV="0">
            <a:off x="707304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2505352" name="TextBox 28"/>
          <p:cNvSpPr txBox="1"/>
          <p:nvPr/>
        </p:nvSpPr>
        <p:spPr bwMode="auto">
          <a:xfrm rot="0" flipH="0" flipV="0">
            <a:off x="707304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23029509" name="AutoShape 29"/>
          <p:cNvSpPr/>
          <p:nvPr/>
        </p:nvSpPr>
        <p:spPr bwMode="auto">
          <a:xfrm flipH="1">
            <a:off x="2186632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060980" name="AutoShape 30"/>
          <p:cNvSpPr/>
          <p:nvPr/>
        </p:nvSpPr>
        <p:spPr bwMode="auto">
          <a:xfrm>
            <a:off x="707305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7407" name="AutoShape 31"/>
          <p:cNvSpPr/>
          <p:nvPr/>
        </p:nvSpPr>
        <p:spPr bwMode="auto">
          <a:xfrm>
            <a:off x="3662666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985132" name="Freeform 33"/>
          <p:cNvSpPr/>
          <p:nvPr/>
        </p:nvSpPr>
        <p:spPr bwMode="auto">
          <a:xfrm rot="0" flipH="0" flipV="0">
            <a:off x="2280918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2141162" name="TextBox 34"/>
          <p:cNvSpPr txBox="1"/>
          <p:nvPr/>
        </p:nvSpPr>
        <p:spPr bwMode="auto">
          <a:xfrm rot="0" flipH="0" flipV="0">
            <a:off x="2280918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Codice di pagamento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88689027" name="TextBox 35"/>
          <p:cNvSpPr txBox="1"/>
          <p:nvPr/>
        </p:nvSpPr>
        <p:spPr bwMode="auto">
          <a:xfrm>
            <a:off x="707305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Chiavi private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759786" name="TextBox 36"/>
          <p:cNvSpPr txBox="1"/>
          <p:nvPr/>
        </p:nvSpPr>
        <p:spPr bwMode="auto">
          <a:xfrm>
            <a:off x="2186704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Chiavi pubbliche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864736" name="TextBox 37"/>
          <p:cNvSpPr txBox="1"/>
          <p:nvPr/>
        </p:nvSpPr>
        <p:spPr bwMode="auto">
          <a:xfrm>
            <a:off x="3667143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Indirizzi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54864970" name="Freeform 39"/>
          <p:cNvSpPr/>
          <p:nvPr/>
        </p:nvSpPr>
        <p:spPr bwMode="auto">
          <a:xfrm rot="0" flipH="0" flipV="0">
            <a:off x="7073988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94879526" name="TextBox 40"/>
          <p:cNvSpPr txBox="1"/>
          <p:nvPr/>
        </p:nvSpPr>
        <p:spPr bwMode="auto">
          <a:xfrm rot="0" flipH="0" flipV="0">
            <a:off x="7073988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9813891" name="AutoShape 41"/>
          <p:cNvSpPr/>
          <p:nvPr/>
        </p:nvSpPr>
        <p:spPr bwMode="auto">
          <a:xfrm>
            <a:off x="7073989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054817" name="AutoShape 42"/>
          <p:cNvSpPr/>
          <p:nvPr/>
        </p:nvSpPr>
        <p:spPr bwMode="auto">
          <a:xfrm>
            <a:off x="8553315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946012" name="AutoShape 43"/>
          <p:cNvSpPr/>
          <p:nvPr/>
        </p:nvSpPr>
        <p:spPr bwMode="auto">
          <a:xfrm>
            <a:off x="10029348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009777" name="Freeform 45"/>
          <p:cNvSpPr/>
          <p:nvPr/>
        </p:nvSpPr>
        <p:spPr bwMode="auto">
          <a:xfrm rot="0" flipH="0" flipV="0">
            <a:off x="8647601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031431" name="TextBox 46"/>
          <p:cNvSpPr txBox="1"/>
          <p:nvPr/>
        </p:nvSpPr>
        <p:spPr bwMode="auto">
          <a:xfrm rot="0" flipH="0" flipV="0">
            <a:off x="8647601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Indirizzo di pagamento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7024380" name="TextBox 47"/>
          <p:cNvSpPr txBox="1"/>
          <p:nvPr/>
        </p:nvSpPr>
        <p:spPr bwMode="auto">
          <a:xfrm>
            <a:off x="7073989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Indirizzi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04123572" name="TextBox 48"/>
          <p:cNvSpPr txBox="1"/>
          <p:nvPr/>
        </p:nvSpPr>
        <p:spPr bwMode="auto">
          <a:xfrm>
            <a:off x="855338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Chiavi pubbliche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7985923" name="TextBox 49"/>
          <p:cNvSpPr txBox="1"/>
          <p:nvPr/>
        </p:nvSpPr>
        <p:spPr bwMode="auto">
          <a:xfrm>
            <a:off x="1003382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Chiavi private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33004495" name="Freeform 51"/>
          <p:cNvSpPr/>
          <p:nvPr/>
        </p:nvSpPr>
        <p:spPr bwMode="auto">
          <a:xfrm rot="0" flipH="0" flipV="0">
            <a:off x="8647601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94974943" name="TextBox 52"/>
          <p:cNvSpPr txBox="1"/>
          <p:nvPr/>
        </p:nvSpPr>
        <p:spPr bwMode="auto">
          <a:xfrm rot="0" flipH="0" flipV="0">
            <a:off x="8647601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58591446" name="Freeform 54"/>
          <p:cNvSpPr/>
          <p:nvPr/>
        </p:nvSpPr>
        <p:spPr bwMode="auto">
          <a:xfrm rot="0" flipH="0" flipV="0">
            <a:off x="7169920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1205062" name="TextBox 55"/>
          <p:cNvSpPr txBox="1"/>
          <p:nvPr/>
        </p:nvSpPr>
        <p:spPr bwMode="auto">
          <a:xfrm rot="0" flipH="0" flipV="0">
            <a:off x="7169920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Indirizzo di pagamento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3802303" name="Freeform 57"/>
          <p:cNvSpPr/>
          <p:nvPr/>
        </p:nvSpPr>
        <p:spPr bwMode="auto">
          <a:xfrm rot="0" flipH="0" flipV="0">
            <a:off x="5465979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94422493" name="TextBox 58"/>
          <p:cNvSpPr txBox="1"/>
          <p:nvPr/>
        </p:nvSpPr>
        <p:spPr bwMode="auto">
          <a:xfrm rot="0" flipH="0" flipV="0">
            <a:off x="5465979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6807725" name="AutoShape 60"/>
          <p:cNvSpPr/>
          <p:nvPr/>
        </p:nvSpPr>
        <p:spPr bwMode="auto">
          <a:xfrm flipH="1">
            <a:off x="1312180" y="6059245"/>
            <a:ext cx="73784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101179909" name="TextBox 65"/>
          <p:cNvSpPr txBox="1"/>
          <p:nvPr/>
        </p:nvSpPr>
        <p:spPr bwMode="auto">
          <a:xfrm>
            <a:off x="2344905" y="5605168"/>
            <a:ext cx="3910738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Derivazione della chiave del bambino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4263278" name="TextBox 66"/>
          <p:cNvSpPr txBox="1"/>
          <p:nvPr/>
        </p:nvSpPr>
        <p:spPr bwMode="auto">
          <a:xfrm>
            <a:off x="2344906" y="5946473"/>
            <a:ext cx="3907139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Derivazione della chiave pubblica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364392" name="Freeform 71"/>
          <p:cNvSpPr/>
          <p:nvPr/>
        </p:nvSpPr>
        <p:spPr bwMode="auto">
          <a:xfrm rot="0" flipH="0" flipV="0">
            <a:off x="2281156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60700263" name="TextBox 72"/>
          <p:cNvSpPr txBox="1"/>
          <p:nvPr/>
        </p:nvSpPr>
        <p:spPr bwMode="auto">
          <a:xfrm rot="0" flipH="0" flipV="0">
            <a:off x="2281156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02066170" name="Freeform 74"/>
          <p:cNvSpPr/>
          <p:nvPr/>
        </p:nvSpPr>
        <p:spPr bwMode="auto">
          <a:xfrm rot="0" flipH="0" flipV="0">
            <a:off x="8649320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2942835" name="TextBox 75"/>
          <p:cNvSpPr txBox="1"/>
          <p:nvPr/>
        </p:nvSpPr>
        <p:spPr bwMode="auto">
          <a:xfrm rot="0" flipH="0" flipV="0">
            <a:off x="8649320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062395114" name="Freeform 77"/>
          <p:cNvSpPr/>
          <p:nvPr/>
        </p:nvSpPr>
        <p:spPr bwMode="auto">
          <a:xfrm rot="0" flipH="0" flipV="0">
            <a:off x="7171805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93913838" name="TextBox 78"/>
          <p:cNvSpPr txBox="1"/>
          <p:nvPr/>
        </p:nvSpPr>
        <p:spPr bwMode="auto">
          <a:xfrm rot="0" flipH="0" flipV="0">
            <a:off x="7171805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Indirizzo di notifica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55412533" name="AutoShape 79"/>
          <p:cNvSpPr/>
          <p:nvPr/>
        </p:nvSpPr>
        <p:spPr bwMode="auto">
          <a:xfrm>
            <a:off x="8459267" y="2507708"/>
            <a:ext cx="190053" cy="0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978566" name="AutoShape 80"/>
          <p:cNvSpPr/>
          <p:nvPr/>
        </p:nvSpPr>
        <p:spPr bwMode="auto">
          <a:xfrm>
            <a:off x="2092584" y="2503901"/>
            <a:ext cx="188571" cy="380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126878" name="AutoShape 81"/>
          <p:cNvSpPr/>
          <p:nvPr/>
        </p:nvSpPr>
        <p:spPr bwMode="auto">
          <a:xfrm flipH="1" flipV="1">
            <a:off x="4406288" y="3968985"/>
            <a:ext cx="1060210" cy="1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057706" name="Freeform 83"/>
          <p:cNvSpPr/>
          <p:nvPr/>
        </p:nvSpPr>
        <p:spPr bwMode="auto">
          <a:xfrm rot="0" flipH="0" flipV="0">
            <a:off x="8647081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91909570" name="TextBox 84"/>
          <p:cNvSpPr txBox="1"/>
          <p:nvPr/>
        </p:nvSpPr>
        <p:spPr bwMode="auto">
          <a:xfrm rot="0" flipH="0" flipV="0">
            <a:off x="8647081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18178902" name="Freeform 86"/>
          <p:cNvSpPr/>
          <p:nvPr/>
        </p:nvSpPr>
        <p:spPr bwMode="auto">
          <a:xfrm rot="0" flipH="0" flipV="0">
            <a:off x="7169400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22666" name="TextBox 87"/>
          <p:cNvSpPr txBox="1"/>
          <p:nvPr/>
        </p:nvSpPr>
        <p:spPr bwMode="auto">
          <a:xfrm rot="0" flipH="0" flipV="0">
            <a:off x="7169400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Indirizzo di pagamento 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98764479" name="AutoShape 88"/>
          <p:cNvSpPr/>
          <p:nvPr/>
        </p:nvSpPr>
        <p:spPr bwMode="auto">
          <a:xfrm flipH="1">
            <a:off x="8456861" y="4700268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3441" name="Freeform 90"/>
          <p:cNvSpPr/>
          <p:nvPr/>
        </p:nvSpPr>
        <p:spPr bwMode="auto">
          <a:xfrm rot="0" flipH="0" flipV="0">
            <a:off x="8647081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023917791" name="TextBox 91"/>
          <p:cNvSpPr txBox="1"/>
          <p:nvPr/>
        </p:nvSpPr>
        <p:spPr bwMode="auto">
          <a:xfrm rot="0" flipH="0" flipV="0">
            <a:off x="8647081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43850165" name="Freeform 93"/>
          <p:cNvSpPr/>
          <p:nvPr/>
        </p:nvSpPr>
        <p:spPr bwMode="auto">
          <a:xfrm rot="0" flipH="0" flipV="0">
            <a:off x="5466499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2311977" name="TextBox 94"/>
          <p:cNvSpPr txBox="1"/>
          <p:nvPr/>
        </p:nvSpPr>
        <p:spPr bwMode="auto">
          <a:xfrm rot="0" flipH="0" flipV="0">
            <a:off x="5466499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44288803" name="AutoShape 95"/>
          <p:cNvSpPr/>
          <p:nvPr/>
        </p:nvSpPr>
        <p:spPr bwMode="auto">
          <a:xfrm flipH="1" flipV="1">
            <a:off x="6087609" y="4268989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6730030" name="AutoShape 96"/>
          <p:cNvSpPr/>
          <p:nvPr/>
        </p:nvSpPr>
        <p:spPr bwMode="auto">
          <a:xfrm flipH="1" flipV="1">
            <a:off x="6109709" y="4214351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63098" name="AutoShape 97"/>
          <p:cNvSpPr/>
          <p:nvPr/>
        </p:nvSpPr>
        <p:spPr bwMode="auto">
          <a:xfrm flipH="1" flipV="1">
            <a:off x="6489569" y="3549988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8990250" name="AutoShape 98"/>
          <p:cNvSpPr/>
          <p:nvPr/>
        </p:nvSpPr>
        <p:spPr bwMode="auto">
          <a:xfrm flipV="1">
            <a:off x="6489569" y="3527595"/>
            <a:ext cx="0" cy="19413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771814" name="AutoShape 99"/>
          <p:cNvSpPr/>
          <p:nvPr/>
        </p:nvSpPr>
        <p:spPr bwMode="auto">
          <a:xfrm flipV="1">
            <a:off x="10768775" y="3527595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009358" name="AutoShape 100"/>
          <p:cNvSpPr/>
          <p:nvPr/>
        </p:nvSpPr>
        <p:spPr bwMode="auto">
          <a:xfrm flipV="1">
            <a:off x="4406288" y="2503901"/>
            <a:ext cx="0" cy="149041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748149" name="AutoShape 101"/>
          <p:cNvSpPr/>
          <p:nvPr/>
        </p:nvSpPr>
        <p:spPr bwMode="auto">
          <a:xfrm flipH="1">
            <a:off x="11414224" y="3969243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937" name="AutoShape 102"/>
          <p:cNvSpPr/>
          <p:nvPr/>
        </p:nvSpPr>
        <p:spPr bwMode="auto">
          <a:xfrm flipV="1">
            <a:off x="11414744" y="1776682"/>
            <a:ext cx="194697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08944" name="AutoShape 103"/>
          <p:cNvSpPr/>
          <p:nvPr/>
        </p:nvSpPr>
        <p:spPr bwMode="auto">
          <a:xfrm flipV="1">
            <a:off x="11609443" y="1755183"/>
            <a:ext cx="0" cy="223913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839099" name="Freeform 105"/>
          <p:cNvSpPr/>
          <p:nvPr/>
        </p:nvSpPr>
        <p:spPr bwMode="auto">
          <a:xfrm rot="0" flipH="0" flipV="0">
            <a:off x="10125564" y="154773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54965684" name="TextBox 106"/>
          <p:cNvSpPr txBox="1"/>
          <p:nvPr/>
        </p:nvSpPr>
        <p:spPr bwMode="auto">
          <a:xfrm rot="0" flipH="0" flipV="0">
            <a:off x="10125564" y="147971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Chiave principale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62611325" name="Freeform 108"/>
          <p:cNvSpPr/>
          <p:nvPr/>
        </p:nvSpPr>
        <p:spPr bwMode="auto">
          <a:xfrm rot="0" flipH="0" flipV="0">
            <a:off x="10127283" y="227876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17082877" name="TextBox 109"/>
          <p:cNvSpPr txBox="1"/>
          <p:nvPr/>
        </p:nvSpPr>
        <p:spPr bwMode="auto">
          <a:xfrm rot="0" flipH="0" flipV="0">
            <a:off x="10127283" y="221074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98404605" name="Freeform 111"/>
          <p:cNvSpPr/>
          <p:nvPr/>
        </p:nvSpPr>
        <p:spPr bwMode="auto">
          <a:xfrm rot="0" flipH="0" flipV="0">
            <a:off x="10125045" y="44713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1325098" name="TextBox 112"/>
          <p:cNvSpPr txBox="1"/>
          <p:nvPr/>
        </p:nvSpPr>
        <p:spPr bwMode="auto">
          <a:xfrm rot="0" flipH="0" flipV="0">
            <a:off x="10125045" y="44033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17947795" name="Freeform 114"/>
          <p:cNvSpPr/>
          <p:nvPr/>
        </p:nvSpPr>
        <p:spPr bwMode="auto">
          <a:xfrm rot="0" flipH="0" flipV="0">
            <a:off x="10125045" y="374029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5890292" name="TextBox 115"/>
          <p:cNvSpPr txBox="1"/>
          <p:nvPr/>
        </p:nvSpPr>
        <p:spPr bwMode="auto">
          <a:xfrm rot="0" flipH="0" flipV="0">
            <a:off x="10125045" y="367227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97520793" name="AutoShape 116"/>
          <p:cNvSpPr/>
          <p:nvPr/>
        </p:nvSpPr>
        <p:spPr bwMode="auto">
          <a:xfrm flipV="1">
            <a:off x="9935062" y="1776536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347987" name="AutoShape 117"/>
          <p:cNvSpPr/>
          <p:nvPr/>
        </p:nvSpPr>
        <p:spPr bwMode="auto">
          <a:xfrm flipV="1">
            <a:off x="9936781" y="2507562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295403" name="AutoShape 118"/>
          <p:cNvSpPr/>
          <p:nvPr/>
        </p:nvSpPr>
        <p:spPr bwMode="auto">
          <a:xfrm flipV="1">
            <a:off x="9934542" y="3969097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581925" name="AutoShape 119"/>
          <p:cNvSpPr/>
          <p:nvPr/>
        </p:nvSpPr>
        <p:spPr bwMode="auto">
          <a:xfrm flipH="1">
            <a:off x="8459267" y="3238217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963591" name="AutoShape 120"/>
          <p:cNvSpPr/>
          <p:nvPr/>
        </p:nvSpPr>
        <p:spPr bwMode="auto">
          <a:xfrm flipH="1">
            <a:off x="11412505" y="2507450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759257" name="Freeform 122"/>
          <p:cNvSpPr/>
          <p:nvPr/>
        </p:nvSpPr>
        <p:spPr bwMode="auto">
          <a:xfrm rot="0" flipH="0" flipV="0">
            <a:off x="10125564" y="300926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2225368" name="TextBox 123"/>
          <p:cNvSpPr txBox="1"/>
          <p:nvPr/>
        </p:nvSpPr>
        <p:spPr bwMode="auto">
          <a:xfrm rot="0" flipH="0" flipV="0">
            <a:off x="10125564" y="294125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7199006" name="AutoShape 124"/>
          <p:cNvSpPr/>
          <p:nvPr/>
        </p:nvSpPr>
        <p:spPr bwMode="auto">
          <a:xfrm flipH="1" flipV="1">
            <a:off x="6489805" y="2104357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55564271" name="AutoShape 125"/>
          <p:cNvSpPr/>
          <p:nvPr/>
        </p:nvSpPr>
        <p:spPr bwMode="auto">
          <a:xfrm flipH="0" flipV="1">
            <a:off x="6489805" y="2104159"/>
            <a:ext cx="0" cy="19413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967990" name="AutoShape 126"/>
          <p:cNvSpPr/>
          <p:nvPr/>
        </p:nvSpPr>
        <p:spPr bwMode="auto">
          <a:xfrm flipV="1">
            <a:off x="10769011" y="2104159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56041" name="AutoShape 127"/>
          <p:cNvSpPr/>
          <p:nvPr/>
        </p:nvSpPr>
        <p:spPr bwMode="auto">
          <a:xfrm flipH="1">
            <a:off x="9935062" y="3238072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328694" name="AutoShape 128"/>
          <p:cNvSpPr/>
          <p:nvPr/>
        </p:nvSpPr>
        <p:spPr bwMode="auto">
          <a:xfrm flipH="1">
            <a:off x="9934542" y="4700123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661159" name="AutoShape 129"/>
          <p:cNvSpPr/>
          <p:nvPr/>
        </p:nvSpPr>
        <p:spPr bwMode="auto">
          <a:xfrm flipV="1">
            <a:off x="10773491" y="4213578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301584" name="AutoShape 130"/>
          <p:cNvSpPr/>
          <p:nvPr/>
        </p:nvSpPr>
        <p:spPr bwMode="auto">
          <a:xfrm flipV="1">
            <a:off x="10521230" y="4268989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3339222" name="AutoShape 131"/>
          <p:cNvSpPr/>
          <p:nvPr/>
        </p:nvSpPr>
        <p:spPr bwMode="auto">
          <a:xfrm flipH="1">
            <a:off x="6087899" y="2807712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6393961" name="AutoShape 132"/>
          <p:cNvSpPr/>
          <p:nvPr/>
        </p:nvSpPr>
        <p:spPr bwMode="auto">
          <a:xfrm flipV="1">
            <a:off x="6110001" y="2753074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912325" name="AutoShape 133"/>
          <p:cNvSpPr/>
          <p:nvPr/>
        </p:nvSpPr>
        <p:spPr bwMode="auto">
          <a:xfrm flipV="1">
            <a:off x="10773781" y="2752300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229086" name="AutoShape 134"/>
          <p:cNvSpPr/>
          <p:nvPr/>
        </p:nvSpPr>
        <p:spPr bwMode="auto">
          <a:xfrm flipV="1">
            <a:off x="10521522" y="2807712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537134" name="AutoShape 135"/>
          <p:cNvSpPr/>
          <p:nvPr/>
        </p:nvSpPr>
        <p:spPr bwMode="auto">
          <a:xfrm>
            <a:off x="2092584" y="1776423"/>
            <a:ext cx="188332" cy="25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599246" name="Freeform 137"/>
          <p:cNvSpPr/>
          <p:nvPr/>
        </p:nvSpPr>
        <p:spPr bwMode="auto">
          <a:xfrm rot="0" flipH="0" flipV="0">
            <a:off x="805123" y="2259307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86280693" name="TextBox 138"/>
          <p:cNvSpPr txBox="1"/>
          <p:nvPr/>
        </p:nvSpPr>
        <p:spPr bwMode="auto">
          <a:xfrm rot="0" flipH="0" flipV="0">
            <a:off x="805123" y="2191289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2010615777" name="AutoShape 139"/>
          <p:cNvSpPr/>
          <p:nvPr/>
        </p:nvSpPr>
        <p:spPr bwMode="auto">
          <a:xfrm flipH="1">
            <a:off x="3568617" y="2507708"/>
            <a:ext cx="1897362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871151" name="Freeform 141"/>
          <p:cNvSpPr/>
          <p:nvPr/>
        </p:nvSpPr>
        <p:spPr bwMode="auto">
          <a:xfrm rot="0" flipH="0" flipV="0">
            <a:off x="805123" y="153182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70238659" name="TextBox 142"/>
          <p:cNvSpPr txBox="1"/>
          <p:nvPr/>
        </p:nvSpPr>
        <p:spPr bwMode="auto">
          <a:xfrm rot="0" flipH="0" flipV="0">
            <a:off x="805123" y="146381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32598770" name="AutoShape 143"/>
          <p:cNvSpPr/>
          <p:nvPr/>
        </p:nvSpPr>
        <p:spPr bwMode="auto">
          <a:xfrm flipH="1">
            <a:off x="2092584" y="1755183"/>
            <a:ext cx="0" cy="768429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169162" name="AutoShape 69"/>
          <p:cNvSpPr/>
          <p:nvPr/>
        </p:nvSpPr>
        <p:spPr bwMode="auto">
          <a:xfrm>
            <a:off x="6690258" y="6109764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58572666" name="AutoShape 71"/>
          <p:cNvSpPr/>
          <p:nvPr/>
        </p:nvSpPr>
        <p:spPr bwMode="auto">
          <a:xfrm>
            <a:off x="1308821" y="5665633"/>
            <a:ext cx="73325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2425188" name="AutoShape 72"/>
          <p:cNvSpPr/>
          <p:nvPr/>
        </p:nvSpPr>
        <p:spPr bwMode="auto">
          <a:xfrm flipH="1">
            <a:off x="1310698" y="6388731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4324615" name="AutoShape 73"/>
          <p:cNvSpPr/>
          <p:nvPr/>
        </p:nvSpPr>
        <p:spPr bwMode="auto">
          <a:xfrm flipH="1">
            <a:off x="6690258" y="5774302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199184729" name="TextBox 74"/>
          <p:cNvSpPr txBox="1"/>
          <p:nvPr/>
        </p:nvSpPr>
        <p:spPr bwMode="auto">
          <a:xfrm>
            <a:off x="5352945" y="900769"/>
            <a:ext cx="1475241" cy="16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Segreti condivisi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3424645" name="TextBox 77"/>
          <p:cNvSpPr txBox="1"/>
          <p:nvPr/>
        </p:nvSpPr>
        <p:spPr bwMode="auto">
          <a:xfrm>
            <a:off x="2339316" y="6275728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80224688" name="TextBox 78"/>
          <p:cNvSpPr txBox="1"/>
          <p:nvPr/>
        </p:nvSpPr>
        <p:spPr bwMode="auto">
          <a:xfrm>
            <a:off x="7718877" y="5666589"/>
            <a:ext cx="371057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Addizione di punti su curve ellittiche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3503592" name="TextBox 79"/>
          <p:cNvSpPr txBox="1"/>
          <p:nvPr/>
        </p:nvSpPr>
        <p:spPr bwMode="auto">
          <a:xfrm>
            <a:off x="7718877" y="6003817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Derivazione dell'indirizzo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86597886" name="AutoShape 133"/>
          <p:cNvSpPr/>
          <p:nvPr/>
        </p:nvSpPr>
        <p:spPr bwMode="auto">
          <a:xfrm flipV="1">
            <a:off x="6089149" y="4009272"/>
            <a:ext cx="0" cy="54418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462949" name="Freeform 26"/>
          <p:cNvSpPr/>
          <p:nvPr/>
        </p:nvSpPr>
        <p:spPr bwMode="auto">
          <a:xfrm>
            <a:off x="3289788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9870" name="Freeform 27"/>
          <p:cNvSpPr/>
          <p:nvPr/>
        </p:nvSpPr>
        <p:spPr bwMode="auto">
          <a:xfrm>
            <a:off x="8192750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026552" name="Freeform 29"/>
          <p:cNvSpPr/>
          <p:nvPr/>
        </p:nvSpPr>
        <p:spPr bwMode="auto">
          <a:xfrm rot="0" flipH="0" flipV="0">
            <a:off x="3301606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20788359" name="TextBox 30"/>
          <p:cNvSpPr txBox="1"/>
          <p:nvPr/>
        </p:nvSpPr>
        <p:spPr bwMode="auto">
          <a:xfrm rot="0" flipH="0" flipV="0">
            <a:off x="3359699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872708092" name="Freeform 32"/>
          <p:cNvSpPr/>
          <p:nvPr/>
        </p:nvSpPr>
        <p:spPr bwMode="auto">
          <a:xfrm rot="0" flipH="0" flipV="0">
            <a:off x="3301606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81741243" name="TextBox 33"/>
          <p:cNvSpPr txBox="1"/>
          <p:nvPr/>
        </p:nvSpPr>
        <p:spPr bwMode="auto">
          <a:xfrm rot="0" flipH="0" flipV="0">
            <a:off x="3359699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262319" name="Freeform 35"/>
          <p:cNvSpPr/>
          <p:nvPr/>
        </p:nvSpPr>
        <p:spPr bwMode="auto">
          <a:xfrm rot="0" flipH="0" flipV="0">
            <a:off x="3527177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396897" name="TextBox 36"/>
          <p:cNvSpPr txBox="1"/>
          <p:nvPr/>
        </p:nvSpPr>
        <p:spPr bwMode="auto">
          <a:xfrm rot="0" flipH="0" flipV="0">
            <a:off x="3542976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9396105" name="Freeform 38"/>
          <p:cNvSpPr/>
          <p:nvPr/>
        </p:nvSpPr>
        <p:spPr bwMode="auto">
          <a:xfrm rot="0" flipH="0" flipV="0">
            <a:off x="3301606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126318480" name="TextBox 39"/>
          <p:cNvSpPr txBox="1"/>
          <p:nvPr/>
        </p:nvSpPr>
        <p:spPr bwMode="auto">
          <a:xfrm rot="0" flipH="0" flipV="0">
            <a:off x="3359699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50543789" name="Freeform 40"/>
          <p:cNvSpPr/>
          <p:nvPr/>
        </p:nvSpPr>
        <p:spPr bwMode="auto">
          <a:xfrm>
            <a:off x="3476100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676216" name="TextBox 41"/>
          <p:cNvSpPr txBox="1"/>
          <p:nvPr/>
        </p:nvSpPr>
        <p:spPr bwMode="auto">
          <a:xfrm>
            <a:off x="3466823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87445694" name="TextBox 42"/>
          <p:cNvSpPr txBox="1"/>
          <p:nvPr/>
        </p:nvSpPr>
        <p:spPr bwMode="auto">
          <a:xfrm>
            <a:off x="8369785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50572483" name="Freeform 44"/>
          <p:cNvSpPr/>
          <p:nvPr/>
        </p:nvSpPr>
        <p:spPr bwMode="auto">
          <a:xfrm rot="0" flipH="0" flipV="0">
            <a:off x="3301606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272075715" name="TextBox 45"/>
          <p:cNvSpPr txBox="1"/>
          <p:nvPr/>
        </p:nvSpPr>
        <p:spPr bwMode="auto">
          <a:xfrm rot="0" flipH="0" flipV="0">
            <a:off x="3359699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98804412" name="Freeform 47"/>
          <p:cNvSpPr/>
          <p:nvPr/>
        </p:nvSpPr>
        <p:spPr bwMode="auto">
          <a:xfrm rot="0" flipH="0" flipV="0">
            <a:off x="3301606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97928031" name="TextBox 48"/>
          <p:cNvSpPr txBox="1"/>
          <p:nvPr/>
        </p:nvSpPr>
        <p:spPr bwMode="auto">
          <a:xfrm rot="0" flipH="0" flipV="0">
            <a:off x="3359699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327456" name="Freeform 50"/>
          <p:cNvSpPr/>
          <p:nvPr/>
        </p:nvSpPr>
        <p:spPr bwMode="auto">
          <a:xfrm rot="0" flipH="0" flipV="0">
            <a:off x="3527177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273947" name="TextBox 51"/>
          <p:cNvSpPr txBox="1"/>
          <p:nvPr/>
        </p:nvSpPr>
        <p:spPr bwMode="auto">
          <a:xfrm rot="0" flipH="0" flipV="0">
            <a:off x="3542976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31528083" name="Freeform 53"/>
          <p:cNvSpPr/>
          <p:nvPr/>
        </p:nvSpPr>
        <p:spPr bwMode="auto">
          <a:xfrm rot="0" flipH="0" flipV="0">
            <a:off x="3301606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831638655" name="TextBox 54"/>
          <p:cNvSpPr txBox="1"/>
          <p:nvPr/>
        </p:nvSpPr>
        <p:spPr bwMode="auto">
          <a:xfrm rot="0" flipH="0" flipV="0">
            <a:off x="3359699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36369735" name="Freeform 55"/>
          <p:cNvSpPr/>
          <p:nvPr/>
        </p:nvSpPr>
        <p:spPr bwMode="auto">
          <a:xfrm>
            <a:off x="3476100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938381" name="Freeform 57"/>
          <p:cNvSpPr/>
          <p:nvPr/>
        </p:nvSpPr>
        <p:spPr bwMode="auto">
          <a:xfrm rot="0" flipH="0" flipV="0">
            <a:off x="8204567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528543788" name="TextBox 58"/>
          <p:cNvSpPr txBox="1"/>
          <p:nvPr/>
        </p:nvSpPr>
        <p:spPr bwMode="auto">
          <a:xfrm rot="0" flipH="0" flipV="0">
            <a:off x="8262660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935123409" name="Freeform 60"/>
          <p:cNvSpPr/>
          <p:nvPr/>
        </p:nvSpPr>
        <p:spPr bwMode="auto">
          <a:xfrm rot="0" flipH="0" flipV="0">
            <a:off x="8204567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5459358" name="TextBox 61"/>
          <p:cNvSpPr txBox="1"/>
          <p:nvPr/>
        </p:nvSpPr>
        <p:spPr bwMode="auto">
          <a:xfrm rot="0" flipH="0" flipV="0">
            <a:off x="8262660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95831979" name="Freeform 63"/>
          <p:cNvSpPr/>
          <p:nvPr/>
        </p:nvSpPr>
        <p:spPr bwMode="auto">
          <a:xfrm rot="0" flipH="0" flipV="0">
            <a:off x="8430139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393615" name="TextBox 64"/>
          <p:cNvSpPr txBox="1"/>
          <p:nvPr/>
        </p:nvSpPr>
        <p:spPr bwMode="auto">
          <a:xfrm rot="0" flipH="0" flipV="0">
            <a:off x="8445939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956071948" name="Freeform 66"/>
          <p:cNvSpPr/>
          <p:nvPr/>
        </p:nvSpPr>
        <p:spPr bwMode="auto">
          <a:xfrm rot="0" flipH="0" flipV="0">
            <a:off x="8204567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483936390" name="TextBox 67"/>
          <p:cNvSpPr txBox="1"/>
          <p:nvPr/>
        </p:nvSpPr>
        <p:spPr bwMode="auto">
          <a:xfrm rot="0" flipH="0" flipV="0">
            <a:off x="8262660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89339034" name="Freeform 68"/>
          <p:cNvSpPr/>
          <p:nvPr/>
        </p:nvSpPr>
        <p:spPr bwMode="auto">
          <a:xfrm>
            <a:off x="8379062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827695" name="Freeform 70"/>
          <p:cNvSpPr/>
          <p:nvPr/>
        </p:nvSpPr>
        <p:spPr bwMode="auto">
          <a:xfrm rot="0" flipH="0" flipV="0">
            <a:off x="8204567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505163866" name="TextBox 71"/>
          <p:cNvSpPr txBox="1"/>
          <p:nvPr/>
        </p:nvSpPr>
        <p:spPr bwMode="auto">
          <a:xfrm rot="0" flipH="0" flipV="0">
            <a:off x="8262660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1788645" name="Freeform 73"/>
          <p:cNvSpPr/>
          <p:nvPr/>
        </p:nvSpPr>
        <p:spPr bwMode="auto">
          <a:xfrm rot="0" flipH="0" flipV="0">
            <a:off x="8204567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00820631" name="TextBox 74"/>
          <p:cNvSpPr txBox="1"/>
          <p:nvPr/>
        </p:nvSpPr>
        <p:spPr bwMode="auto">
          <a:xfrm rot="0" flipH="0" flipV="0">
            <a:off x="8262660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77956105" name="Freeform 76"/>
          <p:cNvSpPr/>
          <p:nvPr/>
        </p:nvSpPr>
        <p:spPr bwMode="auto">
          <a:xfrm rot="0" flipH="0" flipV="0">
            <a:off x="8430139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6210949" name="TextBox 77"/>
          <p:cNvSpPr txBox="1"/>
          <p:nvPr/>
        </p:nvSpPr>
        <p:spPr bwMode="auto">
          <a:xfrm rot="0" flipH="0" flipV="0">
            <a:off x="8445939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61322966" name="Freeform 79"/>
          <p:cNvSpPr/>
          <p:nvPr/>
        </p:nvSpPr>
        <p:spPr bwMode="auto">
          <a:xfrm rot="0" flipH="0" flipV="0">
            <a:off x="8204567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99503570" name="TextBox 80"/>
          <p:cNvSpPr txBox="1"/>
          <p:nvPr/>
        </p:nvSpPr>
        <p:spPr bwMode="auto">
          <a:xfrm rot="0" flipH="0" flipV="0">
            <a:off x="8262660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47430599" name="Freeform 81"/>
          <p:cNvSpPr/>
          <p:nvPr/>
        </p:nvSpPr>
        <p:spPr bwMode="auto">
          <a:xfrm>
            <a:off x="8379062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2825" name="AutoShape 82"/>
          <p:cNvSpPr/>
          <p:nvPr/>
        </p:nvSpPr>
        <p:spPr bwMode="auto">
          <a:xfrm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4179" name="AutoShape 83"/>
          <p:cNvSpPr/>
          <p:nvPr/>
        </p:nvSpPr>
        <p:spPr bwMode="auto">
          <a:xfrm flipH="1"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455652" name="TextBox 84"/>
          <p:cNvSpPr txBox="1"/>
          <p:nvPr/>
        </p:nvSpPr>
        <p:spPr bwMode="auto">
          <a:xfrm flipH="0" flipV="0">
            <a:off x="4228242" y="1463253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Punto G sulla curva ellittica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571310473" name="TextBox 85"/>
          <p:cNvSpPr txBox="1"/>
          <p:nvPr/>
        </p:nvSpPr>
        <p:spPr bwMode="auto">
          <a:xfrm flipH="0" flipV="0">
            <a:off x="150350" y="2366312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Chiave privata di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1857160" name="TextBox 86"/>
          <p:cNvSpPr txBox="1"/>
          <p:nvPr/>
        </p:nvSpPr>
        <p:spPr bwMode="auto">
          <a:xfrm flipH="0" flipV="0">
            <a:off x="788563" y="3261956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Chiave pubblica di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4598854" name="TextBox 87"/>
          <p:cNvSpPr txBox="1"/>
          <p:nvPr/>
        </p:nvSpPr>
        <p:spPr bwMode="auto">
          <a:xfrm flipH="0" flipV="0">
            <a:off x="149358" y="4257567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La chiave pubblica di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94020999" name="TextBox 88"/>
          <p:cNvSpPr txBox="1"/>
          <p:nvPr/>
        </p:nvSpPr>
        <p:spPr bwMode="auto">
          <a:xfrm flipH="0" flipV="0">
            <a:off x="150350" y="5169977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Chiave privata di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29533989" name="TextBox 89"/>
          <p:cNvSpPr txBox="1"/>
          <p:nvPr/>
        </p:nvSpPr>
        <p:spPr bwMode="auto">
          <a:xfrm flipH="0" flipV="0">
            <a:off x="8976211" y="3261956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Chiave pubblica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5056516" name="TextBox 90"/>
          <p:cNvSpPr txBox="1"/>
          <p:nvPr/>
        </p:nvSpPr>
        <p:spPr bwMode="auto">
          <a:xfrm flipH="0" flipV="0">
            <a:off x="8975859" y="2366313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La chiave privata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di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6122470" name="TextBox 91"/>
          <p:cNvSpPr txBox="1"/>
          <p:nvPr/>
        </p:nvSpPr>
        <p:spPr bwMode="auto">
          <a:xfrm flipH="0" flipV="0">
            <a:off x="8976110" y="4257567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La chiave pubblica di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305282" name="TextBox 92"/>
          <p:cNvSpPr txBox="1"/>
          <p:nvPr/>
        </p:nvSpPr>
        <p:spPr bwMode="auto">
          <a:xfrm flipH="0" flipV="0">
            <a:off x="8975658" y="5157675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La chiave privata di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510120" name="TextBox 93"/>
          <p:cNvSpPr txBox="1"/>
          <p:nvPr/>
        </p:nvSpPr>
        <p:spPr bwMode="auto">
          <a:xfrm flipH="0" flipV="0">
            <a:off x="150571" y="6061013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Segreto condiviso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171181" name="TextBox 94"/>
          <p:cNvSpPr txBox="1"/>
          <p:nvPr/>
        </p:nvSpPr>
        <p:spPr bwMode="auto">
          <a:xfrm>
            <a:off x="4729014" y="2900198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Trasmissione pubblica non garantita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4290573" name="TextBox 95"/>
          <p:cNvSpPr txBox="1"/>
          <p:nvPr/>
        </p:nvSpPr>
        <p:spPr bwMode="auto">
          <a:xfrm flipH="0" flipV="0">
            <a:off x="8976211" y="6061014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Segreto condiviso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07667930" name=""/>
          <p:cNvSpPr/>
          <p:nvPr/>
        </p:nvSpPr>
        <p:spPr bwMode="auto">
          <a:xfrm rot="0" flipH="0" flipV="0">
            <a:off x="1080058" y="3261119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89934986" name=""/>
          <p:cNvSpPr txBox="1"/>
          <p:nvPr/>
        </p:nvSpPr>
        <p:spPr bwMode="auto">
          <a:xfrm rot="0" flipH="0" flipV="0">
            <a:off x="172386" y="3299216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La chiave pubblica di Alice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085677" name="Freeform 26"/>
          <p:cNvSpPr/>
          <p:nvPr/>
        </p:nvSpPr>
        <p:spPr bwMode="auto">
          <a:xfrm>
            <a:off x="2228999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357013" name="Freeform 27"/>
          <p:cNvSpPr/>
          <p:nvPr/>
        </p:nvSpPr>
        <p:spPr bwMode="auto">
          <a:xfrm>
            <a:off x="6531022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71549" name="Freeform 29"/>
          <p:cNvSpPr/>
          <p:nvPr/>
        </p:nvSpPr>
        <p:spPr bwMode="auto">
          <a:xfrm rot="0" flipH="0" flipV="0">
            <a:off x="2240397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65126364" name="TextBox 30"/>
          <p:cNvSpPr txBox="1"/>
          <p:nvPr/>
        </p:nvSpPr>
        <p:spPr bwMode="auto">
          <a:xfrm rot="0" flipH="0" flipV="0">
            <a:off x="2296420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71747569" name="Freeform 32"/>
          <p:cNvSpPr/>
          <p:nvPr/>
        </p:nvSpPr>
        <p:spPr bwMode="auto">
          <a:xfrm rot="0" flipH="0" flipV="0">
            <a:off x="2240397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34196022" name="TextBox 33"/>
          <p:cNvSpPr txBox="1"/>
          <p:nvPr/>
        </p:nvSpPr>
        <p:spPr bwMode="auto">
          <a:xfrm rot="0" flipH="0" flipV="0">
            <a:off x="2296420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7443045" name="Freeform 35"/>
          <p:cNvSpPr/>
          <p:nvPr/>
        </p:nvSpPr>
        <p:spPr bwMode="auto">
          <a:xfrm rot="0" flipH="0" flipV="0">
            <a:off x="6542419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2965761" name="TextBox 36"/>
          <p:cNvSpPr txBox="1"/>
          <p:nvPr/>
        </p:nvSpPr>
        <p:spPr bwMode="auto">
          <a:xfrm rot="0" flipH="0" flipV="0">
            <a:off x="6598443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1695577" name="Freeform 38"/>
          <p:cNvSpPr/>
          <p:nvPr/>
        </p:nvSpPr>
        <p:spPr bwMode="auto">
          <a:xfrm rot="0" flipH="0" flipV="0">
            <a:off x="6542419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69274166" name="TextBox 39"/>
          <p:cNvSpPr txBox="1"/>
          <p:nvPr/>
        </p:nvSpPr>
        <p:spPr bwMode="auto">
          <a:xfrm rot="0" flipH="0" flipV="0">
            <a:off x="6598443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31117640" name="Freeform 40"/>
          <p:cNvSpPr/>
          <p:nvPr/>
        </p:nvSpPr>
        <p:spPr bwMode="auto">
          <a:xfrm>
            <a:off x="8341404" y="246623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22124" name="AutoShape 41"/>
          <p:cNvSpPr/>
          <p:nvPr/>
        </p:nvSpPr>
        <p:spPr bwMode="auto">
          <a:xfrm>
            <a:off x="2539202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550750" name="AutoShape 42"/>
          <p:cNvSpPr/>
          <p:nvPr/>
        </p:nvSpPr>
        <p:spPr bwMode="auto">
          <a:xfrm>
            <a:off x="6841224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45907" name="Freeform 44"/>
          <p:cNvSpPr/>
          <p:nvPr/>
        </p:nvSpPr>
        <p:spPr bwMode="auto">
          <a:xfrm rot="0" flipH="0" flipV="0">
            <a:off x="2240397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1295083" name="TextBox 45"/>
          <p:cNvSpPr txBox="1"/>
          <p:nvPr/>
        </p:nvSpPr>
        <p:spPr bwMode="auto">
          <a:xfrm rot="0" flipH="0" flipV="0">
            <a:off x="2296420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9711580" name="Freeform 47"/>
          <p:cNvSpPr/>
          <p:nvPr/>
        </p:nvSpPr>
        <p:spPr bwMode="auto">
          <a:xfrm rot="0" flipH="0" flipV="0">
            <a:off x="6542419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975566063" name="TextBox 48"/>
          <p:cNvSpPr txBox="1"/>
          <p:nvPr/>
        </p:nvSpPr>
        <p:spPr bwMode="auto">
          <a:xfrm rot="0" flipH="0" flipV="0">
            <a:off x="6598443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94460096" name="AutoShape 49"/>
          <p:cNvSpPr/>
          <p:nvPr/>
        </p:nvSpPr>
        <p:spPr bwMode="auto">
          <a:xfrm>
            <a:off x="6841224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22174" name="Freeform 51"/>
          <p:cNvSpPr/>
          <p:nvPr/>
        </p:nvSpPr>
        <p:spPr bwMode="auto">
          <a:xfrm rot="0" flipH="0" flipV="0">
            <a:off x="6397875" y="2918025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5676475" name="TextBox 52"/>
          <p:cNvSpPr txBox="1"/>
          <p:nvPr/>
        </p:nvSpPr>
        <p:spPr bwMode="auto">
          <a:xfrm rot="0" flipH="0" flipV="0">
            <a:off x="6397875" y="2850657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93569520" name="AutoShape 53"/>
          <p:cNvSpPr/>
          <p:nvPr/>
        </p:nvSpPr>
        <p:spPr bwMode="auto">
          <a:xfrm>
            <a:off x="2539202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659837" name="Freeform 55"/>
          <p:cNvSpPr/>
          <p:nvPr/>
        </p:nvSpPr>
        <p:spPr bwMode="auto">
          <a:xfrm rot="0" flipH="0" flipV="0">
            <a:off x="2095852" y="289854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85954522" name="TextBox 56"/>
          <p:cNvSpPr txBox="1"/>
          <p:nvPr/>
        </p:nvSpPr>
        <p:spPr bwMode="auto">
          <a:xfrm rot="0" flipH="0" flipV="0">
            <a:off x="2095852" y="2831175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13655342" name="Freeform 58"/>
          <p:cNvSpPr/>
          <p:nvPr/>
        </p:nvSpPr>
        <p:spPr bwMode="auto">
          <a:xfrm rot="0" flipH="0" flipV="0">
            <a:off x="2240397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619734068" name="TextBox 59"/>
          <p:cNvSpPr txBox="1"/>
          <p:nvPr/>
        </p:nvSpPr>
        <p:spPr bwMode="auto">
          <a:xfrm rot="0" flipH="0" flipV="0">
            <a:off x="2296420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09666917" name="Freeform 61"/>
          <p:cNvSpPr/>
          <p:nvPr/>
        </p:nvSpPr>
        <p:spPr bwMode="auto">
          <a:xfrm rot="0" flipH="0" flipV="0">
            <a:off x="6542419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64345991" name="TextBox 62"/>
          <p:cNvSpPr txBox="1"/>
          <p:nvPr/>
        </p:nvSpPr>
        <p:spPr bwMode="auto">
          <a:xfrm rot="0" flipH="0" flipV="0">
            <a:off x="6598443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933789" name="Freeform 64"/>
          <p:cNvSpPr/>
          <p:nvPr/>
        </p:nvSpPr>
        <p:spPr bwMode="auto">
          <a:xfrm rot="0" flipH="0" flipV="0">
            <a:off x="2240397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8666889" name="TextBox 65"/>
          <p:cNvSpPr txBox="1"/>
          <p:nvPr/>
        </p:nvSpPr>
        <p:spPr bwMode="auto">
          <a:xfrm rot="0" flipH="0" flipV="0">
            <a:off x="2296420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45229" name="Freeform 67"/>
          <p:cNvSpPr/>
          <p:nvPr/>
        </p:nvSpPr>
        <p:spPr bwMode="auto">
          <a:xfrm rot="0" flipH="0" flipV="0">
            <a:off x="6542419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89471146" name="TextBox 68"/>
          <p:cNvSpPr txBox="1"/>
          <p:nvPr/>
        </p:nvSpPr>
        <p:spPr bwMode="auto">
          <a:xfrm rot="0" flipH="0" flipV="0">
            <a:off x="6598443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7397206" name="Freeform 70"/>
          <p:cNvSpPr/>
          <p:nvPr/>
        </p:nvSpPr>
        <p:spPr bwMode="auto">
          <a:xfrm rot="0" flipH="0" flipV="0">
            <a:off x="2240397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25964068" name="TextBox 71"/>
          <p:cNvSpPr txBox="1"/>
          <p:nvPr/>
        </p:nvSpPr>
        <p:spPr bwMode="auto">
          <a:xfrm rot="0" flipH="0" flipV="0">
            <a:off x="2296420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74684785" name="Freeform 73"/>
          <p:cNvSpPr/>
          <p:nvPr/>
        </p:nvSpPr>
        <p:spPr bwMode="auto">
          <a:xfrm rot="0" flipH="0" flipV="0">
            <a:off x="6542419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278342306" name="TextBox 74"/>
          <p:cNvSpPr txBox="1"/>
          <p:nvPr/>
        </p:nvSpPr>
        <p:spPr bwMode="auto">
          <a:xfrm rot="0" flipH="0" flipV="0">
            <a:off x="6598443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81065855" name="Freeform 76"/>
          <p:cNvSpPr/>
          <p:nvPr/>
        </p:nvSpPr>
        <p:spPr bwMode="auto">
          <a:xfrm rot="0" flipH="0" flipV="0">
            <a:off x="8352802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33685421" name="TextBox 77"/>
          <p:cNvSpPr txBox="1"/>
          <p:nvPr/>
        </p:nvSpPr>
        <p:spPr bwMode="auto">
          <a:xfrm rot="0" flipH="0" flipV="0">
            <a:off x="8408827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7793680" name="Freeform 79"/>
          <p:cNvSpPr/>
          <p:nvPr/>
        </p:nvSpPr>
        <p:spPr bwMode="auto">
          <a:xfrm rot="0" flipH="0" flipV="0">
            <a:off x="8352802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13734851" name="TextBox 80"/>
          <p:cNvSpPr txBox="1"/>
          <p:nvPr/>
        </p:nvSpPr>
        <p:spPr bwMode="auto">
          <a:xfrm rot="0" flipH="0" flipV="0">
            <a:off x="8408827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3756661" name="AutoShape 81"/>
          <p:cNvSpPr/>
          <p:nvPr/>
        </p:nvSpPr>
        <p:spPr bwMode="auto">
          <a:xfrm flipH="1">
            <a:off x="7061671" y="4694005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391754" name="Freeform 82"/>
          <p:cNvSpPr/>
          <p:nvPr/>
        </p:nvSpPr>
        <p:spPr bwMode="auto">
          <a:xfrm>
            <a:off x="8521084" y="3999848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974542" name="Freeform 83"/>
          <p:cNvSpPr/>
          <p:nvPr/>
        </p:nvSpPr>
        <p:spPr bwMode="auto">
          <a:xfrm>
            <a:off x="6710702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202157" name="Freeform 84"/>
          <p:cNvSpPr/>
          <p:nvPr/>
        </p:nvSpPr>
        <p:spPr bwMode="auto">
          <a:xfrm>
            <a:off x="2408678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017262" name="Freeform 86"/>
          <p:cNvSpPr/>
          <p:nvPr/>
        </p:nvSpPr>
        <p:spPr bwMode="auto">
          <a:xfrm rot="0" flipH="0" flipV="0">
            <a:off x="6759958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859654" name="TextBox 87"/>
          <p:cNvSpPr txBox="1"/>
          <p:nvPr/>
        </p:nvSpPr>
        <p:spPr bwMode="auto">
          <a:xfrm rot="0" flipH="0" flipV="0">
            <a:off x="6775195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099415971" name="Freeform 89"/>
          <p:cNvSpPr/>
          <p:nvPr/>
        </p:nvSpPr>
        <p:spPr bwMode="auto">
          <a:xfrm rot="0" flipH="0" flipV="0">
            <a:off x="2457936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545938" name="TextBox 90"/>
          <p:cNvSpPr txBox="1"/>
          <p:nvPr/>
        </p:nvSpPr>
        <p:spPr bwMode="auto">
          <a:xfrm rot="0" flipH="0" flipV="0">
            <a:off x="2473172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952082789" name="Freeform 91"/>
          <p:cNvSpPr/>
          <p:nvPr/>
        </p:nvSpPr>
        <p:spPr bwMode="auto">
          <a:xfrm>
            <a:off x="6759959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92746" name="TextBox 92"/>
          <p:cNvSpPr txBox="1"/>
          <p:nvPr/>
        </p:nvSpPr>
        <p:spPr bwMode="auto">
          <a:xfrm>
            <a:off x="2399730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47040289" name="TextBox 93"/>
          <p:cNvSpPr txBox="1"/>
          <p:nvPr/>
        </p:nvSpPr>
        <p:spPr bwMode="auto">
          <a:xfrm>
            <a:off x="6701753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4968894" name="TextBox 94"/>
          <p:cNvSpPr txBox="1"/>
          <p:nvPr/>
        </p:nvSpPr>
        <p:spPr bwMode="auto">
          <a:xfrm flipH="0" flipV="0">
            <a:off x="3097148" y="155609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Segreto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68828947" name="TextBox 95"/>
          <p:cNvSpPr txBox="1"/>
          <p:nvPr/>
        </p:nvSpPr>
        <p:spPr bwMode="auto">
          <a:xfrm>
            <a:off x="8512137" y="2803501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6682926" name="TextBox 96"/>
          <p:cNvSpPr txBox="1"/>
          <p:nvPr/>
        </p:nvSpPr>
        <p:spPr bwMode="auto">
          <a:xfrm flipH="0" flipV="0">
            <a:off x="3097148" y="2388663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Ascissa del segreto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705042" name="TextBox 97"/>
          <p:cNvSpPr txBox="1"/>
          <p:nvPr/>
        </p:nvSpPr>
        <p:spPr bwMode="auto">
          <a:xfrm flipH="0" flipV="0">
            <a:off x="3097148" y="350084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Hash segreto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718311" name="TextBox 98"/>
          <p:cNvSpPr txBox="1"/>
          <p:nvPr/>
        </p:nvSpPr>
        <p:spPr bwMode="auto">
          <a:xfrm flipH="0" flipV="0">
            <a:off x="3097148" y="4329104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Punto G della curva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5240663" name="TextBox 99"/>
          <p:cNvSpPr txBox="1"/>
          <p:nvPr/>
        </p:nvSpPr>
        <p:spPr bwMode="auto">
          <a:xfrm flipH="0" flipV="0">
            <a:off x="3095973" y="5155920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La chiave pubblica di Bob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42468250" name="TextBox 100"/>
          <p:cNvSpPr txBox="1"/>
          <p:nvPr/>
        </p:nvSpPr>
        <p:spPr bwMode="auto">
          <a:xfrm flipH="0" flipV="0">
            <a:off x="3096560" y="5839254"/>
            <a:ext cx="3174071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BIP47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pubblico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chiave di pagamento</a:t>
            </a:r>
          </a:p>
        </p:txBody>
      </p:sp>
      <p:sp>
        <p:nvSpPr>
          <p:cNvPr id="1535043634" name="TextBox 101"/>
          <p:cNvSpPr txBox="1"/>
          <p:nvPr/>
        </p:nvSpPr>
        <p:spPr bwMode="auto">
          <a:xfrm flipH="0" flipV="0">
            <a:off x="9243622" y="3500839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La chiave privata di Bob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47682760" name="TextBox 102"/>
          <p:cNvSpPr txBox="1"/>
          <p:nvPr/>
        </p:nvSpPr>
        <p:spPr bwMode="auto">
          <a:xfrm flipH="0" flipV="0">
            <a:off x="9243749" y="4182725"/>
            <a:ext cx="2811123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BIP47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privato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chiave di pagamento</a:t>
            </a:r>
          </a:p>
        </p:txBody>
      </p:sp>
      <p:sp>
        <p:nvSpPr>
          <p:cNvPr id="791599134" name="Freeform 103"/>
          <p:cNvSpPr/>
          <p:nvPr/>
        </p:nvSpPr>
        <p:spPr bwMode="auto">
          <a:xfrm>
            <a:off x="2457936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889052" name="Freeform 104"/>
          <p:cNvSpPr/>
          <p:nvPr/>
        </p:nvSpPr>
        <p:spPr bwMode="auto">
          <a:xfrm>
            <a:off x="7665152" y="358276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603771" name="Freeform 27"/>
          <p:cNvSpPr/>
          <p:nvPr/>
        </p:nvSpPr>
        <p:spPr bwMode="auto">
          <a:xfrm rot="0" flipH="0" flipV="0">
            <a:off x="412755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34961195" name="TextBox 28"/>
          <p:cNvSpPr txBox="1"/>
          <p:nvPr/>
        </p:nvSpPr>
        <p:spPr bwMode="auto">
          <a:xfrm rot="0" flipH="0" flipV="0">
            <a:off x="412755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22662514" name="AutoShape 29"/>
          <p:cNvSpPr/>
          <p:nvPr/>
        </p:nvSpPr>
        <p:spPr bwMode="auto">
          <a:xfrm>
            <a:off x="1985888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654434" name="AutoShape 30"/>
          <p:cNvSpPr/>
          <p:nvPr/>
        </p:nvSpPr>
        <p:spPr bwMode="auto">
          <a:xfrm>
            <a:off x="412756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508730" name="AutoShape 31"/>
          <p:cNvSpPr/>
          <p:nvPr/>
        </p:nvSpPr>
        <p:spPr bwMode="auto">
          <a:xfrm>
            <a:off x="3555516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073514" name="Freeform 33"/>
          <p:cNvSpPr/>
          <p:nvPr/>
        </p:nvSpPr>
        <p:spPr bwMode="auto">
          <a:xfrm rot="0" flipH="0" flipV="0">
            <a:off x="2086152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340532" name="TextBox 34"/>
          <p:cNvSpPr txBox="1"/>
          <p:nvPr/>
        </p:nvSpPr>
        <p:spPr bwMode="auto">
          <a:xfrm rot="0" flipH="0" flipV="0">
            <a:off x="2086152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Codice di pagamento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00865105" name="TextBox 35"/>
          <p:cNvSpPr txBox="1"/>
          <p:nvPr/>
        </p:nvSpPr>
        <p:spPr bwMode="auto">
          <a:xfrm>
            <a:off x="412756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Chiavi private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16491658" name="TextBox 36"/>
          <p:cNvSpPr txBox="1"/>
          <p:nvPr/>
        </p:nvSpPr>
        <p:spPr bwMode="auto">
          <a:xfrm>
            <a:off x="1985964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Chiavi pubbliche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19583225" name="TextBox 37"/>
          <p:cNvSpPr txBox="1"/>
          <p:nvPr/>
        </p:nvSpPr>
        <p:spPr bwMode="auto">
          <a:xfrm>
            <a:off x="3560278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Indirizzi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68366555" name="Freeform 39"/>
          <p:cNvSpPr/>
          <p:nvPr/>
        </p:nvSpPr>
        <p:spPr bwMode="auto">
          <a:xfrm rot="0" flipH="0" flipV="0">
            <a:off x="2086152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85009555" name="TextBox 40"/>
          <p:cNvSpPr txBox="1"/>
          <p:nvPr/>
        </p:nvSpPr>
        <p:spPr bwMode="auto">
          <a:xfrm rot="0" flipH="0" flipV="0">
            <a:off x="2086152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81357991" name="Freeform 42"/>
          <p:cNvSpPr/>
          <p:nvPr/>
        </p:nvSpPr>
        <p:spPr bwMode="auto">
          <a:xfrm rot="0" flipH="0" flipV="0">
            <a:off x="3662295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406278751" name="TextBox 43"/>
          <p:cNvSpPr txBox="1"/>
          <p:nvPr/>
        </p:nvSpPr>
        <p:spPr bwMode="auto">
          <a:xfrm rot="0" flipH="0" flipV="0">
            <a:off x="3662295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Indirizzo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80135926" name="Freeform 45"/>
          <p:cNvSpPr/>
          <p:nvPr/>
        </p:nvSpPr>
        <p:spPr bwMode="auto">
          <a:xfrm rot="0" flipH="0" flipV="0">
            <a:off x="7183149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03761892" name="TextBox 46"/>
          <p:cNvSpPr txBox="1"/>
          <p:nvPr/>
        </p:nvSpPr>
        <p:spPr bwMode="auto">
          <a:xfrm rot="0" flipH="0" flipV="0">
            <a:off x="7183149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649591476" name="AutoShape 47"/>
          <p:cNvSpPr/>
          <p:nvPr/>
        </p:nvSpPr>
        <p:spPr bwMode="auto">
          <a:xfrm>
            <a:off x="7183150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836974" name="AutoShape 48"/>
          <p:cNvSpPr/>
          <p:nvPr/>
        </p:nvSpPr>
        <p:spPr bwMode="auto">
          <a:xfrm>
            <a:off x="8756282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966428" name="AutoShape 49"/>
          <p:cNvSpPr/>
          <p:nvPr/>
        </p:nvSpPr>
        <p:spPr bwMode="auto">
          <a:xfrm>
            <a:off x="10325911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89210" name="Freeform 51"/>
          <p:cNvSpPr/>
          <p:nvPr/>
        </p:nvSpPr>
        <p:spPr bwMode="auto">
          <a:xfrm rot="0" flipH="0" flipV="0">
            <a:off x="8856547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6166949" name="TextBox 52"/>
          <p:cNvSpPr txBox="1"/>
          <p:nvPr/>
        </p:nvSpPr>
        <p:spPr bwMode="auto">
          <a:xfrm rot="0" flipH="0" flipV="0">
            <a:off x="8856547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Codice di pagamento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4202663" name="TextBox 53"/>
          <p:cNvSpPr txBox="1"/>
          <p:nvPr/>
        </p:nvSpPr>
        <p:spPr bwMode="auto">
          <a:xfrm>
            <a:off x="7183149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Indirizzi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36594921" name="TextBox 54"/>
          <p:cNvSpPr txBox="1"/>
          <p:nvPr/>
        </p:nvSpPr>
        <p:spPr bwMode="auto">
          <a:xfrm>
            <a:off x="8756359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Chiavi pubbliche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46030901" name="TextBox 55"/>
          <p:cNvSpPr txBox="1"/>
          <p:nvPr/>
        </p:nvSpPr>
        <p:spPr bwMode="auto">
          <a:xfrm>
            <a:off x="10330673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Chiavi private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5426862" name="Freeform 57"/>
          <p:cNvSpPr/>
          <p:nvPr/>
        </p:nvSpPr>
        <p:spPr bwMode="auto">
          <a:xfrm rot="0" flipH="0" flipV="0">
            <a:off x="885654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8452466" name="TextBox 58"/>
          <p:cNvSpPr txBox="1"/>
          <p:nvPr/>
        </p:nvSpPr>
        <p:spPr bwMode="auto">
          <a:xfrm rot="0" flipH="0" flipV="0">
            <a:off x="885654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Altra chiave pubblica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3372257" name="Freeform 60"/>
          <p:cNvSpPr/>
          <p:nvPr/>
        </p:nvSpPr>
        <p:spPr bwMode="auto">
          <a:xfrm rot="0" flipH="0" flipV="0">
            <a:off x="728516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3650049" name="TextBox 61"/>
          <p:cNvSpPr txBox="1"/>
          <p:nvPr/>
        </p:nvSpPr>
        <p:spPr bwMode="auto">
          <a:xfrm rot="0" flipH="0" flipV="0">
            <a:off x="728516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Altro indirizzo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1754034" name="AutoShape 62"/>
          <p:cNvSpPr/>
          <p:nvPr/>
        </p:nvSpPr>
        <p:spPr bwMode="auto">
          <a:xfrm flipH="1">
            <a:off x="5031394" y="3479329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32379" name="Freeform 64"/>
          <p:cNvSpPr/>
          <p:nvPr/>
        </p:nvSpPr>
        <p:spPr bwMode="auto">
          <a:xfrm rot="0" flipH="0" flipV="0">
            <a:off x="5473179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7000117" name="TextBox 65"/>
          <p:cNvSpPr txBox="1"/>
          <p:nvPr/>
        </p:nvSpPr>
        <p:spPr bwMode="auto">
          <a:xfrm rot="0" flipH="0" flipV="0">
            <a:off x="5473179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Primo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rimborso</a:t>
            </a:r>
          </a:p>
        </p:txBody>
      </p:sp>
      <p:sp>
        <p:nvSpPr>
          <p:cNvPr id="1249319641" name="Freeform 67"/>
          <p:cNvSpPr/>
          <p:nvPr/>
        </p:nvSpPr>
        <p:spPr bwMode="auto">
          <a:xfrm rot="0" flipH="0" flipV="0">
            <a:off x="5473179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60311366" name="TextBox 68"/>
          <p:cNvSpPr txBox="1"/>
          <p:nvPr/>
        </p:nvSpPr>
        <p:spPr bwMode="auto">
          <a:xfrm rot="0" flipH="0" flipV="0">
            <a:off x="5473179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8744744" name="AutoShape 69"/>
          <p:cNvSpPr/>
          <p:nvPr/>
        </p:nvSpPr>
        <p:spPr bwMode="auto">
          <a:xfrm>
            <a:off x="1201327" y="6097371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63152193" name="AutoShape 70"/>
          <p:cNvSpPr/>
          <p:nvPr/>
        </p:nvSpPr>
        <p:spPr bwMode="auto">
          <a:xfrm flipH="1">
            <a:off x="1201327" y="5021264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694412681" name="AutoShape 71"/>
          <p:cNvSpPr/>
          <p:nvPr/>
        </p:nvSpPr>
        <p:spPr bwMode="auto">
          <a:xfrm>
            <a:off x="1199322" y="4658318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68097647" name="AutoShape 72"/>
          <p:cNvSpPr/>
          <p:nvPr/>
        </p:nvSpPr>
        <p:spPr bwMode="auto">
          <a:xfrm flipH="1">
            <a:off x="1201327" y="5381913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2565462" name="AutoShape 73"/>
          <p:cNvSpPr/>
          <p:nvPr/>
        </p:nvSpPr>
        <p:spPr bwMode="auto">
          <a:xfrm flipH="1">
            <a:off x="1201327" y="57392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05508412" name="TextBox 74"/>
          <p:cNvSpPr txBox="1"/>
          <p:nvPr/>
        </p:nvSpPr>
        <p:spPr bwMode="auto">
          <a:xfrm>
            <a:off x="5371715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Segreti condivisi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08578964" name="TextBox 75"/>
          <p:cNvSpPr txBox="1"/>
          <p:nvPr/>
        </p:nvSpPr>
        <p:spPr bwMode="auto">
          <a:xfrm flipH="0" flipV="0">
            <a:off x="2299537" y="4549731"/>
            <a:ext cx="635819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Derivazione della chiave del bambino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99769074" name="TextBox 76"/>
          <p:cNvSpPr txBox="1"/>
          <p:nvPr/>
        </p:nvSpPr>
        <p:spPr bwMode="auto">
          <a:xfrm flipH="0" flipV="0">
            <a:off x="2299537" y="4912677"/>
            <a:ext cx="635544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Transazione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57171847" name="TextBox 77"/>
          <p:cNvSpPr txBox="1"/>
          <p:nvPr/>
        </p:nvSpPr>
        <p:spPr bwMode="auto">
          <a:xfrm flipH="0" flipV="0">
            <a:off x="2299538" y="5272723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03331536" name="TextBox 78"/>
          <p:cNvSpPr txBox="1"/>
          <p:nvPr/>
        </p:nvSpPr>
        <p:spPr bwMode="auto">
          <a:xfrm flipH="0" flipV="0">
            <a:off x="2299538" y="5635669"/>
            <a:ext cx="631165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Addizione di punti su curve ellittiche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8312099" name="TextBox 79"/>
          <p:cNvSpPr txBox="1"/>
          <p:nvPr/>
        </p:nvSpPr>
        <p:spPr bwMode="auto">
          <a:xfrm flipH="0" flipV="0">
            <a:off x="2299538" y="5995714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Derivazione dell'indirizzo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87616054" name="Freeform 81"/>
          <p:cNvSpPr/>
          <p:nvPr/>
        </p:nvSpPr>
        <p:spPr bwMode="auto">
          <a:xfrm rot="0" flipH="0" flipV="0">
            <a:off x="2086407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78641936" name="TextBox 82"/>
          <p:cNvSpPr txBox="1"/>
          <p:nvPr/>
        </p:nvSpPr>
        <p:spPr bwMode="auto">
          <a:xfrm rot="0" flipH="0" flipV="0">
            <a:off x="2086407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149272" name="Freeform 84"/>
          <p:cNvSpPr/>
          <p:nvPr/>
        </p:nvSpPr>
        <p:spPr bwMode="auto">
          <a:xfrm rot="0" flipH="0" flipV="0">
            <a:off x="8858376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61575126" name="TextBox 85"/>
          <p:cNvSpPr txBox="1"/>
          <p:nvPr/>
        </p:nvSpPr>
        <p:spPr bwMode="auto">
          <a:xfrm rot="0" flipH="0" flipV="0">
            <a:off x="8858376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27896205" name="Freeform 87"/>
          <p:cNvSpPr/>
          <p:nvPr/>
        </p:nvSpPr>
        <p:spPr bwMode="auto">
          <a:xfrm rot="0" flipH="0" flipV="0">
            <a:off x="7287171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88281118" name="TextBox 88"/>
          <p:cNvSpPr txBox="1"/>
          <p:nvPr/>
        </p:nvSpPr>
        <p:spPr bwMode="auto">
          <a:xfrm rot="0" flipH="0" flipV="0">
            <a:off x="7287171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Notifica</a:t>
            </a:r>
            <a:endParaRPr lang="en-US" sz="1000" b="1">
              <a:solidFill>
                <a:srgbClr val="FFFFFF">
                  <a:alpha val="40000"/>
                </a:srgbClr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Indirizzo</a:t>
            </a:r>
          </a:p>
        </p:txBody>
      </p:sp>
      <p:sp>
        <p:nvSpPr>
          <p:cNvPr id="825194050" name="AutoShape 89"/>
          <p:cNvSpPr/>
          <p:nvPr/>
        </p:nvSpPr>
        <p:spPr bwMode="auto">
          <a:xfrm>
            <a:off x="8656270" y="2702498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23747" name="AutoShape 90"/>
          <p:cNvSpPr/>
          <p:nvPr/>
        </p:nvSpPr>
        <p:spPr bwMode="auto">
          <a:xfrm>
            <a:off x="11110472" y="2185495"/>
            <a:ext cx="1827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89424" name="AutoShape 91"/>
          <p:cNvSpPr/>
          <p:nvPr/>
        </p:nvSpPr>
        <p:spPr bwMode="auto">
          <a:xfrm flipH="1">
            <a:off x="3455505" y="2702498"/>
            <a:ext cx="2017674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115249" name="AutoShape 92"/>
          <p:cNvSpPr/>
          <p:nvPr/>
        </p:nvSpPr>
        <p:spPr bwMode="auto">
          <a:xfrm flipH="1">
            <a:off x="6561673" y="2260706"/>
            <a:ext cx="409761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729441" name="AutoShape 93"/>
          <p:cNvSpPr/>
          <p:nvPr/>
        </p:nvSpPr>
        <p:spPr bwMode="auto">
          <a:xfrm flipV="1">
            <a:off x="6561673" y="2236894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348899" name="AutoShape 94"/>
          <p:cNvSpPr/>
          <p:nvPr/>
        </p:nvSpPr>
        <p:spPr bwMode="auto">
          <a:xfrm flipV="1">
            <a:off x="10659286" y="2236894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518121" name="AutoShape 95"/>
          <p:cNvSpPr/>
          <p:nvPr/>
        </p:nvSpPr>
        <p:spPr bwMode="auto">
          <a:xfrm flipV="1">
            <a:off x="2770787" y="2962600"/>
            <a:ext cx="81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765014" name="AutoShape 96"/>
          <p:cNvSpPr/>
          <p:nvPr/>
        </p:nvSpPr>
        <p:spPr bwMode="auto">
          <a:xfrm flipH="1">
            <a:off x="3165658" y="3020703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043031" name="AutoShape 97"/>
          <p:cNvSpPr/>
          <p:nvPr/>
        </p:nvSpPr>
        <p:spPr bwMode="auto">
          <a:xfrm flipH="1" flipV="1">
            <a:off x="6157728" y="2962600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022248" name="AutoShape 98"/>
          <p:cNvSpPr/>
          <p:nvPr/>
        </p:nvSpPr>
        <p:spPr bwMode="auto">
          <a:xfrm flipV="1">
            <a:off x="3189470" y="3020703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00240" name="Freeform 100"/>
          <p:cNvSpPr/>
          <p:nvPr/>
        </p:nvSpPr>
        <p:spPr bwMode="auto">
          <a:xfrm rot="0" flipH="0" flipV="0">
            <a:off x="10425922" y="166528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49709935" name="TextBox 101"/>
          <p:cNvSpPr txBox="1"/>
          <p:nvPr/>
        </p:nvSpPr>
        <p:spPr bwMode="auto">
          <a:xfrm rot="0" flipH="0" flipV="0">
            <a:off x="10425922" y="1592958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Chiave principale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85453907" name="Freeform 103"/>
          <p:cNvSpPr/>
          <p:nvPr/>
        </p:nvSpPr>
        <p:spPr bwMode="auto">
          <a:xfrm rot="0" flipH="0" flipV="0">
            <a:off x="10427749" y="244266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7208835" name="TextBox 104"/>
          <p:cNvSpPr txBox="1"/>
          <p:nvPr/>
        </p:nvSpPr>
        <p:spPr bwMode="auto">
          <a:xfrm rot="0" flipH="0" flipV="0">
            <a:off x="10427749" y="2370339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87328614" name="Freeform 106"/>
          <p:cNvSpPr/>
          <p:nvPr/>
        </p:nvSpPr>
        <p:spPr bwMode="auto">
          <a:xfrm rot="0" flipH="0" flipV="0">
            <a:off x="10425922" y="3219500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33503130" name="TextBox 107"/>
          <p:cNvSpPr txBox="1"/>
          <p:nvPr/>
        </p:nvSpPr>
        <p:spPr bwMode="auto">
          <a:xfrm rot="0" flipH="0" flipV="0">
            <a:off x="10425922" y="31471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Altra chiave privata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08091127" name="AutoShape 108"/>
          <p:cNvSpPr/>
          <p:nvPr/>
        </p:nvSpPr>
        <p:spPr bwMode="auto">
          <a:xfrm>
            <a:off x="10225647" y="347944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629546" name="AutoShape 109"/>
          <p:cNvSpPr/>
          <p:nvPr/>
        </p:nvSpPr>
        <p:spPr bwMode="auto">
          <a:xfrm>
            <a:off x="10227474" y="270261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119994" name="AutoShape 110"/>
          <p:cNvSpPr/>
          <p:nvPr/>
        </p:nvSpPr>
        <p:spPr bwMode="auto">
          <a:xfrm>
            <a:off x="10225647" y="1925238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443107" name="AutoShape 111"/>
          <p:cNvSpPr/>
          <p:nvPr/>
        </p:nvSpPr>
        <p:spPr bwMode="auto">
          <a:xfrm>
            <a:off x="2770787" y="2185221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268151" name="AutoShape 112"/>
          <p:cNvSpPr/>
          <p:nvPr/>
        </p:nvSpPr>
        <p:spPr bwMode="auto">
          <a:xfrm>
            <a:off x="3455251" y="3479329"/>
            <a:ext cx="207045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226992" name="AutoShape 113"/>
          <p:cNvSpPr/>
          <p:nvPr/>
        </p:nvSpPr>
        <p:spPr bwMode="auto">
          <a:xfrm>
            <a:off x="8654265" y="3479329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608729" name="Freeform 115"/>
          <p:cNvSpPr/>
          <p:nvPr/>
        </p:nvSpPr>
        <p:spPr bwMode="auto">
          <a:xfrm rot="0" flipH="0" flipV="0">
            <a:off x="514773" y="243862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15220153" name="TextBox 116"/>
          <p:cNvSpPr txBox="1"/>
          <p:nvPr/>
        </p:nvSpPr>
        <p:spPr bwMode="auto">
          <a:xfrm rot="0" flipH="0" flipV="0">
            <a:off x="514773" y="236629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784172992" name="Freeform 118"/>
          <p:cNvSpPr/>
          <p:nvPr/>
        </p:nvSpPr>
        <p:spPr bwMode="auto">
          <a:xfrm rot="0" flipH="0" flipV="0">
            <a:off x="514773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518677683" name="TextBox 119"/>
          <p:cNvSpPr txBox="1"/>
          <p:nvPr/>
        </p:nvSpPr>
        <p:spPr bwMode="auto">
          <a:xfrm rot="0" flipH="0" flipV="0">
            <a:off x="514773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1103450906" name="Freeform 121"/>
          <p:cNvSpPr/>
          <p:nvPr/>
        </p:nvSpPr>
        <p:spPr bwMode="auto">
          <a:xfrm rot="0" flipH="0" flipV="0">
            <a:off x="516776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56203647" name="TextBox 122"/>
          <p:cNvSpPr txBox="1"/>
          <p:nvPr/>
        </p:nvSpPr>
        <p:spPr bwMode="auto">
          <a:xfrm rot="0" flipH="0" flipV="0">
            <a:off x="516776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290689" name="AutoShape 29"/>
          <p:cNvSpPr/>
          <p:nvPr/>
        </p:nvSpPr>
        <p:spPr bwMode="auto">
          <a:xfrm flipV="1">
            <a:off x="5110165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00338" name="AutoShape 39"/>
          <p:cNvSpPr/>
          <p:nvPr/>
        </p:nvSpPr>
        <p:spPr bwMode="auto">
          <a:xfrm flipV="1">
            <a:off x="7010391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5381836" name="AutoShape 46"/>
          <p:cNvSpPr/>
          <p:nvPr/>
        </p:nvSpPr>
        <p:spPr bwMode="auto">
          <a:xfrm flipV="1">
            <a:off x="5110165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962825" name="AutoShape 47"/>
          <p:cNvSpPr/>
          <p:nvPr/>
        </p:nvSpPr>
        <p:spPr bwMode="auto">
          <a:xfrm flipH="1" flipV="1">
            <a:off x="6050921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2662663" name="AutoShape 48"/>
          <p:cNvSpPr/>
          <p:nvPr/>
        </p:nvSpPr>
        <p:spPr bwMode="auto">
          <a:xfrm flipH="0" flipV="1">
            <a:off x="6050919" y="3537356"/>
            <a:ext cx="1636697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26598658" name="AutoShape 52"/>
          <p:cNvSpPr/>
          <p:nvPr/>
        </p:nvSpPr>
        <p:spPr bwMode="auto">
          <a:xfrm flipH="1" flipV="1">
            <a:off x="8912370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30585" name="AutoShape 62"/>
          <p:cNvSpPr/>
          <p:nvPr/>
        </p:nvSpPr>
        <p:spPr bwMode="auto">
          <a:xfrm flipV="1">
            <a:off x="10812597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171262" name="AutoShape 66"/>
          <p:cNvSpPr/>
          <p:nvPr/>
        </p:nvSpPr>
        <p:spPr bwMode="auto">
          <a:xfrm flipV="1">
            <a:off x="8912370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021224" name="AutoShape 67"/>
          <p:cNvSpPr/>
          <p:nvPr/>
        </p:nvSpPr>
        <p:spPr bwMode="auto">
          <a:xfrm flipH="1" flipV="1">
            <a:off x="9853128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372444" name="AutoShape 68"/>
          <p:cNvSpPr/>
          <p:nvPr/>
        </p:nvSpPr>
        <p:spPr bwMode="auto">
          <a:xfrm flipH="1" flipV="1">
            <a:off x="8295598" y="3537356"/>
            <a:ext cx="1557525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475854" name="AutoShape 75"/>
          <p:cNvSpPr/>
          <p:nvPr/>
        </p:nvSpPr>
        <p:spPr bwMode="auto">
          <a:xfrm flipH="0" flipV="1">
            <a:off x="1993090" y="1794169"/>
            <a:ext cx="2674900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95043944" name="AutoShape 76"/>
          <p:cNvSpPr/>
          <p:nvPr/>
        </p:nvSpPr>
        <p:spPr bwMode="auto">
          <a:xfrm flipH="1" flipV="1">
            <a:off x="5296237" y="1794169"/>
            <a:ext cx="2673312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70233848" name=""/>
          <p:cNvSpPr txBox="1"/>
          <p:nvPr/>
        </p:nvSpPr>
        <p:spPr bwMode="auto">
          <a:xfrm rot="0" flipH="0" flipV="0">
            <a:off x="2484823" y="540217"/>
            <a:ext cx="4831827" cy="97645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Chiave pubblica modificata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10734080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Chiave pubblica del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pagamento classico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37356238" name="Rectangle 867144088"/>
          <p:cNvSpPr txBox="1"/>
          <p:nvPr/>
        </p:nvSpPr>
        <p:spPr bwMode="auto">
          <a:xfrm rot="0" flipH="0" flipV="0">
            <a:off x="5976675" y="2394822"/>
            <a:ext cx="369594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Radice di Merkle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504848064" name=""/>
          <p:cNvSpPr txBox="1"/>
          <p:nvPr/>
        </p:nvSpPr>
        <p:spPr bwMode="auto">
          <a:xfrm rot="0" flipH="0" flipV="0">
            <a:off x="5258993" y="4008766"/>
            <a:ext cx="1552451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8037079" name=""/>
          <p:cNvSpPr txBox="1"/>
          <p:nvPr/>
        </p:nvSpPr>
        <p:spPr bwMode="auto">
          <a:xfrm rot="0" flipH="0" flipV="0">
            <a:off x="9132095" y="4012339"/>
            <a:ext cx="1553170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53212377" name=""/>
          <p:cNvSpPr txBox="1"/>
          <p:nvPr/>
        </p:nvSpPr>
        <p:spPr bwMode="auto">
          <a:xfrm rot="0" flipH="0" flipV="0">
            <a:off x="4333219" y="4958902"/>
            <a:ext cx="1553889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88528091" name=""/>
          <p:cNvSpPr txBox="1"/>
          <p:nvPr/>
        </p:nvSpPr>
        <p:spPr bwMode="auto">
          <a:xfrm rot="0" flipH="0" flipV="0">
            <a:off x="6232902" y="4958902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70074783" name=""/>
          <p:cNvSpPr txBox="1"/>
          <p:nvPr/>
        </p:nvSpPr>
        <p:spPr bwMode="auto">
          <a:xfrm rot="0" flipH="0" flipV="0">
            <a:off x="4351673" y="5885388"/>
            <a:ext cx="155460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script A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8024245" name=""/>
          <p:cNvSpPr txBox="1"/>
          <p:nvPr/>
        </p:nvSpPr>
        <p:spPr bwMode="auto">
          <a:xfrm rot="0" flipH="0" flipV="0">
            <a:off x="6215596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sceneggiatura B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25381702" name=""/>
          <p:cNvSpPr txBox="1"/>
          <p:nvPr/>
        </p:nvSpPr>
        <p:spPr bwMode="auto">
          <a:xfrm rot="0" flipH="0" flipV="0">
            <a:off x="8131907" y="4962474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70522533" name=""/>
          <p:cNvSpPr txBox="1"/>
          <p:nvPr/>
        </p:nvSpPr>
        <p:spPr bwMode="auto">
          <a:xfrm rot="0" flipH="0" flipV="0">
            <a:off x="10031591" y="4962474"/>
            <a:ext cx="155604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30353655" name=""/>
          <p:cNvSpPr txBox="1"/>
          <p:nvPr/>
        </p:nvSpPr>
        <p:spPr bwMode="auto">
          <a:xfrm rot="0" flipH="0" flipV="0">
            <a:off x="8150361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script C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48810043" name=""/>
          <p:cNvSpPr txBox="1"/>
          <p:nvPr/>
        </p:nvSpPr>
        <p:spPr bwMode="auto">
          <a:xfrm rot="0" flipH="0" flipV="0">
            <a:off x="10014284" y="5892529"/>
            <a:ext cx="1556766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sceneggiatura 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86641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46343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40" y="209549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93639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520755" name="Freeform 30"/>
          <p:cNvSpPr/>
          <p:nvPr/>
        </p:nvSpPr>
        <p:spPr bwMode="auto">
          <a:xfrm rot="0" flipH="0" flipV="0">
            <a:off x="6068300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689154628" name="TextBox 31"/>
          <p:cNvSpPr txBox="1"/>
          <p:nvPr/>
        </p:nvSpPr>
        <p:spPr bwMode="auto">
          <a:xfrm rot="0" flipH="0" flipV="0">
            <a:off x="6068300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0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7300974" name="TextBox 32"/>
          <p:cNvSpPr txBox="1"/>
          <p:nvPr/>
        </p:nvSpPr>
        <p:spPr bwMode="auto">
          <a:xfrm>
            <a:off x="5886927" y="491137"/>
            <a:ext cx="5448437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Transazione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6161504" name="TextBox 33"/>
          <p:cNvSpPr txBox="1"/>
          <p:nvPr/>
        </p:nvSpPr>
        <p:spPr bwMode="auto">
          <a:xfrm>
            <a:off x="6109619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ingressi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529815" name="AutoShape 34"/>
          <p:cNvSpPr/>
          <p:nvPr/>
        </p:nvSpPr>
        <p:spPr bwMode="auto">
          <a:xfrm>
            <a:off x="8593917" y="1120979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109863" name="TextBox 35"/>
          <p:cNvSpPr txBox="1"/>
          <p:nvPr/>
        </p:nvSpPr>
        <p:spPr bwMode="auto">
          <a:xfrm>
            <a:off x="8892411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uscite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2229474" name="Freeform 37"/>
          <p:cNvSpPr/>
          <p:nvPr/>
        </p:nvSpPr>
        <p:spPr bwMode="auto">
          <a:xfrm rot="0" flipH="0" flipV="0">
            <a:off x="8851091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39626987" name="TextBox 38"/>
          <p:cNvSpPr txBox="1"/>
          <p:nvPr/>
        </p:nvSpPr>
        <p:spPr bwMode="auto">
          <a:xfrm rot="0" flipH="0" flipV="0">
            <a:off x="8851091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P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63966758" name="Freeform 40"/>
          <p:cNvSpPr/>
          <p:nvPr/>
        </p:nvSpPr>
        <p:spPr bwMode="auto">
          <a:xfrm rot="0" flipH="0" flipV="0">
            <a:off x="8851091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068894645" name="TextBox 41"/>
          <p:cNvSpPr txBox="1"/>
          <p:nvPr/>
        </p:nvSpPr>
        <p:spPr bwMode="auto">
          <a:xfrm rot="0" flipH="0" flipV="0">
            <a:off x="8851091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Cambiamento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09401460" name="Freeform 43"/>
          <p:cNvSpPr/>
          <p:nvPr/>
        </p:nvSpPr>
        <p:spPr bwMode="auto">
          <a:xfrm rot="0" flipH="0" flipV="0">
            <a:off x="6068300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97125523" name="TextBox 44"/>
          <p:cNvSpPr txBox="1"/>
          <p:nvPr/>
        </p:nvSpPr>
        <p:spPr bwMode="auto">
          <a:xfrm rot="0" flipH="0" flipV="0">
            <a:off x="6068300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2018046" name="Freeform 46"/>
          <p:cNvSpPr/>
          <p:nvPr/>
        </p:nvSpPr>
        <p:spPr bwMode="auto">
          <a:xfrm rot="0" flipH="0" flipV="0">
            <a:off x="6068300" y="361962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213348538" name="TextBox 47"/>
          <p:cNvSpPr txBox="1"/>
          <p:nvPr/>
        </p:nvSpPr>
        <p:spPr bwMode="auto">
          <a:xfrm rot="0" flipH="0" flipV="0">
            <a:off x="6068300" y="345086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78534617" name="Freeform 49"/>
          <p:cNvSpPr/>
          <p:nvPr/>
        </p:nvSpPr>
        <p:spPr bwMode="auto">
          <a:xfrm rot="0" flipH="0" flipV="0">
            <a:off x="1238257" y="1581417"/>
            <a:ext cx="2515523" cy="2900961"/>
          </a:xfrm>
          <a:custGeom>
            <a:avLst/>
            <a:gdLst/>
            <a:ahLst/>
            <a:cxnLst/>
            <a:rect l="l" t="t" r="r" b="b"/>
            <a:pathLst>
              <a:path w="993788" h="1146059" fill="norm" stroke="1" extrusionOk="0">
                <a:moveTo>
                  <a:pt x="0" y="0"/>
                </a:moveTo>
                <a:lnTo>
                  <a:pt x="993788" y="0"/>
                </a:lnTo>
                <a:lnTo>
                  <a:pt x="993788" y="1146059"/>
                </a:lnTo>
                <a:lnTo>
                  <a:pt x="0" y="11460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9163117" name="TextBox 50"/>
          <p:cNvSpPr txBox="1"/>
          <p:nvPr/>
        </p:nvSpPr>
        <p:spPr bwMode="auto">
          <a:xfrm rot="0" flipH="0" flipV="0">
            <a:off x="1238257" y="1460872"/>
            <a:ext cx="2515523" cy="30215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067763" name="AutoShape 51"/>
          <p:cNvSpPr/>
          <p:nvPr/>
        </p:nvSpPr>
        <p:spPr bwMode="auto">
          <a:xfrm flipV="1">
            <a:off x="3519375" y="208503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115403" name="Freeform 53"/>
          <p:cNvSpPr/>
          <p:nvPr/>
        </p:nvSpPr>
        <p:spPr bwMode="auto">
          <a:xfrm rot="0" flipH="0" flipV="0">
            <a:off x="2708746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7" y="0"/>
                </a:lnTo>
                <a:lnTo>
                  <a:pt x="720557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51306022" name="Freeform 54"/>
          <p:cNvSpPr/>
          <p:nvPr/>
        </p:nvSpPr>
        <p:spPr bwMode="auto">
          <a:xfrm rot="0" flipH="0" flipV="0">
            <a:off x="2978955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6" y="0"/>
                </a:lnTo>
                <a:lnTo>
                  <a:pt x="720556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46770038" name="TextBox 55"/>
          <p:cNvSpPr txBox="1"/>
          <p:nvPr/>
        </p:nvSpPr>
        <p:spPr bwMode="auto">
          <a:xfrm rot="0" flipH="0" flipV="0">
            <a:off x="1473921" y="1838336"/>
            <a:ext cx="1036239" cy="480165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a0 A0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7490165" name="Freeform 56"/>
          <p:cNvSpPr/>
          <p:nvPr/>
        </p:nvSpPr>
        <p:spPr bwMode="auto">
          <a:xfrm>
            <a:off x="2708749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199259" name="Freeform 57"/>
          <p:cNvSpPr/>
          <p:nvPr/>
        </p:nvSpPr>
        <p:spPr bwMode="auto">
          <a:xfrm>
            <a:off x="2978958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440310" name="TextBox 58"/>
          <p:cNvSpPr txBox="1"/>
          <p:nvPr/>
        </p:nvSpPr>
        <p:spPr bwMode="auto">
          <a:xfrm>
            <a:off x="1473922" y="2770912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a1 A1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5364981" name="Freeform 59"/>
          <p:cNvSpPr/>
          <p:nvPr/>
        </p:nvSpPr>
        <p:spPr bwMode="auto">
          <a:xfrm>
            <a:off x="2708749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821362" name="Freeform 60"/>
          <p:cNvSpPr/>
          <p:nvPr/>
        </p:nvSpPr>
        <p:spPr bwMode="auto">
          <a:xfrm>
            <a:off x="2978958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8250032" name="TextBox 61"/>
          <p:cNvSpPr txBox="1"/>
          <p:nvPr/>
        </p:nvSpPr>
        <p:spPr bwMode="auto">
          <a:xfrm>
            <a:off x="1473922" y="3717774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a2 A2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950896" name="Freeform 63"/>
          <p:cNvSpPr/>
          <p:nvPr/>
        </p:nvSpPr>
        <p:spPr bwMode="auto">
          <a:xfrm rot="0" flipH="0" flipV="0">
            <a:off x="1913334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6" y="0"/>
                </a:lnTo>
                <a:lnTo>
                  <a:pt x="1035886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49202416" name="Freeform 64"/>
          <p:cNvSpPr/>
          <p:nvPr/>
        </p:nvSpPr>
        <p:spPr bwMode="auto">
          <a:xfrm rot="0" flipH="0" flipV="0">
            <a:off x="2301790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5" y="0"/>
                </a:lnTo>
                <a:lnTo>
                  <a:pt x="1035885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53089613" name="TextBox 65"/>
          <p:cNvSpPr txBox="1"/>
          <p:nvPr/>
        </p:nvSpPr>
        <p:spPr bwMode="auto">
          <a:xfrm>
            <a:off x="3249167" y="5491477"/>
            <a:ext cx="1035882" cy="569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8"/>
              </a:lnSpc>
              <a:defRPr/>
            </a:pPr>
            <a:r>
              <a:rPr sz="3200" b="1" lang="en-US">
                <a:solidFill>
                  <a:srgbClr val="000000"/>
                </a:solidFill>
                <a:latin typeface="IBM Plex Sans"/>
              </a:rPr>
              <a:t>a 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814389" name="AutoShape 66"/>
          <p:cNvSpPr/>
          <p:nvPr/>
        </p:nvSpPr>
        <p:spPr bwMode="auto">
          <a:xfrm>
            <a:off x="3519375" y="303189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56448" name="AutoShape 67"/>
          <p:cNvSpPr/>
          <p:nvPr/>
        </p:nvSpPr>
        <p:spPr bwMode="auto">
          <a:xfrm>
            <a:off x="3519375" y="3978757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559388" name="Freeform 69"/>
          <p:cNvSpPr/>
          <p:nvPr/>
        </p:nvSpPr>
        <p:spPr bwMode="auto">
          <a:xfrm rot="0" flipH="0" flipV="0">
            <a:off x="2092519" y="600804"/>
            <a:ext cx="808254" cy="886973"/>
          </a:xfrm>
          <a:custGeom>
            <a:avLst/>
            <a:gdLst/>
            <a:ahLst/>
            <a:cxnLst/>
            <a:rect l="l" t="t" r="r" b="b"/>
            <a:pathLst>
              <a:path w="1077675" h="1182634" fill="norm" stroke="1" extrusionOk="0">
                <a:moveTo>
                  <a:pt x="0" y="0"/>
                </a:moveTo>
                <a:lnTo>
                  <a:pt x="1077675" y="0"/>
                </a:lnTo>
                <a:lnTo>
                  <a:pt x="1077675" y="1182634"/>
                </a:lnTo>
                <a:lnTo>
                  <a:pt x="0" y="11826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439334288" name="TextBox 70"/>
          <p:cNvSpPr txBox="1"/>
          <p:nvPr/>
        </p:nvSpPr>
        <p:spPr bwMode="auto">
          <a:xfrm rot="0" flipH="0" flipV="0">
            <a:off x="2314945" y="1046963"/>
            <a:ext cx="364122" cy="467211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5"/>
              </a:lnSpc>
              <a:defRPr/>
            </a:pPr>
            <a:r>
              <a:rPr sz="26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36066386" name="AutoShape 71"/>
          <p:cNvSpPr/>
          <p:nvPr/>
        </p:nvSpPr>
        <p:spPr bwMode="auto">
          <a:xfrm>
            <a:off x="2496021" y="4482376"/>
            <a:ext cx="0" cy="704577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665084" name="Rectangle: Rounded Corners 12"/>
          <p:cNvSpPr/>
          <p:nvPr/>
        </p:nvSpPr>
        <p:spPr bwMode="auto">
          <a:xfrm flipH="0" flipV="0">
            <a:off x="5706833" y="253007"/>
            <a:ext cx="5879799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5169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197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</cp:revision>
  <dcterms:modified xsi:type="dcterms:W3CDTF">2025-09-22T13:46:02Z</dcterms:modified>
</cp:coreProperties>
</file>