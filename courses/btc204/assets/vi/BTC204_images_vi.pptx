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Mô hình bảo mật hệ thống ngân hàng: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Mô hình riêng tư của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Đối tác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Công cộng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Ngân hàng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Giao dịch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Bản sắc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Công cộng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Giao dịch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Danh tính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Tài sản chung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Từ quốc tế: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Sats </a:t>
            </a:r>
            <a:r>
              <a:rPr lang="en-US"/>
              <a:t>hoặc </a:t>
            </a:r>
            <a:r>
              <a:rPr lang="fr-FR"/>
              <a:t>satoshi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của David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của Emma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Tài khoản ngân hàng của khách hàng: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Tài khoản ngân hàng của Baker: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Giao </a:t>
            </a:r>
            <a:r>
              <a:rPr>
                <a:latin typeface="IBM Plex Sans"/>
              </a:rPr>
              <a:t>dịch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được sử dụng để chi tiêu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được tạo cho người nhận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Nó cho phép bạn ký để đáp ứng kịch bản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Một tập lệnh được tạo ra để khóa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Khóa công khai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Khóa riêng tư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Ví Bitcoin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sat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Giao dịch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sat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sat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Kịch bản được thỏa mãn để sử dụng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Các UTXO mới được tạo và khóa bằng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các tập lệnh mới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của Alice được sử dụng để thanh toán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Một UTXO được tạo ra để trả tiền cho thợ làm bánh mì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Một khoản tiền UTXO trả về ví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hợp nhất 2 UTXO thành đầu vào để đáp ứng nhu cầu thanh toán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Một UTXO được tạo ra để trả tiền cho thợ làm bánh mì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Một khoản tiền UTXO trả về ví của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 được sử dụng để thanh toán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Một UTXO được tạo ra để trả tiền cho thợ làm bánh mì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Một khoản tiền UTXO trả về ví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Phí giao dịch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4,24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Phần thưởng khối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Khối trợ cấp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Phí giao dịch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Mô hình bảo mật hệ thống ngân hàng: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Đối tác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Công cộng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Ngân hàng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Giao dịch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Bản sắc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Khách hàng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Thợ làm bánh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Hàng xóm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Ngân hàng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Mô hình bảo mật hệ thống ngân hàng: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Mô hình riêng tư của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Đối tác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Công cộng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Ngân hàng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Giao dịch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Bản sắc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Công cộng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Giao dịch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Bản sắc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Hàng xóm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Khách hàng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Thợ làm bánh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Giám sát chuỗi khối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Nhận dạng tính năng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Suy luận giả thuyết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Hệ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thống Tiền mặt Điện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tử Ngang hàng, Phần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Quyền riêng tư.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Có sẵn tại: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Thanh toán đơn giản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Quét dọn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Hợp nhất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Hợp nhất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Chi tiêu theo nhóm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Giao dịch hợp tác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thuộc về người dùng được theo dõi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Đầu ra nào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thể hiện sự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thay đổi?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Tái sử dụng địa chỉ nội bộ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Tái sử dụng phiên bản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Thanh toán số tròn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vệ tinh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vệ tinh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sat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Thanh toán số tròn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vệ tinh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Sản lượng lớn nhất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Chủ sở hữu chung của tất cả các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Hệ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thống Tiền mặt Điện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tử Ngang hàng, Phần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Quyền riêng tư.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Có sẵn tại: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Người gửi chung cho tất cả các giao dịch?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“chuỗi”: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“chuỗi”: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“chuỗi”: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Phương pháp Heuristic về Quyền sở hữu Đầu vào Chung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Hệ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thống Tiền mặt Điện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tử Ngang hàng, Phần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Quyền riêng tư.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Có sẵn tại: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Giao dịch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Khóa công khai đã được điều chỉnh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Khóa công khai chi tiêu cổ điển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Rễ Merkle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kịch bản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kịch bản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(Đ)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kịch bản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kịch bản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Hệ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thống Tiền mặt Điện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tử Ngang hàng, Phần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Quyền riêng tư.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Có sẵn tại: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Chủ sở hữu chung của tất cả các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Tái sử dụng địa chỉ nội bộ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thỏ satoshi pizza toán học nụ cười thung lũng trứng piano ngày lễ mùa thu xin chào đồi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Tiền thừa khi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mua ghế sofa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Rút tiền từ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Thanh toán của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khách hàng David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Mua máy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tính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Mua hàng P2P từ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Cái ví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Nhãn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Mua hàng P2P từ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Thanh toán cho khách hàng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KHÔNG KYC - Tiền thừa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khi mua ghế sofa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Rút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tiền từ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Thanh toán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của khách hàng David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KHÔNG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Mua máy tính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KHÔNG KYC - Mua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hàng P2P từ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Cái ví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Nhãn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KHÔNG KYC - Mua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hàng P2P từ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Thanh toán cho khách hàng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Giao dịch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Giao dịch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Giao dịch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Giao dịch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đô la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đô la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Chi phí trung bình tính bằng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Mô hình bảo mật hệ thống ngân hàng: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Mô hình riêng tư của Bitcoin: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Đối tác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Công cộng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Ngân hàng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Giao dịch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Bản sắc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Công cộng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Giao dịch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Bản sắc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của 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của 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Đêm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UTXO của Grace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của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đầu vào + đầu ra bị che khuất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đầu vào + đầu ra bị che khuất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chữ ký mù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đầu vào + đầu ra bị che khuất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chữ ký mù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đầu vào + đầu ra bị che khuất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chữ ký mù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đầu ra không bị che khuất + chữ ký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đầu vào + đầu ra bị che khuất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chữ ký mù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đầu ra không bị che khuất + chữ ký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giao dịch chưa ký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đầu vào + đầu ra bị che khuất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chữ ký mù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đầu ra không bị che khuất + chữ ký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giao dịch chưa ký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chữ ký giao dịch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trộn sẵn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sau khi trộn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coinjoins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cái ví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Ồ!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đang đến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được phối lại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đang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đến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được phối lại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được phối lại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hỗn hợp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hỗn hợp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hỗn hợp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hỗn hợp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hỗn hợp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Chìa khóa vạn năng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Mục đích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tôi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Loại tiền xu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Tài khoản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Chuỗi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máy lẻ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số nguyên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máy lẻ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số nguyên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được sử dụng cho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chu kỳ coinjoin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Chi phí khai thác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cân bằng sẵn sàng để trộn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Thay đổi Doxxic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Phí dịch vụ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Hỗn hợp số 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hậu kỳ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hỗn hợp trước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Chim sẻ </a:t>
            </a:r>
            <a:r>
              <a:rPr sz="1600" i="1" lang="fr-FR">
                <a:latin typeface="IBM Plex Sans"/>
              </a:rPr>
              <a:t>và 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trước khi tham gia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sau khi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Chu kỳ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Nhà phân tích biết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UTXO này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Nhà phân tích muốn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tìm UTXO này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trước khi tham gia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sau khi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Chu kỳ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Nhà phân tích biết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UTXO này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Nhà phân tích muốn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tìm UTXO này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trước khi tham gia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Chu kỳ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Nhà phân tích biết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UTXO này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Nhà phân tích phải đối mặt với một nhóm UTXO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có thể khớp với tìm kiếm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Bản phối lại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Bản phối lại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Bản phối lại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Hỗn hợp số 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Bản phối lại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Bản phối lại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Bản phối lại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Hỗn hợp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Bản phối lại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Bản phối lại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Bản phối lại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HỖN HỢP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Hỗn hợp số 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Tiến tới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trước khi tham gia coinjoin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Chu kỳ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có thể xảy 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Nhà phân tích phải đối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mặt với một nhóm 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có thể là nguồn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sau khi coinjoin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Chu kỳ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Nhà phân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tích biết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UTXO này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PHỐI LẠI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PHỐI LẠI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PHỐI LẠI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Genesis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Hỗn hợp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Hỗn hợp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Hỗn hợp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Hỗn hợp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Nguồn có thể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sau khi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Chu kỳ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nguồn...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đầu vào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đầu ra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Sai!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Số tiền thanh toán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Sai!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Thanh toán thực tế 4.000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Bức tường đá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Bức tường đá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Bức tường đá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>
                <a:latin typeface="IBM Plex Sans"/>
              </a:rPr>
              <a:t>của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của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của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Bức tường đá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Bức tường đá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Bức tường đá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đầu vào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đầu ra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Người phát hành thực hiện 4 giao dịch với onesel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Người phát hành thực hiện 4 giao dịch với chính mình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Giao dịch cuối cùng được sử dụng để thanh toán cho người nhận cuối cùng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Không còn là họ nữa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Họ là khách hàng của tôi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Giao dịch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Giao dịch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Có lẽ lại là họ nữa rồi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Họ vẫn là khách hàng của tôi chứ?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không phải từ khách hàng của tôi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Giao dịch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Đã trao đổi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Đã trao đổi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CÁI VÍ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CÁI VÍ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CÁI VÍ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CÁI VÍ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CÁI VÍ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CÁI VÍ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CÁI VÍ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Chìa khóa vạn năng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Mục đích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tôi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Loại tiền xu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Tài khoản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Kênh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bên ngoài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nội bộ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bên ngoài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nội bộ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Dành riêng cho mục đích sử dụng trong tương lai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Mã chuỗi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Khóa công khai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Trường bit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chẵn lẻ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Phiên bản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Tổng kiểm tra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Tiền tố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tôi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Trao đổi qua mạng không an toàn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Bí mật chung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Màu sắc phổ biến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Màu sắc bí mật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Trao đổi công khai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Màu sắc bí mật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Bí mật chung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Thông báo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Giao dịch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“Xin chào! Đây là mã thanh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toán của tôi. Tôi sẽ gửi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thanh toán cho bạn bằng BIP47.”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Mô hình bảo mật cổ điển của Bitcoin: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Mô hình bảo mật của mã thanh toán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Chìa khóa vạn năng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Khóa công khai của con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thông báo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Thông báo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giao dịch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Mã thanh toán được mã hóa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Bí mật chung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Bí mật được chia sẻ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Dẫn xuất khóa con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Giao dịch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Nguồn gốc địa chỉ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Điểm G trên đường cong elip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riêng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Khóa công khai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của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Khóa riêng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Khóa riêng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của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công khai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Khóa riêng của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Bí mật chung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Truyền tải công khai không an toàn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Bí mật chung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công khai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công khai của Bob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Địa chỉ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Địa chỉ thông báo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Giao dịch thông báo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Mã thanh toán được mã hóa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Bí mật được chia sẻ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Khóa công khai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Mã thanh toán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Bí mật chung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Chìa khóa vạn năng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Khóa công khai con số 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Khóa riêng tư của con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Mã định danh </a:t>
            </a:r>
            <a:r>
              <a:rPr sz="2000" b="1" i="1">
                <a:latin typeface="IBM Plex Sans"/>
              </a:rPr>
              <a:t>thông báo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Mã định danh khóa công khai </a:t>
            </a:r>
            <a:r>
              <a:rPr sz="2000" b="1" i="1">
                <a:latin typeface="IBM Plex Sans"/>
              </a:rPr>
              <a:t>của đầu vào đầu tiên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Mã </a:t>
            </a:r>
            <a:r>
              <a:rPr sz="2000" b="1" i="1">
                <a:latin typeface="IBM Plex Sans"/>
              </a:rPr>
              <a:t>định </a:t>
            </a:r>
            <a:r>
              <a:rPr sz="2000" b="1" i="1">
                <a:latin typeface="IBM Plex Sans"/>
              </a:rPr>
              <a:t>danh </a:t>
            </a: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’OP_RETURN’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Khóa công khai khác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Khóa riêng tư khác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Chìa khóa vạn năng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Địa chỉ khác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Địa chỉ thanh toán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Khoản thanh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toán BIP47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đầu tiên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Bí mật được chia sẻ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Dẫn xuất khóa con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Giao dịch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Cộng điểm trên đường cong elip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Nguồn gốc địa chỉ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MỘT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Một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Địa chỉ thông báo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Chìa khóa vạn năng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thanh toán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số 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Bí mật được chia sẻ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Dẫn xuất khóa con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Giao dịch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Cộng điểm trên đường cong elip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Nguồn gốc địa chỉ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Một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một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thông báo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Khóa công khai khác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Khóa riêng tư khác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khác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thanh toán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Thanh toán lần 2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số 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thanh toán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thanh toán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số 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Dẫn xuất khóa con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Dẫn xuất khóa công khai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Một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thông báo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thanh toán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số 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Chìa khóa vạn năng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Bí mật được chia sẻ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Cộng điểm trên đường cong elip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Nguồn gốc địa chỉ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Điểm G trên đường cong elliptic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riêng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công khai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công khai của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riêng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công khai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Khóa riêng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của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công khai của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Khóa riêng của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Bí mật chung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Truyền tải công khai không an toàn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Bí mật chung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Khóa công khai của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Bí mật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Trục hoành của bí mật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Bí mật băm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Điểm G trên đường cong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Khóa công khai của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Khóa thanh toán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công khai BIP47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Khóa riêng của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Khóa thanh toán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riêng tư BIP47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Mã thanh toán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Địa chỉ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công khai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Khóa riêng tư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Khóa công khai khác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 khác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Hoàn tiền lần đầu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số 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Bí mật được chia sẻ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Dẫn xuất khóa con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Giao dịch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Cộng điểm trên đường cong elip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Nguồn gốc địa chỉ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Một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Thông báo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Địa chỉ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Chìa khóa vạn năng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Khóa riêng tư khác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Khóa công khai đã được điều chỉnh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Khóa công khai thanh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toán cổ điển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Rễ Merkle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kịch bản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kịch bản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(Đ)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kịch bản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kịch bản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Giao dịch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vào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đầu 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Thay đổi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một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MỘT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