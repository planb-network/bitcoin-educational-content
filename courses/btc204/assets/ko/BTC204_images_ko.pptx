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17.xml" ContentType="application/vnd.openxmlformats-officedocument.presentationml.notesSlide+xml"/>
  <Override PartName="/ppt/notesSlides/notesSlide218.xml" ContentType="application/vnd.openxmlformats-officedocument.presentationml.notesSlide+xml"/>
  <Override PartName="/ppt/notesSlides/notesSlide219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20.xml" ContentType="application/vnd.openxmlformats-officedocument.presentationml.notesSlide+xml"/>
  <Override PartName="/ppt/notesSlides/notesSlide221.xml" ContentType="application/vnd.openxmlformats-officedocument.presentationml.notesSlide+xml"/>
  <Override PartName="/ppt/notesSlides/notesSlide222.xml" ContentType="application/vnd.openxmlformats-officedocument.presentationml.notesSlide+xml"/>
  <Override PartName="/ppt/notesSlides/notesSlide223.xml" ContentType="application/vnd.openxmlformats-officedocument.presentationml.notesSlide+xml"/>
  <Override PartName="/ppt/notesSlides/notesSlide224.xml" ContentType="application/vnd.openxmlformats-officedocument.presentationml.notesSlide+xml"/>
  <Override PartName="/ppt/notesSlides/notesSlide225.xml" ContentType="application/vnd.openxmlformats-officedocument.presentationml.notesSlide+xml"/>
  <Override PartName="/ppt/notesSlides/notesSlide226.xml" ContentType="application/vnd.openxmlformats-officedocument.presentationml.notesSlide+xml"/>
  <Override PartName="/ppt/notesSlides/notesSlide227.xml" ContentType="application/vnd.openxmlformats-officedocument.presentationml.notesSlide+xml"/>
  <Override PartName="/ppt/notesSlides/notesSlide228.xml" ContentType="application/vnd.openxmlformats-officedocument.presentationml.notesSlide+xml"/>
  <Override PartName="/ppt/notesSlides/notesSlide229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30.xml" ContentType="application/vnd.openxmlformats-officedocument.presentationml.notesSlide+xml"/>
  <Override PartName="/ppt/notesSlides/notesSlide231.xml" ContentType="application/vnd.openxmlformats-officedocument.presentationml.notesSlide+xml"/>
  <Override PartName="/ppt/notesSlides/notesSlide232.xml" ContentType="application/vnd.openxmlformats-officedocument.presentationml.notesSlide+xml"/>
  <Override PartName="/ppt/notesSlides/notesSlide233.xml" ContentType="application/vnd.openxmlformats-officedocument.presentationml.notesSlide+xml"/>
  <Override PartName="/ppt/notesSlides/notesSlide234.xml" ContentType="application/vnd.openxmlformats-officedocument.presentationml.notesSlide+xml"/>
  <Override PartName="/ppt/notesSlides/notesSlide235.xml" ContentType="application/vnd.openxmlformats-officedocument.presentationml.notesSlide+xml"/>
  <Override PartName="/ppt/notesSlides/notesSlide236.xml" ContentType="application/vnd.openxmlformats-officedocument.presentationml.notesSlide+xml"/>
  <Override PartName="/ppt/notesSlides/notesSlide237.xml" ContentType="application/vnd.openxmlformats-officedocument.presentationml.notesSlide+xml"/>
  <Override PartName="/ppt/notesSlides/notesSlide238.xml" ContentType="application/vnd.openxmlformats-officedocument.presentationml.notesSlide+xml"/>
  <Override PartName="/ppt/notesSlides/notesSlide239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40.xml" ContentType="application/vnd.openxmlformats-officedocument.presentationml.notesSlide+xml"/>
  <Override PartName="/ppt/notesSlides/notesSlide241.xml" ContentType="application/vnd.openxmlformats-officedocument.presentationml.notesSlide+xml"/>
  <Override PartName="/ppt/notesSlides/notesSlide242.xml" ContentType="application/vnd.openxmlformats-officedocument.presentationml.notesSlide+xml"/>
  <Override PartName="/ppt/notesSlides/notesSlide243.xml" ContentType="application/vnd.openxmlformats-officedocument.presentationml.notesSlide+xml"/>
  <Override PartName="/ppt/notesSlides/notesSlide244.xml" ContentType="application/vnd.openxmlformats-officedocument.presentationml.notesSlide+xml"/>
  <Override PartName="/ppt/notesSlides/notesSlide245.xml" ContentType="application/vnd.openxmlformats-officedocument.presentationml.notesSlide+xml"/>
  <Override PartName="/ppt/notesSlides/notesSlide246.xml" ContentType="application/vnd.openxmlformats-officedocument.presentationml.notesSlide+xml"/>
  <Override PartName="/ppt/notesSlides/notesSlide247.xml" ContentType="application/vnd.openxmlformats-officedocument.presentationml.notesSlide+xml"/>
  <Override PartName="/ppt/notesSlides/notesSlide248.xml" ContentType="application/vnd.openxmlformats-officedocument.presentationml.notesSlide+xml"/>
  <Override PartName="/ppt/notesSlides/notesSlide249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25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  <p:sldId id="344" r:id="rId92"/>
    <p:sldId id="345" r:id="rId93"/>
    <p:sldId id="346" r:id="rId94"/>
    <p:sldId id="347" r:id="rId95"/>
    <p:sldId id="348" r:id="rId96"/>
    <p:sldId id="349" r:id="rId97"/>
    <p:sldId id="350" r:id="rId98"/>
    <p:sldId id="351" r:id="rId99"/>
    <p:sldId id="352" r:id="rId100"/>
    <p:sldId id="353" r:id="rId101"/>
    <p:sldId id="354" r:id="rId102"/>
    <p:sldId id="355" r:id="rId103"/>
    <p:sldId id="356" r:id="rId104"/>
    <p:sldId id="357" r:id="rId105"/>
    <p:sldId id="358" r:id="rId106"/>
    <p:sldId id="359" r:id="rId107"/>
    <p:sldId id="360" r:id="rId108"/>
    <p:sldId id="361" r:id="rId109"/>
    <p:sldId id="362" r:id="rId110"/>
    <p:sldId id="363" r:id="rId111"/>
    <p:sldId id="364" r:id="rId112"/>
    <p:sldId id="365" r:id="rId113"/>
    <p:sldId id="366" r:id="rId114"/>
    <p:sldId id="367" r:id="rId115"/>
    <p:sldId id="368" r:id="rId116"/>
    <p:sldId id="369" r:id="rId117"/>
    <p:sldId id="370" r:id="rId118"/>
    <p:sldId id="371" r:id="rId119"/>
    <p:sldId id="372" r:id="rId120"/>
    <p:sldId id="373" r:id="rId121"/>
    <p:sldId id="374" r:id="rId122"/>
    <p:sldId id="375" r:id="rId123"/>
    <p:sldId id="376" r:id="rId124"/>
    <p:sldId id="377" r:id="rId125"/>
    <p:sldId id="378" r:id="rId126"/>
    <p:sldId id="379" r:id="rId127"/>
    <p:sldId id="380" r:id="rId128"/>
    <p:sldId id="381" r:id="rId129"/>
    <p:sldId id="382" r:id="rId130"/>
    <p:sldId id="383" r:id="rId131"/>
    <p:sldId id="384" r:id="rId132"/>
    <p:sldId id="385" r:id="rId133"/>
    <p:sldId id="386" r:id="rId134"/>
    <p:sldId id="387" r:id="rId135"/>
    <p:sldId id="388" r:id="rId136"/>
    <p:sldId id="389" r:id="rId137"/>
    <p:sldId id="390" r:id="rId138"/>
    <p:sldId id="391" r:id="rId139"/>
    <p:sldId id="392" r:id="rId140"/>
    <p:sldId id="393" r:id="rId141"/>
    <p:sldId id="394" r:id="rId142"/>
    <p:sldId id="395" r:id="rId143"/>
    <p:sldId id="396" r:id="rId144"/>
    <p:sldId id="397" r:id="rId145"/>
    <p:sldId id="398" r:id="rId146"/>
    <p:sldId id="399" r:id="rId147"/>
    <p:sldId id="400" r:id="rId148"/>
    <p:sldId id="401" r:id="rId149"/>
    <p:sldId id="402" r:id="rId150"/>
    <p:sldId id="403" r:id="rId151"/>
    <p:sldId id="404" r:id="rId152"/>
    <p:sldId id="405" r:id="rId153"/>
    <p:sldId id="406" r:id="rId154"/>
    <p:sldId id="407" r:id="rId155"/>
    <p:sldId id="408" r:id="rId156"/>
    <p:sldId id="409" r:id="rId157"/>
    <p:sldId id="410" r:id="rId158"/>
    <p:sldId id="411" r:id="rId159"/>
    <p:sldId id="412" r:id="rId160"/>
    <p:sldId id="413" r:id="rId161"/>
    <p:sldId id="414" r:id="rId162"/>
    <p:sldId id="415" r:id="rId163"/>
    <p:sldId id="416" r:id="rId164"/>
    <p:sldId id="417" r:id="rId165"/>
    <p:sldId id="418" r:id="rId166"/>
    <p:sldId id="419" r:id="rId167"/>
    <p:sldId id="420" r:id="rId168"/>
    <p:sldId id="421" r:id="rId169"/>
    <p:sldId id="422" r:id="rId170"/>
    <p:sldId id="423" r:id="rId171"/>
    <p:sldId id="424" r:id="rId172"/>
    <p:sldId id="425" r:id="rId173"/>
    <p:sldId id="426" r:id="rId174"/>
    <p:sldId id="427" r:id="rId175"/>
    <p:sldId id="428" r:id="rId176"/>
    <p:sldId id="429" r:id="rId177"/>
    <p:sldId id="430" r:id="rId178"/>
    <p:sldId id="431" r:id="rId179"/>
    <p:sldId id="432" r:id="rId180"/>
    <p:sldId id="433" r:id="rId181"/>
    <p:sldId id="434" r:id="rId182"/>
    <p:sldId id="435" r:id="rId183"/>
    <p:sldId id="436" r:id="rId184"/>
    <p:sldId id="437" r:id="rId185"/>
    <p:sldId id="438" r:id="rId186"/>
    <p:sldId id="439" r:id="rId187"/>
    <p:sldId id="440" r:id="rId188"/>
    <p:sldId id="441" r:id="rId189"/>
    <p:sldId id="442" r:id="rId190"/>
    <p:sldId id="443" r:id="rId191"/>
    <p:sldId id="444" r:id="rId192"/>
    <p:sldId id="445" r:id="rId193"/>
    <p:sldId id="446" r:id="rId194"/>
    <p:sldId id="447" r:id="rId195"/>
    <p:sldId id="448" r:id="rId196"/>
    <p:sldId id="449" r:id="rId197"/>
    <p:sldId id="450" r:id="rId198"/>
    <p:sldId id="451" r:id="rId199"/>
    <p:sldId id="452" r:id="rId200"/>
    <p:sldId id="453" r:id="rId201"/>
    <p:sldId id="454" r:id="rId202"/>
    <p:sldId id="455" r:id="rId203"/>
    <p:sldId id="456" r:id="rId204"/>
    <p:sldId id="457" r:id="rId205"/>
    <p:sldId id="458" r:id="rId206"/>
    <p:sldId id="459" r:id="rId207"/>
    <p:sldId id="460" r:id="rId208"/>
    <p:sldId id="461" r:id="rId209"/>
    <p:sldId id="462" r:id="rId210"/>
    <p:sldId id="463" r:id="rId211"/>
    <p:sldId id="464" r:id="rId212"/>
    <p:sldId id="465" r:id="rId213"/>
    <p:sldId id="466" r:id="rId214"/>
    <p:sldId id="467" r:id="rId215"/>
    <p:sldId id="468" r:id="rId216"/>
    <p:sldId id="469" r:id="rId217"/>
    <p:sldId id="470" r:id="rId218"/>
    <p:sldId id="471" r:id="rId219"/>
    <p:sldId id="472" r:id="rId220"/>
    <p:sldId id="473" r:id="rId221"/>
    <p:sldId id="474" r:id="rId222"/>
    <p:sldId id="475" r:id="rId223"/>
    <p:sldId id="476" r:id="rId224"/>
    <p:sldId id="477" r:id="rId225"/>
    <p:sldId id="478" r:id="rId226"/>
    <p:sldId id="479" r:id="rId227"/>
    <p:sldId id="480" r:id="rId228"/>
    <p:sldId id="481" r:id="rId229"/>
    <p:sldId id="482" r:id="rId230"/>
    <p:sldId id="483" r:id="rId231"/>
    <p:sldId id="484" r:id="rId232"/>
    <p:sldId id="485" r:id="rId233"/>
    <p:sldId id="486" r:id="rId234"/>
    <p:sldId id="487" r:id="rId235"/>
    <p:sldId id="488" r:id="rId236"/>
    <p:sldId id="489" r:id="rId237"/>
    <p:sldId id="490" r:id="rId238"/>
    <p:sldId id="491" r:id="rId239"/>
    <p:sldId id="492" r:id="rId240"/>
    <p:sldId id="493" r:id="rId241"/>
    <p:sldId id="494" r:id="rId242"/>
    <p:sldId id="495" r:id="rId243"/>
    <p:sldId id="496" r:id="rId244"/>
    <p:sldId id="497" r:id="rId245"/>
    <p:sldId id="498" r:id="rId246"/>
    <p:sldId id="499" r:id="rId247"/>
    <p:sldId id="500" r:id="rId248"/>
    <p:sldId id="501" r:id="rId249"/>
    <p:sldId id="502" r:id="rId250"/>
    <p:sldId id="503" r:id="rId251"/>
    <p:sldId id="504" r:id="rId252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80" Type="http://schemas.openxmlformats.org/officeDocument/2006/relationships/slide" Target="slides/slide77.xml"/><Relationship Id="rId81" Type="http://schemas.openxmlformats.org/officeDocument/2006/relationships/slide" Target="slides/slide78.xml"/><Relationship Id="rId82" Type="http://schemas.openxmlformats.org/officeDocument/2006/relationships/slide" Target="slides/slide79.xml"/><Relationship Id="rId83" Type="http://schemas.openxmlformats.org/officeDocument/2006/relationships/slide" Target="slides/slide80.xml"/><Relationship Id="rId84" Type="http://schemas.openxmlformats.org/officeDocument/2006/relationships/slide" Target="slides/slide81.xml"/><Relationship Id="rId85" Type="http://schemas.openxmlformats.org/officeDocument/2006/relationships/slide" Target="slides/slide82.xml"/><Relationship Id="rId86" Type="http://schemas.openxmlformats.org/officeDocument/2006/relationships/slide" Target="slides/slide83.xml"/><Relationship Id="rId87" Type="http://schemas.openxmlformats.org/officeDocument/2006/relationships/slide" Target="slides/slide84.xml"/><Relationship Id="rId88" Type="http://schemas.openxmlformats.org/officeDocument/2006/relationships/slide" Target="slides/slide85.xml"/><Relationship Id="rId89" Type="http://schemas.openxmlformats.org/officeDocument/2006/relationships/slide" Target="slides/slide86.xml"/><Relationship Id="rId90" Type="http://schemas.openxmlformats.org/officeDocument/2006/relationships/slide" Target="slides/slide87.xml"/><Relationship Id="rId91" Type="http://schemas.openxmlformats.org/officeDocument/2006/relationships/slide" Target="slides/slide88.xml"/><Relationship Id="rId92" Type="http://schemas.openxmlformats.org/officeDocument/2006/relationships/slide" Target="slides/slide89.xml"/><Relationship Id="rId93" Type="http://schemas.openxmlformats.org/officeDocument/2006/relationships/slide" Target="slides/slide90.xml"/><Relationship Id="rId94" Type="http://schemas.openxmlformats.org/officeDocument/2006/relationships/slide" Target="slides/slide91.xml"/><Relationship Id="rId95" Type="http://schemas.openxmlformats.org/officeDocument/2006/relationships/slide" Target="slides/slide92.xml"/><Relationship Id="rId96" Type="http://schemas.openxmlformats.org/officeDocument/2006/relationships/slide" Target="slides/slide93.xml"/><Relationship Id="rId97" Type="http://schemas.openxmlformats.org/officeDocument/2006/relationships/slide" Target="slides/slide94.xml"/><Relationship Id="rId98" Type="http://schemas.openxmlformats.org/officeDocument/2006/relationships/slide" Target="slides/slide95.xml"/><Relationship Id="rId99" Type="http://schemas.openxmlformats.org/officeDocument/2006/relationships/slide" Target="slides/slide96.xml"/><Relationship Id="rId100" Type="http://schemas.openxmlformats.org/officeDocument/2006/relationships/slide" Target="slides/slide97.xml"/><Relationship Id="rId101" Type="http://schemas.openxmlformats.org/officeDocument/2006/relationships/slide" Target="slides/slide98.xml"/><Relationship Id="rId102" Type="http://schemas.openxmlformats.org/officeDocument/2006/relationships/slide" Target="slides/slide99.xml"/><Relationship Id="rId103" Type="http://schemas.openxmlformats.org/officeDocument/2006/relationships/slide" Target="slides/slide100.xml"/><Relationship Id="rId104" Type="http://schemas.openxmlformats.org/officeDocument/2006/relationships/slide" Target="slides/slide101.xml"/><Relationship Id="rId105" Type="http://schemas.openxmlformats.org/officeDocument/2006/relationships/slide" Target="slides/slide102.xml"/><Relationship Id="rId106" Type="http://schemas.openxmlformats.org/officeDocument/2006/relationships/slide" Target="slides/slide103.xml"/><Relationship Id="rId107" Type="http://schemas.openxmlformats.org/officeDocument/2006/relationships/slide" Target="slides/slide104.xml"/><Relationship Id="rId108" Type="http://schemas.openxmlformats.org/officeDocument/2006/relationships/slide" Target="slides/slide105.xml"/><Relationship Id="rId109" Type="http://schemas.openxmlformats.org/officeDocument/2006/relationships/slide" Target="slides/slide106.xml"/><Relationship Id="rId110" Type="http://schemas.openxmlformats.org/officeDocument/2006/relationships/slide" Target="slides/slide107.xml"/><Relationship Id="rId111" Type="http://schemas.openxmlformats.org/officeDocument/2006/relationships/slide" Target="slides/slide108.xml"/><Relationship Id="rId112" Type="http://schemas.openxmlformats.org/officeDocument/2006/relationships/slide" Target="slides/slide109.xml"/><Relationship Id="rId113" Type="http://schemas.openxmlformats.org/officeDocument/2006/relationships/slide" Target="slides/slide110.xml"/><Relationship Id="rId114" Type="http://schemas.openxmlformats.org/officeDocument/2006/relationships/slide" Target="slides/slide111.xml"/><Relationship Id="rId115" Type="http://schemas.openxmlformats.org/officeDocument/2006/relationships/slide" Target="slides/slide112.xml"/><Relationship Id="rId116" Type="http://schemas.openxmlformats.org/officeDocument/2006/relationships/slide" Target="slides/slide113.xml"/><Relationship Id="rId117" Type="http://schemas.openxmlformats.org/officeDocument/2006/relationships/slide" Target="slides/slide114.xml"/><Relationship Id="rId118" Type="http://schemas.openxmlformats.org/officeDocument/2006/relationships/slide" Target="slides/slide115.xml"/><Relationship Id="rId119" Type="http://schemas.openxmlformats.org/officeDocument/2006/relationships/slide" Target="slides/slide116.xml"/><Relationship Id="rId120" Type="http://schemas.openxmlformats.org/officeDocument/2006/relationships/slide" Target="slides/slide117.xml"/><Relationship Id="rId121" Type="http://schemas.openxmlformats.org/officeDocument/2006/relationships/slide" Target="slides/slide118.xml"/><Relationship Id="rId122" Type="http://schemas.openxmlformats.org/officeDocument/2006/relationships/slide" Target="slides/slide119.xml"/><Relationship Id="rId123" Type="http://schemas.openxmlformats.org/officeDocument/2006/relationships/slide" Target="slides/slide120.xml"/><Relationship Id="rId124" Type="http://schemas.openxmlformats.org/officeDocument/2006/relationships/slide" Target="slides/slide121.xml"/><Relationship Id="rId125" Type="http://schemas.openxmlformats.org/officeDocument/2006/relationships/slide" Target="slides/slide122.xml"/><Relationship Id="rId126" Type="http://schemas.openxmlformats.org/officeDocument/2006/relationships/slide" Target="slides/slide123.xml"/><Relationship Id="rId127" Type="http://schemas.openxmlformats.org/officeDocument/2006/relationships/slide" Target="slides/slide124.xml"/><Relationship Id="rId128" Type="http://schemas.openxmlformats.org/officeDocument/2006/relationships/slide" Target="slides/slide125.xml"/><Relationship Id="rId129" Type="http://schemas.openxmlformats.org/officeDocument/2006/relationships/slide" Target="slides/slide126.xml"/><Relationship Id="rId130" Type="http://schemas.openxmlformats.org/officeDocument/2006/relationships/slide" Target="slides/slide127.xml"/><Relationship Id="rId131" Type="http://schemas.openxmlformats.org/officeDocument/2006/relationships/slide" Target="slides/slide128.xml"/><Relationship Id="rId132" Type="http://schemas.openxmlformats.org/officeDocument/2006/relationships/slide" Target="slides/slide129.xml"/><Relationship Id="rId133" Type="http://schemas.openxmlformats.org/officeDocument/2006/relationships/slide" Target="slides/slide130.xml"/><Relationship Id="rId134" Type="http://schemas.openxmlformats.org/officeDocument/2006/relationships/slide" Target="slides/slide131.xml"/><Relationship Id="rId135" Type="http://schemas.openxmlformats.org/officeDocument/2006/relationships/slide" Target="slides/slide132.xml"/><Relationship Id="rId136" Type="http://schemas.openxmlformats.org/officeDocument/2006/relationships/slide" Target="slides/slide133.xml"/><Relationship Id="rId137" Type="http://schemas.openxmlformats.org/officeDocument/2006/relationships/slide" Target="slides/slide134.xml"/><Relationship Id="rId138" Type="http://schemas.openxmlformats.org/officeDocument/2006/relationships/slide" Target="slides/slide135.xml"/><Relationship Id="rId139" Type="http://schemas.openxmlformats.org/officeDocument/2006/relationships/slide" Target="slides/slide136.xml"/><Relationship Id="rId140" Type="http://schemas.openxmlformats.org/officeDocument/2006/relationships/slide" Target="slides/slide137.xml"/><Relationship Id="rId141" Type="http://schemas.openxmlformats.org/officeDocument/2006/relationships/slide" Target="slides/slide138.xml"/><Relationship Id="rId142" Type="http://schemas.openxmlformats.org/officeDocument/2006/relationships/slide" Target="slides/slide139.xml"/><Relationship Id="rId143" Type="http://schemas.openxmlformats.org/officeDocument/2006/relationships/slide" Target="slides/slide140.xml"/><Relationship Id="rId144" Type="http://schemas.openxmlformats.org/officeDocument/2006/relationships/slide" Target="slides/slide141.xml"/><Relationship Id="rId145" Type="http://schemas.openxmlformats.org/officeDocument/2006/relationships/slide" Target="slides/slide142.xml"/><Relationship Id="rId146" Type="http://schemas.openxmlformats.org/officeDocument/2006/relationships/slide" Target="slides/slide143.xml"/><Relationship Id="rId147" Type="http://schemas.openxmlformats.org/officeDocument/2006/relationships/slide" Target="slides/slide144.xml"/><Relationship Id="rId148" Type="http://schemas.openxmlformats.org/officeDocument/2006/relationships/slide" Target="slides/slide145.xml"/><Relationship Id="rId149" Type="http://schemas.openxmlformats.org/officeDocument/2006/relationships/slide" Target="slides/slide146.xml"/><Relationship Id="rId150" Type="http://schemas.openxmlformats.org/officeDocument/2006/relationships/slide" Target="slides/slide147.xml"/><Relationship Id="rId151" Type="http://schemas.openxmlformats.org/officeDocument/2006/relationships/slide" Target="slides/slide148.xml"/><Relationship Id="rId152" Type="http://schemas.openxmlformats.org/officeDocument/2006/relationships/slide" Target="slides/slide149.xml"/><Relationship Id="rId153" Type="http://schemas.openxmlformats.org/officeDocument/2006/relationships/slide" Target="slides/slide150.xml"/><Relationship Id="rId154" Type="http://schemas.openxmlformats.org/officeDocument/2006/relationships/slide" Target="slides/slide151.xml"/><Relationship Id="rId155" Type="http://schemas.openxmlformats.org/officeDocument/2006/relationships/slide" Target="slides/slide152.xml"/><Relationship Id="rId156" Type="http://schemas.openxmlformats.org/officeDocument/2006/relationships/slide" Target="slides/slide153.xml"/><Relationship Id="rId157" Type="http://schemas.openxmlformats.org/officeDocument/2006/relationships/slide" Target="slides/slide154.xml"/><Relationship Id="rId158" Type="http://schemas.openxmlformats.org/officeDocument/2006/relationships/slide" Target="slides/slide155.xml"/><Relationship Id="rId159" Type="http://schemas.openxmlformats.org/officeDocument/2006/relationships/slide" Target="slides/slide156.xml"/><Relationship Id="rId160" Type="http://schemas.openxmlformats.org/officeDocument/2006/relationships/slide" Target="slides/slide157.xml"/><Relationship Id="rId161" Type="http://schemas.openxmlformats.org/officeDocument/2006/relationships/slide" Target="slides/slide158.xml"/><Relationship Id="rId162" Type="http://schemas.openxmlformats.org/officeDocument/2006/relationships/slide" Target="slides/slide159.xml"/><Relationship Id="rId163" Type="http://schemas.openxmlformats.org/officeDocument/2006/relationships/slide" Target="slides/slide160.xml"/><Relationship Id="rId164" Type="http://schemas.openxmlformats.org/officeDocument/2006/relationships/slide" Target="slides/slide161.xml"/><Relationship Id="rId165" Type="http://schemas.openxmlformats.org/officeDocument/2006/relationships/slide" Target="slides/slide162.xml"/><Relationship Id="rId166" Type="http://schemas.openxmlformats.org/officeDocument/2006/relationships/slide" Target="slides/slide163.xml"/><Relationship Id="rId167" Type="http://schemas.openxmlformats.org/officeDocument/2006/relationships/slide" Target="slides/slide164.xml"/><Relationship Id="rId168" Type="http://schemas.openxmlformats.org/officeDocument/2006/relationships/slide" Target="slides/slide165.xml"/><Relationship Id="rId169" Type="http://schemas.openxmlformats.org/officeDocument/2006/relationships/slide" Target="slides/slide166.xml"/><Relationship Id="rId170" Type="http://schemas.openxmlformats.org/officeDocument/2006/relationships/slide" Target="slides/slide167.xml"/><Relationship Id="rId171" Type="http://schemas.openxmlformats.org/officeDocument/2006/relationships/slide" Target="slides/slide168.xml"/><Relationship Id="rId172" Type="http://schemas.openxmlformats.org/officeDocument/2006/relationships/slide" Target="slides/slide169.xml"/><Relationship Id="rId173" Type="http://schemas.openxmlformats.org/officeDocument/2006/relationships/slide" Target="slides/slide170.xml"/><Relationship Id="rId174" Type="http://schemas.openxmlformats.org/officeDocument/2006/relationships/slide" Target="slides/slide171.xml"/><Relationship Id="rId175" Type="http://schemas.openxmlformats.org/officeDocument/2006/relationships/slide" Target="slides/slide172.xml"/><Relationship Id="rId176" Type="http://schemas.openxmlformats.org/officeDocument/2006/relationships/slide" Target="slides/slide173.xml"/><Relationship Id="rId177" Type="http://schemas.openxmlformats.org/officeDocument/2006/relationships/slide" Target="slides/slide174.xml"/><Relationship Id="rId178" Type="http://schemas.openxmlformats.org/officeDocument/2006/relationships/slide" Target="slides/slide175.xml"/><Relationship Id="rId179" Type="http://schemas.openxmlformats.org/officeDocument/2006/relationships/slide" Target="slides/slide176.xml"/><Relationship Id="rId180" Type="http://schemas.openxmlformats.org/officeDocument/2006/relationships/slide" Target="slides/slide177.xml"/><Relationship Id="rId181" Type="http://schemas.openxmlformats.org/officeDocument/2006/relationships/slide" Target="slides/slide178.xml"/><Relationship Id="rId182" Type="http://schemas.openxmlformats.org/officeDocument/2006/relationships/slide" Target="slides/slide179.xml"/><Relationship Id="rId183" Type="http://schemas.openxmlformats.org/officeDocument/2006/relationships/slide" Target="slides/slide180.xml"/><Relationship Id="rId184" Type="http://schemas.openxmlformats.org/officeDocument/2006/relationships/slide" Target="slides/slide181.xml"/><Relationship Id="rId185" Type="http://schemas.openxmlformats.org/officeDocument/2006/relationships/slide" Target="slides/slide182.xml"/><Relationship Id="rId186" Type="http://schemas.openxmlformats.org/officeDocument/2006/relationships/slide" Target="slides/slide183.xml"/><Relationship Id="rId187" Type="http://schemas.openxmlformats.org/officeDocument/2006/relationships/slide" Target="slides/slide184.xml"/><Relationship Id="rId188" Type="http://schemas.openxmlformats.org/officeDocument/2006/relationships/slide" Target="slides/slide185.xml"/><Relationship Id="rId189" Type="http://schemas.openxmlformats.org/officeDocument/2006/relationships/slide" Target="slides/slide186.xml"/><Relationship Id="rId190" Type="http://schemas.openxmlformats.org/officeDocument/2006/relationships/slide" Target="slides/slide187.xml"/><Relationship Id="rId191" Type="http://schemas.openxmlformats.org/officeDocument/2006/relationships/slide" Target="slides/slide188.xml"/><Relationship Id="rId192" Type="http://schemas.openxmlformats.org/officeDocument/2006/relationships/slide" Target="slides/slide189.xml"/><Relationship Id="rId193" Type="http://schemas.openxmlformats.org/officeDocument/2006/relationships/slide" Target="slides/slide190.xml"/><Relationship Id="rId194" Type="http://schemas.openxmlformats.org/officeDocument/2006/relationships/slide" Target="slides/slide191.xml"/><Relationship Id="rId195" Type="http://schemas.openxmlformats.org/officeDocument/2006/relationships/slide" Target="slides/slide192.xml"/><Relationship Id="rId196" Type="http://schemas.openxmlformats.org/officeDocument/2006/relationships/slide" Target="slides/slide193.xml"/><Relationship Id="rId197" Type="http://schemas.openxmlformats.org/officeDocument/2006/relationships/slide" Target="slides/slide194.xml"/><Relationship Id="rId198" Type="http://schemas.openxmlformats.org/officeDocument/2006/relationships/slide" Target="slides/slide195.xml"/><Relationship Id="rId199" Type="http://schemas.openxmlformats.org/officeDocument/2006/relationships/slide" Target="slides/slide196.xml"/><Relationship Id="rId200" Type="http://schemas.openxmlformats.org/officeDocument/2006/relationships/slide" Target="slides/slide197.xml"/><Relationship Id="rId201" Type="http://schemas.openxmlformats.org/officeDocument/2006/relationships/slide" Target="slides/slide198.xml"/><Relationship Id="rId202" Type="http://schemas.openxmlformats.org/officeDocument/2006/relationships/slide" Target="slides/slide199.xml"/><Relationship Id="rId203" Type="http://schemas.openxmlformats.org/officeDocument/2006/relationships/slide" Target="slides/slide200.xml"/><Relationship Id="rId204" Type="http://schemas.openxmlformats.org/officeDocument/2006/relationships/slide" Target="slides/slide201.xml"/><Relationship Id="rId205" Type="http://schemas.openxmlformats.org/officeDocument/2006/relationships/slide" Target="slides/slide202.xml"/><Relationship Id="rId206" Type="http://schemas.openxmlformats.org/officeDocument/2006/relationships/slide" Target="slides/slide203.xml"/><Relationship Id="rId207" Type="http://schemas.openxmlformats.org/officeDocument/2006/relationships/slide" Target="slides/slide204.xml"/><Relationship Id="rId208" Type="http://schemas.openxmlformats.org/officeDocument/2006/relationships/slide" Target="slides/slide205.xml"/><Relationship Id="rId209" Type="http://schemas.openxmlformats.org/officeDocument/2006/relationships/slide" Target="slides/slide206.xml"/><Relationship Id="rId210" Type="http://schemas.openxmlformats.org/officeDocument/2006/relationships/slide" Target="slides/slide207.xml"/><Relationship Id="rId211" Type="http://schemas.openxmlformats.org/officeDocument/2006/relationships/slide" Target="slides/slide208.xml"/><Relationship Id="rId212" Type="http://schemas.openxmlformats.org/officeDocument/2006/relationships/slide" Target="slides/slide209.xml"/><Relationship Id="rId213" Type="http://schemas.openxmlformats.org/officeDocument/2006/relationships/slide" Target="slides/slide210.xml"/><Relationship Id="rId214" Type="http://schemas.openxmlformats.org/officeDocument/2006/relationships/slide" Target="slides/slide211.xml"/><Relationship Id="rId215" Type="http://schemas.openxmlformats.org/officeDocument/2006/relationships/slide" Target="slides/slide212.xml"/><Relationship Id="rId216" Type="http://schemas.openxmlformats.org/officeDocument/2006/relationships/slide" Target="slides/slide213.xml"/><Relationship Id="rId217" Type="http://schemas.openxmlformats.org/officeDocument/2006/relationships/slide" Target="slides/slide214.xml"/><Relationship Id="rId218" Type="http://schemas.openxmlformats.org/officeDocument/2006/relationships/slide" Target="slides/slide215.xml"/><Relationship Id="rId219" Type="http://schemas.openxmlformats.org/officeDocument/2006/relationships/slide" Target="slides/slide216.xml"/><Relationship Id="rId220" Type="http://schemas.openxmlformats.org/officeDocument/2006/relationships/slide" Target="slides/slide217.xml"/><Relationship Id="rId221" Type="http://schemas.openxmlformats.org/officeDocument/2006/relationships/slide" Target="slides/slide218.xml"/><Relationship Id="rId222" Type="http://schemas.openxmlformats.org/officeDocument/2006/relationships/slide" Target="slides/slide219.xml"/><Relationship Id="rId223" Type="http://schemas.openxmlformats.org/officeDocument/2006/relationships/slide" Target="slides/slide220.xml"/><Relationship Id="rId224" Type="http://schemas.openxmlformats.org/officeDocument/2006/relationships/slide" Target="slides/slide221.xml"/><Relationship Id="rId225" Type="http://schemas.openxmlformats.org/officeDocument/2006/relationships/slide" Target="slides/slide222.xml"/><Relationship Id="rId226" Type="http://schemas.openxmlformats.org/officeDocument/2006/relationships/slide" Target="slides/slide223.xml"/><Relationship Id="rId227" Type="http://schemas.openxmlformats.org/officeDocument/2006/relationships/slide" Target="slides/slide224.xml"/><Relationship Id="rId228" Type="http://schemas.openxmlformats.org/officeDocument/2006/relationships/slide" Target="slides/slide225.xml"/><Relationship Id="rId229" Type="http://schemas.openxmlformats.org/officeDocument/2006/relationships/slide" Target="slides/slide226.xml"/><Relationship Id="rId230" Type="http://schemas.openxmlformats.org/officeDocument/2006/relationships/slide" Target="slides/slide227.xml"/><Relationship Id="rId231" Type="http://schemas.openxmlformats.org/officeDocument/2006/relationships/slide" Target="slides/slide228.xml"/><Relationship Id="rId232" Type="http://schemas.openxmlformats.org/officeDocument/2006/relationships/slide" Target="slides/slide229.xml"/><Relationship Id="rId233" Type="http://schemas.openxmlformats.org/officeDocument/2006/relationships/slide" Target="slides/slide230.xml"/><Relationship Id="rId234" Type="http://schemas.openxmlformats.org/officeDocument/2006/relationships/slide" Target="slides/slide231.xml"/><Relationship Id="rId235" Type="http://schemas.openxmlformats.org/officeDocument/2006/relationships/slide" Target="slides/slide232.xml"/><Relationship Id="rId236" Type="http://schemas.openxmlformats.org/officeDocument/2006/relationships/slide" Target="slides/slide233.xml"/><Relationship Id="rId237" Type="http://schemas.openxmlformats.org/officeDocument/2006/relationships/slide" Target="slides/slide234.xml"/><Relationship Id="rId238" Type="http://schemas.openxmlformats.org/officeDocument/2006/relationships/slide" Target="slides/slide235.xml"/><Relationship Id="rId239" Type="http://schemas.openxmlformats.org/officeDocument/2006/relationships/slide" Target="slides/slide236.xml"/><Relationship Id="rId240" Type="http://schemas.openxmlformats.org/officeDocument/2006/relationships/slide" Target="slides/slide237.xml"/><Relationship Id="rId241" Type="http://schemas.openxmlformats.org/officeDocument/2006/relationships/slide" Target="slides/slide238.xml"/><Relationship Id="rId242" Type="http://schemas.openxmlformats.org/officeDocument/2006/relationships/slide" Target="slides/slide239.xml"/><Relationship Id="rId243" Type="http://schemas.openxmlformats.org/officeDocument/2006/relationships/slide" Target="slides/slide240.xml"/><Relationship Id="rId244" Type="http://schemas.openxmlformats.org/officeDocument/2006/relationships/slide" Target="slides/slide241.xml"/><Relationship Id="rId245" Type="http://schemas.openxmlformats.org/officeDocument/2006/relationships/slide" Target="slides/slide242.xml"/><Relationship Id="rId246" Type="http://schemas.openxmlformats.org/officeDocument/2006/relationships/slide" Target="slides/slide243.xml"/><Relationship Id="rId247" Type="http://schemas.openxmlformats.org/officeDocument/2006/relationships/slide" Target="slides/slide244.xml"/><Relationship Id="rId248" Type="http://schemas.openxmlformats.org/officeDocument/2006/relationships/slide" Target="slides/slide245.xml"/><Relationship Id="rId249" Type="http://schemas.openxmlformats.org/officeDocument/2006/relationships/slide" Target="slides/slide246.xml"/><Relationship Id="rId250" Type="http://schemas.openxmlformats.org/officeDocument/2006/relationships/slide" Target="slides/slide247.xml"/><Relationship Id="rId251" Type="http://schemas.openxmlformats.org/officeDocument/2006/relationships/slide" Target="slides/slide248.xml"/><Relationship Id="rId252" Type="http://schemas.openxmlformats.org/officeDocument/2006/relationships/slide" Target="slides/slide249.xml"/><Relationship Id="rId253" Type="http://schemas.openxmlformats.org/officeDocument/2006/relationships/notesMaster" Target="notesMasters/notesMaster1.xml"/><Relationship Id="rId254" Type="http://schemas.openxmlformats.org/officeDocument/2006/relationships/presProps" Target="presProps.xml"/><Relationship Id="rId255" Type="http://schemas.openxmlformats.org/officeDocument/2006/relationships/tableStyles" Target="tableStyles.xml"/><Relationship Id="rId256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624644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7401066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33905640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839963979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1443993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50396611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1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1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1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1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1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1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1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_rels/notesSlide1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1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3.xml"/></Relationships>
</file>

<file path=ppt/notesSlides/_rels/notesSlide1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_rels/notesSlide1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1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1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7.xml"/></Relationships>
</file>

<file path=ppt/notesSlides/_rels/notesSlide1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8.xml"/></Relationships>
</file>

<file path=ppt/notesSlides/_rels/notesSlide1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9.xml"/></Relationships>
</file>

<file path=ppt/notesSlides/_rels/notesSlide1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0.xml"/></Relationships>
</file>

<file path=ppt/notesSlides/_rels/notesSlide1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1.xml"/></Relationships>
</file>

<file path=ppt/notesSlides/_rels/notesSlide1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2.xml"/></Relationships>
</file>

<file path=ppt/notesSlides/_rels/notesSlide1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3.xml"/></Relationships>
</file>

<file path=ppt/notesSlides/_rels/notesSlide1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4.xml"/></Relationships>
</file>

<file path=ppt/notesSlides/_rels/notesSlide1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5.xml"/></Relationships>
</file>

<file path=ppt/notesSlides/_rels/notesSlide1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6.xml"/></Relationships>
</file>

<file path=ppt/notesSlides/_rels/notesSlide1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7.xml"/></Relationships>
</file>

<file path=ppt/notesSlides/_rels/notesSlide1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8.xml"/></Relationships>
</file>

<file path=ppt/notesSlides/_rels/notesSlide1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9.xml"/></Relationships>
</file>

<file path=ppt/notesSlides/_rels/notesSlide1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0.xml"/></Relationships>
</file>

<file path=ppt/notesSlides/_rels/notesSlide1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1.xml"/></Relationships>
</file>

<file path=ppt/notesSlides/_rels/notesSlide1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2.xml"/></Relationships>
</file>

<file path=ppt/notesSlides/_rels/notesSlide1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3.xml"/></Relationships>
</file>

<file path=ppt/notesSlides/_rels/notesSlide1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4.xml"/></Relationships>
</file>

<file path=ppt/notesSlides/_rels/notesSlide1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5.xml"/></Relationships>
</file>

<file path=ppt/notesSlides/_rels/notesSlide1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6.xml"/></Relationships>
</file>

<file path=ppt/notesSlides/_rels/notesSlide1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7.xml"/></Relationships>
</file>

<file path=ppt/notesSlides/_rels/notesSlide1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8.xml"/></Relationships>
</file>

<file path=ppt/notesSlides/_rels/notesSlide1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9.xml"/></Relationships>
</file>

<file path=ppt/notesSlides/_rels/notesSlide1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0.xml"/></Relationships>
</file>

<file path=ppt/notesSlides/_rels/notesSlide1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1.xml"/></Relationships>
</file>

<file path=ppt/notesSlides/_rels/notesSlide1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2.xml"/></Relationships>
</file>

<file path=ppt/notesSlides/_rels/notesSlide1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3.xml"/></Relationships>
</file>

<file path=ppt/notesSlides/_rels/notesSlide1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4.xml"/></Relationships>
</file>

<file path=ppt/notesSlides/_rels/notesSlide1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5.xml"/></Relationships>
</file>

<file path=ppt/notesSlides/_rels/notesSlide1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6.xml"/></Relationships>
</file>

<file path=ppt/notesSlides/_rels/notesSlide1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7.xml"/></Relationships>
</file>

<file path=ppt/notesSlides/_rels/notesSlide1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8.xml"/></Relationships>
</file>

<file path=ppt/notesSlides/_rels/notesSlide1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9.xml"/></Relationships>
</file>

<file path=ppt/notesSlides/_rels/notesSlide1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0.xml"/></Relationships>
</file>

<file path=ppt/notesSlides/_rels/notesSlide1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1.xml"/></Relationships>
</file>

<file path=ppt/notesSlides/_rels/notesSlide1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2.xml"/></Relationships>
</file>

<file path=ppt/notesSlides/_rels/notesSlide1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3.xml"/></Relationships>
</file>

<file path=ppt/notesSlides/_rels/notesSlide1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4.xml"/></Relationships>
</file>

<file path=ppt/notesSlides/_rels/notesSlide1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5.xml"/></Relationships>
</file>

<file path=ppt/notesSlides/_rels/notesSlide1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6.xml"/></Relationships>
</file>

<file path=ppt/notesSlides/_rels/notesSlide1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7.xml"/></Relationships>
</file>

<file path=ppt/notesSlides/_rels/notesSlide1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8.xml"/></Relationships>
</file>

<file path=ppt/notesSlides/_rels/notesSlide1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9.xml"/></Relationships>
</file>

<file path=ppt/notesSlides/_rels/notesSlide2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0.xml"/></Relationships>
</file>

<file path=ppt/notesSlides/_rels/notesSlide2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1.xml"/></Relationships>
</file>

<file path=ppt/notesSlides/_rels/notesSlide2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2.xml"/></Relationships>
</file>

<file path=ppt/notesSlides/_rels/notesSlide2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3.xml"/></Relationships>
</file>

<file path=ppt/notesSlides/_rels/notesSlide2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4.xml"/></Relationships>
</file>

<file path=ppt/notesSlides/_rels/notesSlide2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5.xml"/></Relationships>
</file>

<file path=ppt/notesSlides/_rels/notesSlide2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6.xml"/></Relationships>
</file>

<file path=ppt/notesSlides/_rels/notesSlide2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7.xml"/></Relationships>
</file>

<file path=ppt/notesSlides/_rels/notesSlide2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8.xml"/></Relationships>
</file>

<file path=ppt/notesSlides/_rels/notesSlide2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9.xml"/></Relationships>
</file>

<file path=ppt/notesSlides/_rels/notesSlide2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0.xml"/></Relationships>
</file>

<file path=ppt/notesSlides/_rels/notesSlide2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1.xml"/></Relationships>
</file>

<file path=ppt/notesSlides/_rels/notesSlide2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2.xml"/></Relationships>
</file>

<file path=ppt/notesSlides/_rels/notesSlide2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3.xml"/></Relationships>
</file>

<file path=ppt/notesSlides/_rels/notesSlide2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4.xml"/></Relationships>
</file>

<file path=ppt/notesSlides/_rels/notesSlide2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5.xml"/></Relationships>
</file>

<file path=ppt/notesSlides/_rels/notesSlide2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6.xml"/></Relationships>
</file>

<file path=ppt/notesSlides/_rels/notesSlide2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7.xml"/></Relationships>
</file>

<file path=ppt/notesSlides/_rels/notesSlide2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8.xml"/></Relationships>
</file>

<file path=ppt/notesSlides/_rels/notesSlide2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9.xml"/></Relationships>
</file>

<file path=ppt/notesSlides/_rels/notesSlide2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0.xml"/></Relationships>
</file>

<file path=ppt/notesSlides/_rels/notesSlide2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1.xml"/></Relationships>
</file>

<file path=ppt/notesSlides/_rels/notesSlide2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2.xml"/></Relationships>
</file>

<file path=ppt/notesSlides/_rels/notesSlide2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3.xml"/></Relationships>
</file>

<file path=ppt/notesSlides/_rels/notesSlide2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4.xml"/></Relationships>
</file>

<file path=ppt/notesSlides/_rels/notesSlide2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5.xml"/></Relationships>
</file>

<file path=ppt/notesSlides/_rels/notesSlide2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6.xml"/></Relationships>
</file>

<file path=ppt/notesSlides/_rels/notesSlide2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7.xml"/></Relationships>
</file>

<file path=ppt/notesSlides/_rels/notesSlide2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8.xml"/></Relationships>
</file>

<file path=ppt/notesSlides/_rels/notesSlide2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9.xml"/></Relationships>
</file>

<file path=ppt/notesSlides/_rels/notesSlide2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0.xml"/></Relationships>
</file>

<file path=ppt/notesSlides/_rels/notesSlide2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1.xml"/></Relationships>
</file>

<file path=ppt/notesSlides/_rels/notesSlide2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2.xml"/></Relationships>
</file>

<file path=ppt/notesSlides/_rels/notesSlide2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3.xml"/></Relationships>
</file>

<file path=ppt/notesSlides/_rels/notesSlide2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4.xml"/></Relationships>
</file>

<file path=ppt/notesSlides/_rels/notesSlide2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5.xml"/></Relationships>
</file>

<file path=ppt/notesSlides/_rels/notesSlide2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6.xml"/></Relationships>
</file>

<file path=ppt/notesSlides/_rels/notesSlide2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7.xml"/></Relationships>
</file>

<file path=ppt/notesSlides/_rels/notesSlide2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8.xml"/></Relationships>
</file>

<file path=ppt/notesSlides/_rels/notesSlide2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9.xml"/></Relationships>
</file>

<file path=ppt/notesSlides/_rels/notesSlide2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0.xml"/></Relationships>
</file>

<file path=ppt/notesSlides/_rels/notesSlide2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1.xml"/></Relationships>
</file>

<file path=ppt/notesSlides/_rels/notesSlide2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2.xml"/></Relationships>
</file>

<file path=ppt/notesSlides/_rels/notesSlide2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3.xml"/></Relationships>
</file>

<file path=ppt/notesSlides/_rels/notesSlide2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4.xml"/></Relationships>
</file>

<file path=ppt/notesSlides/_rels/notesSlide2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5.xml"/></Relationships>
</file>

<file path=ppt/notesSlides/_rels/notesSlide2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6.xml"/></Relationships>
</file>

<file path=ppt/notesSlides/_rels/notesSlide2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7.xml"/></Relationships>
</file>

<file path=ppt/notesSlides/_rels/notesSlide2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8.xml"/></Relationships>
</file>

<file path=ppt/notesSlides/_rels/notesSlide2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30194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831384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679526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63B20E-151F-5485-6878-9F59E6F0985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515039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673020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361954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B70EFC-A0F5-63E9-69EB-AD4D519B38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553969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012065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144986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91DE0C-1C3E-0E68-FFC9-3FEA95531AA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005622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214604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831182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1109B6-5715-A20A-0EEA-79DF0AFF4F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527114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55840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986828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C0CD6D-63A2-D73F-33E3-BA5C1809B28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073251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472147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331417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E637D3-CAED-F5FF-E490-0379CD45DE8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27349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340832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950706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3CA816-92FD-36B3-83A1-4CFFF1C3E27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78432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322700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606409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7CD643-5F59-6068-E218-FA77954E273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702927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252818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828458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39C80C-D3B2-4BC9-EF4F-87183FA4588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69387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861540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265398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4E1B67-C498-C3A9-F50A-8F0B11FF8C1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384088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698206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00574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6D85F42-905F-7C00-64AB-3A8E138A238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51548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341394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193368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B91ED62-CDD7-FE58-7AD2-B71EBC1CC8C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96101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177622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429967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19EFB71-35D6-B571-100C-03E3EA98B40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237677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483723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603226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5A6AC6C-9CB4-2FEA-3499-364CE2EAF17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098196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492963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916042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952397-BC4D-32D2-2949-8C0CF9800C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54225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317799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715997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73256F-DE0B-9A83-0291-FD6C53121E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26989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232507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38296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5E0558-D29D-250A-5402-504F009AAB5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80534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00080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466161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EA37A0-8309-A860-FCB3-03E047B6767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279460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760472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596613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5A15C2-DC3B-7986-F34F-B2CEE62EC35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604709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899248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055982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068668-B9F6-0127-3942-F4064CC648B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767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281362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523466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4D8F4C-2839-9527-4E45-6707A079260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190865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012619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730503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B415F36-4779-3802-CFC7-5DEA430A23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53586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527320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627416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DE3388-4612-BB62-0C43-9A248F08459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093362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060105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374682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FF6EED-9896-EB14-202E-9F0AD0F404D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67773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657569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027601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AA604A-0879-E66C-1768-F5F569A6E02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36705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435074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71042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18A877-F7E2-231E-D616-3D6CD0E25B9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357148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449874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600248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2E0D6E0-2B09-F9D9-535E-48DE6D6BB43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612844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094468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6360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266912-5ACE-3D23-AEE1-7EC80A2004B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37110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377021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61126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568A86-2334-BAFD-F01C-A2D52A9147A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641513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796538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458674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0BB1B3-F8F5-F015-4344-F4A4F16639F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594279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635015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27015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FE963A-1DDA-C638-C210-9B4598C1710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127215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062443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318167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75F333-DEC6-5024-6F58-B31AB538579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211014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698250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252154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AACBAD-7FB7-BB9F-A6AF-E982E79D620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354709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390926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935089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BB0534-217C-0690-AB44-719AEE9126C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55741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500159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709158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F0AF1D-34A9-0F51-E7D4-0CD4516EE85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301625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724030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647382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32307D2-3420-9B1C-BEB4-9CCEDC12FD8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62119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777173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213593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6AB6B0-5684-996E-61DD-0A1FE4CA5EB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94005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038932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72031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CD4BA7-123A-6477-551C-98C29A4C038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702240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632287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753125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95B564C-BC64-D78F-7DF8-5DD98B56B3B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60383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387180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545620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81FEE3A-AB0B-B519-316C-962FECE1788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995605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05176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052794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BD78BC2-4CA5-AA2D-73A6-DF12033FD12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739434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928295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89003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8F34FA-A657-0437-DD70-1F9A2295C44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55435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874673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238506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04618CE-A96A-EF17-9F0A-C226AFC52B4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40569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417410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364052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178631-4494-F71B-4A9C-B5B59EFE364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5201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863342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138249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78ECBD-136B-846D-08DA-B9FB3985472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93526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38563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912409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4845E2B-2541-0741-A232-63ACECD4B52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93251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618279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763161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2D2D33-1764-5638-4232-EE05F7E0AFD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706264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171120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142304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FE9470B-C4FA-D64F-9FD7-45FE6D5B2A5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88697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146810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353042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681C5D-A9A7-A406-F527-626373BE392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098452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60086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077146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9C3308-9FBB-7F91-043E-4B77F7C2D49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89331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562002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211286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ED0753-BCC1-7185-E567-15ACADFD28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02496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032041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921688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66EAED-25B7-FCEF-2ADF-93B2D5CE372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01520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897365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804408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7512AB6-DE31-9396-69EF-B32D42F74F2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07479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101965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916707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6B8488-5EDD-098D-0BAD-D0EC4D33C5A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487718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020987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497159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C6D162E-FCAD-8E40-C6F4-44DBEF52281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486926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783425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533657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E73BEE-E368-EA3D-7722-DD939B7E7BD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238853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222380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169889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0EDC6EC-6576-9249-A1F3-CBC156A8920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406012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134242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596320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045A160-FE23-64F3-E390-4CAF5D9D406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90482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216180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798599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719B8B-DA40-644D-FECA-088B4D50EDD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715950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313940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645539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C2BF85A-7CA3-3773-B606-3DB86FDC863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839940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962201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701510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F4E5376-A33A-B8DA-9496-6041C66E0CC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50938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016742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701424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A62106-B11E-112C-2C94-18085CB2B87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415129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341694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071530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ADDF3B-0849-D4FC-75DA-6A96C17D781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74048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417966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915963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263734E-6B8E-0230-0C08-71A03FD83FE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51370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08983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36105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7333A39-C7DF-8FBD-3B86-66E23150B1D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51451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73969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31422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CC267D-4A5F-933C-97BB-609D8C5BDA0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85486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319435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71805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45DB39-7E13-AF09-A926-E1F507B53F8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939699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912531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291892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8F0E616-9F2A-CD7A-8760-EACE1BAF01E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61309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251693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96379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D26C34F-C755-102B-D636-AC520FF08FD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09766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21562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49157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E9698D8-9E2F-9F7F-FC9C-D7F757619F6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8464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31719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8427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734668C-E129-06DE-9F0C-DE18E52B31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09929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613598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011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085477-319C-F92E-008D-A92EB4297CA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42214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722401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057229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B15346-ED63-DE81-78D0-6212E8360D9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426465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494834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582480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5463BC-3759-41D9-BA10-18BB36D65AB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51446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270645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945983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887E809-AFDB-8613-8FDF-BFE4EB3D04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624080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122488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818384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17D91A8-72F1-CA7B-5360-F8854D59B64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274232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357830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26297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6599DF-1AF0-1F86-A064-29EC350DAA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537057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870324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88722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3C9D0C-5A3F-DA24-1C92-B8AE4EC1F4D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3409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261779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339740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F7068F-340E-0C5D-50A8-88DCE9D4A30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094509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75992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566448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1592DB0-12A9-45EB-36B9-4850680574C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880503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762059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674731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1A118E-66F6-1D9F-34F6-176867A1EFA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014380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678294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680048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A04ED3-791D-A636-C824-AD590B8EF4A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50644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746433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055088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2D8163-AE31-DC8E-0981-E0040278DA3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513154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339976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607863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E94D2C1-FFCF-BF4E-876C-E2170E77DF2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225346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869365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394604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68F560-A5A2-5CBE-BBBD-0DF19F9C36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827004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192332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610559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5BF92C-677E-BF7A-0CA1-39F567F7E27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64581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644503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364487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3989C7A-2D59-A1D9-D158-CB88137B377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32474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96154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07818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0A6F77-1B9E-526D-2366-1C921366BC3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92856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741261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463085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698E01-E5C2-9951-08EE-70C7B71CF2B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220835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268036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733388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CC52DEA-D7C0-C0D7-DB8D-911091FE5DA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02904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614902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183527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CE1A56-B117-8014-B998-EBA6420BD66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088094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221680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718703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38B75B-0D2C-7197-D335-E5CCD1F3C65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090876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39468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776080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D7A4C2-49D1-1D64-391E-B70F327E4E9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154436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193326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891505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45785E-850A-1D57-7202-8911D735EBE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133098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077848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626602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958FE3-7D80-100C-5FAE-2FAD89B81A0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79229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819019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993624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D4B8EB-BEFC-EB76-725B-D52EF8C092A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6976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032875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524922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4E19708-1C0E-B1C2-285B-2F4971B022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35096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806841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363689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FF5E66-39BF-4827-6AE8-62B4BCC6D43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017371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557416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338130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1BAF81-5DF3-80B2-5BF4-D667FCDC69E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316282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841287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141665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1F53FD-72DD-E032-7727-270F88228E7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851347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425480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691923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444F73-96C1-9F92-3B2E-D80456C992C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8002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780474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111178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96431B2-10E1-74F7-C0D9-113F3B70DD8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82094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064272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355862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8E34773-9B8F-22BE-D4C0-035EE37FB70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93868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814623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603814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231E3CC-7B09-95F2-B9C9-43D41571E43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90206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70168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364562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C6D49E-910B-6839-F15A-6E6433D5601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292311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635596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055750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071280-352D-C14A-536F-44E8B136273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626736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259435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58515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34F4AF-EA87-1185-FBCE-E8691D20411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64007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103031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063802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3D922B-7AD6-727B-3DCB-39FEB9EFF9E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987773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156430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056611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4D0F3F-A327-2D59-75E0-35CF5FA627F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184102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646922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724520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A09D5D-D3D5-DA5E-1C9E-AB523FC16E7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8097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018034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707894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C42756C-D520-0BE3-8860-6AD9BE05410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529999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221720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648286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71644D-2C15-E048-16CB-90E1802E955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606064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466990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677401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54BD95-692F-051C-E527-355E4923668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294241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452697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960246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B16A06-601D-2035-DA33-64B63C62A37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578270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321231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255014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B1CF94-A046-340E-8152-D4870019AB0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258787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547848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710262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54DFFEC-5A43-422D-1255-3E10AFF11FC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721006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150358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046438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FBEA3B9-53C7-01E2-72C9-034BF019937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142725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294259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462443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557A52-EDF6-355B-B4A4-268D6160BC1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25119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423535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878981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82EB8D4-6561-3C20-6DEA-132BE6FBEA1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044965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174402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531332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50FE25-6D25-C94A-E01C-4CE31990F9B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663530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5976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109541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2C56FC5-36AF-3B37-1219-C01659A6769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306500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82254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046550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A0A257-A37C-7064-60A3-8E065D5CB23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931231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88046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525195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708D72-9954-EF4B-3F8B-934BE868BE3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742958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457739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46058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B74203-1346-825B-4D14-D8B64C8924D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10682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328340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988379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29242C-FBA2-280E-7F70-2A727BD04EE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777907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412740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589381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036DE5-4252-F7C4-D30F-68B9BF1F199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97581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654079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738167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4EE749-E480-ADA6-B533-82F3041D137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512115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740418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407748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156FDA-AC7A-DEB5-3D2C-58052E29298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616240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58288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38850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8483F9-EAFA-8CA5-426C-14A847F5463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53616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744489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006755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230FDC-8574-B29D-C9CD-5712CDDB34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280795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339172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191621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E5FC7C-CECF-57DA-495B-B95E0D589E2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328826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76317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872430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21750F-6E9F-B4A2-CE05-C746A4E0DF8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664231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052971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731228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40D248-6051-AEBC-606C-2F435197211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028196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616683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721688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0EA727-4409-D072-5857-0EBFF5EC1B9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273759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573420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222758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C69654-CDFC-BA4D-2A08-69C24A888A6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0609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695976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503636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DE92BA-508D-78FE-291F-7F2C48018F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128427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014024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51228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83191D-EC6F-C969-9032-B2517E5181F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788600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742006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206950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A86767-8640-6C81-1C0E-ACED2C1E439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617676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925581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071958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AD02B0-FF6B-10BD-F087-30246681C92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973348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630584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953029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98A6501-A11A-CF70-3430-ECDACF63B40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09615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826283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418659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BE67E1-D88F-1A1D-9C32-627A32B62AD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856918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495449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41048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FFBA62-F941-6B0A-082F-4324D15271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11448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81104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141142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630361-BC00-B3C1-4F86-D8B8A85A580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994200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261525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642679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43CBEB-AA67-9CB6-63DB-D74546C99E9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864155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663478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819129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1FBE25-B8BE-67BF-20DE-C7AA8F15074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551438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445287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263985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551599-89F6-C00B-EE8D-AFAA69BF63D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929947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589861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682386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643D95-D20E-189F-71F5-35DCAE0330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42366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315271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780103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09FD5A-5723-9FA3-57F1-D6CCA39481F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02612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465230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509132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345297-8917-9C7E-4176-DF9D1DA3CDD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37044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99213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366822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8E9B31E-6388-251C-9AA5-5C8DC8032DA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360733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602492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17940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8B01A3-A66E-D2C0-90FD-438286819F4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997804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574709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924779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7541B5-D91C-F7C0-B51D-DD22EA1A3EC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819005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256995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09792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49145E-736C-D321-8C7E-A1411BE9CA1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735685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880973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872225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491545E-8FE1-DA0B-A238-1DE400BCFEC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42179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546503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974138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EB3319-BD38-3CA8-7783-9C07F30338D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098888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866529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197310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5CECF3-8C0B-B829-FFF7-517AE0F6509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44178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271008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335706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F8659D-F739-CE5B-58DA-DE22208CCD8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662003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770386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983515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E82B51-5CC5-38A9-096C-300A418BA64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605914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538803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415674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A2D4F2-F9B8-072E-3240-15913168F5B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02480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895193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379946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BCB252-6BE1-1C11-8378-738189ADF37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38283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126378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550450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748BD3-D91D-F915-E852-2C9B8C95B7F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728638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817958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406020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9FA200-6B00-84F2-A003-AEC38C1BE5B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79840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970707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835072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2FEB16-9916-AE98-DBF6-7D2722440D9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936183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045522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024507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D3C8FE-5489-1B5E-3B9E-1A6694A496D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348963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004596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041054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9F10CE-C636-DFAA-37B6-17BC1938A16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087372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043406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865595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DA6771-6868-C24B-A3B0-D5A6605992F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111857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644215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449322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E611B8-344F-2453-9F34-BF058890029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833120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268228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053066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ABD20C-261B-1126-9E1E-F83292615EA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57549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703838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041036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486888-6E8A-FEFE-FAF8-E0FEE675BA5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3197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908826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182981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D461EA-1C69-FEC0-FF2A-A82210AF861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504032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773704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601610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4A0299-CF39-1CF3-C3C5-470201300AE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267845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856515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262048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7004CC-4C2C-12E6-DA15-509FF418F04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535524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660822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371897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126082-D3FC-4677-DFD1-A620158832C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485685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894558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153389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8888C6-74F7-770F-6A58-F1A8A3F7D84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350552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142645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703689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0C834D-D395-6A40-DA6C-1250B4F69D6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96820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20128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980614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62856EE-82C8-79AD-F4F6-388EC67DCA3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276209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682781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58234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921DF3-69AC-EDC8-9441-3FD52D30710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591547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661849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890999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DC12E-7811-82F1-DC02-5673BEBD29F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025937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18695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419529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BE795C-E4EC-DCCA-D50A-CC8C6388120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700857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07379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694735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9802CE-5392-01A5-B224-B2C097AAAC9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879899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067834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92365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0A5DE3-BB5E-8EE5-E1C4-C61A591737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27537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832385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851771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DA599F-6E1B-CCB6-05C6-6EB1AA3BC75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47222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511227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227161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4DC0F1-E164-ED5A-ACFE-055B9E8036A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723173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403530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86247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E68357F-E29A-FAD7-AE33-00563F59832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066995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769572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980527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8ED5F71-15EE-7806-47D0-B11F0501E75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760211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61309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627020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9CBA10-7089-57C1-C0F5-7D185F284F7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638207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049984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525900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B8E5F9-A040-5E0A-CC02-6D336DE6596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57183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539715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882307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D8F9827-A069-40B0-EE81-4FE7C2A01DC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436425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65233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916917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F38106-8068-BC50-7E39-BE72703B9BC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69165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114878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901852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22D322D-C725-2CA8-BA24-46A0F7E52B4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801567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678409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805316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6AC8BC-359A-FE46-3A5C-F06092E19EA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900123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218087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456215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21FC75-F424-6C13-8A86-CF7FB4A1305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431537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604588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53473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BBA3ECD-5880-A972-1FC6-5D4B5B6E4B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760544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670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703405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2C08D3D-89B0-DE65-2F88-A592403A468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093922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855623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539800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346B815-B9E6-EA21-0293-85200398344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849157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182585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44873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8BD753-9E03-2D72-CE3F-2F54F9B9098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08084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16509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69856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2D118A-0715-8928-11A8-286847CE48D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75726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676839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935647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25FAAA-5E79-17ED-14B1-8BF8BC49B9C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34115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28875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230129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1F0713-EC5C-1DE8-3BDB-04518F8421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266878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253233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877908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112CD3-A233-A7AD-AD38-D19976DF4B0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32623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015190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836335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FF1D3B-23B9-1166-2A7C-05789443B52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57997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448958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086936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D289A9-488A-B732-8871-4AB623409EC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02956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448880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188714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6B9D00-8190-14BB-D17B-A01A73FD513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009809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340625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626656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4AB3216-D572-C390-D931-5F05D617FA0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868495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755517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778421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BB50451-68DD-60CD-6FF0-4CFB3F956CD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06185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692564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88099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A21C81B-5C47-09EF-464D-EE4942D478B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670185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985989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178040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9361523-4479-619D-EB57-8194B458E92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798173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592988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626509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8C8421-D9CF-EF1F-904C-5707B69CBF2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247468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683103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893079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942833-BE4E-BC23-FA88-E0E2E34F081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43146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700931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092835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B7B2B77-97C3-A9A0-FFCF-92E02F8DC55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205533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904625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207059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18AEED-FB7E-E479-C47C-500902401B4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79226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909432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407666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AA0A71-6C04-EA56-5D93-93F272DC38B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651936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949715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765612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17BD78-6948-F6B7-7CAB-3D3BE417882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81474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775271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861941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B9675C-2AF7-6A92-82F2-D2B8719B831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706873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123684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82603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5BA052-C4CF-4F57-A5F8-B5ADABB607C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24795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350222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111836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7F5612-6432-CDA5-C18E-200089B2765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98894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019376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113118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67FF6F-311B-92CB-FC34-21FE9F7A132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30007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345270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46035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FA63D6-7A09-0FB5-EA46-6CD6CB1DB49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523958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595670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35921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E4CB86-578C-4998-2C07-5F5757E7317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68448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097037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42291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4810EBC-FD79-1238-0B43-10533C68198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54471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087362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651770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3C2832-FA2B-3538-371D-EF7754CF53C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262480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643562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610540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7A5CDA-653C-71D4-EAD9-0821101905A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960062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40591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907181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0EC838D-CFE8-2825-8C92-DB7FDA56B30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46358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653461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313449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9FA1DBF-0671-BB38-3D02-2B9AFEF08F8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96211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928411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829060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03804B-8E18-7AB6-D95B-B8CA9A8633B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448311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02045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984474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A0BE00-E293-6B69-CEB8-33DAAD48B17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723624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6225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895640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2015F8-EC98-4C44-1C56-318C29A02BB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149924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381610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365374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FF8D74-1725-6669-4623-89911104388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152984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406498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995933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860364-AD71-BDB6-3B58-57A8B86B9E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06056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014559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354498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0CBA406-92B4-D23D-7383-947D5A63623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31841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889026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342188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DEA9658-3093-B85E-AAB7-84BAB567866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06928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886598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856462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2FE50E-A373-DB6F-E04A-EB58C743C74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02589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547280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089446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38F1192-9400-6086-23B0-AFB8FC57258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294919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259753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676014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AD7F3F-92E9-4994-627D-A0B3F68672D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859726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775124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788294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E04915D-4B98-5CD6-8708-9BA1A6BC194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641433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590295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342983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E09C22C-AC41-D71E-282E-5396C35055E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04208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177341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24095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58A974-563C-31C7-C5D0-B0B9A267CE6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677396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401544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557208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E1489C-1036-0546-4C89-59E142761E9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29278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585737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940969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201AC4-9A89-200E-6644-D7BFF95A4D4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356698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292049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930141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A181C1-8AD9-31D5-5A17-BBEBE9F7538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709331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405365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959026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F73DC4-1A63-7F53-44E5-60CD71CACBF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15489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27142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25065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B286E6-19AD-7DD2-CD5B-172A68BC72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390548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965487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712075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D8B6590-C5BD-5FDA-9989-3471C820ADA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103014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994621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652141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1988A4B-DFF3-81E7-0698-48A289EC103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832850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312126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153124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2C67EFA-4868-1726-15F1-FC471E84F28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397098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717100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878533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D9C820-9449-5B3C-E720-A3EF71453B0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907956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181179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37503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11AFA0-781B-F3E9-BF5E-6A483BE0EEF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203023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140434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977471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5E43C9-5AAC-F0C6-446F-E2D0F7C1DF1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578471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61839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855220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163C73-4459-4644-FD23-43DC829C58F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0661901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70144055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15699063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0110944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1047453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595179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7236429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9532515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4321509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9540113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5628479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9947254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175363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14210182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2331573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114043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03813877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2391082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8061394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7057828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6862019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7625680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0272424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1651366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09350010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66720250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77888085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56666465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16714361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114210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79865401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94852048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81167039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8445186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7587536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6028830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5654903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7145991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0666752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117682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7094765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4634506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4117724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00953801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56633977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1257611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6693065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2483519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005287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48622254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6031887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0524725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3986729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9874153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39618781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9613572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2795315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1314194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9458521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4948249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1161409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68428394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56134189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jpg"/><Relationship Id="rId6" Type="http://schemas.openxmlformats.org/officeDocument/2006/relationships/image" Target="../media/image38.jpg"/><Relationship Id="rId7" Type="http://schemas.openxmlformats.org/officeDocument/2006/relationships/image" Target="../media/image3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Relationship Id="rId8" Type="http://schemas.openxmlformats.org/officeDocument/2006/relationships/image" Target="../media/image45.png"/><Relationship Id="rId9" Type="http://schemas.openxmlformats.org/officeDocument/2006/relationships/image" Target="../media/image46.png"/><Relationship Id="rId10" Type="http://schemas.openxmlformats.org/officeDocument/2006/relationships/image" Target="../media/image47.png"/><Relationship Id="rId11" Type="http://schemas.openxmlformats.org/officeDocument/2006/relationships/image" Target="../media/image48.png"/><Relationship Id="rId12" Type="http://schemas.openxmlformats.org/officeDocument/2006/relationships/image" Target="../media/image49.jpg"/><Relationship Id="rId13" Type="http://schemas.openxmlformats.org/officeDocument/2006/relationships/image" Target="../media/image50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Relationship Id="rId7" Type="http://schemas.openxmlformats.org/officeDocument/2006/relationships/image" Target="../media/image55.png"/><Relationship Id="rId8" Type="http://schemas.openxmlformats.org/officeDocument/2006/relationships/image" Target="../media/image56.png"/><Relationship Id="rId9" Type="http://schemas.openxmlformats.org/officeDocument/2006/relationships/image" Target="../media/image5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Relationship Id="rId6" Type="http://schemas.openxmlformats.org/officeDocument/2006/relationships/image" Target="../media/image61.png"/><Relationship Id="rId7" Type="http://schemas.openxmlformats.org/officeDocument/2006/relationships/image" Target="../media/image62.jpg"/><Relationship Id="rId8" Type="http://schemas.openxmlformats.org/officeDocument/2006/relationships/image" Target="../media/image63.jpg"/><Relationship Id="rId9" Type="http://schemas.openxmlformats.org/officeDocument/2006/relationships/image" Target="../media/image64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5.png"/><Relationship Id="rId4" Type="http://schemas.openxmlformats.org/officeDocument/2006/relationships/image" Target="../media/image66.png"/><Relationship Id="rId5" Type="http://schemas.openxmlformats.org/officeDocument/2006/relationships/image" Target="../media/image67.png"/><Relationship Id="rId6" Type="http://schemas.openxmlformats.org/officeDocument/2006/relationships/image" Target="../media/image6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9.png"/><Relationship Id="rId4" Type="http://schemas.openxmlformats.org/officeDocument/2006/relationships/image" Target="../media/image70.png"/><Relationship Id="rId5" Type="http://schemas.openxmlformats.org/officeDocument/2006/relationships/image" Target="../media/image71.png"/><Relationship Id="rId6" Type="http://schemas.openxmlformats.org/officeDocument/2006/relationships/image" Target="../media/image72.png"/><Relationship Id="rId7" Type="http://schemas.openxmlformats.org/officeDocument/2006/relationships/image" Target="../media/image73.png"/><Relationship Id="rId8" Type="http://schemas.openxmlformats.org/officeDocument/2006/relationships/image" Target="../media/image74.png"/><Relationship Id="rId9" Type="http://schemas.openxmlformats.org/officeDocument/2006/relationships/image" Target="../media/image75.png"/><Relationship Id="rId10" Type="http://schemas.openxmlformats.org/officeDocument/2006/relationships/image" Target="../media/image76.png"/><Relationship Id="rId11" Type="http://schemas.openxmlformats.org/officeDocument/2006/relationships/image" Target="../media/image77.png"/><Relationship Id="rId12" Type="http://schemas.openxmlformats.org/officeDocument/2006/relationships/image" Target="../media/image78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9.png"/><Relationship Id="rId4" Type="http://schemas.openxmlformats.org/officeDocument/2006/relationships/image" Target="../media/image80.png"/><Relationship Id="rId5" Type="http://schemas.openxmlformats.org/officeDocument/2006/relationships/image" Target="../media/image81.png"/><Relationship Id="rId6" Type="http://schemas.openxmlformats.org/officeDocument/2006/relationships/image" Target="../media/image82.png"/><Relationship Id="rId7" Type="http://schemas.openxmlformats.org/officeDocument/2006/relationships/image" Target="../media/image83.png"/><Relationship Id="rId8" Type="http://schemas.openxmlformats.org/officeDocument/2006/relationships/image" Target="../media/image84.png"/><Relationship Id="rId9" Type="http://schemas.openxmlformats.org/officeDocument/2006/relationships/image" Target="../media/image85.png"/><Relationship Id="rId10" Type="http://schemas.openxmlformats.org/officeDocument/2006/relationships/image" Target="../media/image86.png"/><Relationship Id="rId11" Type="http://schemas.openxmlformats.org/officeDocument/2006/relationships/image" Target="../media/image87.png"/><Relationship Id="rId12" Type="http://schemas.openxmlformats.org/officeDocument/2006/relationships/image" Target="../media/image88.png"/><Relationship Id="rId13" Type="http://schemas.openxmlformats.org/officeDocument/2006/relationships/image" Target="../media/image89.png"/><Relationship Id="rId14" Type="http://schemas.openxmlformats.org/officeDocument/2006/relationships/image" Target="../media/image90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1.png"/><Relationship Id="rId4" Type="http://schemas.openxmlformats.org/officeDocument/2006/relationships/image" Target="../media/image92.png"/><Relationship Id="rId5" Type="http://schemas.openxmlformats.org/officeDocument/2006/relationships/image" Target="../media/image93.png"/><Relationship Id="rId6" Type="http://schemas.openxmlformats.org/officeDocument/2006/relationships/image" Target="../media/image94.png"/><Relationship Id="rId7" Type="http://schemas.openxmlformats.org/officeDocument/2006/relationships/image" Target="../media/image95.png"/><Relationship Id="rId8" Type="http://schemas.openxmlformats.org/officeDocument/2006/relationships/image" Target="../media/image96.png"/><Relationship Id="rId9" Type="http://schemas.openxmlformats.org/officeDocument/2006/relationships/image" Target="../media/image97.png"/><Relationship Id="rId10" Type="http://schemas.openxmlformats.org/officeDocument/2006/relationships/image" Target="../media/image98.png"/><Relationship Id="rId11" Type="http://schemas.openxmlformats.org/officeDocument/2006/relationships/image" Target="../media/image99.png"/><Relationship Id="rId12" Type="http://schemas.openxmlformats.org/officeDocument/2006/relationships/image" Target="../media/image100.png"/><Relationship Id="rId13" Type="http://schemas.openxmlformats.org/officeDocument/2006/relationships/image" Target="../media/image101.png"/><Relationship Id="rId14" Type="http://schemas.openxmlformats.org/officeDocument/2006/relationships/image" Target="../media/image102.png"/><Relationship Id="rId15" Type="http://schemas.openxmlformats.org/officeDocument/2006/relationships/image" Target="../media/image103.png"/><Relationship Id="rId16" Type="http://schemas.openxmlformats.org/officeDocument/2006/relationships/image" Target="../media/image104.png"/><Relationship Id="rId17" Type="http://schemas.openxmlformats.org/officeDocument/2006/relationships/image" Target="../media/image10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6.png"/><Relationship Id="rId4" Type="http://schemas.openxmlformats.org/officeDocument/2006/relationships/image" Target="../media/image107.png"/><Relationship Id="rId5" Type="http://schemas.openxmlformats.org/officeDocument/2006/relationships/image" Target="../media/image108.png"/><Relationship Id="rId6" Type="http://schemas.openxmlformats.org/officeDocument/2006/relationships/image" Target="../media/image109.png"/><Relationship Id="rId7" Type="http://schemas.openxmlformats.org/officeDocument/2006/relationships/image" Target="../media/image110.png"/><Relationship Id="rId8" Type="http://schemas.openxmlformats.org/officeDocument/2006/relationships/image" Target="../media/image111.png"/><Relationship Id="rId9" Type="http://schemas.openxmlformats.org/officeDocument/2006/relationships/image" Target="../media/image112.png"/><Relationship Id="rId10" Type="http://schemas.openxmlformats.org/officeDocument/2006/relationships/image" Target="../media/image113.png"/><Relationship Id="rId11" Type="http://schemas.openxmlformats.org/officeDocument/2006/relationships/image" Target="../media/image114.png"/><Relationship Id="rId12" Type="http://schemas.openxmlformats.org/officeDocument/2006/relationships/image" Target="../media/image115.png"/><Relationship Id="rId13" Type="http://schemas.openxmlformats.org/officeDocument/2006/relationships/image" Target="../media/image116.png"/><Relationship Id="rId14" Type="http://schemas.openxmlformats.org/officeDocument/2006/relationships/image" Target="../media/image117.png"/><Relationship Id="rId15" Type="http://schemas.openxmlformats.org/officeDocument/2006/relationships/image" Target="../media/image118.png"/><Relationship Id="rId16" Type="http://schemas.openxmlformats.org/officeDocument/2006/relationships/image" Target="../media/image119.png"/><Relationship Id="rId17" Type="http://schemas.openxmlformats.org/officeDocument/2006/relationships/image" Target="../media/image120.png"/><Relationship Id="rId18" Type="http://schemas.openxmlformats.org/officeDocument/2006/relationships/image" Target="../media/image12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22.png"/><Relationship Id="rId4" Type="http://schemas.openxmlformats.org/officeDocument/2006/relationships/image" Target="../media/image123.png"/><Relationship Id="rId5" Type="http://schemas.openxmlformats.org/officeDocument/2006/relationships/image" Target="../media/image124.png"/><Relationship Id="rId6" Type="http://schemas.openxmlformats.org/officeDocument/2006/relationships/image" Target="../media/image125.png"/><Relationship Id="rId7" Type="http://schemas.openxmlformats.org/officeDocument/2006/relationships/image" Target="../media/image126.png"/><Relationship Id="rId8" Type="http://schemas.openxmlformats.org/officeDocument/2006/relationships/image" Target="../media/image127.png"/><Relationship Id="rId9" Type="http://schemas.openxmlformats.org/officeDocument/2006/relationships/image" Target="../media/image128.png"/><Relationship Id="rId10" Type="http://schemas.openxmlformats.org/officeDocument/2006/relationships/image" Target="../media/image129.png"/><Relationship Id="rId11" Type="http://schemas.openxmlformats.org/officeDocument/2006/relationships/image" Target="../media/image130.png"/><Relationship Id="rId12" Type="http://schemas.openxmlformats.org/officeDocument/2006/relationships/image" Target="../media/image131.png"/><Relationship Id="rId13" Type="http://schemas.openxmlformats.org/officeDocument/2006/relationships/image" Target="../media/image132.png"/><Relationship Id="rId14" Type="http://schemas.openxmlformats.org/officeDocument/2006/relationships/image" Target="../media/image133.png"/><Relationship Id="rId15" Type="http://schemas.openxmlformats.org/officeDocument/2006/relationships/image" Target="../media/image134.png"/><Relationship Id="rId16" Type="http://schemas.openxmlformats.org/officeDocument/2006/relationships/image" Target="../media/image135.png"/><Relationship Id="rId17" Type="http://schemas.openxmlformats.org/officeDocument/2006/relationships/image" Target="../media/image136.png"/><Relationship Id="rId18" Type="http://schemas.openxmlformats.org/officeDocument/2006/relationships/image" Target="../media/image137.png"/><Relationship Id="rId19" Type="http://schemas.openxmlformats.org/officeDocument/2006/relationships/image" Target="../media/image138.png"/><Relationship Id="rId20" Type="http://schemas.openxmlformats.org/officeDocument/2006/relationships/image" Target="../media/image139.png"/><Relationship Id="rId21" Type="http://schemas.openxmlformats.org/officeDocument/2006/relationships/image" Target="../media/image140.png"/><Relationship Id="rId22" Type="http://schemas.openxmlformats.org/officeDocument/2006/relationships/image" Target="../media/image141.png"/><Relationship Id="rId23" Type="http://schemas.openxmlformats.org/officeDocument/2006/relationships/image" Target="../media/image142.png"/><Relationship Id="rId24" Type="http://schemas.openxmlformats.org/officeDocument/2006/relationships/image" Target="../media/image143.png"/><Relationship Id="rId25" Type="http://schemas.openxmlformats.org/officeDocument/2006/relationships/image" Target="../media/image144.png"/><Relationship Id="rId26" Type="http://schemas.openxmlformats.org/officeDocument/2006/relationships/image" Target="../media/image145.png"/><Relationship Id="rId27" Type="http://schemas.openxmlformats.org/officeDocument/2006/relationships/image" Target="../media/image146.png"/><Relationship Id="rId28" Type="http://schemas.openxmlformats.org/officeDocument/2006/relationships/image" Target="../media/image14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48.png"/><Relationship Id="rId4" Type="http://schemas.openxmlformats.org/officeDocument/2006/relationships/image" Target="../media/image149.png"/><Relationship Id="rId5" Type="http://schemas.openxmlformats.org/officeDocument/2006/relationships/image" Target="../media/image150.png"/><Relationship Id="rId6" Type="http://schemas.openxmlformats.org/officeDocument/2006/relationships/image" Target="../media/image151.png"/><Relationship Id="rId7" Type="http://schemas.openxmlformats.org/officeDocument/2006/relationships/image" Target="../media/image152.png"/><Relationship Id="rId8" Type="http://schemas.openxmlformats.org/officeDocument/2006/relationships/image" Target="../media/image153.png"/><Relationship Id="rId9" Type="http://schemas.openxmlformats.org/officeDocument/2006/relationships/image" Target="../media/image154.png"/><Relationship Id="rId10" Type="http://schemas.openxmlformats.org/officeDocument/2006/relationships/image" Target="../media/image155.png"/><Relationship Id="rId11" Type="http://schemas.openxmlformats.org/officeDocument/2006/relationships/image" Target="../media/image156.png"/><Relationship Id="rId12" Type="http://schemas.openxmlformats.org/officeDocument/2006/relationships/image" Target="../media/image157.png"/><Relationship Id="rId13" Type="http://schemas.openxmlformats.org/officeDocument/2006/relationships/image" Target="../media/image158.png"/><Relationship Id="rId14" Type="http://schemas.openxmlformats.org/officeDocument/2006/relationships/image" Target="../media/image159.png"/><Relationship Id="rId15" Type="http://schemas.openxmlformats.org/officeDocument/2006/relationships/image" Target="../media/image160.png"/><Relationship Id="rId16" Type="http://schemas.openxmlformats.org/officeDocument/2006/relationships/image" Target="../media/image161.png"/><Relationship Id="rId17" Type="http://schemas.openxmlformats.org/officeDocument/2006/relationships/image" Target="../media/image162.png"/><Relationship Id="rId18" Type="http://schemas.openxmlformats.org/officeDocument/2006/relationships/image" Target="../media/image163.png"/><Relationship Id="rId19" Type="http://schemas.openxmlformats.org/officeDocument/2006/relationships/image" Target="../media/image164.png"/><Relationship Id="rId20" Type="http://schemas.openxmlformats.org/officeDocument/2006/relationships/image" Target="../media/image165.png"/><Relationship Id="rId21" Type="http://schemas.openxmlformats.org/officeDocument/2006/relationships/image" Target="../media/image166.png"/><Relationship Id="rId22" Type="http://schemas.openxmlformats.org/officeDocument/2006/relationships/image" Target="../media/image167.png"/><Relationship Id="rId23" Type="http://schemas.openxmlformats.org/officeDocument/2006/relationships/image" Target="../media/image168.png"/><Relationship Id="rId24" Type="http://schemas.openxmlformats.org/officeDocument/2006/relationships/image" Target="../media/image169.png"/><Relationship Id="rId25" Type="http://schemas.openxmlformats.org/officeDocument/2006/relationships/image" Target="../media/image170.png"/><Relationship Id="rId26" Type="http://schemas.openxmlformats.org/officeDocument/2006/relationships/image" Target="../media/image171.png"/><Relationship Id="rId27" Type="http://schemas.openxmlformats.org/officeDocument/2006/relationships/image" Target="../media/image172.png"/><Relationship Id="rId28" Type="http://schemas.openxmlformats.org/officeDocument/2006/relationships/image" Target="../media/image173.png"/><Relationship Id="rId29" Type="http://schemas.openxmlformats.org/officeDocument/2006/relationships/image" Target="../media/image174.png"/><Relationship Id="rId30" Type="http://schemas.openxmlformats.org/officeDocument/2006/relationships/image" Target="../media/image175.png"/><Relationship Id="rId31" Type="http://schemas.openxmlformats.org/officeDocument/2006/relationships/image" Target="../media/image17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77.png"/><Relationship Id="rId4" Type="http://schemas.openxmlformats.org/officeDocument/2006/relationships/image" Target="../media/image178.png"/><Relationship Id="rId5" Type="http://schemas.openxmlformats.org/officeDocument/2006/relationships/image" Target="../media/image179.png"/><Relationship Id="rId6" Type="http://schemas.openxmlformats.org/officeDocument/2006/relationships/image" Target="../media/image180.png"/><Relationship Id="rId7" Type="http://schemas.openxmlformats.org/officeDocument/2006/relationships/image" Target="../media/image181.png"/><Relationship Id="rId8" Type="http://schemas.openxmlformats.org/officeDocument/2006/relationships/image" Target="../media/image182.png"/><Relationship Id="rId9" Type="http://schemas.openxmlformats.org/officeDocument/2006/relationships/image" Target="../media/image183.png"/><Relationship Id="rId10" Type="http://schemas.openxmlformats.org/officeDocument/2006/relationships/image" Target="../media/image184.png"/><Relationship Id="rId11" Type="http://schemas.openxmlformats.org/officeDocument/2006/relationships/image" Target="../media/image185.png"/><Relationship Id="rId12" Type="http://schemas.openxmlformats.org/officeDocument/2006/relationships/image" Target="../media/image186.png"/><Relationship Id="rId13" Type="http://schemas.openxmlformats.org/officeDocument/2006/relationships/image" Target="../media/image187.png"/><Relationship Id="rId14" Type="http://schemas.openxmlformats.org/officeDocument/2006/relationships/image" Target="../media/image188.png"/><Relationship Id="rId15" Type="http://schemas.openxmlformats.org/officeDocument/2006/relationships/image" Target="../media/image189.png"/><Relationship Id="rId16" Type="http://schemas.openxmlformats.org/officeDocument/2006/relationships/image" Target="../media/image190.png"/><Relationship Id="rId17" Type="http://schemas.openxmlformats.org/officeDocument/2006/relationships/image" Target="../media/image191.png"/><Relationship Id="rId18" Type="http://schemas.openxmlformats.org/officeDocument/2006/relationships/image" Target="../media/image192.png"/><Relationship Id="rId19" Type="http://schemas.openxmlformats.org/officeDocument/2006/relationships/image" Target="../media/image193.png"/><Relationship Id="rId20" Type="http://schemas.openxmlformats.org/officeDocument/2006/relationships/image" Target="../media/image194.png"/><Relationship Id="rId21" Type="http://schemas.openxmlformats.org/officeDocument/2006/relationships/image" Target="../media/image195.png"/><Relationship Id="rId22" Type="http://schemas.openxmlformats.org/officeDocument/2006/relationships/image" Target="../media/image196.png"/><Relationship Id="rId23" Type="http://schemas.openxmlformats.org/officeDocument/2006/relationships/image" Target="../media/image197.png"/><Relationship Id="rId24" Type="http://schemas.openxmlformats.org/officeDocument/2006/relationships/image" Target="../media/image198.png"/><Relationship Id="rId25" Type="http://schemas.openxmlformats.org/officeDocument/2006/relationships/image" Target="../media/image199.png"/><Relationship Id="rId26" Type="http://schemas.openxmlformats.org/officeDocument/2006/relationships/image" Target="../media/image200.png"/><Relationship Id="rId27" Type="http://schemas.openxmlformats.org/officeDocument/2006/relationships/image" Target="../media/image201.png"/><Relationship Id="rId28" Type="http://schemas.openxmlformats.org/officeDocument/2006/relationships/image" Target="../media/image202.png"/><Relationship Id="rId29" Type="http://schemas.openxmlformats.org/officeDocument/2006/relationships/image" Target="../media/image203.png"/><Relationship Id="rId30" Type="http://schemas.openxmlformats.org/officeDocument/2006/relationships/image" Target="../media/image204.png"/><Relationship Id="rId31" Type="http://schemas.openxmlformats.org/officeDocument/2006/relationships/image" Target="../media/image205.png"/><Relationship Id="rId32" Type="http://schemas.openxmlformats.org/officeDocument/2006/relationships/image" Target="../media/image206.png"/><Relationship Id="rId33" Type="http://schemas.openxmlformats.org/officeDocument/2006/relationships/image" Target="../media/image20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09.png"/><Relationship Id="rId4" Type="http://schemas.openxmlformats.org/officeDocument/2006/relationships/image" Target="../media/image210.png"/><Relationship Id="rId5" Type="http://schemas.openxmlformats.org/officeDocument/2006/relationships/image" Target="../media/image21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1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1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14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15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16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17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18.png"/><Relationship Id="rId4" Type="http://schemas.openxmlformats.org/officeDocument/2006/relationships/image" Target="../media/image219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20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2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22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2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22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25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226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227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228.png"/><Relationship Id="rId4" Type="http://schemas.openxmlformats.org/officeDocument/2006/relationships/image" Target="../media/image229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230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23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232.png"/><Relationship Id="rId4" Type="http://schemas.openxmlformats.org/officeDocument/2006/relationships/image" Target="../media/image233.png"/><Relationship Id="rId5" Type="http://schemas.openxmlformats.org/officeDocument/2006/relationships/image" Target="../media/image234.png"/><Relationship Id="rId6" Type="http://schemas.openxmlformats.org/officeDocument/2006/relationships/image" Target="../media/image235.png"/><Relationship Id="rId7" Type="http://schemas.openxmlformats.org/officeDocument/2006/relationships/image" Target="../media/image236.png"/><Relationship Id="rId8" Type="http://schemas.openxmlformats.org/officeDocument/2006/relationships/image" Target="../media/image237.png"/><Relationship Id="rId9" Type="http://schemas.openxmlformats.org/officeDocument/2006/relationships/image" Target="../media/image238.png"/><Relationship Id="rId10" Type="http://schemas.openxmlformats.org/officeDocument/2006/relationships/image" Target="../media/image239.png"/><Relationship Id="rId11" Type="http://schemas.openxmlformats.org/officeDocument/2006/relationships/image" Target="../media/image240.png"/><Relationship Id="rId12" Type="http://schemas.openxmlformats.org/officeDocument/2006/relationships/image" Target="../media/image241.png"/><Relationship Id="rId13" Type="http://schemas.openxmlformats.org/officeDocument/2006/relationships/image" Target="../media/image242.png"/><Relationship Id="rId14" Type="http://schemas.openxmlformats.org/officeDocument/2006/relationships/image" Target="../media/image243.png"/><Relationship Id="rId15" Type="http://schemas.openxmlformats.org/officeDocument/2006/relationships/image" Target="../media/image244.png"/><Relationship Id="rId16" Type="http://schemas.openxmlformats.org/officeDocument/2006/relationships/image" Target="../media/image245.png"/><Relationship Id="rId17" Type="http://schemas.openxmlformats.org/officeDocument/2006/relationships/image" Target="../media/image246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247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248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249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249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250.png"/><Relationship Id="rId4" Type="http://schemas.openxmlformats.org/officeDocument/2006/relationships/image" Target="../media/image25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252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253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254.png"/><Relationship Id="rId4" Type="http://schemas.openxmlformats.org/officeDocument/2006/relationships/image" Target="../media/image255.png"/><Relationship Id="rId5" Type="http://schemas.openxmlformats.org/officeDocument/2006/relationships/image" Target="../media/image256.png"/><Relationship Id="rId6" Type="http://schemas.openxmlformats.org/officeDocument/2006/relationships/image" Target="../media/image257.png"/><Relationship Id="rId7" Type="http://schemas.openxmlformats.org/officeDocument/2006/relationships/image" Target="../media/image258.png"/><Relationship Id="rId8" Type="http://schemas.openxmlformats.org/officeDocument/2006/relationships/image" Target="../media/image259.png"/><Relationship Id="rId9" Type="http://schemas.openxmlformats.org/officeDocument/2006/relationships/image" Target="../media/image260.png"/><Relationship Id="rId10" Type="http://schemas.openxmlformats.org/officeDocument/2006/relationships/image" Target="../media/image261.png"/><Relationship Id="rId11" Type="http://schemas.openxmlformats.org/officeDocument/2006/relationships/image" Target="../media/image262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263.png"/><Relationship Id="rId4" Type="http://schemas.openxmlformats.org/officeDocument/2006/relationships/image" Target="../media/image264.png"/><Relationship Id="rId5" Type="http://schemas.openxmlformats.org/officeDocument/2006/relationships/image" Target="../media/image265.png"/><Relationship Id="rId6" Type="http://schemas.openxmlformats.org/officeDocument/2006/relationships/image" Target="../media/image266.png"/><Relationship Id="rId7" Type="http://schemas.openxmlformats.org/officeDocument/2006/relationships/image" Target="../media/image267.png"/><Relationship Id="rId8" Type="http://schemas.openxmlformats.org/officeDocument/2006/relationships/image" Target="../media/image268.png"/><Relationship Id="rId9" Type="http://schemas.openxmlformats.org/officeDocument/2006/relationships/image" Target="../media/image269.png"/><Relationship Id="rId10" Type="http://schemas.openxmlformats.org/officeDocument/2006/relationships/image" Target="../media/image270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271.png"/><Relationship Id="rId4" Type="http://schemas.openxmlformats.org/officeDocument/2006/relationships/image" Target="../media/image272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273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274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275.png"/><Relationship Id="rId4" Type="http://schemas.openxmlformats.org/officeDocument/2006/relationships/image" Target="../media/image276.png"/><Relationship Id="rId5" Type="http://schemas.openxmlformats.org/officeDocument/2006/relationships/image" Target="../media/image277.png"/><Relationship Id="rId6" Type="http://schemas.openxmlformats.org/officeDocument/2006/relationships/image" Target="../media/image278.png"/><Relationship Id="rId7" Type="http://schemas.openxmlformats.org/officeDocument/2006/relationships/image" Target="../media/image279.png"/><Relationship Id="rId8" Type="http://schemas.openxmlformats.org/officeDocument/2006/relationships/image" Target="../media/image280.png"/><Relationship Id="rId9" Type="http://schemas.openxmlformats.org/officeDocument/2006/relationships/image" Target="../media/image281.png"/><Relationship Id="rId10" Type="http://schemas.openxmlformats.org/officeDocument/2006/relationships/image" Target="../media/image282.png"/><Relationship Id="rId11" Type="http://schemas.openxmlformats.org/officeDocument/2006/relationships/image" Target="../media/image283.png"/><Relationship Id="rId12" Type="http://schemas.openxmlformats.org/officeDocument/2006/relationships/image" Target="../media/image284.png"/><Relationship Id="rId13" Type="http://schemas.openxmlformats.org/officeDocument/2006/relationships/image" Target="../media/image285.png"/><Relationship Id="rId14" Type="http://schemas.openxmlformats.org/officeDocument/2006/relationships/image" Target="../media/image286.png"/><Relationship Id="rId15" Type="http://schemas.openxmlformats.org/officeDocument/2006/relationships/image" Target="../media/image287.png"/><Relationship Id="rId16" Type="http://schemas.openxmlformats.org/officeDocument/2006/relationships/image" Target="../media/image288.png"/><Relationship Id="rId17" Type="http://schemas.openxmlformats.org/officeDocument/2006/relationships/image" Target="../media/image289.png"/><Relationship Id="rId18" Type="http://schemas.openxmlformats.org/officeDocument/2006/relationships/image" Target="../media/image290.png"/><Relationship Id="rId19" Type="http://schemas.openxmlformats.org/officeDocument/2006/relationships/image" Target="../media/image291.png"/><Relationship Id="rId20" Type="http://schemas.openxmlformats.org/officeDocument/2006/relationships/image" Target="../media/image292.png"/><Relationship Id="rId21" Type="http://schemas.openxmlformats.org/officeDocument/2006/relationships/image" Target="../media/image293.png"/><Relationship Id="rId22" Type="http://schemas.openxmlformats.org/officeDocument/2006/relationships/image" Target="../media/image294.png"/><Relationship Id="rId23" Type="http://schemas.openxmlformats.org/officeDocument/2006/relationships/image" Target="../media/image295.png"/><Relationship Id="rId24" Type="http://schemas.openxmlformats.org/officeDocument/2006/relationships/image" Target="../media/image296.png"/><Relationship Id="rId25" Type="http://schemas.openxmlformats.org/officeDocument/2006/relationships/image" Target="../media/image297.png"/><Relationship Id="rId26" Type="http://schemas.openxmlformats.org/officeDocument/2006/relationships/image" Target="../media/image298.png"/><Relationship Id="rId27" Type="http://schemas.openxmlformats.org/officeDocument/2006/relationships/image" Target="../media/image299.png"/><Relationship Id="rId28" Type="http://schemas.openxmlformats.org/officeDocument/2006/relationships/image" Target="../media/image300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301.png"/><Relationship Id="rId4" Type="http://schemas.openxmlformats.org/officeDocument/2006/relationships/image" Target="../media/image302.png"/><Relationship Id="rId5" Type="http://schemas.openxmlformats.org/officeDocument/2006/relationships/image" Target="../media/image303.png"/><Relationship Id="rId6" Type="http://schemas.openxmlformats.org/officeDocument/2006/relationships/image" Target="../media/image304.png"/><Relationship Id="rId7" Type="http://schemas.openxmlformats.org/officeDocument/2006/relationships/image" Target="../media/image305.png"/><Relationship Id="rId8" Type="http://schemas.openxmlformats.org/officeDocument/2006/relationships/image" Target="../media/image306.png"/><Relationship Id="rId9" Type="http://schemas.openxmlformats.org/officeDocument/2006/relationships/image" Target="../media/image307.png"/><Relationship Id="rId10" Type="http://schemas.openxmlformats.org/officeDocument/2006/relationships/image" Target="../media/image308.png"/><Relationship Id="rId11" Type="http://schemas.openxmlformats.org/officeDocument/2006/relationships/image" Target="../media/image309.png"/><Relationship Id="rId12" Type="http://schemas.openxmlformats.org/officeDocument/2006/relationships/image" Target="../media/image310.png"/><Relationship Id="rId13" Type="http://schemas.openxmlformats.org/officeDocument/2006/relationships/image" Target="../media/image311.png"/><Relationship Id="rId14" Type="http://schemas.openxmlformats.org/officeDocument/2006/relationships/image" Target="../media/image312.png"/><Relationship Id="rId15" Type="http://schemas.openxmlformats.org/officeDocument/2006/relationships/image" Target="../media/image313.png"/><Relationship Id="rId16" Type="http://schemas.openxmlformats.org/officeDocument/2006/relationships/image" Target="../media/image314.png"/><Relationship Id="rId17" Type="http://schemas.openxmlformats.org/officeDocument/2006/relationships/image" Target="../media/image315.png"/><Relationship Id="rId18" Type="http://schemas.openxmlformats.org/officeDocument/2006/relationships/image" Target="../media/image316.png"/><Relationship Id="rId19" Type="http://schemas.openxmlformats.org/officeDocument/2006/relationships/image" Target="../media/image317.png"/><Relationship Id="rId20" Type="http://schemas.openxmlformats.org/officeDocument/2006/relationships/image" Target="../media/image318.png"/><Relationship Id="rId21" Type="http://schemas.openxmlformats.org/officeDocument/2006/relationships/image" Target="../media/image319.png"/><Relationship Id="rId22" Type="http://schemas.openxmlformats.org/officeDocument/2006/relationships/image" Target="../media/image320.png"/><Relationship Id="rId23" Type="http://schemas.openxmlformats.org/officeDocument/2006/relationships/image" Target="../media/image321.png"/><Relationship Id="rId24" Type="http://schemas.openxmlformats.org/officeDocument/2006/relationships/image" Target="../media/image322.png"/><Relationship Id="rId25" Type="http://schemas.openxmlformats.org/officeDocument/2006/relationships/image" Target="../media/image323.png"/><Relationship Id="rId26" Type="http://schemas.openxmlformats.org/officeDocument/2006/relationships/image" Target="../media/image324.png"/><Relationship Id="rId27" Type="http://schemas.openxmlformats.org/officeDocument/2006/relationships/image" Target="../media/image325.png"/><Relationship Id="rId28" Type="http://schemas.openxmlformats.org/officeDocument/2006/relationships/image" Target="../media/image326.png"/><Relationship Id="rId29" Type="http://schemas.openxmlformats.org/officeDocument/2006/relationships/image" Target="../media/image327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328.png"/><Relationship Id="rId4" Type="http://schemas.openxmlformats.org/officeDocument/2006/relationships/image" Target="../media/image329.png"/><Relationship Id="rId5" Type="http://schemas.openxmlformats.org/officeDocument/2006/relationships/image" Target="../media/image330.png"/><Relationship Id="rId6" Type="http://schemas.openxmlformats.org/officeDocument/2006/relationships/image" Target="../media/image331.png"/><Relationship Id="rId7" Type="http://schemas.openxmlformats.org/officeDocument/2006/relationships/image" Target="../media/image332.png"/><Relationship Id="rId8" Type="http://schemas.openxmlformats.org/officeDocument/2006/relationships/image" Target="../media/image333.png"/><Relationship Id="rId9" Type="http://schemas.openxmlformats.org/officeDocument/2006/relationships/image" Target="../media/image334.png"/><Relationship Id="rId10" Type="http://schemas.openxmlformats.org/officeDocument/2006/relationships/image" Target="../media/image335.png"/><Relationship Id="rId11" Type="http://schemas.openxmlformats.org/officeDocument/2006/relationships/image" Target="../media/image336.png"/><Relationship Id="rId12" Type="http://schemas.openxmlformats.org/officeDocument/2006/relationships/image" Target="../media/image337.png"/><Relationship Id="rId13" Type="http://schemas.openxmlformats.org/officeDocument/2006/relationships/image" Target="../media/image338.png"/><Relationship Id="rId14" Type="http://schemas.openxmlformats.org/officeDocument/2006/relationships/image" Target="../media/image339.png"/><Relationship Id="rId15" Type="http://schemas.openxmlformats.org/officeDocument/2006/relationships/image" Target="../media/image340.png"/><Relationship Id="rId16" Type="http://schemas.openxmlformats.org/officeDocument/2006/relationships/image" Target="../media/image341.png"/><Relationship Id="rId17" Type="http://schemas.openxmlformats.org/officeDocument/2006/relationships/image" Target="../media/image342.png"/><Relationship Id="rId18" Type="http://schemas.openxmlformats.org/officeDocument/2006/relationships/image" Target="../media/image343.png"/><Relationship Id="rId19" Type="http://schemas.openxmlformats.org/officeDocument/2006/relationships/image" Target="../media/image344.png"/><Relationship Id="rId20" Type="http://schemas.openxmlformats.org/officeDocument/2006/relationships/image" Target="../media/image345.png"/><Relationship Id="rId21" Type="http://schemas.openxmlformats.org/officeDocument/2006/relationships/image" Target="../media/image346.png"/><Relationship Id="rId22" Type="http://schemas.openxmlformats.org/officeDocument/2006/relationships/image" Target="../media/image347.png"/><Relationship Id="rId23" Type="http://schemas.openxmlformats.org/officeDocument/2006/relationships/image" Target="../media/image348.png"/><Relationship Id="rId24" Type="http://schemas.openxmlformats.org/officeDocument/2006/relationships/image" Target="../media/image349.png"/><Relationship Id="rId25" Type="http://schemas.openxmlformats.org/officeDocument/2006/relationships/image" Target="../media/image350.png"/><Relationship Id="rId26" Type="http://schemas.openxmlformats.org/officeDocument/2006/relationships/image" Target="../media/image351.png"/><Relationship Id="rId27" Type="http://schemas.openxmlformats.org/officeDocument/2006/relationships/image" Target="../media/image352.png"/><Relationship Id="rId28" Type="http://schemas.openxmlformats.org/officeDocument/2006/relationships/image" Target="../media/image353.png"/><Relationship Id="rId29" Type="http://schemas.openxmlformats.org/officeDocument/2006/relationships/image" Target="../media/image354.png"/><Relationship Id="rId30" Type="http://schemas.openxmlformats.org/officeDocument/2006/relationships/image" Target="../media/image355.png"/><Relationship Id="rId31" Type="http://schemas.openxmlformats.org/officeDocument/2006/relationships/image" Target="../media/image356.png"/><Relationship Id="rId32" Type="http://schemas.openxmlformats.org/officeDocument/2006/relationships/image" Target="../media/image357.png"/><Relationship Id="rId33" Type="http://schemas.openxmlformats.org/officeDocument/2006/relationships/image" Target="../media/image358.png"/><Relationship Id="rId34" Type="http://schemas.openxmlformats.org/officeDocument/2006/relationships/image" Target="../media/image359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360.png"/><Relationship Id="rId4" Type="http://schemas.openxmlformats.org/officeDocument/2006/relationships/image" Target="../media/image361.png"/><Relationship Id="rId5" Type="http://schemas.openxmlformats.org/officeDocument/2006/relationships/image" Target="../media/image362.png"/><Relationship Id="rId6" Type="http://schemas.openxmlformats.org/officeDocument/2006/relationships/image" Target="../media/image363.png"/><Relationship Id="rId7" Type="http://schemas.openxmlformats.org/officeDocument/2006/relationships/image" Target="../media/image364.png"/><Relationship Id="rId8" Type="http://schemas.openxmlformats.org/officeDocument/2006/relationships/image" Target="../media/image365.png"/><Relationship Id="rId9" Type="http://schemas.openxmlformats.org/officeDocument/2006/relationships/image" Target="../media/image366.png"/><Relationship Id="rId10" Type="http://schemas.openxmlformats.org/officeDocument/2006/relationships/image" Target="../media/image367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368.png"/><Relationship Id="rId4" Type="http://schemas.openxmlformats.org/officeDocument/2006/relationships/image" Target="../media/image369.png"/><Relationship Id="rId5" Type="http://schemas.openxmlformats.org/officeDocument/2006/relationships/image" Target="../media/image370.png"/><Relationship Id="rId6" Type="http://schemas.openxmlformats.org/officeDocument/2006/relationships/image" Target="../media/image371.png"/><Relationship Id="rId7" Type="http://schemas.openxmlformats.org/officeDocument/2006/relationships/image" Target="../media/image372.png"/><Relationship Id="rId8" Type="http://schemas.openxmlformats.org/officeDocument/2006/relationships/image" Target="../media/image373.png"/><Relationship Id="rId9" Type="http://schemas.openxmlformats.org/officeDocument/2006/relationships/image" Target="../media/image374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375.png"/><Relationship Id="rId4" Type="http://schemas.openxmlformats.org/officeDocument/2006/relationships/image" Target="../media/image376.png"/><Relationship Id="rId5" Type="http://schemas.openxmlformats.org/officeDocument/2006/relationships/image" Target="../media/image377.png"/><Relationship Id="rId6" Type="http://schemas.openxmlformats.org/officeDocument/2006/relationships/image" Target="../media/image378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375.png"/><Relationship Id="rId4" Type="http://schemas.openxmlformats.org/officeDocument/2006/relationships/image" Target="../media/image376.png"/><Relationship Id="rId5" Type="http://schemas.openxmlformats.org/officeDocument/2006/relationships/image" Target="../media/image377.png"/><Relationship Id="rId6" Type="http://schemas.openxmlformats.org/officeDocument/2006/relationships/image" Target="../media/image378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379.png"/><Relationship Id="rId4" Type="http://schemas.openxmlformats.org/officeDocument/2006/relationships/image" Target="../media/image380.png"/><Relationship Id="rId5" Type="http://schemas.openxmlformats.org/officeDocument/2006/relationships/image" Target="../media/image381.png"/><Relationship Id="rId6" Type="http://schemas.openxmlformats.org/officeDocument/2006/relationships/image" Target="../media/image382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383.png"/><Relationship Id="rId4" Type="http://schemas.openxmlformats.org/officeDocument/2006/relationships/image" Target="../media/image384.png"/><Relationship Id="rId5" Type="http://schemas.openxmlformats.org/officeDocument/2006/relationships/image" Target="../media/image385.png"/><Relationship Id="rId6" Type="http://schemas.openxmlformats.org/officeDocument/2006/relationships/image" Target="../media/image386.png"/><Relationship Id="rId7" Type="http://schemas.openxmlformats.org/officeDocument/2006/relationships/image" Target="../media/image387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388.png"/><Relationship Id="rId4" Type="http://schemas.openxmlformats.org/officeDocument/2006/relationships/image" Target="../media/image389.png"/><Relationship Id="rId5" Type="http://schemas.openxmlformats.org/officeDocument/2006/relationships/image" Target="../media/image390.png"/><Relationship Id="rId6" Type="http://schemas.openxmlformats.org/officeDocument/2006/relationships/image" Target="../media/image391.png"/><Relationship Id="rId7" Type="http://schemas.openxmlformats.org/officeDocument/2006/relationships/image" Target="../media/image392.png"/><Relationship Id="rId8" Type="http://schemas.openxmlformats.org/officeDocument/2006/relationships/image" Target="../media/image393.png"/><Relationship Id="rId9" Type="http://schemas.openxmlformats.org/officeDocument/2006/relationships/image" Target="../media/image394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395.png"/><Relationship Id="rId4" Type="http://schemas.openxmlformats.org/officeDocument/2006/relationships/image" Target="../media/image396.png"/><Relationship Id="rId5" Type="http://schemas.openxmlformats.org/officeDocument/2006/relationships/image" Target="../media/image397.png"/><Relationship Id="rId6" Type="http://schemas.openxmlformats.org/officeDocument/2006/relationships/image" Target="../media/image398.png"/><Relationship Id="rId7" Type="http://schemas.openxmlformats.org/officeDocument/2006/relationships/image" Target="../media/image399.png"/><Relationship Id="rId8" Type="http://schemas.openxmlformats.org/officeDocument/2006/relationships/image" Target="../media/image400.png"/><Relationship Id="rId9" Type="http://schemas.openxmlformats.org/officeDocument/2006/relationships/image" Target="../media/image401.png"/><Relationship Id="rId10" Type="http://schemas.openxmlformats.org/officeDocument/2006/relationships/image" Target="../media/image402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403.png"/><Relationship Id="rId4" Type="http://schemas.openxmlformats.org/officeDocument/2006/relationships/image" Target="../media/image404.png"/><Relationship Id="rId5" Type="http://schemas.openxmlformats.org/officeDocument/2006/relationships/image" Target="../media/image405.png"/><Relationship Id="rId6" Type="http://schemas.openxmlformats.org/officeDocument/2006/relationships/image" Target="../media/image406.png"/><Relationship Id="rId7" Type="http://schemas.openxmlformats.org/officeDocument/2006/relationships/image" Target="../media/image407.png"/><Relationship Id="rId8" Type="http://schemas.openxmlformats.org/officeDocument/2006/relationships/image" Target="../media/image408.png"/><Relationship Id="rId9" Type="http://schemas.openxmlformats.org/officeDocument/2006/relationships/image" Target="../media/image409.png"/><Relationship Id="rId10" Type="http://schemas.openxmlformats.org/officeDocument/2006/relationships/image" Target="../media/image410.png"/><Relationship Id="rId11" Type="http://schemas.openxmlformats.org/officeDocument/2006/relationships/image" Target="../media/image411.png"/><Relationship Id="rId12" Type="http://schemas.openxmlformats.org/officeDocument/2006/relationships/image" Target="../media/image412.png"/><Relationship Id="rId13" Type="http://schemas.openxmlformats.org/officeDocument/2006/relationships/image" Target="../media/image413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414.png"/><Relationship Id="rId4" Type="http://schemas.openxmlformats.org/officeDocument/2006/relationships/image" Target="../media/image415.png"/><Relationship Id="rId5" Type="http://schemas.openxmlformats.org/officeDocument/2006/relationships/image" Target="../media/image416.png"/><Relationship Id="rId6" Type="http://schemas.openxmlformats.org/officeDocument/2006/relationships/image" Target="../media/image417.png"/><Relationship Id="rId7" Type="http://schemas.openxmlformats.org/officeDocument/2006/relationships/image" Target="../media/image418.png"/><Relationship Id="rId8" Type="http://schemas.openxmlformats.org/officeDocument/2006/relationships/image" Target="../media/image419.png"/><Relationship Id="rId9" Type="http://schemas.openxmlformats.org/officeDocument/2006/relationships/image" Target="../media/image420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383.png"/><Relationship Id="rId4" Type="http://schemas.openxmlformats.org/officeDocument/2006/relationships/image" Target="../media/image384.png"/><Relationship Id="rId5" Type="http://schemas.openxmlformats.org/officeDocument/2006/relationships/image" Target="../media/image385.png"/><Relationship Id="rId6" Type="http://schemas.openxmlformats.org/officeDocument/2006/relationships/image" Target="../media/image386.png"/><Relationship Id="rId7" Type="http://schemas.openxmlformats.org/officeDocument/2006/relationships/image" Target="../media/image387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421.png"/><Relationship Id="rId4" Type="http://schemas.openxmlformats.org/officeDocument/2006/relationships/image" Target="../media/image422.png"/><Relationship Id="rId5" Type="http://schemas.openxmlformats.org/officeDocument/2006/relationships/image" Target="../media/image423.png"/><Relationship Id="rId6" Type="http://schemas.openxmlformats.org/officeDocument/2006/relationships/image" Target="../media/image424.jpg"/><Relationship Id="rId7" Type="http://schemas.openxmlformats.org/officeDocument/2006/relationships/image" Target="../media/image425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426.png"/><Relationship Id="rId4" Type="http://schemas.openxmlformats.org/officeDocument/2006/relationships/image" Target="../media/image427.png"/><Relationship Id="rId5" Type="http://schemas.openxmlformats.org/officeDocument/2006/relationships/image" Target="../media/image428.png"/><Relationship Id="rId6" Type="http://schemas.openxmlformats.org/officeDocument/2006/relationships/image" Target="../media/image429.png"/><Relationship Id="rId7" Type="http://schemas.openxmlformats.org/officeDocument/2006/relationships/image" Target="../media/image430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3" Type="http://schemas.openxmlformats.org/officeDocument/2006/relationships/image" Target="../media/image431.png"/><Relationship Id="rId4" Type="http://schemas.openxmlformats.org/officeDocument/2006/relationships/image" Target="../media/image432.png"/><Relationship Id="rId5" Type="http://schemas.openxmlformats.org/officeDocument/2006/relationships/image" Target="../media/image433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3" Type="http://schemas.openxmlformats.org/officeDocument/2006/relationships/image" Target="../media/image434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3" Type="http://schemas.openxmlformats.org/officeDocument/2006/relationships/image" Target="../media/image435.png"/><Relationship Id="rId4" Type="http://schemas.openxmlformats.org/officeDocument/2006/relationships/image" Target="../media/image436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3" Type="http://schemas.openxmlformats.org/officeDocument/2006/relationships/image" Target="../media/image437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3" Type="http://schemas.openxmlformats.org/officeDocument/2006/relationships/image" Target="../media/image438.png"/><Relationship Id="rId4" Type="http://schemas.openxmlformats.org/officeDocument/2006/relationships/image" Target="../media/image439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3" Type="http://schemas.openxmlformats.org/officeDocument/2006/relationships/image" Target="../media/image440.png"/><Relationship Id="rId4" Type="http://schemas.openxmlformats.org/officeDocument/2006/relationships/image" Target="../media/image441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Relationship Id="rId3" Type="http://schemas.openxmlformats.org/officeDocument/2006/relationships/image" Target="../media/image442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Relationship Id="rId3" Type="http://schemas.openxmlformats.org/officeDocument/2006/relationships/image" Target="../media/image443.png"/><Relationship Id="rId4" Type="http://schemas.openxmlformats.org/officeDocument/2006/relationships/image" Target="../media/image444.png"/><Relationship Id="rId5" Type="http://schemas.openxmlformats.org/officeDocument/2006/relationships/image" Target="../media/image445.png"/><Relationship Id="rId6" Type="http://schemas.openxmlformats.org/officeDocument/2006/relationships/image" Target="../media/image446.png"/><Relationship Id="rId7" Type="http://schemas.openxmlformats.org/officeDocument/2006/relationships/image" Target="../media/image447.png"/><Relationship Id="rId8" Type="http://schemas.openxmlformats.org/officeDocument/2006/relationships/image" Target="../media/image448.png"/><Relationship Id="rId9" Type="http://schemas.openxmlformats.org/officeDocument/2006/relationships/image" Target="../media/image449.png"/><Relationship Id="rId10" Type="http://schemas.openxmlformats.org/officeDocument/2006/relationships/image" Target="../media/image450.png"/><Relationship Id="rId11" Type="http://schemas.openxmlformats.org/officeDocument/2006/relationships/image" Target="../media/image451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Relationship Id="rId3" Type="http://schemas.openxmlformats.org/officeDocument/2006/relationships/image" Target="../media/image452.png"/><Relationship Id="rId4" Type="http://schemas.openxmlformats.org/officeDocument/2006/relationships/image" Target="../media/image453.png"/><Relationship Id="rId5" Type="http://schemas.openxmlformats.org/officeDocument/2006/relationships/image" Target="../media/image454.png"/><Relationship Id="rId6" Type="http://schemas.openxmlformats.org/officeDocument/2006/relationships/image" Target="../media/image455.png"/><Relationship Id="rId7" Type="http://schemas.openxmlformats.org/officeDocument/2006/relationships/image" Target="../media/image456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Relationship Id="rId3" Type="http://schemas.openxmlformats.org/officeDocument/2006/relationships/image" Target="../media/image457.png"/><Relationship Id="rId4" Type="http://schemas.openxmlformats.org/officeDocument/2006/relationships/image" Target="../media/image458.png"/><Relationship Id="rId5" Type="http://schemas.openxmlformats.org/officeDocument/2006/relationships/image" Target="../media/image459.png"/><Relationship Id="rId6" Type="http://schemas.openxmlformats.org/officeDocument/2006/relationships/image" Target="../media/image460.png"/><Relationship Id="rId7" Type="http://schemas.openxmlformats.org/officeDocument/2006/relationships/image" Target="../media/image461.png"/><Relationship Id="rId8" Type="http://schemas.openxmlformats.org/officeDocument/2006/relationships/image" Target="../media/image462.png"/><Relationship Id="rId9" Type="http://schemas.openxmlformats.org/officeDocument/2006/relationships/image" Target="../media/image463.png"/><Relationship Id="rId10" Type="http://schemas.openxmlformats.org/officeDocument/2006/relationships/image" Target="../media/image464.png"/><Relationship Id="rId11" Type="http://schemas.openxmlformats.org/officeDocument/2006/relationships/image" Target="../media/image465.png"/><Relationship Id="rId12" Type="http://schemas.openxmlformats.org/officeDocument/2006/relationships/image" Target="../media/image466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Relationship Id="rId3" Type="http://schemas.openxmlformats.org/officeDocument/2006/relationships/image" Target="../media/image467.png"/><Relationship Id="rId4" Type="http://schemas.openxmlformats.org/officeDocument/2006/relationships/image" Target="../media/image468.png"/><Relationship Id="rId5" Type="http://schemas.openxmlformats.org/officeDocument/2006/relationships/image" Target="../media/image469.png"/><Relationship Id="rId6" Type="http://schemas.openxmlformats.org/officeDocument/2006/relationships/image" Target="../media/image470.png"/><Relationship Id="rId7" Type="http://schemas.openxmlformats.org/officeDocument/2006/relationships/image" Target="../media/image471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Relationship Id="rId3" Type="http://schemas.openxmlformats.org/officeDocument/2006/relationships/image" Target="../media/image472.png"/><Relationship Id="rId4" Type="http://schemas.openxmlformats.org/officeDocument/2006/relationships/image" Target="../media/image473.png"/><Relationship Id="rId5" Type="http://schemas.openxmlformats.org/officeDocument/2006/relationships/image" Target="../media/image474.png"/><Relationship Id="rId6" Type="http://schemas.openxmlformats.org/officeDocument/2006/relationships/image" Target="../media/image475.png"/><Relationship Id="rId7" Type="http://schemas.openxmlformats.org/officeDocument/2006/relationships/image" Target="../media/image476.png"/><Relationship Id="rId8" Type="http://schemas.openxmlformats.org/officeDocument/2006/relationships/image" Target="../media/image477.png"/><Relationship Id="rId9" Type="http://schemas.openxmlformats.org/officeDocument/2006/relationships/image" Target="../media/image478.png"/><Relationship Id="rId10" Type="http://schemas.openxmlformats.org/officeDocument/2006/relationships/image" Target="../media/image479.png"/><Relationship Id="rId11" Type="http://schemas.openxmlformats.org/officeDocument/2006/relationships/image" Target="../media/image480.png"/><Relationship Id="rId12" Type="http://schemas.openxmlformats.org/officeDocument/2006/relationships/image" Target="../media/image481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Relationship Id="rId3" Type="http://schemas.openxmlformats.org/officeDocument/2006/relationships/image" Target="../media/image482.png"/><Relationship Id="rId4" Type="http://schemas.openxmlformats.org/officeDocument/2006/relationships/image" Target="../media/image483.png"/><Relationship Id="rId5" Type="http://schemas.openxmlformats.org/officeDocument/2006/relationships/image" Target="../media/image484.png"/><Relationship Id="rId6" Type="http://schemas.openxmlformats.org/officeDocument/2006/relationships/image" Target="../media/image485.png"/><Relationship Id="rId7" Type="http://schemas.openxmlformats.org/officeDocument/2006/relationships/image" Target="../media/image486.png"/><Relationship Id="rId8" Type="http://schemas.openxmlformats.org/officeDocument/2006/relationships/image" Target="../media/image487.png"/><Relationship Id="rId9" Type="http://schemas.openxmlformats.org/officeDocument/2006/relationships/image" Target="../media/image488.png"/><Relationship Id="rId10" Type="http://schemas.openxmlformats.org/officeDocument/2006/relationships/image" Target="../media/image489.png"/><Relationship Id="rId11" Type="http://schemas.openxmlformats.org/officeDocument/2006/relationships/image" Target="../media/image490.png"/><Relationship Id="rId12" Type="http://schemas.openxmlformats.org/officeDocument/2006/relationships/image" Target="../media/image491.png"/><Relationship Id="rId13" Type="http://schemas.openxmlformats.org/officeDocument/2006/relationships/image" Target="../media/image492.png"/><Relationship Id="rId14" Type="http://schemas.openxmlformats.org/officeDocument/2006/relationships/image" Target="../media/image493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Relationship Id="rId3" Type="http://schemas.openxmlformats.org/officeDocument/2006/relationships/image" Target="../media/image494.png"/><Relationship Id="rId4" Type="http://schemas.openxmlformats.org/officeDocument/2006/relationships/image" Target="../media/image495.png"/><Relationship Id="rId5" Type="http://schemas.openxmlformats.org/officeDocument/2006/relationships/image" Target="../media/image496.png"/><Relationship Id="rId6" Type="http://schemas.openxmlformats.org/officeDocument/2006/relationships/image" Target="../media/image497.png"/><Relationship Id="rId7" Type="http://schemas.openxmlformats.org/officeDocument/2006/relationships/image" Target="../media/image498.png"/><Relationship Id="rId8" Type="http://schemas.openxmlformats.org/officeDocument/2006/relationships/image" Target="../media/image499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Relationship Id="rId3" Type="http://schemas.openxmlformats.org/officeDocument/2006/relationships/image" Target="../media/image500.png"/><Relationship Id="rId4" Type="http://schemas.openxmlformats.org/officeDocument/2006/relationships/image" Target="../media/image501.png"/><Relationship Id="rId5" Type="http://schemas.openxmlformats.org/officeDocument/2006/relationships/image" Target="../media/image502.png"/><Relationship Id="rId6" Type="http://schemas.openxmlformats.org/officeDocument/2006/relationships/image" Target="../media/image503.png"/><Relationship Id="rId7" Type="http://schemas.openxmlformats.org/officeDocument/2006/relationships/image" Target="../media/image504.png"/><Relationship Id="rId8" Type="http://schemas.openxmlformats.org/officeDocument/2006/relationships/image" Target="../media/image505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Relationship Id="rId3" Type="http://schemas.openxmlformats.org/officeDocument/2006/relationships/image" Target="../media/image506.png"/><Relationship Id="rId4" Type="http://schemas.openxmlformats.org/officeDocument/2006/relationships/image" Target="../media/image507.png"/><Relationship Id="rId5" Type="http://schemas.openxmlformats.org/officeDocument/2006/relationships/image" Target="../media/image508.png"/><Relationship Id="rId6" Type="http://schemas.openxmlformats.org/officeDocument/2006/relationships/image" Target="../media/image509.png"/><Relationship Id="rId7" Type="http://schemas.openxmlformats.org/officeDocument/2006/relationships/image" Target="../media/image510.png"/><Relationship Id="rId8" Type="http://schemas.openxmlformats.org/officeDocument/2006/relationships/image" Target="../media/image511.png"/><Relationship Id="rId9" Type="http://schemas.openxmlformats.org/officeDocument/2006/relationships/image" Target="../media/image512.png"/><Relationship Id="rId10" Type="http://schemas.openxmlformats.org/officeDocument/2006/relationships/image" Target="../media/image513.png"/><Relationship Id="rId11" Type="http://schemas.openxmlformats.org/officeDocument/2006/relationships/image" Target="../media/image514.png"/><Relationship Id="rId12" Type="http://schemas.openxmlformats.org/officeDocument/2006/relationships/image" Target="../media/image515.png"/><Relationship Id="rId13" Type="http://schemas.openxmlformats.org/officeDocument/2006/relationships/image" Target="../media/image516.png"/><Relationship Id="rId14" Type="http://schemas.openxmlformats.org/officeDocument/2006/relationships/image" Target="../media/image517.png"/><Relationship Id="rId15" Type="http://schemas.openxmlformats.org/officeDocument/2006/relationships/image" Target="../media/image518.png"/><Relationship Id="rId16" Type="http://schemas.openxmlformats.org/officeDocument/2006/relationships/image" Target="../media/image519.png"/><Relationship Id="rId17" Type="http://schemas.openxmlformats.org/officeDocument/2006/relationships/image" Target="../media/image520.png"/><Relationship Id="rId18" Type="http://schemas.openxmlformats.org/officeDocument/2006/relationships/image" Target="../media/image521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Relationship Id="rId3" Type="http://schemas.openxmlformats.org/officeDocument/2006/relationships/image" Target="../media/image443.png"/><Relationship Id="rId4" Type="http://schemas.openxmlformats.org/officeDocument/2006/relationships/image" Target="../media/image444.png"/><Relationship Id="rId5" Type="http://schemas.openxmlformats.org/officeDocument/2006/relationships/image" Target="../media/image445.png"/><Relationship Id="rId6" Type="http://schemas.openxmlformats.org/officeDocument/2006/relationships/image" Target="../media/image446.png"/><Relationship Id="rId7" Type="http://schemas.openxmlformats.org/officeDocument/2006/relationships/image" Target="../media/image447.png"/><Relationship Id="rId8" Type="http://schemas.openxmlformats.org/officeDocument/2006/relationships/image" Target="../media/image449.png"/><Relationship Id="rId9" Type="http://schemas.openxmlformats.org/officeDocument/2006/relationships/image" Target="../media/image450.png"/><Relationship Id="rId10" Type="http://schemas.openxmlformats.org/officeDocument/2006/relationships/image" Target="../media/image448.png"/><Relationship Id="rId11" Type="http://schemas.openxmlformats.org/officeDocument/2006/relationships/image" Target="../media/image451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Relationship Id="rId3" Type="http://schemas.openxmlformats.org/officeDocument/2006/relationships/image" Target="../media/image522.png"/><Relationship Id="rId4" Type="http://schemas.openxmlformats.org/officeDocument/2006/relationships/image" Target="../media/image523.png"/><Relationship Id="rId5" Type="http://schemas.openxmlformats.org/officeDocument/2006/relationships/image" Target="../media/image524.png"/><Relationship Id="rId6" Type="http://schemas.openxmlformats.org/officeDocument/2006/relationships/image" Target="../media/image525.png"/><Relationship Id="rId7" Type="http://schemas.openxmlformats.org/officeDocument/2006/relationships/image" Target="../media/image526.png"/><Relationship Id="rId8" Type="http://schemas.openxmlformats.org/officeDocument/2006/relationships/image" Target="../media/image527.png"/><Relationship Id="rId9" Type="http://schemas.openxmlformats.org/officeDocument/2006/relationships/image" Target="../media/image528.png"/><Relationship Id="rId10" Type="http://schemas.openxmlformats.org/officeDocument/2006/relationships/image" Target="../media/image529.png"/><Relationship Id="rId11" Type="http://schemas.openxmlformats.org/officeDocument/2006/relationships/image" Target="../media/image530.png"/><Relationship Id="rId12" Type="http://schemas.openxmlformats.org/officeDocument/2006/relationships/image" Target="../media/image531.png"/><Relationship Id="rId13" Type="http://schemas.openxmlformats.org/officeDocument/2006/relationships/image" Target="../media/image532.png"/><Relationship Id="rId14" Type="http://schemas.openxmlformats.org/officeDocument/2006/relationships/image" Target="../media/image533.png"/><Relationship Id="rId15" Type="http://schemas.openxmlformats.org/officeDocument/2006/relationships/image" Target="../media/image534.png"/><Relationship Id="rId16" Type="http://schemas.openxmlformats.org/officeDocument/2006/relationships/image" Target="../media/image535.png"/><Relationship Id="rId17" Type="http://schemas.openxmlformats.org/officeDocument/2006/relationships/image" Target="../media/image536.png"/><Relationship Id="rId18" Type="http://schemas.openxmlformats.org/officeDocument/2006/relationships/image" Target="../media/image537.png"/><Relationship Id="rId19" Type="http://schemas.openxmlformats.org/officeDocument/2006/relationships/image" Target="../media/image538.png"/><Relationship Id="rId20" Type="http://schemas.openxmlformats.org/officeDocument/2006/relationships/image" Target="../media/image539.png"/><Relationship Id="rId21" Type="http://schemas.openxmlformats.org/officeDocument/2006/relationships/image" Target="../media/image540.png"/><Relationship Id="rId22" Type="http://schemas.openxmlformats.org/officeDocument/2006/relationships/image" Target="../media/image541.png"/><Relationship Id="rId23" Type="http://schemas.openxmlformats.org/officeDocument/2006/relationships/image" Target="../media/image542.png"/><Relationship Id="rId24" Type="http://schemas.openxmlformats.org/officeDocument/2006/relationships/image" Target="../media/image543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Relationship Id="rId3" Type="http://schemas.openxmlformats.org/officeDocument/2006/relationships/image" Target="../media/image544.png"/><Relationship Id="rId4" Type="http://schemas.openxmlformats.org/officeDocument/2006/relationships/image" Target="../media/image545.png"/><Relationship Id="rId5" Type="http://schemas.openxmlformats.org/officeDocument/2006/relationships/image" Target="../media/image546.png"/><Relationship Id="rId6" Type="http://schemas.openxmlformats.org/officeDocument/2006/relationships/image" Target="../media/image547.png"/><Relationship Id="rId7" Type="http://schemas.openxmlformats.org/officeDocument/2006/relationships/image" Target="../media/image548.png"/><Relationship Id="rId8" Type="http://schemas.openxmlformats.org/officeDocument/2006/relationships/image" Target="../media/image549.png"/><Relationship Id="rId9" Type="http://schemas.openxmlformats.org/officeDocument/2006/relationships/image" Target="../media/image550.png"/><Relationship Id="rId10" Type="http://schemas.openxmlformats.org/officeDocument/2006/relationships/image" Target="../media/image551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Relationship Id="rId3" Type="http://schemas.openxmlformats.org/officeDocument/2006/relationships/image" Target="../media/image552.png"/><Relationship Id="rId4" Type="http://schemas.openxmlformats.org/officeDocument/2006/relationships/image" Target="../media/image553.png"/><Relationship Id="rId5" Type="http://schemas.openxmlformats.org/officeDocument/2006/relationships/image" Target="../media/image554.png"/><Relationship Id="rId6" Type="http://schemas.openxmlformats.org/officeDocument/2006/relationships/image" Target="../media/image555.png"/><Relationship Id="rId7" Type="http://schemas.openxmlformats.org/officeDocument/2006/relationships/image" Target="../media/image556.png"/><Relationship Id="rId8" Type="http://schemas.openxmlformats.org/officeDocument/2006/relationships/image" Target="../media/image557.png"/><Relationship Id="rId9" Type="http://schemas.openxmlformats.org/officeDocument/2006/relationships/image" Target="../media/image558.png"/><Relationship Id="rId10" Type="http://schemas.openxmlformats.org/officeDocument/2006/relationships/image" Target="../media/image559.jpg"/><Relationship Id="rId11" Type="http://schemas.openxmlformats.org/officeDocument/2006/relationships/image" Target="../media/image560.jp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Relationship Id="rId3" Type="http://schemas.openxmlformats.org/officeDocument/2006/relationships/image" Target="../media/image561.png"/><Relationship Id="rId4" Type="http://schemas.openxmlformats.org/officeDocument/2006/relationships/image" Target="../media/image562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Relationship Id="rId3" Type="http://schemas.openxmlformats.org/officeDocument/2006/relationships/image" Target="../media/image563.png"/><Relationship Id="rId4" Type="http://schemas.openxmlformats.org/officeDocument/2006/relationships/image" Target="../media/image564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Relationship Id="rId3" Type="http://schemas.openxmlformats.org/officeDocument/2006/relationships/image" Target="../media/image565.png"/><Relationship Id="rId4" Type="http://schemas.openxmlformats.org/officeDocument/2006/relationships/image" Target="../media/image566.png"/><Relationship Id="rId5" Type="http://schemas.openxmlformats.org/officeDocument/2006/relationships/image" Target="../media/image567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Relationship Id="rId3" Type="http://schemas.openxmlformats.org/officeDocument/2006/relationships/image" Target="../media/image568.png"/><Relationship Id="rId4" Type="http://schemas.openxmlformats.org/officeDocument/2006/relationships/image" Target="../media/image569.png"/><Relationship Id="rId5" Type="http://schemas.openxmlformats.org/officeDocument/2006/relationships/image" Target="../media/image570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Relationship Id="rId3" Type="http://schemas.openxmlformats.org/officeDocument/2006/relationships/image" Target="../media/image571.png"/><Relationship Id="rId4" Type="http://schemas.openxmlformats.org/officeDocument/2006/relationships/image" Target="../media/image572.png"/><Relationship Id="rId5" Type="http://schemas.openxmlformats.org/officeDocument/2006/relationships/image" Target="../media/image573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Relationship Id="rId3" Type="http://schemas.openxmlformats.org/officeDocument/2006/relationships/image" Target="../media/image574.png"/><Relationship Id="rId4" Type="http://schemas.openxmlformats.org/officeDocument/2006/relationships/image" Target="../media/image575.png"/><Relationship Id="rId5" Type="http://schemas.openxmlformats.org/officeDocument/2006/relationships/image" Target="../media/image576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Relationship Id="rId3" Type="http://schemas.openxmlformats.org/officeDocument/2006/relationships/image" Target="../media/image577.jp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Relationship Id="rId3" Type="http://schemas.openxmlformats.org/officeDocument/2006/relationships/image" Target="../media/image578.jp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Relationship Id="rId3" Type="http://schemas.openxmlformats.org/officeDocument/2006/relationships/image" Target="../media/image579.jpg"/><Relationship Id="rId4" Type="http://schemas.openxmlformats.org/officeDocument/2006/relationships/image" Target="../media/image580.jp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Relationship Id="rId3" Type="http://schemas.openxmlformats.org/officeDocument/2006/relationships/image" Target="../media/image581.png"/><Relationship Id="rId4" Type="http://schemas.openxmlformats.org/officeDocument/2006/relationships/image" Target="../media/image582.png"/><Relationship Id="rId5" Type="http://schemas.openxmlformats.org/officeDocument/2006/relationships/image" Target="../media/image583.png"/><Relationship Id="rId6" Type="http://schemas.openxmlformats.org/officeDocument/2006/relationships/image" Target="../media/image584.png"/><Relationship Id="rId7" Type="http://schemas.openxmlformats.org/officeDocument/2006/relationships/image" Target="../media/image585.png"/><Relationship Id="rId8" Type="http://schemas.openxmlformats.org/officeDocument/2006/relationships/image" Target="../media/image586.png"/><Relationship Id="rId9" Type="http://schemas.openxmlformats.org/officeDocument/2006/relationships/image" Target="../media/image587.png"/><Relationship Id="rId10" Type="http://schemas.openxmlformats.org/officeDocument/2006/relationships/image" Target="../media/image588.png"/><Relationship Id="rId11" Type="http://schemas.openxmlformats.org/officeDocument/2006/relationships/image" Target="../media/image589.png"/><Relationship Id="rId12" Type="http://schemas.openxmlformats.org/officeDocument/2006/relationships/image" Target="../media/image590.png"/><Relationship Id="rId13" Type="http://schemas.openxmlformats.org/officeDocument/2006/relationships/image" Target="../media/image591.png"/><Relationship Id="rId14" Type="http://schemas.openxmlformats.org/officeDocument/2006/relationships/image" Target="../media/image592.png"/><Relationship Id="rId15" Type="http://schemas.openxmlformats.org/officeDocument/2006/relationships/image" Target="../media/image593.png"/><Relationship Id="rId16" Type="http://schemas.openxmlformats.org/officeDocument/2006/relationships/image" Target="../media/image594.png"/><Relationship Id="rId17" Type="http://schemas.openxmlformats.org/officeDocument/2006/relationships/image" Target="../media/image595.png"/><Relationship Id="rId18" Type="http://schemas.openxmlformats.org/officeDocument/2006/relationships/image" Target="../media/image596.png"/><Relationship Id="rId19" Type="http://schemas.openxmlformats.org/officeDocument/2006/relationships/image" Target="../media/image597.png"/><Relationship Id="rId20" Type="http://schemas.openxmlformats.org/officeDocument/2006/relationships/image" Target="../media/image598.png"/><Relationship Id="rId21" Type="http://schemas.openxmlformats.org/officeDocument/2006/relationships/image" Target="../media/image599.png"/><Relationship Id="rId22" Type="http://schemas.openxmlformats.org/officeDocument/2006/relationships/image" Target="../media/image600.png"/><Relationship Id="rId23" Type="http://schemas.openxmlformats.org/officeDocument/2006/relationships/image" Target="../media/image601.png"/><Relationship Id="rId24" Type="http://schemas.openxmlformats.org/officeDocument/2006/relationships/image" Target="../media/image602.png"/><Relationship Id="rId25" Type="http://schemas.openxmlformats.org/officeDocument/2006/relationships/image" Target="../media/image603.png"/><Relationship Id="rId26" Type="http://schemas.openxmlformats.org/officeDocument/2006/relationships/image" Target="../media/image604.png"/><Relationship Id="rId27" Type="http://schemas.openxmlformats.org/officeDocument/2006/relationships/image" Target="../media/image605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Relationship Id="rId3" Type="http://schemas.openxmlformats.org/officeDocument/2006/relationships/image" Target="../media/image606.png"/><Relationship Id="rId4" Type="http://schemas.openxmlformats.org/officeDocument/2006/relationships/image" Target="../media/image607.png"/><Relationship Id="rId5" Type="http://schemas.openxmlformats.org/officeDocument/2006/relationships/image" Target="../media/image608.png"/><Relationship Id="rId6" Type="http://schemas.openxmlformats.org/officeDocument/2006/relationships/image" Target="../media/image609.png"/><Relationship Id="rId7" Type="http://schemas.openxmlformats.org/officeDocument/2006/relationships/image" Target="../media/image610.png"/><Relationship Id="rId8" Type="http://schemas.openxmlformats.org/officeDocument/2006/relationships/image" Target="../media/image611.png"/><Relationship Id="rId9" Type="http://schemas.openxmlformats.org/officeDocument/2006/relationships/image" Target="../media/image612.png"/><Relationship Id="rId10" Type="http://schemas.openxmlformats.org/officeDocument/2006/relationships/image" Target="../media/image613.png"/><Relationship Id="rId11" Type="http://schemas.openxmlformats.org/officeDocument/2006/relationships/image" Target="../media/image614.png"/><Relationship Id="rId12" Type="http://schemas.openxmlformats.org/officeDocument/2006/relationships/image" Target="../media/image615.png"/><Relationship Id="rId13" Type="http://schemas.openxmlformats.org/officeDocument/2006/relationships/image" Target="../media/image616.png"/><Relationship Id="rId14" Type="http://schemas.openxmlformats.org/officeDocument/2006/relationships/image" Target="../media/image617.png"/><Relationship Id="rId15" Type="http://schemas.openxmlformats.org/officeDocument/2006/relationships/image" Target="../media/image618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Relationship Id="rId3" Type="http://schemas.openxmlformats.org/officeDocument/2006/relationships/image" Target="../media/image619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Relationship Id="rId3" Type="http://schemas.openxmlformats.org/officeDocument/2006/relationships/image" Target="../media/image620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Relationship Id="rId3" Type="http://schemas.openxmlformats.org/officeDocument/2006/relationships/image" Target="../media/image621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Relationship Id="rId3" Type="http://schemas.openxmlformats.org/officeDocument/2006/relationships/image" Target="../media/image622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Relationship Id="rId3" Type="http://schemas.openxmlformats.org/officeDocument/2006/relationships/image" Target="../media/image623.png"/><Relationship Id="rId4" Type="http://schemas.openxmlformats.org/officeDocument/2006/relationships/image" Target="../media/image624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Relationship Id="rId3" Type="http://schemas.openxmlformats.org/officeDocument/2006/relationships/image" Target="../media/image625.png"/><Relationship Id="rId4" Type="http://schemas.openxmlformats.org/officeDocument/2006/relationships/image" Target="../media/image626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Relationship Id="rId3" Type="http://schemas.openxmlformats.org/officeDocument/2006/relationships/image" Target="../media/image627.png"/><Relationship Id="rId4" Type="http://schemas.openxmlformats.org/officeDocument/2006/relationships/image" Target="../media/image628.png"/><Relationship Id="rId5" Type="http://schemas.openxmlformats.org/officeDocument/2006/relationships/image" Target="../media/image629.png"/><Relationship Id="rId6" Type="http://schemas.openxmlformats.org/officeDocument/2006/relationships/image" Target="../media/image630.png"/><Relationship Id="rId7" Type="http://schemas.openxmlformats.org/officeDocument/2006/relationships/image" Target="../media/image631.png"/><Relationship Id="rId8" Type="http://schemas.openxmlformats.org/officeDocument/2006/relationships/image" Target="../media/image632.png"/><Relationship Id="rId9" Type="http://schemas.openxmlformats.org/officeDocument/2006/relationships/image" Target="../media/image633.png"/><Relationship Id="rId10" Type="http://schemas.openxmlformats.org/officeDocument/2006/relationships/image" Target="../media/image634.png"/><Relationship Id="rId11" Type="http://schemas.openxmlformats.org/officeDocument/2006/relationships/image" Target="../media/image635.png"/><Relationship Id="rId12" Type="http://schemas.openxmlformats.org/officeDocument/2006/relationships/image" Target="../media/image636.png"/><Relationship Id="rId13" Type="http://schemas.openxmlformats.org/officeDocument/2006/relationships/image" Target="../media/image637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Relationship Id="rId3" Type="http://schemas.openxmlformats.org/officeDocument/2006/relationships/image" Target="../media/image638.png"/><Relationship Id="rId4" Type="http://schemas.openxmlformats.org/officeDocument/2006/relationships/image" Target="../media/image639.png"/><Relationship Id="rId5" Type="http://schemas.openxmlformats.org/officeDocument/2006/relationships/image" Target="../media/image640.png"/><Relationship Id="rId6" Type="http://schemas.openxmlformats.org/officeDocument/2006/relationships/image" Target="../media/image641.png"/><Relationship Id="rId7" Type="http://schemas.openxmlformats.org/officeDocument/2006/relationships/image" Target="../media/image642.png"/><Relationship Id="rId8" Type="http://schemas.openxmlformats.org/officeDocument/2006/relationships/image" Target="../media/image643.png"/><Relationship Id="rId9" Type="http://schemas.openxmlformats.org/officeDocument/2006/relationships/image" Target="../media/image644.png"/><Relationship Id="rId10" Type="http://schemas.openxmlformats.org/officeDocument/2006/relationships/image" Target="../media/image645.png"/><Relationship Id="rId11" Type="http://schemas.openxmlformats.org/officeDocument/2006/relationships/image" Target="../media/image646.png"/><Relationship Id="rId12" Type="http://schemas.openxmlformats.org/officeDocument/2006/relationships/image" Target="../media/image647.png"/><Relationship Id="rId13" Type="http://schemas.openxmlformats.org/officeDocument/2006/relationships/image" Target="../media/image648.png"/><Relationship Id="rId14" Type="http://schemas.openxmlformats.org/officeDocument/2006/relationships/image" Target="../media/image649.png"/><Relationship Id="rId15" Type="http://schemas.openxmlformats.org/officeDocument/2006/relationships/image" Target="../media/image650.png"/><Relationship Id="rId16" Type="http://schemas.openxmlformats.org/officeDocument/2006/relationships/image" Target="../media/image651.png"/><Relationship Id="rId17" Type="http://schemas.openxmlformats.org/officeDocument/2006/relationships/image" Target="../media/image652.png"/><Relationship Id="rId18" Type="http://schemas.openxmlformats.org/officeDocument/2006/relationships/image" Target="../media/image653.png"/><Relationship Id="rId19" Type="http://schemas.openxmlformats.org/officeDocument/2006/relationships/image" Target="../media/image654.png"/><Relationship Id="rId20" Type="http://schemas.openxmlformats.org/officeDocument/2006/relationships/image" Target="../media/image655.png"/><Relationship Id="rId21" Type="http://schemas.openxmlformats.org/officeDocument/2006/relationships/image" Target="../media/image656.png"/><Relationship Id="rId22" Type="http://schemas.openxmlformats.org/officeDocument/2006/relationships/image" Target="../media/image657.png"/><Relationship Id="rId23" Type="http://schemas.openxmlformats.org/officeDocument/2006/relationships/image" Target="../media/image658.png"/><Relationship Id="rId24" Type="http://schemas.openxmlformats.org/officeDocument/2006/relationships/image" Target="../media/image659.png"/><Relationship Id="rId25" Type="http://schemas.openxmlformats.org/officeDocument/2006/relationships/image" Target="../media/image660.png"/><Relationship Id="rId26" Type="http://schemas.openxmlformats.org/officeDocument/2006/relationships/image" Target="../media/image661.png"/><Relationship Id="rId27" Type="http://schemas.openxmlformats.org/officeDocument/2006/relationships/image" Target="../media/image662.png"/><Relationship Id="rId28" Type="http://schemas.openxmlformats.org/officeDocument/2006/relationships/image" Target="../media/image663.png"/><Relationship Id="rId29" Type="http://schemas.openxmlformats.org/officeDocument/2006/relationships/image" Target="../media/image664.png"/><Relationship Id="rId30" Type="http://schemas.openxmlformats.org/officeDocument/2006/relationships/image" Target="../media/image665.png"/><Relationship Id="rId31" Type="http://schemas.openxmlformats.org/officeDocument/2006/relationships/image" Target="../media/image666.png"/><Relationship Id="rId32" Type="http://schemas.openxmlformats.org/officeDocument/2006/relationships/image" Target="../media/image667.png"/><Relationship Id="rId33" Type="http://schemas.openxmlformats.org/officeDocument/2006/relationships/image" Target="../media/image668.pn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8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Relationship Id="rId3" Type="http://schemas.openxmlformats.org/officeDocument/2006/relationships/image" Target="../media/image669.png"/><Relationship Id="rId4" Type="http://schemas.openxmlformats.org/officeDocument/2006/relationships/image" Target="../media/image670.png"/><Relationship Id="rId5" Type="http://schemas.openxmlformats.org/officeDocument/2006/relationships/image" Target="../media/image671.png"/><Relationship Id="rId6" Type="http://schemas.openxmlformats.org/officeDocument/2006/relationships/image" Target="../media/image672.png"/><Relationship Id="rId7" Type="http://schemas.openxmlformats.org/officeDocument/2006/relationships/image" Target="../media/image673.png"/><Relationship Id="rId8" Type="http://schemas.openxmlformats.org/officeDocument/2006/relationships/image" Target="../media/image674.png"/><Relationship Id="rId9" Type="http://schemas.openxmlformats.org/officeDocument/2006/relationships/image" Target="../media/image675.png"/><Relationship Id="rId10" Type="http://schemas.openxmlformats.org/officeDocument/2006/relationships/image" Target="../media/image676.png"/><Relationship Id="rId11" Type="http://schemas.openxmlformats.org/officeDocument/2006/relationships/image" Target="../media/image677.png"/><Relationship Id="rId12" Type="http://schemas.openxmlformats.org/officeDocument/2006/relationships/image" Target="../media/image678.png"/><Relationship Id="rId13" Type="http://schemas.openxmlformats.org/officeDocument/2006/relationships/image" Target="../media/image679.png"/><Relationship Id="rId14" Type="http://schemas.openxmlformats.org/officeDocument/2006/relationships/image" Target="../media/image680.png"/><Relationship Id="rId15" Type="http://schemas.openxmlformats.org/officeDocument/2006/relationships/image" Target="../media/image681.png"/><Relationship Id="rId16" Type="http://schemas.openxmlformats.org/officeDocument/2006/relationships/image" Target="../media/image682.png"/><Relationship Id="rId17" Type="http://schemas.openxmlformats.org/officeDocument/2006/relationships/image" Target="../media/image683.png"/><Relationship Id="rId18" Type="http://schemas.openxmlformats.org/officeDocument/2006/relationships/image" Target="../media/image684.png"/><Relationship Id="rId19" Type="http://schemas.openxmlformats.org/officeDocument/2006/relationships/image" Target="../media/image685.png"/><Relationship Id="rId20" Type="http://schemas.openxmlformats.org/officeDocument/2006/relationships/image" Target="../media/image686.png"/><Relationship Id="rId21" Type="http://schemas.openxmlformats.org/officeDocument/2006/relationships/image" Target="../media/image687.png"/><Relationship Id="rId22" Type="http://schemas.openxmlformats.org/officeDocument/2006/relationships/image" Target="../media/image688.png"/><Relationship Id="rId23" Type="http://schemas.openxmlformats.org/officeDocument/2006/relationships/image" Target="../media/image689.png"/><Relationship Id="rId24" Type="http://schemas.openxmlformats.org/officeDocument/2006/relationships/image" Target="../media/image690.png"/><Relationship Id="rId25" Type="http://schemas.openxmlformats.org/officeDocument/2006/relationships/image" Target="../media/image691.png"/><Relationship Id="rId26" Type="http://schemas.openxmlformats.org/officeDocument/2006/relationships/image" Target="../media/image692.png"/><Relationship Id="rId27" Type="http://schemas.openxmlformats.org/officeDocument/2006/relationships/image" Target="../media/image693.png"/><Relationship Id="rId28" Type="http://schemas.openxmlformats.org/officeDocument/2006/relationships/image" Target="../media/image694.png"/><Relationship Id="rId29" Type="http://schemas.openxmlformats.org/officeDocument/2006/relationships/image" Target="../media/image695.png"/><Relationship Id="rId30" Type="http://schemas.openxmlformats.org/officeDocument/2006/relationships/image" Target="../media/image696.png"/><Relationship Id="rId31" Type="http://schemas.openxmlformats.org/officeDocument/2006/relationships/image" Target="../media/image697.png"/><Relationship Id="rId32" Type="http://schemas.openxmlformats.org/officeDocument/2006/relationships/image" Target="../media/image698.png"/><Relationship Id="rId33" Type="http://schemas.openxmlformats.org/officeDocument/2006/relationships/image" Target="../media/image699.png"/><Relationship Id="rId34" Type="http://schemas.openxmlformats.org/officeDocument/2006/relationships/image" Target="../media/image700.png"/><Relationship Id="rId35" Type="http://schemas.openxmlformats.org/officeDocument/2006/relationships/image" Target="../media/image701.png"/><Relationship Id="rId36" Type="http://schemas.openxmlformats.org/officeDocument/2006/relationships/image" Target="../media/image702.png"/><Relationship Id="rId37" Type="http://schemas.openxmlformats.org/officeDocument/2006/relationships/image" Target="../media/image703.png"/><Relationship Id="rId38" Type="http://schemas.openxmlformats.org/officeDocument/2006/relationships/image" Target="../media/image704.png"/><Relationship Id="rId39" Type="http://schemas.openxmlformats.org/officeDocument/2006/relationships/image" Target="../media/image705.png"/><Relationship Id="rId40" Type="http://schemas.openxmlformats.org/officeDocument/2006/relationships/image" Target="../media/image706.png"/><Relationship Id="rId41" Type="http://schemas.openxmlformats.org/officeDocument/2006/relationships/image" Target="../media/image707.png"/><Relationship Id="rId42" Type="http://schemas.openxmlformats.org/officeDocument/2006/relationships/image" Target="../media/image708.png"/><Relationship Id="rId43" Type="http://schemas.openxmlformats.org/officeDocument/2006/relationships/image" Target="../media/image709.png"/><Relationship Id="rId44" Type="http://schemas.openxmlformats.org/officeDocument/2006/relationships/image" Target="../media/image710.png"/><Relationship Id="rId45" Type="http://schemas.openxmlformats.org/officeDocument/2006/relationships/image" Target="../media/image711.png"/><Relationship Id="rId46" Type="http://schemas.openxmlformats.org/officeDocument/2006/relationships/image" Target="../media/image712.png"/><Relationship Id="rId47" Type="http://schemas.openxmlformats.org/officeDocument/2006/relationships/image" Target="../media/image713.png"/><Relationship Id="rId48" Type="http://schemas.openxmlformats.org/officeDocument/2006/relationships/image" Target="../media/image714.png"/><Relationship Id="rId49" Type="http://schemas.openxmlformats.org/officeDocument/2006/relationships/image" Target="../media/image715.png"/><Relationship Id="rId50" Type="http://schemas.openxmlformats.org/officeDocument/2006/relationships/image" Target="../media/image716.png"/><Relationship Id="rId51" Type="http://schemas.openxmlformats.org/officeDocument/2006/relationships/image" Target="../media/image717.png"/><Relationship Id="rId52" Type="http://schemas.openxmlformats.org/officeDocument/2006/relationships/image" Target="../media/image718.png"/><Relationship Id="rId53" Type="http://schemas.openxmlformats.org/officeDocument/2006/relationships/image" Target="../media/image719.pn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0.xml"/><Relationship Id="rId3" Type="http://schemas.openxmlformats.org/officeDocument/2006/relationships/image" Target="../media/image720.png"/><Relationship Id="rId4" Type="http://schemas.openxmlformats.org/officeDocument/2006/relationships/image" Target="../media/image721.png"/><Relationship Id="rId5" Type="http://schemas.openxmlformats.org/officeDocument/2006/relationships/image" Target="../media/image722.png"/><Relationship Id="rId6" Type="http://schemas.openxmlformats.org/officeDocument/2006/relationships/image" Target="../media/image723.png"/><Relationship Id="rId7" Type="http://schemas.openxmlformats.org/officeDocument/2006/relationships/image" Target="../media/image724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<Relationship Id="rId3" Type="http://schemas.openxmlformats.org/officeDocument/2006/relationships/image" Target="../media/image725.pn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2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3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4.xml"/><Relationship Id="rId3" Type="http://schemas.openxmlformats.org/officeDocument/2006/relationships/image" Target="../media/image726.png"/><Relationship Id="rId4" Type="http://schemas.openxmlformats.org/officeDocument/2006/relationships/image" Target="../media/image727.png"/><Relationship Id="rId5" Type="http://schemas.openxmlformats.org/officeDocument/2006/relationships/image" Target="../media/image728.png"/><Relationship Id="rId6" Type="http://schemas.openxmlformats.org/officeDocument/2006/relationships/image" Target="../media/image729.png"/><Relationship Id="rId7" Type="http://schemas.openxmlformats.org/officeDocument/2006/relationships/image" Target="../media/image730.png"/><Relationship Id="rId8" Type="http://schemas.openxmlformats.org/officeDocument/2006/relationships/image" Target="../media/image731.png"/><Relationship Id="rId9" Type="http://schemas.openxmlformats.org/officeDocument/2006/relationships/image" Target="../media/image732.png"/><Relationship Id="rId10" Type="http://schemas.openxmlformats.org/officeDocument/2006/relationships/image" Target="../media/image733.png"/><Relationship Id="rId11" Type="http://schemas.openxmlformats.org/officeDocument/2006/relationships/image" Target="../media/image734.png"/><Relationship Id="rId12" Type="http://schemas.openxmlformats.org/officeDocument/2006/relationships/image" Target="../media/image735.png"/><Relationship Id="rId13" Type="http://schemas.openxmlformats.org/officeDocument/2006/relationships/image" Target="../media/image736.png"/><Relationship Id="rId14" Type="http://schemas.openxmlformats.org/officeDocument/2006/relationships/image" Target="../media/image737.png"/><Relationship Id="rId15" Type="http://schemas.openxmlformats.org/officeDocument/2006/relationships/image" Target="../media/image738.png"/><Relationship Id="rId16" Type="http://schemas.openxmlformats.org/officeDocument/2006/relationships/image" Target="../media/image739.pn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5.xml"/><Relationship Id="rId3" Type="http://schemas.openxmlformats.org/officeDocument/2006/relationships/image" Target="../media/image740.png"/><Relationship Id="rId4" Type="http://schemas.openxmlformats.org/officeDocument/2006/relationships/image" Target="../media/image741.pn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6.xml"/><Relationship Id="rId3" Type="http://schemas.openxmlformats.org/officeDocument/2006/relationships/image" Target="../media/image742.png"/><Relationship Id="rId4" Type="http://schemas.openxmlformats.org/officeDocument/2006/relationships/image" Target="../media/image743.png"/><Relationship Id="rId5" Type="http://schemas.openxmlformats.org/officeDocument/2006/relationships/image" Target="../media/image744.png"/><Relationship Id="rId6" Type="http://schemas.openxmlformats.org/officeDocument/2006/relationships/image" Target="../media/image745.pn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7.xml"/><Relationship Id="rId3" Type="http://schemas.openxmlformats.org/officeDocument/2006/relationships/image" Target="../media/image746.png"/><Relationship Id="rId4" Type="http://schemas.openxmlformats.org/officeDocument/2006/relationships/image" Target="../media/image747.png"/><Relationship Id="rId5" Type="http://schemas.openxmlformats.org/officeDocument/2006/relationships/image" Target="../media/image748.png"/><Relationship Id="rId6" Type="http://schemas.openxmlformats.org/officeDocument/2006/relationships/image" Target="../media/image749.pn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8.xml"/><Relationship Id="rId3" Type="http://schemas.openxmlformats.org/officeDocument/2006/relationships/image" Target="../media/image750.png"/><Relationship Id="rId4" Type="http://schemas.openxmlformats.org/officeDocument/2006/relationships/image" Target="../media/image751.png"/><Relationship Id="rId5" Type="http://schemas.openxmlformats.org/officeDocument/2006/relationships/image" Target="../media/image752.png"/><Relationship Id="rId6" Type="http://schemas.openxmlformats.org/officeDocument/2006/relationships/image" Target="../media/image753.pn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9.xml"/><Relationship Id="rId3" Type="http://schemas.openxmlformats.org/officeDocument/2006/relationships/image" Target="../media/image754.pn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0.xml"/><Relationship Id="rId3" Type="http://schemas.openxmlformats.org/officeDocument/2006/relationships/image" Target="../media/image755.png"/><Relationship Id="rId4" Type="http://schemas.openxmlformats.org/officeDocument/2006/relationships/image" Target="../media/image756.pn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1.xml"/><Relationship Id="rId3" Type="http://schemas.openxmlformats.org/officeDocument/2006/relationships/image" Target="../media/image757.png"/><Relationship Id="rId4" Type="http://schemas.openxmlformats.org/officeDocument/2006/relationships/image" Target="../media/image758.png"/><Relationship Id="rId5" Type="http://schemas.openxmlformats.org/officeDocument/2006/relationships/image" Target="../media/image759.png"/><Relationship Id="rId6" Type="http://schemas.openxmlformats.org/officeDocument/2006/relationships/image" Target="../media/image760.pn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2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3.xml"/><Relationship Id="rId3" Type="http://schemas.openxmlformats.org/officeDocument/2006/relationships/image" Target="../media/image761.png"/><Relationship Id="rId4" Type="http://schemas.openxmlformats.org/officeDocument/2006/relationships/image" Target="../media/image762.pn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4.xml"/><Relationship Id="rId3" Type="http://schemas.openxmlformats.org/officeDocument/2006/relationships/image" Target="../media/image763.pn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5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6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7.xml"/><Relationship Id="rId3" Type="http://schemas.openxmlformats.org/officeDocument/2006/relationships/image" Target="../media/image764.pn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8.xml"/><Relationship Id="rId3" Type="http://schemas.openxmlformats.org/officeDocument/2006/relationships/image" Target="../media/image765.pn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9.xml"/><Relationship Id="rId3" Type="http://schemas.openxmlformats.org/officeDocument/2006/relationships/image" Target="../media/image766.pn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0.xml"/><Relationship Id="rId3" Type="http://schemas.openxmlformats.org/officeDocument/2006/relationships/image" Target="../media/image767.pn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1.xml"/><Relationship Id="rId3" Type="http://schemas.openxmlformats.org/officeDocument/2006/relationships/image" Target="../media/image768.png"/><Relationship Id="rId4" Type="http://schemas.openxmlformats.org/officeDocument/2006/relationships/image" Target="../media/image769.png"/><Relationship Id="rId5" Type="http://schemas.openxmlformats.org/officeDocument/2006/relationships/image" Target="../media/image770.png"/><Relationship Id="rId6" Type="http://schemas.openxmlformats.org/officeDocument/2006/relationships/image" Target="../media/image771.pn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2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3.xml"/><Relationship Id="rId3" Type="http://schemas.openxmlformats.org/officeDocument/2006/relationships/image" Target="../media/image772.png"/><Relationship Id="rId4" Type="http://schemas.openxmlformats.org/officeDocument/2006/relationships/image" Target="../media/image773.png"/><Relationship Id="rId5" Type="http://schemas.openxmlformats.org/officeDocument/2006/relationships/image" Target="../media/image774.png"/><Relationship Id="rId6" Type="http://schemas.openxmlformats.org/officeDocument/2006/relationships/image" Target="../media/image775.png"/><Relationship Id="rId7" Type="http://schemas.openxmlformats.org/officeDocument/2006/relationships/image" Target="../media/image776.pn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4.xml"/><Relationship Id="rId3" Type="http://schemas.openxmlformats.org/officeDocument/2006/relationships/image" Target="../media/image777.png"/><Relationship Id="rId4" Type="http://schemas.openxmlformats.org/officeDocument/2006/relationships/image" Target="../media/image778.png"/><Relationship Id="rId5" Type="http://schemas.openxmlformats.org/officeDocument/2006/relationships/image" Target="../media/image779.png"/><Relationship Id="rId6" Type="http://schemas.openxmlformats.org/officeDocument/2006/relationships/image" Target="../media/image780.pn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5.xml"/><Relationship Id="rId3" Type="http://schemas.openxmlformats.org/officeDocument/2006/relationships/image" Target="../media/image781.png"/><Relationship Id="rId4" Type="http://schemas.openxmlformats.org/officeDocument/2006/relationships/image" Target="../media/image782.pn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6.xml"/><Relationship Id="rId3" Type="http://schemas.openxmlformats.org/officeDocument/2006/relationships/image" Target="../media/image783.png"/><Relationship Id="rId4" Type="http://schemas.openxmlformats.org/officeDocument/2006/relationships/image" Target="../media/image784.png"/><Relationship Id="rId5" Type="http://schemas.openxmlformats.org/officeDocument/2006/relationships/image" Target="../media/image785.png"/><Relationship Id="rId6" Type="http://schemas.openxmlformats.org/officeDocument/2006/relationships/image" Target="../media/image786.pn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7.xml"/><Relationship Id="rId3" Type="http://schemas.openxmlformats.org/officeDocument/2006/relationships/image" Target="../media/image787.pn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8.xml"/><Relationship Id="rId3" Type="http://schemas.openxmlformats.org/officeDocument/2006/relationships/image" Target="../media/image788.jp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9.xml"/><Relationship Id="rId3" Type="http://schemas.openxmlformats.org/officeDocument/2006/relationships/image" Target="../media/image789.png"/><Relationship Id="rId4" Type="http://schemas.openxmlformats.org/officeDocument/2006/relationships/image" Target="../media/image790.png"/><Relationship Id="rId5" Type="http://schemas.openxmlformats.org/officeDocument/2006/relationships/image" Target="../media/image791.png"/><Relationship Id="rId6" Type="http://schemas.openxmlformats.org/officeDocument/2006/relationships/image" Target="../media/image792.png"/><Relationship Id="rId7" Type="http://schemas.openxmlformats.org/officeDocument/2006/relationships/image" Target="../media/image793.png"/><Relationship Id="rId8" Type="http://schemas.openxmlformats.org/officeDocument/2006/relationships/image" Target="../media/image794.pn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0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1.xml"/><Relationship Id="rId3" Type="http://schemas.openxmlformats.org/officeDocument/2006/relationships/image" Target="../media/image795.png"/><Relationship Id="rId4" Type="http://schemas.openxmlformats.org/officeDocument/2006/relationships/image" Target="../media/image796.png"/><Relationship Id="rId5" Type="http://schemas.openxmlformats.org/officeDocument/2006/relationships/image" Target="../media/image797.png"/><Relationship Id="rId6" Type="http://schemas.openxmlformats.org/officeDocument/2006/relationships/image" Target="../media/image798.png"/><Relationship Id="rId7" Type="http://schemas.openxmlformats.org/officeDocument/2006/relationships/image" Target="../media/image799.png"/><Relationship Id="rId8" Type="http://schemas.openxmlformats.org/officeDocument/2006/relationships/image" Target="../media/image800.png"/><Relationship Id="rId9" Type="http://schemas.openxmlformats.org/officeDocument/2006/relationships/image" Target="../media/image801.pn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2.xml"/><Relationship Id="rId3" Type="http://schemas.openxmlformats.org/officeDocument/2006/relationships/image" Target="../media/image802.png"/><Relationship Id="rId4" Type="http://schemas.openxmlformats.org/officeDocument/2006/relationships/image" Target="../media/image803.png"/><Relationship Id="rId5" Type="http://schemas.openxmlformats.org/officeDocument/2006/relationships/image" Target="../media/image804.png"/><Relationship Id="rId6" Type="http://schemas.openxmlformats.org/officeDocument/2006/relationships/image" Target="../media/image805.png"/><Relationship Id="rId7" Type="http://schemas.openxmlformats.org/officeDocument/2006/relationships/image" Target="../media/image806.png"/><Relationship Id="rId8" Type="http://schemas.openxmlformats.org/officeDocument/2006/relationships/image" Target="../media/image807.pn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3.xml"/><Relationship Id="rId3" Type="http://schemas.openxmlformats.org/officeDocument/2006/relationships/image" Target="../media/image808.png"/><Relationship Id="rId4" Type="http://schemas.openxmlformats.org/officeDocument/2006/relationships/image" Target="../media/image809.png"/><Relationship Id="rId5" Type="http://schemas.openxmlformats.org/officeDocument/2006/relationships/image" Target="../media/image810.png"/><Relationship Id="rId6" Type="http://schemas.openxmlformats.org/officeDocument/2006/relationships/image" Target="../media/image811.png"/><Relationship Id="rId7" Type="http://schemas.openxmlformats.org/officeDocument/2006/relationships/image" Target="../media/image812.png"/><Relationship Id="rId8" Type="http://schemas.openxmlformats.org/officeDocument/2006/relationships/image" Target="../media/image813.pn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4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5.xml"/><Relationship Id="rId3" Type="http://schemas.openxmlformats.org/officeDocument/2006/relationships/image" Target="../media/image814.png"/><Relationship Id="rId4" Type="http://schemas.openxmlformats.org/officeDocument/2006/relationships/image" Target="../media/image815.png"/><Relationship Id="rId5" Type="http://schemas.openxmlformats.org/officeDocument/2006/relationships/image" Target="../media/image816.png"/><Relationship Id="rId6" Type="http://schemas.openxmlformats.org/officeDocument/2006/relationships/image" Target="../media/image817.png"/><Relationship Id="rId7" Type="http://schemas.openxmlformats.org/officeDocument/2006/relationships/image" Target="../media/image818.png"/><Relationship Id="rId8" Type="http://schemas.openxmlformats.org/officeDocument/2006/relationships/image" Target="../media/image819.png"/><Relationship Id="rId9" Type="http://schemas.openxmlformats.org/officeDocument/2006/relationships/image" Target="../media/image820.png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6.xml"/><Relationship Id="rId3" Type="http://schemas.openxmlformats.org/officeDocument/2006/relationships/image" Target="../media/image821.png"/><Relationship Id="rId4" Type="http://schemas.openxmlformats.org/officeDocument/2006/relationships/image" Target="../media/image822.png"/><Relationship Id="rId5" Type="http://schemas.openxmlformats.org/officeDocument/2006/relationships/image" Target="../media/image823.png"/><Relationship Id="rId6" Type="http://schemas.openxmlformats.org/officeDocument/2006/relationships/image" Target="../media/image824.png"/><Relationship Id="rId7" Type="http://schemas.openxmlformats.org/officeDocument/2006/relationships/image" Target="../media/image825.png"/><Relationship Id="rId8" Type="http://schemas.openxmlformats.org/officeDocument/2006/relationships/image" Target="../media/image826.png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7.xml"/><Relationship Id="rId3" Type="http://schemas.openxmlformats.org/officeDocument/2006/relationships/image" Target="../media/image827.png"/><Relationship Id="rId4" Type="http://schemas.openxmlformats.org/officeDocument/2006/relationships/image" Target="../media/image828.png"/><Relationship Id="rId5" Type="http://schemas.openxmlformats.org/officeDocument/2006/relationships/image" Target="../media/image829.png"/><Relationship Id="rId6" Type="http://schemas.openxmlformats.org/officeDocument/2006/relationships/image" Target="../media/image830.png"/><Relationship Id="rId7" Type="http://schemas.openxmlformats.org/officeDocument/2006/relationships/image" Target="../media/image831.png"/><Relationship Id="rId8" Type="http://schemas.openxmlformats.org/officeDocument/2006/relationships/image" Target="../media/image832.png"/><Relationship Id="rId9" Type="http://schemas.openxmlformats.org/officeDocument/2006/relationships/image" Target="../media/image833.png"/><Relationship Id="rId10" Type="http://schemas.openxmlformats.org/officeDocument/2006/relationships/image" Target="../media/image834.png"/><Relationship Id="rId11" Type="http://schemas.openxmlformats.org/officeDocument/2006/relationships/image" Target="../media/image835.png"/><Relationship Id="rId12" Type="http://schemas.openxmlformats.org/officeDocument/2006/relationships/image" Target="../media/image836.png"/><Relationship Id="rId13" Type="http://schemas.openxmlformats.org/officeDocument/2006/relationships/image" Target="../media/image837.png"/><Relationship Id="rId14" Type="http://schemas.openxmlformats.org/officeDocument/2006/relationships/image" Target="../media/image838.png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8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9.xml"/><Relationship Id="rId3" Type="http://schemas.openxmlformats.org/officeDocument/2006/relationships/image" Target="../media/image839.png"/><Relationship Id="rId4" Type="http://schemas.openxmlformats.org/officeDocument/2006/relationships/image" Target="../media/image840.png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0.xml"/><Relationship Id="rId3" Type="http://schemas.openxmlformats.org/officeDocument/2006/relationships/image" Target="../media/image841.png"/><Relationship Id="rId4" Type="http://schemas.openxmlformats.org/officeDocument/2006/relationships/image" Target="../media/image842.png"/><Relationship Id="rId5" Type="http://schemas.openxmlformats.org/officeDocument/2006/relationships/image" Target="../media/image843.png"/><Relationship Id="rId6" Type="http://schemas.openxmlformats.org/officeDocument/2006/relationships/image" Target="../media/image844.png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1.xml"/><Relationship Id="rId3" Type="http://schemas.openxmlformats.org/officeDocument/2006/relationships/image" Target="../media/image845.png"/><Relationship Id="rId4" Type="http://schemas.openxmlformats.org/officeDocument/2006/relationships/image" Target="../media/image846.png"/><Relationship Id="rId5" Type="http://schemas.openxmlformats.org/officeDocument/2006/relationships/image" Target="../media/image847.png"/><Relationship Id="rId6" Type="http://schemas.openxmlformats.org/officeDocument/2006/relationships/image" Target="../media/image848.png"/><Relationship Id="rId7" Type="http://schemas.openxmlformats.org/officeDocument/2006/relationships/image" Target="../media/image849.png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2.xml"/><Relationship Id="rId3" Type="http://schemas.openxmlformats.org/officeDocument/2006/relationships/image" Target="../media/image850.png"/><Relationship Id="rId4" Type="http://schemas.openxmlformats.org/officeDocument/2006/relationships/image" Target="../media/image851.png"/><Relationship Id="rId5" Type="http://schemas.openxmlformats.org/officeDocument/2006/relationships/image" Target="../media/image852.png"/><Relationship Id="rId6" Type="http://schemas.openxmlformats.org/officeDocument/2006/relationships/image" Target="../media/image853.png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3.xml"/><Relationship Id="rId3" Type="http://schemas.openxmlformats.org/officeDocument/2006/relationships/image" Target="../media/image854.png"/><Relationship Id="rId4" Type="http://schemas.openxmlformats.org/officeDocument/2006/relationships/image" Target="../media/image855.png"/><Relationship Id="rId5" Type="http://schemas.openxmlformats.org/officeDocument/2006/relationships/image" Target="../media/image856.png"/><Relationship Id="rId6" Type="http://schemas.openxmlformats.org/officeDocument/2006/relationships/image" Target="../media/image857.png"/><Relationship Id="rId7" Type="http://schemas.openxmlformats.org/officeDocument/2006/relationships/image" Target="../media/image858.png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4.xml"/><Relationship Id="rId3" Type="http://schemas.openxmlformats.org/officeDocument/2006/relationships/image" Target="../media/image859.png"/><Relationship Id="rId4" Type="http://schemas.openxmlformats.org/officeDocument/2006/relationships/image" Target="../media/image860.png"/><Relationship Id="rId5" Type="http://schemas.openxmlformats.org/officeDocument/2006/relationships/image" Target="../media/image861.png"/><Relationship Id="rId6" Type="http://schemas.openxmlformats.org/officeDocument/2006/relationships/image" Target="../media/image862.png"/><Relationship Id="rId7" Type="http://schemas.openxmlformats.org/officeDocument/2006/relationships/image" Target="../media/image863.png"/><Relationship Id="rId8" Type="http://schemas.openxmlformats.org/officeDocument/2006/relationships/image" Target="../media/image864.png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5.xml"/><Relationship Id="rId3" Type="http://schemas.openxmlformats.org/officeDocument/2006/relationships/image" Target="../media/image865.png"/><Relationship Id="rId4" Type="http://schemas.openxmlformats.org/officeDocument/2006/relationships/image" Target="../media/image866.png"/><Relationship Id="rId5" Type="http://schemas.openxmlformats.org/officeDocument/2006/relationships/image" Target="../media/image867.png"/><Relationship Id="rId6" Type="http://schemas.openxmlformats.org/officeDocument/2006/relationships/image" Target="../media/image868.png"/><Relationship Id="rId7" Type="http://schemas.openxmlformats.org/officeDocument/2006/relationships/image" Target="../media/image869.png"/><Relationship Id="rId8" Type="http://schemas.openxmlformats.org/officeDocument/2006/relationships/image" Target="../media/image870.png"/><Relationship Id="rId9" Type="http://schemas.openxmlformats.org/officeDocument/2006/relationships/image" Target="../media/image871.png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6.xml"/><Relationship Id="rId3" Type="http://schemas.openxmlformats.org/officeDocument/2006/relationships/image" Target="../media/image872.jpg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7.xml"/><Relationship Id="rId3" Type="http://schemas.openxmlformats.org/officeDocument/2006/relationships/image" Target="../media/image873.png"/><Relationship Id="rId4" Type="http://schemas.openxmlformats.org/officeDocument/2006/relationships/image" Target="../media/image874.png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8.xml"/><Relationship Id="rId3" Type="http://schemas.openxmlformats.org/officeDocument/2006/relationships/image" Target="../media/image875.png"/><Relationship Id="rId4" Type="http://schemas.openxmlformats.org/officeDocument/2006/relationships/image" Target="../media/image876.png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9.xml"/><Relationship Id="rId3" Type="http://schemas.openxmlformats.org/officeDocument/2006/relationships/image" Target="../media/image877.png"/><Relationship Id="rId4" Type="http://schemas.openxmlformats.org/officeDocument/2006/relationships/image" Target="../media/image878.png"/><Relationship Id="rId5" Type="http://schemas.openxmlformats.org/officeDocument/2006/relationships/image" Target="../media/image879.png"/><Relationship Id="rId6" Type="http://schemas.openxmlformats.org/officeDocument/2006/relationships/image" Target="../media/image880.png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0.xml"/><Relationship Id="rId3" Type="http://schemas.openxmlformats.org/officeDocument/2006/relationships/image" Target="../media/image881.png"/><Relationship Id="rId4" Type="http://schemas.openxmlformats.org/officeDocument/2006/relationships/image" Target="../media/image882.png"/><Relationship Id="rId5" Type="http://schemas.openxmlformats.org/officeDocument/2006/relationships/image" Target="../media/image883.png"/><Relationship Id="rId6" Type="http://schemas.openxmlformats.org/officeDocument/2006/relationships/image" Target="../media/image884.png"/><Relationship Id="rId7" Type="http://schemas.openxmlformats.org/officeDocument/2006/relationships/image" Target="../media/image885.png"/><Relationship Id="rId8" Type="http://schemas.openxmlformats.org/officeDocument/2006/relationships/image" Target="../media/image886.png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1.xml"/><Relationship Id="rId3" Type="http://schemas.openxmlformats.org/officeDocument/2006/relationships/image" Target="../media/image887.png"/><Relationship Id="rId4" Type="http://schemas.openxmlformats.org/officeDocument/2006/relationships/image" Target="../media/image888.png"/><Relationship Id="rId5" Type="http://schemas.openxmlformats.org/officeDocument/2006/relationships/image" Target="../media/image889.png"/><Relationship Id="rId6" Type="http://schemas.openxmlformats.org/officeDocument/2006/relationships/image" Target="../media/image890.png"/><Relationship Id="rId7" Type="http://schemas.openxmlformats.org/officeDocument/2006/relationships/image" Target="../media/image891.png"/><Relationship Id="rId8" Type="http://schemas.openxmlformats.org/officeDocument/2006/relationships/image" Target="../media/image892.png"/><Relationship Id="rId9" Type="http://schemas.openxmlformats.org/officeDocument/2006/relationships/image" Target="../media/image893.png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2.xml"/><Relationship Id="rId3" Type="http://schemas.openxmlformats.org/officeDocument/2006/relationships/image" Target="../media/image894.png"/><Relationship Id="rId4" Type="http://schemas.openxmlformats.org/officeDocument/2006/relationships/image" Target="../media/image895.png"/><Relationship Id="rId5" Type="http://schemas.openxmlformats.org/officeDocument/2006/relationships/image" Target="../media/image896.png"/><Relationship Id="rId6" Type="http://schemas.openxmlformats.org/officeDocument/2006/relationships/image" Target="../media/image897.png"/><Relationship Id="rId7" Type="http://schemas.openxmlformats.org/officeDocument/2006/relationships/image" Target="../media/image898.png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3.xml"/><Relationship Id="rId3" Type="http://schemas.openxmlformats.org/officeDocument/2006/relationships/image" Target="../media/image899.png"/><Relationship Id="rId4" Type="http://schemas.openxmlformats.org/officeDocument/2006/relationships/image" Target="../media/image900.png"/><Relationship Id="rId5" Type="http://schemas.openxmlformats.org/officeDocument/2006/relationships/image" Target="../media/image901.png"/><Relationship Id="rId6" Type="http://schemas.openxmlformats.org/officeDocument/2006/relationships/image" Target="../media/image902.png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4.xml"/><Relationship Id="rId3" Type="http://schemas.openxmlformats.org/officeDocument/2006/relationships/image" Target="../media/image903.png"/><Relationship Id="rId4" Type="http://schemas.openxmlformats.org/officeDocument/2006/relationships/image" Target="../media/image904.png"/><Relationship Id="rId5" Type="http://schemas.openxmlformats.org/officeDocument/2006/relationships/image" Target="../media/image905.png"/><Relationship Id="rId6" Type="http://schemas.openxmlformats.org/officeDocument/2006/relationships/image" Target="../media/image906.png"/><Relationship Id="rId7" Type="http://schemas.openxmlformats.org/officeDocument/2006/relationships/image" Target="../media/image907.png"/><Relationship Id="rId8" Type="http://schemas.openxmlformats.org/officeDocument/2006/relationships/image" Target="../media/image908.png"/><Relationship Id="rId9" Type="http://schemas.openxmlformats.org/officeDocument/2006/relationships/image" Target="../media/image909.png"/><Relationship Id="rId10" Type="http://schemas.openxmlformats.org/officeDocument/2006/relationships/image" Target="../media/image910.png"/><Relationship Id="rId11" Type="http://schemas.openxmlformats.org/officeDocument/2006/relationships/image" Target="../media/image911.png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5.xml"/><Relationship Id="rId3" Type="http://schemas.openxmlformats.org/officeDocument/2006/relationships/image" Target="../media/image912.png"/><Relationship Id="rId4" Type="http://schemas.openxmlformats.org/officeDocument/2006/relationships/image" Target="../media/image913.png"/><Relationship Id="rId5" Type="http://schemas.openxmlformats.org/officeDocument/2006/relationships/image" Target="../media/image914.png"/><Relationship Id="rId6" Type="http://schemas.openxmlformats.org/officeDocument/2006/relationships/image" Target="../media/image915.png"/><Relationship Id="rId7" Type="http://schemas.openxmlformats.org/officeDocument/2006/relationships/image" Target="../media/image916.png"/><Relationship Id="rId8" Type="http://schemas.openxmlformats.org/officeDocument/2006/relationships/image" Target="../media/image917.png"/><Relationship Id="rId9" Type="http://schemas.openxmlformats.org/officeDocument/2006/relationships/image" Target="../media/image918.png"/><Relationship Id="rId10" Type="http://schemas.openxmlformats.org/officeDocument/2006/relationships/image" Target="../media/image919.png"/><Relationship Id="rId11" Type="http://schemas.openxmlformats.org/officeDocument/2006/relationships/image" Target="../media/image920.png"/><Relationship Id="rId12" Type="http://schemas.openxmlformats.org/officeDocument/2006/relationships/image" Target="../media/image921.png"/><Relationship Id="rId13" Type="http://schemas.openxmlformats.org/officeDocument/2006/relationships/image" Target="../media/image922.png"/><Relationship Id="rId14" Type="http://schemas.openxmlformats.org/officeDocument/2006/relationships/image" Target="../media/image923.png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6.xml"/><Relationship Id="rId3" Type="http://schemas.openxmlformats.org/officeDocument/2006/relationships/image" Target="../media/image924.png"/><Relationship Id="rId4" Type="http://schemas.openxmlformats.org/officeDocument/2006/relationships/image" Target="../media/image925.png"/><Relationship Id="rId5" Type="http://schemas.openxmlformats.org/officeDocument/2006/relationships/image" Target="../media/image926.png"/><Relationship Id="rId6" Type="http://schemas.openxmlformats.org/officeDocument/2006/relationships/image" Target="../media/image927.png"/><Relationship Id="rId7" Type="http://schemas.openxmlformats.org/officeDocument/2006/relationships/image" Target="../media/image928.png"/><Relationship Id="rId8" Type="http://schemas.openxmlformats.org/officeDocument/2006/relationships/image" Target="../media/image929.png"/><Relationship Id="rId9" Type="http://schemas.openxmlformats.org/officeDocument/2006/relationships/image" Target="../media/image930.png"/><Relationship Id="rId10" Type="http://schemas.openxmlformats.org/officeDocument/2006/relationships/image" Target="../media/image931.png"/><Relationship Id="rId11" Type="http://schemas.openxmlformats.org/officeDocument/2006/relationships/image" Target="../media/image932.png"/><Relationship Id="rId12" Type="http://schemas.openxmlformats.org/officeDocument/2006/relationships/image" Target="../media/image933.png"/><Relationship Id="rId13" Type="http://schemas.openxmlformats.org/officeDocument/2006/relationships/image" Target="../media/image934.png"/><Relationship Id="rId14" Type="http://schemas.openxmlformats.org/officeDocument/2006/relationships/image" Target="../media/image935.png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7.xml"/><Relationship Id="rId3" Type="http://schemas.openxmlformats.org/officeDocument/2006/relationships/image" Target="../media/image936.png"/><Relationship Id="rId4" Type="http://schemas.openxmlformats.org/officeDocument/2006/relationships/image" Target="../media/image937.png"/><Relationship Id="rId5" Type="http://schemas.openxmlformats.org/officeDocument/2006/relationships/image" Target="../media/image938.png"/><Relationship Id="rId6" Type="http://schemas.openxmlformats.org/officeDocument/2006/relationships/image" Target="../media/image939.png"/><Relationship Id="rId7" Type="http://schemas.openxmlformats.org/officeDocument/2006/relationships/image" Target="../media/image940.png"/><Relationship Id="rId8" Type="http://schemas.openxmlformats.org/officeDocument/2006/relationships/image" Target="../media/image941.png"/><Relationship Id="rId9" Type="http://schemas.openxmlformats.org/officeDocument/2006/relationships/image" Target="../media/image942.png"/><Relationship Id="rId10" Type="http://schemas.openxmlformats.org/officeDocument/2006/relationships/image" Target="../media/image943.png"/><Relationship Id="rId11" Type="http://schemas.openxmlformats.org/officeDocument/2006/relationships/image" Target="../media/image944.png"/><Relationship Id="rId12" Type="http://schemas.openxmlformats.org/officeDocument/2006/relationships/image" Target="../media/image945.png"/><Relationship Id="rId13" Type="http://schemas.openxmlformats.org/officeDocument/2006/relationships/image" Target="../media/image946.png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8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9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0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1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2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3.xml"/><Relationship Id="rId3" Type="http://schemas.openxmlformats.org/officeDocument/2006/relationships/image" Target="../media/image947.png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4.xml"/><Relationship Id="rId3" Type="http://schemas.openxmlformats.org/officeDocument/2006/relationships/image" Target="../media/image948.png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5.xml"/><Relationship Id="rId3" Type="http://schemas.openxmlformats.org/officeDocument/2006/relationships/image" Target="../media/image949.png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6.xml"/><Relationship Id="rId3" Type="http://schemas.openxmlformats.org/officeDocument/2006/relationships/image" Target="../media/image950.png"/><Relationship Id="rId4" Type="http://schemas.openxmlformats.org/officeDocument/2006/relationships/image" Target="../media/image951.png"/><Relationship Id="rId5" Type="http://schemas.openxmlformats.org/officeDocument/2006/relationships/image" Target="../media/image952.png"/><Relationship Id="rId6" Type="http://schemas.openxmlformats.org/officeDocument/2006/relationships/image" Target="../media/image953.png"/><Relationship Id="rId7" Type="http://schemas.openxmlformats.org/officeDocument/2006/relationships/image" Target="../media/image954.png"/><Relationship Id="rId8" Type="http://schemas.openxmlformats.org/officeDocument/2006/relationships/image" Target="../media/image955.png"/><Relationship Id="rId9" Type="http://schemas.openxmlformats.org/officeDocument/2006/relationships/image" Target="../media/image956.png"/><Relationship Id="rId10" Type="http://schemas.openxmlformats.org/officeDocument/2006/relationships/image" Target="../media/image957.png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7.xml"/><Relationship Id="rId3" Type="http://schemas.openxmlformats.org/officeDocument/2006/relationships/image" Target="../media/image958.png"/><Relationship Id="rId4" Type="http://schemas.openxmlformats.org/officeDocument/2006/relationships/image" Target="../media/image959.png"/><Relationship Id="rId5" Type="http://schemas.openxmlformats.org/officeDocument/2006/relationships/image" Target="../media/image960.png"/><Relationship Id="rId6" Type="http://schemas.openxmlformats.org/officeDocument/2006/relationships/image" Target="../media/image961.png"/><Relationship Id="rId7" Type="http://schemas.openxmlformats.org/officeDocument/2006/relationships/image" Target="../media/image962.png"/><Relationship Id="rId8" Type="http://schemas.openxmlformats.org/officeDocument/2006/relationships/image" Target="../media/image963.png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8.xml"/><Relationship Id="rId3" Type="http://schemas.openxmlformats.org/officeDocument/2006/relationships/image" Target="../media/image964.png"/><Relationship Id="rId4" Type="http://schemas.openxmlformats.org/officeDocument/2006/relationships/image" Target="../media/image965.png"/><Relationship Id="rId5" Type="http://schemas.openxmlformats.org/officeDocument/2006/relationships/image" Target="../media/image966.png"/><Relationship Id="rId6" Type="http://schemas.openxmlformats.org/officeDocument/2006/relationships/image" Target="../media/image967.png"/><Relationship Id="rId7" Type="http://schemas.openxmlformats.org/officeDocument/2006/relationships/image" Target="../media/image968.png"/><Relationship Id="rId8" Type="http://schemas.openxmlformats.org/officeDocument/2006/relationships/image" Target="../media/image969.png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9.xml"/><Relationship Id="rId3" Type="http://schemas.openxmlformats.org/officeDocument/2006/relationships/image" Target="../media/image970.png"/><Relationship Id="rId4" Type="http://schemas.openxmlformats.org/officeDocument/2006/relationships/image" Target="../media/image971.png"/><Relationship Id="rId5" Type="http://schemas.openxmlformats.org/officeDocument/2006/relationships/image" Target="../media/image972.png"/><Relationship Id="rId6" Type="http://schemas.openxmlformats.org/officeDocument/2006/relationships/image" Target="../media/image973.png"/><Relationship Id="rId7" Type="http://schemas.openxmlformats.org/officeDocument/2006/relationships/image" Target="../media/image974.png"/><Relationship Id="rId8" Type="http://schemas.openxmlformats.org/officeDocument/2006/relationships/image" Target="../media/image975.png"/><Relationship Id="rId9" Type="http://schemas.openxmlformats.org/officeDocument/2006/relationships/image" Target="../media/image976.png"/><Relationship Id="rId10" Type="http://schemas.openxmlformats.org/officeDocument/2006/relationships/image" Target="../media/image977.png"/><Relationship Id="rId11" Type="http://schemas.openxmlformats.org/officeDocument/2006/relationships/image" Target="../media/image978.png"/><Relationship Id="rId12" Type="http://schemas.openxmlformats.org/officeDocument/2006/relationships/image" Target="../media/image979.png"/><Relationship Id="rId13" Type="http://schemas.openxmlformats.org/officeDocument/2006/relationships/image" Target="../media/image980.png"/><Relationship Id="rId14" Type="http://schemas.openxmlformats.org/officeDocument/2006/relationships/image" Target="../media/image981.png"/><Relationship Id="rId15" Type="http://schemas.openxmlformats.org/officeDocument/2006/relationships/image" Target="../media/image982.png"/><Relationship Id="rId16" Type="http://schemas.openxmlformats.org/officeDocument/2006/relationships/image" Target="../media/image983.png"/><Relationship Id="rId17" Type="http://schemas.openxmlformats.org/officeDocument/2006/relationships/image" Target="../media/image984.png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0.xml"/><Relationship Id="rId3" Type="http://schemas.openxmlformats.org/officeDocument/2006/relationships/image" Target="../media/image985.png"/><Relationship Id="rId4" Type="http://schemas.openxmlformats.org/officeDocument/2006/relationships/image" Target="../media/image986.png"/><Relationship Id="rId5" Type="http://schemas.openxmlformats.org/officeDocument/2006/relationships/image" Target="../media/image987.png"/><Relationship Id="rId6" Type="http://schemas.openxmlformats.org/officeDocument/2006/relationships/image" Target="../media/image988.png"/><Relationship Id="rId7" Type="http://schemas.openxmlformats.org/officeDocument/2006/relationships/image" Target="../media/image989.png"/><Relationship Id="rId8" Type="http://schemas.openxmlformats.org/officeDocument/2006/relationships/image" Target="../media/image990.png"/><Relationship Id="rId9" Type="http://schemas.openxmlformats.org/officeDocument/2006/relationships/image" Target="../media/image991.png"/><Relationship Id="rId10" Type="http://schemas.openxmlformats.org/officeDocument/2006/relationships/image" Target="../media/image992.png"/><Relationship Id="rId11" Type="http://schemas.openxmlformats.org/officeDocument/2006/relationships/image" Target="../media/image993.png"/><Relationship Id="rId12" Type="http://schemas.openxmlformats.org/officeDocument/2006/relationships/image" Target="../media/image994.png"/><Relationship Id="rId13" Type="http://schemas.openxmlformats.org/officeDocument/2006/relationships/image" Target="../media/image995.png"/><Relationship Id="rId14" Type="http://schemas.openxmlformats.org/officeDocument/2006/relationships/image" Target="../media/image996.png"/><Relationship Id="rId15" Type="http://schemas.openxmlformats.org/officeDocument/2006/relationships/image" Target="../media/image997.png"/><Relationship Id="rId16" Type="http://schemas.openxmlformats.org/officeDocument/2006/relationships/image" Target="../media/image998.png"/><Relationship Id="rId17" Type="http://schemas.openxmlformats.org/officeDocument/2006/relationships/image" Target="../media/image999.png"/><Relationship Id="rId18" Type="http://schemas.openxmlformats.org/officeDocument/2006/relationships/image" Target="../media/image1000.png"/><Relationship Id="rId19" Type="http://schemas.openxmlformats.org/officeDocument/2006/relationships/image" Target="../media/image1001.png"/><Relationship Id="rId20" Type="http://schemas.openxmlformats.org/officeDocument/2006/relationships/image" Target="../media/image1002.png"/><Relationship Id="rId21" Type="http://schemas.openxmlformats.org/officeDocument/2006/relationships/image" Target="../media/image1003.png"/><Relationship Id="rId22" Type="http://schemas.openxmlformats.org/officeDocument/2006/relationships/image" Target="../media/image1004.png"/><Relationship Id="rId23" Type="http://schemas.openxmlformats.org/officeDocument/2006/relationships/image" Target="../media/image1005.png"/><Relationship Id="rId24" Type="http://schemas.openxmlformats.org/officeDocument/2006/relationships/image" Target="../media/image1006.png"/><Relationship Id="rId25" Type="http://schemas.openxmlformats.org/officeDocument/2006/relationships/image" Target="../media/image1007.png"/><Relationship Id="rId26" Type="http://schemas.openxmlformats.org/officeDocument/2006/relationships/image" Target="../media/image1008.png"/><Relationship Id="rId27" Type="http://schemas.openxmlformats.org/officeDocument/2006/relationships/image" Target="../media/image1009.png"/><Relationship Id="rId28" Type="http://schemas.openxmlformats.org/officeDocument/2006/relationships/image" Target="../media/image1010.png"/><Relationship Id="rId29" Type="http://schemas.openxmlformats.org/officeDocument/2006/relationships/image" Target="../media/image1011.png"/><Relationship Id="rId30" Type="http://schemas.openxmlformats.org/officeDocument/2006/relationships/image" Target="../media/image1012.png"/><Relationship Id="rId31" Type="http://schemas.openxmlformats.org/officeDocument/2006/relationships/image" Target="../media/image1013.png"/><Relationship Id="rId32" Type="http://schemas.openxmlformats.org/officeDocument/2006/relationships/image" Target="../media/image1014.png"/><Relationship Id="rId33" Type="http://schemas.openxmlformats.org/officeDocument/2006/relationships/image" Target="../media/image1015.png"/><Relationship Id="rId34" Type="http://schemas.openxmlformats.org/officeDocument/2006/relationships/image" Target="../media/image1016.png"/><Relationship Id="rId35" Type="http://schemas.openxmlformats.org/officeDocument/2006/relationships/image" Target="../media/image1017.png"/><Relationship Id="rId36" Type="http://schemas.openxmlformats.org/officeDocument/2006/relationships/image" Target="../media/image1018.png"/><Relationship Id="rId37" Type="http://schemas.openxmlformats.org/officeDocument/2006/relationships/image" Target="../media/image1019.png"/><Relationship Id="rId38" Type="http://schemas.openxmlformats.org/officeDocument/2006/relationships/image" Target="../media/image1020.png"/><Relationship Id="rId39" Type="http://schemas.openxmlformats.org/officeDocument/2006/relationships/image" Target="../media/image1021.png"/><Relationship Id="rId40" Type="http://schemas.openxmlformats.org/officeDocument/2006/relationships/image" Target="../media/image1022.png"/><Relationship Id="rId41" Type="http://schemas.openxmlformats.org/officeDocument/2006/relationships/image" Target="../media/image1023.png"/><Relationship Id="rId42" Type="http://schemas.openxmlformats.org/officeDocument/2006/relationships/image" Target="../media/image1024.png"/><Relationship Id="rId43" Type="http://schemas.openxmlformats.org/officeDocument/2006/relationships/image" Target="../media/image1025.png"/><Relationship Id="rId44" Type="http://schemas.openxmlformats.org/officeDocument/2006/relationships/image" Target="../media/image1026.png"/><Relationship Id="rId45" Type="http://schemas.openxmlformats.org/officeDocument/2006/relationships/image" Target="../media/image1027.png"/><Relationship Id="rId46" Type="http://schemas.openxmlformats.org/officeDocument/2006/relationships/image" Target="../media/image1028.png"/><Relationship Id="rId47" Type="http://schemas.openxmlformats.org/officeDocument/2006/relationships/image" Target="../media/image1029.png"/><Relationship Id="rId48" Type="http://schemas.openxmlformats.org/officeDocument/2006/relationships/image" Target="../media/image1030.png"/><Relationship Id="rId49" Type="http://schemas.openxmlformats.org/officeDocument/2006/relationships/image" Target="../media/image1031.png"/><Relationship Id="rId50" Type="http://schemas.openxmlformats.org/officeDocument/2006/relationships/image" Target="../media/image1032.png"/><Relationship Id="rId51" Type="http://schemas.openxmlformats.org/officeDocument/2006/relationships/image" Target="../media/image1033.png"/><Relationship Id="rId52" Type="http://schemas.openxmlformats.org/officeDocument/2006/relationships/image" Target="../media/image1034.png"/><Relationship Id="rId53" Type="http://schemas.openxmlformats.org/officeDocument/2006/relationships/image" Target="../media/image1035.png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1.xml"/><Relationship Id="rId3" Type="http://schemas.openxmlformats.org/officeDocument/2006/relationships/image" Target="../media/image1036.png"/><Relationship Id="rId4" Type="http://schemas.openxmlformats.org/officeDocument/2006/relationships/image" Target="../media/image1037.png"/><Relationship Id="rId5" Type="http://schemas.openxmlformats.org/officeDocument/2006/relationships/image" Target="../media/image1038.png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2.xml"/><Relationship Id="rId3" Type="http://schemas.openxmlformats.org/officeDocument/2006/relationships/image" Target="../media/image1039.png"/><Relationship Id="rId4" Type="http://schemas.openxmlformats.org/officeDocument/2006/relationships/image" Target="../media/image1040.png"/><Relationship Id="rId5" Type="http://schemas.openxmlformats.org/officeDocument/2006/relationships/image" Target="../media/image1041.png"/><Relationship Id="rId6" Type="http://schemas.openxmlformats.org/officeDocument/2006/relationships/image" Target="../media/image1042.png"/><Relationship Id="rId7" Type="http://schemas.openxmlformats.org/officeDocument/2006/relationships/image" Target="../media/image1043.png"/><Relationship Id="rId8" Type="http://schemas.openxmlformats.org/officeDocument/2006/relationships/image" Target="../media/image1044.png"/><Relationship Id="rId9" Type="http://schemas.openxmlformats.org/officeDocument/2006/relationships/image" Target="../media/image1045.png"/><Relationship Id="rId10" Type="http://schemas.openxmlformats.org/officeDocument/2006/relationships/image" Target="../media/media1.svg"/><Relationship Id="rId11" Type="http://schemas.openxmlformats.org/officeDocument/2006/relationships/image" Target="../media/image1046.png"/><Relationship Id="rId12" Type="http://schemas.openxmlformats.org/officeDocument/2006/relationships/image" Target="../media/image1047.png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3.xml"/><Relationship Id="rId3" Type="http://schemas.openxmlformats.org/officeDocument/2006/relationships/image" Target="../media/image1048.png"/><Relationship Id="rId4" Type="http://schemas.openxmlformats.org/officeDocument/2006/relationships/image" Target="../media/image1049.png"/><Relationship Id="rId5" Type="http://schemas.openxmlformats.org/officeDocument/2006/relationships/image" Target="../media/image1050.png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4.xml"/><Relationship Id="rId3" Type="http://schemas.openxmlformats.org/officeDocument/2006/relationships/image" Target="../media/image1051.png"/><Relationship Id="rId4" Type="http://schemas.openxmlformats.org/officeDocument/2006/relationships/image" Target="../media/image1052.png"/><Relationship Id="rId5" Type="http://schemas.openxmlformats.org/officeDocument/2006/relationships/image" Target="../media/image1053.png"/><Relationship Id="rId6" Type="http://schemas.openxmlformats.org/officeDocument/2006/relationships/image" Target="../media/image1054.png"/><Relationship Id="rId7" Type="http://schemas.openxmlformats.org/officeDocument/2006/relationships/image" Target="../media/image1055.png"/><Relationship Id="rId8" Type="http://schemas.openxmlformats.org/officeDocument/2006/relationships/image" Target="../media/image1056.png"/><Relationship Id="rId9" Type="http://schemas.openxmlformats.org/officeDocument/2006/relationships/image" Target="../media/image1057.png"/><Relationship Id="rId10" Type="http://schemas.openxmlformats.org/officeDocument/2006/relationships/image" Target="../media/image1058.png"/><Relationship Id="rId11" Type="http://schemas.openxmlformats.org/officeDocument/2006/relationships/image" Target="../media/image1059.png"/><Relationship Id="rId12" Type="http://schemas.openxmlformats.org/officeDocument/2006/relationships/image" Target="../media/image1060.png"/><Relationship Id="rId13" Type="http://schemas.openxmlformats.org/officeDocument/2006/relationships/image" Target="../media/image1061.png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5.xml"/><Relationship Id="rId3" Type="http://schemas.openxmlformats.org/officeDocument/2006/relationships/image" Target="../media/image1062.png"/><Relationship Id="rId4" Type="http://schemas.openxmlformats.org/officeDocument/2006/relationships/image" Target="../media/image1063.png"/><Relationship Id="rId5" Type="http://schemas.openxmlformats.org/officeDocument/2006/relationships/image" Target="../media/image1064.png"/><Relationship Id="rId6" Type="http://schemas.openxmlformats.org/officeDocument/2006/relationships/image" Target="../media/image1065.png"/><Relationship Id="rId7" Type="http://schemas.openxmlformats.org/officeDocument/2006/relationships/image" Target="../media/image1066.png"/><Relationship Id="rId8" Type="http://schemas.openxmlformats.org/officeDocument/2006/relationships/image" Target="../media/image1067.png"/><Relationship Id="rId9" Type="http://schemas.openxmlformats.org/officeDocument/2006/relationships/image" Target="../media/image1068.png"/><Relationship Id="rId10" Type="http://schemas.openxmlformats.org/officeDocument/2006/relationships/image" Target="../media/image1069.png"/><Relationship Id="rId11" Type="http://schemas.openxmlformats.org/officeDocument/2006/relationships/image" Target="../media/image1070.png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6.xml"/><Relationship Id="rId3" Type="http://schemas.openxmlformats.org/officeDocument/2006/relationships/image" Target="../media/image1071.png"/><Relationship Id="rId4" Type="http://schemas.openxmlformats.org/officeDocument/2006/relationships/image" Target="../media/image1072.png"/><Relationship Id="rId5" Type="http://schemas.openxmlformats.org/officeDocument/2006/relationships/image" Target="../media/image1073.png"/><Relationship Id="rId6" Type="http://schemas.openxmlformats.org/officeDocument/2006/relationships/image" Target="../media/image1074.png"/><Relationship Id="rId7" Type="http://schemas.openxmlformats.org/officeDocument/2006/relationships/image" Target="../media/image1075.png"/><Relationship Id="rId8" Type="http://schemas.openxmlformats.org/officeDocument/2006/relationships/image" Target="../media/image1076.png"/><Relationship Id="rId9" Type="http://schemas.openxmlformats.org/officeDocument/2006/relationships/image" Target="../media/image1077.png"/><Relationship Id="rId10" Type="http://schemas.openxmlformats.org/officeDocument/2006/relationships/image" Target="../media/image1078.png"/><Relationship Id="rId11" Type="http://schemas.openxmlformats.org/officeDocument/2006/relationships/image" Target="../media/image1079.png"/><Relationship Id="rId12" Type="http://schemas.openxmlformats.org/officeDocument/2006/relationships/image" Target="../media/image1080.png"/><Relationship Id="rId13" Type="http://schemas.openxmlformats.org/officeDocument/2006/relationships/image" Target="../media/image1081.png"/><Relationship Id="rId14" Type="http://schemas.openxmlformats.org/officeDocument/2006/relationships/image" Target="../media/image1082.png"/><Relationship Id="rId15" Type="http://schemas.openxmlformats.org/officeDocument/2006/relationships/image" Target="../media/image1083.png"/><Relationship Id="rId16" Type="http://schemas.openxmlformats.org/officeDocument/2006/relationships/image" Target="../media/image1084.png"/><Relationship Id="rId17" Type="http://schemas.openxmlformats.org/officeDocument/2006/relationships/image" Target="../media/image1085.png"/><Relationship Id="rId18" Type="http://schemas.openxmlformats.org/officeDocument/2006/relationships/image" Target="../media/image1086.png"/><Relationship Id="rId19" Type="http://schemas.openxmlformats.org/officeDocument/2006/relationships/image" Target="../media/image1087.png"/><Relationship Id="rId20" Type="http://schemas.openxmlformats.org/officeDocument/2006/relationships/image" Target="../media/image1088.png"/><Relationship Id="rId21" Type="http://schemas.openxmlformats.org/officeDocument/2006/relationships/image" Target="../media/image1089.jpg"/><Relationship Id="rId22" Type="http://schemas.openxmlformats.org/officeDocument/2006/relationships/image" Target="../media/image1090.jpg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7.xml"/><Relationship Id="rId3" Type="http://schemas.openxmlformats.org/officeDocument/2006/relationships/image" Target="../media/image1091.png"/><Relationship Id="rId4" Type="http://schemas.openxmlformats.org/officeDocument/2006/relationships/image" Target="../media/image1092.png"/><Relationship Id="rId5" Type="http://schemas.openxmlformats.org/officeDocument/2006/relationships/image" Target="../media/image1093.png"/><Relationship Id="rId6" Type="http://schemas.openxmlformats.org/officeDocument/2006/relationships/image" Target="../media/image1094.png"/><Relationship Id="rId7" Type="http://schemas.openxmlformats.org/officeDocument/2006/relationships/image" Target="../media/image1095.png"/><Relationship Id="rId8" Type="http://schemas.openxmlformats.org/officeDocument/2006/relationships/image" Target="../media/image1096.png"/><Relationship Id="rId9" Type="http://schemas.openxmlformats.org/officeDocument/2006/relationships/image" Target="../media/image1097.png"/><Relationship Id="rId10" Type="http://schemas.openxmlformats.org/officeDocument/2006/relationships/image" Target="../media/image1098.png"/><Relationship Id="rId11" Type="http://schemas.openxmlformats.org/officeDocument/2006/relationships/image" Target="../media/image1099.png"/><Relationship Id="rId12" Type="http://schemas.openxmlformats.org/officeDocument/2006/relationships/image" Target="../media/image1100.png"/><Relationship Id="rId13" Type="http://schemas.openxmlformats.org/officeDocument/2006/relationships/image" Target="../media/image1101.png"/><Relationship Id="rId14" Type="http://schemas.openxmlformats.org/officeDocument/2006/relationships/image" Target="../media/image1102.png"/><Relationship Id="rId15" Type="http://schemas.openxmlformats.org/officeDocument/2006/relationships/image" Target="../media/image1103.png"/><Relationship Id="rId16" Type="http://schemas.openxmlformats.org/officeDocument/2006/relationships/image" Target="../media/image1104.png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8.xml"/><Relationship Id="rId3" Type="http://schemas.openxmlformats.org/officeDocument/2006/relationships/image" Target="../media/image1105.png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9.xml"/><Relationship Id="rId3" Type="http://schemas.openxmlformats.org/officeDocument/2006/relationships/image" Target="../media/image1106.png"/><Relationship Id="rId4" Type="http://schemas.openxmlformats.org/officeDocument/2006/relationships/image" Target="../media/image1107.png"/><Relationship Id="rId5" Type="http://schemas.openxmlformats.org/officeDocument/2006/relationships/image" Target="../media/image1108.png"/><Relationship Id="rId6" Type="http://schemas.openxmlformats.org/officeDocument/2006/relationships/image" Target="../media/image1109.png"/><Relationship Id="rId7" Type="http://schemas.openxmlformats.org/officeDocument/2006/relationships/image" Target="../media/image1110.png"/><Relationship Id="rId8" Type="http://schemas.openxmlformats.org/officeDocument/2006/relationships/image" Target="../media/image1111.png"/><Relationship Id="rId9" Type="http://schemas.openxmlformats.org/officeDocument/2006/relationships/image" Target="../media/image1112.png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0.xml"/><Relationship Id="rId3" Type="http://schemas.openxmlformats.org/officeDocument/2006/relationships/image" Target="../media/image1113.png"/><Relationship Id="rId4" Type="http://schemas.openxmlformats.org/officeDocument/2006/relationships/image" Target="../media/image1114.png"/><Relationship Id="rId5" Type="http://schemas.openxmlformats.org/officeDocument/2006/relationships/image" Target="../media/image1115.png"/><Relationship Id="rId6" Type="http://schemas.openxmlformats.org/officeDocument/2006/relationships/image" Target="../media/image1116.png"/><Relationship Id="rId7" Type="http://schemas.openxmlformats.org/officeDocument/2006/relationships/image" Target="../media/image1117.png"/><Relationship Id="rId8" Type="http://schemas.openxmlformats.org/officeDocument/2006/relationships/image" Target="../media/image1118.png"/><Relationship Id="rId9" Type="http://schemas.openxmlformats.org/officeDocument/2006/relationships/image" Target="../media/image1119.png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1.xml"/><Relationship Id="rId3" Type="http://schemas.openxmlformats.org/officeDocument/2006/relationships/image" Target="../media/image1120.png"/><Relationship Id="rId4" Type="http://schemas.openxmlformats.org/officeDocument/2006/relationships/image" Target="../media/image1121.png"/><Relationship Id="rId5" Type="http://schemas.openxmlformats.org/officeDocument/2006/relationships/image" Target="../media/image1122.png"/><Relationship Id="rId6" Type="http://schemas.openxmlformats.org/officeDocument/2006/relationships/image" Target="../media/image1123.png"/><Relationship Id="rId7" Type="http://schemas.openxmlformats.org/officeDocument/2006/relationships/image" Target="../media/image1124.png"/><Relationship Id="rId8" Type="http://schemas.openxmlformats.org/officeDocument/2006/relationships/image" Target="../media/image1125.png"/><Relationship Id="rId9" Type="http://schemas.openxmlformats.org/officeDocument/2006/relationships/image" Target="../media/image1126.png"/><Relationship Id="rId10" Type="http://schemas.openxmlformats.org/officeDocument/2006/relationships/image" Target="../media/image1127.png"/><Relationship Id="rId11" Type="http://schemas.openxmlformats.org/officeDocument/2006/relationships/image" Target="../media/image1128.png"/><Relationship Id="rId12" Type="http://schemas.openxmlformats.org/officeDocument/2006/relationships/image" Target="../media/image1129.png"/><Relationship Id="rId13" Type="http://schemas.openxmlformats.org/officeDocument/2006/relationships/image" Target="../media/image1130.png"/><Relationship Id="rId14" Type="http://schemas.openxmlformats.org/officeDocument/2006/relationships/image" Target="../media/image1131.png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2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3.xml"/><Relationship Id="rId3" Type="http://schemas.openxmlformats.org/officeDocument/2006/relationships/image" Target="../media/image1132.png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4.xml"/><Relationship Id="rId3" Type="http://schemas.openxmlformats.org/officeDocument/2006/relationships/image" Target="../media/image1133.png"/><Relationship Id="rId4" Type="http://schemas.openxmlformats.org/officeDocument/2006/relationships/image" Target="../media/image1134.png"/><Relationship Id="rId5" Type="http://schemas.openxmlformats.org/officeDocument/2006/relationships/image" Target="../media/image1135.png"/><Relationship Id="rId6" Type="http://schemas.openxmlformats.org/officeDocument/2006/relationships/image" Target="../media/image1136.png"/><Relationship Id="rId7" Type="http://schemas.openxmlformats.org/officeDocument/2006/relationships/image" Target="../media/image1137.png"/><Relationship Id="rId8" Type="http://schemas.openxmlformats.org/officeDocument/2006/relationships/image" Target="../media/image1138.png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5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6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8.xml"/><Relationship Id="rId3" Type="http://schemas.openxmlformats.org/officeDocument/2006/relationships/image" Target="../media/image1139.png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9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0.xml"/><Relationship Id="rId3" Type="http://schemas.openxmlformats.org/officeDocument/2006/relationships/image" Target="../media/image1140.png"/><Relationship Id="rId4" Type="http://schemas.openxmlformats.org/officeDocument/2006/relationships/image" Target="../media/image1141.png"/><Relationship Id="rId5" Type="http://schemas.openxmlformats.org/officeDocument/2006/relationships/image" Target="../media/image1142.png"/><Relationship Id="rId6" Type="http://schemas.openxmlformats.org/officeDocument/2006/relationships/image" Target="../media/image1143.png"/><Relationship Id="rId7" Type="http://schemas.openxmlformats.org/officeDocument/2006/relationships/image" Target="../media/image1144.png"/><Relationship Id="rId8" Type="http://schemas.openxmlformats.org/officeDocument/2006/relationships/image" Target="../media/image1145.png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1.xml"/><Relationship Id="rId3" Type="http://schemas.openxmlformats.org/officeDocument/2006/relationships/image" Target="../media/image1146.png"/><Relationship Id="rId4" Type="http://schemas.openxmlformats.org/officeDocument/2006/relationships/image" Target="../media/image1147.png"/><Relationship Id="rId5" Type="http://schemas.openxmlformats.org/officeDocument/2006/relationships/image" Target="../media/image1148.png"/><Relationship Id="rId6" Type="http://schemas.openxmlformats.org/officeDocument/2006/relationships/image" Target="../media/image1149.png"/><Relationship Id="rId7" Type="http://schemas.openxmlformats.org/officeDocument/2006/relationships/image" Target="../media/image1150.png"/><Relationship Id="rId8" Type="http://schemas.openxmlformats.org/officeDocument/2006/relationships/image" Target="../media/image1151.png"/><Relationship Id="rId9" Type="http://schemas.openxmlformats.org/officeDocument/2006/relationships/image" Target="../media/image1152.png"/><Relationship Id="rId10" Type="http://schemas.openxmlformats.org/officeDocument/2006/relationships/image" Target="../media/image1153.png"/><Relationship Id="rId11" Type="http://schemas.openxmlformats.org/officeDocument/2006/relationships/image" Target="../media/image1154.png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2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3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4.xml"/><Relationship Id="rId3" Type="http://schemas.openxmlformats.org/officeDocument/2006/relationships/image" Target="../media/image1155.png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5.xml"/><Relationship Id="rId3" Type="http://schemas.openxmlformats.org/officeDocument/2006/relationships/image" Target="../media/image1156.png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6.xml"/><Relationship Id="rId3" Type="http://schemas.openxmlformats.org/officeDocument/2006/relationships/image" Target="../media/image1157.png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7.xml"/><Relationship Id="rId3" Type="http://schemas.openxmlformats.org/officeDocument/2006/relationships/image" Target="../media/image1158.png"/><Relationship Id="rId4" Type="http://schemas.openxmlformats.org/officeDocument/2006/relationships/image" Target="../media/image1159.png"/><Relationship Id="rId5" Type="http://schemas.openxmlformats.org/officeDocument/2006/relationships/image" Target="../media/image1160.png"/><Relationship Id="rId6" Type="http://schemas.openxmlformats.org/officeDocument/2006/relationships/image" Target="../media/image1161.png"/><Relationship Id="rId7" Type="http://schemas.openxmlformats.org/officeDocument/2006/relationships/image" Target="../media/image1162.png"/><Relationship Id="rId8" Type="http://schemas.openxmlformats.org/officeDocument/2006/relationships/image" Target="../media/image1163.png"/><Relationship Id="rId9" Type="http://schemas.openxmlformats.org/officeDocument/2006/relationships/image" Target="../media/image1164.png"/><Relationship Id="rId10" Type="http://schemas.openxmlformats.org/officeDocument/2006/relationships/image" Target="../media/image1165.png"/><Relationship Id="rId11" Type="http://schemas.openxmlformats.org/officeDocument/2006/relationships/image" Target="../media/image1166.png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8.xml"/><Relationship Id="rId3" Type="http://schemas.openxmlformats.org/officeDocument/2006/relationships/image" Target="../media/image1167.png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9.xml"/><Relationship Id="rId3" Type="http://schemas.openxmlformats.org/officeDocument/2006/relationships/image" Target="../media/image116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8789537" name="TextBox 26"/>
          <p:cNvSpPr txBox="1"/>
          <p:nvPr/>
        </p:nvSpPr>
        <p:spPr bwMode="auto">
          <a:xfrm>
            <a:off x="627089" y="505814"/>
            <a:ext cx="10040482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뱅킹 시스템 기밀성 모델: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12277428" name="TextBox 27"/>
          <p:cNvSpPr txBox="1"/>
          <p:nvPr/>
        </p:nvSpPr>
        <p:spPr bwMode="auto">
          <a:xfrm>
            <a:off x="627089" y="3910224"/>
            <a:ext cx="10040124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비트코인 개인정보 보호 모델: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48042500" name="Freeform 29"/>
          <p:cNvSpPr/>
          <p:nvPr/>
        </p:nvSpPr>
        <p:spPr bwMode="auto">
          <a:xfrm rot="0" flipH="0" flipV="0">
            <a:off x="7090191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575198738" name="TextBox 30"/>
          <p:cNvSpPr txBox="1"/>
          <p:nvPr/>
        </p:nvSpPr>
        <p:spPr bwMode="auto">
          <a:xfrm rot="0" flipH="0" flipV="0">
            <a:off x="7090191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상대방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47140295" name="Freeform 32"/>
          <p:cNvSpPr/>
          <p:nvPr/>
        </p:nvSpPr>
        <p:spPr bwMode="auto">
          <a:xfrm rot="0" flipH="0" flipV="0">
            <a:off x="9520857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065103822" name="TextBox 33"/>
          <p:cNvSpPr txBox="1"/>
          <p:nvPr/>
        </p:nvSpPr>
        <p:spPr bwMode="auto">
          <a:xfrm rot="0" flipH="0" flipV="0">
            <a:off x="9520857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공개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00655598" name="Freeform 35"/>
          <p:cNvSpPr/>
          <p:nvPr/>
        </p:nvSpPr>
        <p:spPr bwMode="auto">
          <a:xfrm rot="0" flipH="0" flipV="0">
            <a:off x="4934958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669628474" name="TextBox 36"/>
          <p:cNvSpPr txBox="1"/>
          <p:nvPr/>
        </p:nvSpPr>
        <p:spPr bwMode="auto">
          <a:xfrm rot="0" flipH="0" flipV="0">
            <a:off x="4934958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은행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76922468" name="Freeform 38"/>
          <p:cNvSpPr/>
          <p:nvPr/>
        </p:nvSpPr>
        <p:spPr bwMode="auto">
          <a:xfrm rot="0" flipH="0" flipV="0">
            <a:off x="2779726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147695625" name="TextBox 39"/>
          <p:cNvSpPr txBox="1"/>
          <p:nvPr/>
        </p:nvSpPr>
        <p:spPr bwMode="auto">
          <a:xfrm rot="0" flipH="0" flipV="0">
            <a:off x="2779726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거래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53541753" name="Freeform 41"/>
          <p:cNvSpPr/>
          <p:nvPr/>
        </p:nvSpPr>
        <p:spPr bwMode="auto">
          <a:xfrm rot="0" flipH="0" flipV="0">
            <a:off x="627088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3534413" name="TextBox 42"/>
          <p:cNvSpPr txBox="1"/>
          <p:nvPr/>
        </p:nvSpPr>
        <p:spPr bwMode="auto">
          <a:xfrm rot="0" flipH="0" flipV="0">
            <a:off x="627088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신원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24420959" name="AutoShape 43"/>
          <p:cNvSpPr/>
          <p:nvPr/>
        </p:nvSpPr>
        <p:spPr bwMode="auto">
          <a:xfrm>
            <a:off x="9268575" y="1326403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572454" name="Freeform 45"/>
          <p:cNvSpPr/>
          <p:nvPr/>
        </p:nvSpPr>
        <p:spPr bwMode="auto">
          <a:xfrm rot="0" flipH="0" flipV="0">
            <a:off x="5201659" y="494316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723854703" name="TextBox 46"/>
          <p:cNvSpPr txBox="1"/>
          <p:nvPr/>
        </p:nvSpPr>
        <p:spPr bwMode="auto">
          <a:xfrm rot="0" flipH="0" flipV="0">
            <a:off x="5201659" y="4804140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공개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80651435" name="Freeform 48"/>
          <p:cNvSpPr/>
          <p:nvPr/>
        </p:nvSpPr>
        <p:spPr bwMode="auto">
          <a:xfrm rot="0" flipH="0" flipV="0">
            <a:off x="3046428" y="494316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196886559" name="TextBox 49"/>
          <p:cNvSpPr txBox="1"/>
          <p:nvPr/>
        </p:nvSpPr>
        <p:spPr bwMode="auto">
          <a:xfrm rot="0" flipH="0" flipV="0">
            <a:off x="3046428" y="4804140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거래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77018496" name="Freeform 51"/>
          <p:cNvSpPr/>
          <p:nvPr/>
        </p:nvSpPr>
        <p:spPr bwMode="auto">
          <a:xfrm rot="0" flipH="0" flipV="0">
            <a:off x="627088" y="494316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2007242215" name="TextBox 52"/>
          <p:cNvSpPr txBox="1"/>
          <p:nvPr/>
        </p:nvSpPr>
        <p:spPr bwMode="auto">
          <a:xfrm rot="0" flipH="0" flipV="0">
            <a:off x="627088" y="4804140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i="0" u="none" lang="en-US">
                <a:solidFill>
                  <a:srgbClr val="FFFFFF"/>
                </a:solidFill>
                <a:latin typeface="IBM Plex Sans"/>
              </a:rPr>
              <a:t>정체성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01091469" name="AutoShape 53"/>
          <p:cNvSpPr/>
          <p:nvPr/>
        </p:nvSpPr>
        <p:spPr bwMode="auto">
          <a:xfrm>
            <a:off x="2798777" y="4726648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791643150" name="AutoShape 54"/>
          <p:cNvSpPr/>
          <p:nvPr/>
        </p:nvSpPr>
        <p:spPr bwMode="auto">
          <a:xfrm>
            <a:off x="2553721" y="2128821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629060826" name="AutoShape 55"/>
          <p:cNvSpPr/>
          <p:nvPr/>
        </p:nvSpPr>
        <p:spPr bwMode="auto">
          <a:xfrm>
            <a:off x="4706359" y="212882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858110571" name="AutoShape 56"/>
          <p:cNvSpPr/>
          <p:nvPr/>
        </p:nvSpPr>
        <p:spPr bwMode="auto">
          <a:xfrm>
            <a:off x="6861591" y="212882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365893571" name="AutoShape 57"/>
          <p:cNvSpPr/>
          <p:nvPr/>
        </p:nvSpPr>
        <p:spPr bwMode="auto">
          <a:xfrm>
            <a:off x="4973060" y="552906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7144067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06788" y="84079"/>
            <a:ext cx="9578421" cy="66898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9297667" name="Freeform 48"/>
          <p:cNvSpPr/>
          <p:nvPr/>
        </p:nvSpPr>
        <p:spPr bwMode="auto">
          <a:xfrm flipH="0" flipV="0">
            <a:off x="4778718" y="1828280"/>
            <a:ext cx="385551" cy="3605969"/>
          </a:xfrm>
          <a:custGeom>
            <a:avLst/>
            <a:gdLst/>
            <a:ahLst/>
            <a:cxnLst/>
            <a:rect l="l" t="t" r="r" b="b"/>
            <a:pathLst>
              <a:path w="931062" h="4138052" fill="norm" stroke="1" extrusionOk="0">
                <a:moveTo>
                  <a:pt x="0" y="0"/>
                </a:moveTo>
                <a:lnTo>
                  <a:pt x="931062" y="0"/>
                </a:lnTo>
                <a:lnTo>
                  <a:pt x="931062" y="4138053"/>
                </a:lnTo>
                <a:lnTo>
                  <a:pt x="0" y="41380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092927289" name="TextBox 49"/>
          <p:cNvSpPr txBox="1"/>
          <p:nvPr/>
        </p:nvSpPr>
        <p:spPr bwMode="auto">
          <a:xfrm flipH="0" flipV="0">
            <a:off x="2037895" y="3270249"/>
            <a:ext cx="242057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공통 속성</a:t>
            </a:r>
            <a:endParaRPr lang="en-US" sz="2200" b="1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226899963" name=""/>
          <p:cNvSpPr txBox="1"/>
          <p:nvPr/>
        </p:nvSpPr>
        <p:spPr bwMode="auto">
          <a:xfrm rot="0" flipH="0" flipV="0">
            <a:off x="351702" y="458388"/>
            <a:ext cx="260285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 lang="fr-FR">
                <a:latin typeface="IBM Plex Sans"/>
              </a:rPr>
              <a:t>국제 단어 :</a:t>
            </a:r>
            <a:endParaRPr sz="1200">
              <a:latin typeface="IBM Plex Sans"/>
              <a:cs typeface="IBM Plex Sans"/>
            </a:endParaRPr>
          </a:p>
        </p:txBody>
      </p:sp>
      <p:grpSp>
        <p:nvGrpSpPr>
          <p:cNvPr id="1039213360" name=""/>
          <p:cNvGrpSpPr/>
          <p:nvPr/>
        </p:nvGrpSpPr>
        <p:grpSpPr bwMode="auto">
          <a:xfrm flipH="0" flipV="0">
            <a:off x="262617" y="310050"/>
            <a:ext cx="2765297" cy="2531750"/>
            <a:chOff x="0" y="0"/>
            <a:chExt cx="2765297" cy="2531750"/>
          </a:xfrm>
        </p:grpSpPr>
        <p:sp>
          <p:nvSpPr>
            <p:cNvPr id="1168439196" name=""/>
            <p:cNvSpPr txBox="1"/>
            <p:nvPr/>
          </p:nvSpPr>
          <p:spPr bwMode="auto">
            <a:xfrm rot="0" flipH="0" flipV="0">
              <a:off x="89083" y="611150"/>
              <a:ext cx="2258778" cy="192059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ea typeface="IBM Plex Sans"/>
                  <a:cs typeface="IBM Plex Sans"/>
                </a:rPr>
                <a:t>Sats </a:t>
              </a:r>
              <a:endParaRPr sz="1200">
                <a:latin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ea typeface="IBM Plex Sans"/>
                  <a:cs typeface="IBM Plex Sans"/>
                </a:rPr>
                <a:t>Inputs</a:t>
              </a:r>
              <a:endParaRPr sz="1200">
                <a:latin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ea typeface="IBM Plex Sans"/>
                  <a:cs typeface="IBM Plex Sans"/>
                </a:rPr>
                <a:t>Outputs</a:t>
              </a:r>
              <a:endParaRPr sz="1200">
                <a:latin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ea typeface="IBM Plex Sans"/>
                  <a:cs typeface="IBM Plex Sans"/>
                </a:rPr>
                <a:t>Wallet</a:t>
              </a:r>
              <a:endParaRPr sz="1200">
                <a:latin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ea typeface="IBM Plex Sans"/>
                  <a:cs typeface="IBM Plex Sans"/>
                </a:rPr>
                <a:t>Coinjoin</a:t>
              </a:r>
              <a:endParaRPr sz="1200">
                <a:latin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ea typeface="IBM Plex Sans"/>
                  <a:cs typeface="IBM Plex Sans"/>
                </a:rPr>
                <a:t>Transaction</a:t>
              </a:r>
              <a:endParaRPr sz="1200">
                <a:latin typeface="IBM Plex Sans"/>
                <a:ea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ea typeface="IBM Plex Sans"/>
                  <a:cs typeface="IBM Plex Sans"/>
                </a:rPr>
                <a:t>UTXO</a:t>
              </a:r>
              <a:endParaRPr sz="1200">
                <a:latin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cs typeface="IBM Plex Sans"/>
                </a:rPr>
                <a:t>Alice - Bob - Charle etc </a:t>
              </a:r>
              <a:endParaRPr lang="fr-FR" sz="1200">
                <a:latin typeface="IBM Plex Sans"/>
                <a:ea typeface="IBM Plex Sans"/>
                <a:cs typeface="IBM Plex Sans"/>
              </a:endParaRPr>
            </a:p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745867235" name=""/>
            <p:cNvSpPr/>
            <p:nvPr/>
          </p:nvSpPr>
          <p:spPr bwMode="auto">
            <a:xfrm rot="0" flipH="0" flipV="0">
              <a:off x="0" y="0"/>
              <a:ext cx="2765298" cy="2358906"/>
            </a:xfrm>
            <a:prstGeom prst="rect">
              <a:avLst/>
            </a:prstGeom>
            <a:noFill/>
            <a:ln w="12699" cap="flat" cmpd="sng" algn="ctr">
              <a:solidFill>
                <a:schemeClr val="accent2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</p:grpSp>
      <p:grpSp>
        <p:nvGrpSpPr>
          <p:cNvPr id="2058011047" name=""/>
          <p:cNvGrpSpPr/>
          <p:nvPr/>
        </p:nvGrpSpPr>
        <p:grpSpPr bwMode="auto">
          <a:xfrm flipH="0" flipV="0">
            <a:off x="5339309" y="836248"/>
            <a:ext cx="5829479" cy="5571124"/>
            <a:chOff x="0" y="0"/>
            <a:chExt cx="5829479" cy="5571124"/>
          </a:xfrm>
        </p:grpSpPr>
        <p:sp>
          <p:nvSpPr>
            <p:cNvPr id="1601570092" name="TextBox 32"/>
            <p:cNvSpPr txBox="1"/>
            <p:nvPr/>
          </p:nvSpPr>
          <p:spPr bwMode="auto">
            <a:xfrm>
              <a:off x="234065" y="333039"/>
              <a:ext cx="5400829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34754363" name="TextBox 33"/>
            <p:cNvSpPr txBox="1"/>
            <p:nvPr/>
          </p:nvSpPr>
          <p:spPr bwMode="auto">
            <a:xfrm>
              <a:off x="386273" y="1211933"/>
              <a:ext cx="1940689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21433325" name="AutoShape 34"/>
            <p:cNvSpPr/>
            <p:nvPr/>
          </p:nvSpPr>
          <p:spPr bwMode="auto">
            <a:xfrm flipH="0" flipV="0">
              <a:off x="2933580" y="1535830"/>
              <a:ext cx="0" cy="366159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951966070" name="TextBox 38"/>
            <p:cNvSpPr txBox="1"/>
            <p:nvPr/>
          </p:nvSpPr>
          <p:spPr bwMode="auto">
            <a:xfrm>
              <a:off x="3541831" y="1211933"/>
              <a:ext cx="1940689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84487469" name="Rectangle: Rounded Corners 12"/>
            <p:cNvSpPr/>
            <p:nvPr/>
          </p:nvSpPr>
          <p:spPr bwMode="auto">
            <a:xfrm>
              <a:off x="0" y="0"/>
              <a:ext cx="5829479" cy="5571124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 sz="1400"/>
            </a:p>
          </p:txBody>
        </p:sp>
        <p:grpSp>
          <p:nvGrpSpPr>
            <p:cNvPr id="588766708" name=""/>
            <p:cNvGrpSpPr/>
            <p:nvPr/>
          </p:nvGrpSpPr>
          <p:grpSpPr bwMode="auto">
            <a:xfrm flipH="0" flipV="0">
              <a:off x="411702" y="1931217"/>
              <a:ext cx="5115597" cy="3216535"/>
              <a:chOff x="0" y="0"/>
              <a:chExt cx="5115597" cy="3216535"/>
            </a:xfrm>
          </p:grpSpPr>
          <p:sp>
            <p:nvSpPr>
              <p:cNvPr id="939043811" name="Rectangle 1100602255"/>
              <p:cNvSpPr txBox="1"/>
              <p:nvPr/>
            </p:nvSpPr>
            <p:spPr bwMode="auto">
              <a:xfrm rot="0" flipH="0" flipV="0">
                <a:off x="2507" y="0"/>
                <a:ext cx="2026486" cy="715542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sz="1400" b="1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451 458 sats</a:t>
                </a:r>
                <a:endParaRPr sz="14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943898420" name="Rectangle 1100602255"/>
              <p:cNvSpPr txBox="1"/>
              <p:nvPr/>
            </p:nvSpPr>
            <p:spPr bwMode="auto">
              <a:xfrm rot="0" flipH="0" flipV="0">
                <a:off x="1567" y="854339"/>
                <a:ext cx="2027425" cy="715542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400" b="1" i="0" u="none" strike="noStrike" cap="none" spc="0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50 000</a:t>
                </a:r>
                <a:r>
                  <a:rPr sz="1400" b="1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 sats</a:t>
                </a:r>
                <a:endParaRPr sz="14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474620054" name="Rectangle 1100602255"/>
              <p:cNvSpPr txBox="1"/>
              <p:nvPr/>
            </p:nvSpPr>
            <p:spPr bwMode="auto">
              <a:xfrm rot="0" flipH="0" flipV="0">
                <a:off x="2507" y="1670965"/>
                <a:ext cx="2028055" cy="715542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400" b="1" i="0" u="none" strike="noStrike" cap="none" spc="0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8 414 070</a:t>
                </a:r>
                <a:r>
                  <a:rPr sz="1400" b="1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 sats</a:t>
                </a:r>
                <a:endParaRPr sz="14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2115435983" name="Rectangle 1100602255"/>
              <p:cNvSpPr txBox="1"/>
              <p:nvPr/>
            </p:nvSpPr>
            <p:spPr bwMode="auto">
              <a:xfrm rot="0" flipH="0" flipV="0">
                <a:off x="0" y="2500993"/>
                <a:ext cx="2028996" cy="715542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400" b="1" i="0" u="none" strike="noStrike" cap="none" spc="0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21 478</a:t>
                </a:r>
                <a:r>
                  <a:rPr sz="1400" b="1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 sats</a:t>
                </a:r>
                <a:endParaRPr sz="14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569807083" name="Rectangle 1100602255"/>
              <p:cNvSpPr txBox="1"/>
              <p:nvPr/>
            </p:nvSpPr>
            <p:spPr bwMode="auto">
              <a:xfrm rot="0" flipH="0" flipV="0">
                <a:off x="3085660" y="0"/>
                <a:ext cx="2029937" cy="715542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400" b="1" i="0" u="none" strike="noStrike" cap="none" spc="0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8 928 864</a:t>
                </a:r>
                <a:r>
                  <a:rPr sz="1400" b="1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 sats</a:t>
                </a:r>
                <a:endParaRPr sz="14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75160541" name=""/>
          <p:cNvGrpSpPr/>
          <p:nvPr/>
        </p:nvGrpSpPr>
        <p:grpSpPr bwMode="auto">
          <a:xfrm>
            <a:off x="208440" y="172509"/>
            <a:ext cx="11685168" cy="6461789"/>
            <a:chOff x="0" y="0"/>
            <a:chExt cx="11685168" cy="6461789"/>
          </a:xfrm>
        </p:grpSpPr>
        <p:sp>
          <p:nvSpPr>
            <p:cNvPr id="1077199582" name=""/>
            <p:cNvSpPr/>
            <p:nvPr/>
          </p:nvSpPr>
          <p:spPr bwMode="auto">
            <a:xfrm rot="0" flipH="0" flipV="0">
              <a:off x="0" y="6090678"/>
              <a:ext cx="2375794" cy="371110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703887011" name="TextBox 32"/>
            <p:cNvSpPr txBox="1"/>
            <p:nvPr/>
          </p:nvSpPr>
          <p:spPr bwMode="auto">
            <a:xfrm flipH="0" flipV="0">
              <a:off x="2803959" y="389415"/>
              <a:ext cx="6336670" cy="4178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87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463346782" name="TextBox 33"/>
            <p:cNvSpPr txBox="1"/>
            <p:nvPr/>
          </p:nvSpPr>
          <p:spPr bwMode="auto">
            <a:xfrm>
              <a:off x="3275892" y="1291591"/>
              <a:ext cx="2011595" cy="41806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87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631681669" name="AutoShape 34"/>
            <p:cNvSpPr/>
            <p:nvPr/>
          </p:nvSpPr>
          <p:spPr bwMode="auto">
            <a:xfrm>
              <a:off x="5917622" y="1394897"/>
              <a:ext cx="0" cy="468830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43831936" name="TextBox 38"/>
            <p:cNvSpPr txBox="1"/>
            <p:nvPr/>
          </p:nvSpPr>
          <p:spPr bwMode="auto">
            <a:xfrm>
              <a:off x="6549025" y="1302634"/>
              <a:ext cx="2011595" cy="41806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87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424903433" name="TextBox 39"/>
            <p:cNvSpPr txBox="1"/>
            <p:nvPr/>
          </p:nvSpPr>
          <p:spPr bwMode="auto">
            <a:xfrm flipH="0" flipV="0">
              <a:off x="584934" y="1040001"/>
              <a:ext cx="1975406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r>
                <a:rPr lang="en-US" sz="18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 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136224823" name="Freeform 40"/>
            <p:cNvSpPr/>
            <p:nvPr/>
          </p:nvSpPr>
          <p:spPr bwMode="auto">
            <a:xfrm rot="1981001">
              <a:off x="1565544" y="1673804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0" y="0"/>
                  </a:moveTo>
                  <a:lnTo>
                    <a:pt x="966021" y="0"/>
                  </a:lnTo>
                  <a:lnTo>
                    <a:pt x="966021" y="272900"/>
                  </a:lnTo>
                  <a:lnTo>
                    <a:pt x="0" y="27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0289572" name="TextBox 41"/>
            <p:cNvSpPr txBox="1"/>
            <p:nvPr/>
          </p:nvSpPr>
          <p:spPr bwMode="auto">
            <a:xfrm flipH="0" flipV="0">
              <a:off x="377523" y="3976599"/>
              <a:ext cx="2427156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</a:t>
              </a:r>
              <a:r>
                <a:rPr lang="en-US" sz="18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 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55303569" name="Freeform 42"/>
            <p:cNvSpPr/>
            <p:nvPr/>
          </p:nvSpPr>
          <p:spPr bwMode="auto">
            <a:xfrm rot="10008104" flipH="1">
              <a:off x="1475038" y="3583560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966020" y="0"/>
                  </a:moveTo>
                  <a:lnTo>
                    <a:pt x="0" y="0"/>
                  </a:lnTo>
                  <a:lnTo>
                    <a:pt x="0" y="272901"/>
                  </a:lnTo>
                  <a:lnTo>
                    <a:pt x="966020" y="272901"/>
                  </a:lnTo>
                  <a:lnTo>
                    <a:pt x="96602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96978745" name="TextBox 43"/>
            <p:cNvSpPr txBox="1"/>
            <p:nvPr/>
          </p:nvSpPr>
          <p:spPr bwMode="auto">
            <a:xfrm flipH="0" flipV="0">
              <a:off x="9494058" y="1096255"/>
              <a:ext cx="1870316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18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67963551" name="Freeform 44"/>
            <p:cNvSpPr/>
            <p:nvPr/>
          </p:nvSpPr>
          <p:spPr bwMode="auto">
            <a:xfrm rot="-423529" flipH="1">
              <a:off x="9386380" y="3013491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966020" y="0"/>
                  </a:moveTo>
                  <a:lnTo>
                    <a:pt x="0" y="0"/>
                  </a:lnTo>
                  <a:lnTo>
                    <a:pt x="0" y="272901"/>
                  </a:lnTo>
                  <a:lnTo>
                    <a:pt x="966020" y="272901"/>
                  </a:lnTo>
                  <a:lnTo>
                    <a:pt x="96602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89720796" name="TextBox 45"/>
            <p:cNvSpPr txBox="1"/>
            <p:nvPr/>
          </p:nvSpPr>
          <p:spPr bwMode="auto">
            <a:xfrm flipH="0" flipV="0">
              <a:off x="9724470" y="2591215"/>
              <a:ext cx="1869452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86231189" name="Freeform 46"/>
            <p:cNvSpPr/>
            <p:nvPr/>
          </p:nvSpPr>
          <p:spPr bwMode="auto">
            <a:xfrm rot="-2557580" flipH="1">
              <a:off x="9275694" y="1799977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966020" y="0"/>
                  </a:moveTo>
                  <a:lnTo>
                    <a:pt x="0" y="0"/>
                  </a:lnTo>
                  <a:lnTo>
                    <a:pt x="0" y="272901"/>
                  </a:lnTo>
                  <a:lnTo>
                    <a:pt x="966020" y="272901"/>
                  </a:lnTo>
                  <a:lnTo>
                    <a:pt x="96602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4819551" name="Freeform 47"/>
            <p:cNvSpPr/>
            <p:nvPr/>
          </p:nvSpPr>
          <p:spPr bwMode="auto">
            <a:xfrm rot="-10662274">
              <a:off x="9273730" y="3737023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0" y="0"/>
                  </a:moveTo>
                  <a:lnTo>
                    <a:pt x="966020" y="0"/>
                  </a:lnTo>
                  <a:lnTo>
                    <a:pt x="966020" y="272901"/>
                  </a:lnTo>
                  <a:lnTo>
                    <a:pt x="0" y="2729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00890669" name="TextBox 48"/>
            <p:cNvSpPr txBox="1"/>
            <p:nvPr/>
          </p:nvSpPr>
          <p:spPr bwMode="auto">
            <a:xfrm flipH="0" flipV="0">
              <a:off x="9587806" y="4059012"/>
              <a:ext cx="1869452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48812191" name="Freeform 49"/>
            <p:cNvSpPr/>
            <p:nvPr/>
          </p:nvSpPr>
          <p:spPr bwMode="auto">
            <a:xfrm rot="-9983765">
              <a:off x="9287197" y="4750977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0" y="0"/>
                  </a:moveTo>
                  <a:lnTo>
                    <a:pt x="966020" y="0"/>
                  </a:lnTo>
                  <a:lnTo>
                    <a:pt x="966020" y="272901"/>
                  </a:lnTo>
                  <a:lnTo>
                    <a:pt x="0" y="2729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11847605" name="TextBox 50"/>
            <p:cNvSpPr txBox="1"/>
            <p:nvPr/>
          </p:nvSpPr>
          <p:spPr bwMode="auto">
            <a:xfrm flipH="0" flipV="0">
              <a:off x="9724470" y="5129072"/>
              <a:ext cx="1869452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46182741" name="TextBox 60"/>
            <p:cNvSpPr txBox="1"/>
            <p:nvPr/>
          </p:nvSpPr>
          <p:spPr bwMode="auto">
            <a:xfrm flipH="0" flipV="0">
              <a:off x="292922" y="2253544"/>
              <a:ext cx="1976774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75818460" name="Freeform 61"/>
            <p:cNvSpPr/>
            <p:nvPr/>
          </p:nvSpPr>
          <p:spPr bwMode="auto">
            <a:xfrm rot="731793">
              <a:off x="1394815" y="2751527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0" y="0"/>
                  </a:moveTo>
                  <a:lnTo>
                    <a:pt x="966020" y="0"/>
                  </a:lnTo>
                  <a:lnTo>
                    <a:pt x="966020" y="272900"/>
                  </a:lnTo>
                  <a:lnTo>
                    <a:pt x="0" y="27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16916332" name="TextBox 62"/>
            <p:cNvSpPr txBox="1"/>
            <p:nvPr/>
          </p:nvSpPr>
          <p:spPr bwMode="auto">
            <a:xfrm flipH="0" flipV="0">
              <a:off x="493840" y="5111788"/>
              <a:ext cx="1981330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David’s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79249040" name="TextBox 63"/>
            <p:cNvSpPr txBox="1"/>
            <p:nvPr/>
          </p:nvSpPr>
          <p:spPr bwMode="auto">
            <a:xfrm flipH="0" flipV="0">
              <a:off x="403678" y="6090190"/>
              <a:ext cx="2232590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Emma’s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11847822" name="Freeform 64"/>
            <p:cNvSpPr/>
            <p:nvPr/>
          </p:nvSpPr>
          <p:spPr bwMode="auto">
            <a:xfrm rot="9117488" flipH="1">
              <a:off x="1485987" y="4632423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966020" y="0"/>
                  </a:moveTo>
                  <a:lnTo>
                    <a:pt x="0" y="0"/>
                  </a:lnTo>
                  <a:lnTo>
                    <a:pt x="0" y="272900"/>
                  </a:lnTo>
                  <a:lnTo>
                    <a:pt x="966020" y="272900"/>
                  </a:lnTo>
                  <a:lnTo>
                    <a:pt x="96602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90139776" name="Freeform 65"/>
            <p:cNvSpPr/>
            <p:nvPr/>
          </p:nvSpPr>
          <p:spPr bwMode="auto">
            <a:xfrm rot="9379580" flipH="1">
              <a:off x="1476596" y="5596692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966020" y="0"/>
                  </a:moveTo>
                  <a:lnTo>
                    <a:pt x="0" y="0"/>
                  </a:lnTo>
                  <a:lnTo>
                    <a:pt x="0" y="272901"/>
                  </a:lnTo>
                  <a:lnTo>
                    <a:pt x="966020" y="272901"/>
                  </a:lnTo>
                  <a:lnTo>
                    <a:pt x="96602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93488738" name="Freeform 66"/>
            <p:cNvSpPr/>
            <p:nvPr/>
          </p:nvSpPr>
          <p:spPr bwMode="auto">
            <a:xfrm rot="-9983765">
              <a:off x="9378442" y="5651511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0" y="0"/>
                  </a:moveTo>
                  <a:lnTo>
                    <a:pt x="966020" y="0"/>
                  </a:lnTo>
                  <a:lnTo>
                    <a:pt x="966020" y="272901"/>
                  </a:lnTo>
                  <a:lnTo>
                    <a:pt x="0" y="2729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62446574" name="TextBox 67"/>
            <p:cNvSpPr txBox="1"/>
            <p:nvPr/>
          </p:nvSpPr>
          <p:spPr bwMode="auto">
            <a:xfrm flipH="0" flipV="0">
              <a:off x="9815716" y="6029605"/>
              <a:ext cx="1869452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286463260" name="Rectangle: Rounded Corners 12"/>
            <p:cNvSpPr/>
            <p:nvPr/>
          </p:nvSpPr>
          <p:spPr bwMode="auto">
            <a:xfrm flipH="0" flipV="0">
              <a:off x="2803959" y="0"/>
              <a:ext cx="6335230" cy="6393753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044476931" name=""/>
            <p:cNvGrpSpPr/>
            <p:nvPr/>
          </p:nvGrpSpPr>
          <p:grpSpPr bwMode="auto">
            <a:xfrm>
              <a:off x="3238542" y="1767441"/>
              <a:ext cx="5358152" cy="4294071"/>
              <a:chOff x="0" y="0"/>
              <a:chExt cx="5358152" cy="4294071"/>
            </a:xfrm>
          </p:grpSpPr>
          <p:sp>
            <p:nvSpPr>
              <p:cNvPr id="1169586419" name="Freeform 30"/>
              <p:cNvSpPr/>
              <p:nvPr/>
            </p:nvSpPr>
            <p:spPr bwMode="auto">
              <a:xfrm rot="0" flipH="0" flipV="0">
                <a:off x="0" y="152544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992611319" name="TextBox 31"/>
              <p:cNvSpPr txBox="1"/>
              <p:nvPr/>
            </p:nvSpPr>
            <p:spPr bwMode="auto">
              <a:xfrm rot="0" flipH="0" flipV="0">
                <a:off x="0" y="0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749186476" name="Freeform 36"/>
              <p:cNvSpPr/>
              <p:nvPr/>
            </p:nvSpPr>
            <p:spPr bwMode="auto">
              <a:xfrm rot="0" flipH="0" flipV="0">
                <a:off x="0" y="1025619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475634086" name="TextBox 37"/>
              <p:cNvSpPr txBox="1"/>
              <p:nvPr/>
            </p:nvSpPr>
            <p:spPr bwMode="auto">
              <a:xfrm rot="0" flipH="0" flipV="0">
                <a:off x="0" y="873072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670580915" name="Freeform 52"/>
              <p:cNvSpPr/>
              <p:nvPr/>
            </p:nvSpPr>
            <p:spPr bwMode="auto">
              <a:xfrm rot="0" flipH="0" flipV="0">
                <a:off x="169" y="1898692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460587903" name="TextBox 53"/>
              <p:cNvSpPr txBox="1"/>
              <p:nvPr/>
            </p:nvSpPr>
            <p:spPr bwMode="auto">
              <a:xfrm rot="0" flipH="0" flipV="0">
                <a:off x="169" y="1746147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466356885" name="Freeform 55"/>
              <p:cNvSpPr/>
              <p:nvPr/>
            </p:nvSpPr>
            <p:spPr bwMode="auto">
              <a:xfrm rot="0" flipH="0" flipV="0">
                <a:off x="169" y="2771767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340107236" name="TextBox 56"/>
              <p:cNvSpPr txBox="1"/>
              <p:nvPr/>
            </p:nvSpPr>
            <p:spPr bwMode="auto">
              <a:xfrm rot="0" flipH="0" flipV="0">
                <a:off x="169" y="2619222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315812040" name="Freeform 58"/>
              <p:cNvSpPr/>
              <p:nvPr/>
            </p:nvSpPr>
            <p:spPr bwMode="auto">
              <a:xfrm rot="0" flipH="0" flipV="0">
                <a:off x="169" y="3644844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972726440" name="TextBox 59"/>
              <p:cNvSpPr txBox="1"/>
              <p:nvPr/>
            </p:nvSpPr>
            <p:spPr bwMode="auto">
              <a:xfrm rot="0" flipH="0" flipV="0">
                <a:off x="169" y="3492297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12360596" name="Freeform 69"/>
              <p:cNvSpPr/>
              <p:nvPr/>
            </p:nvSpPr>
            <p:spPr bwMode="auto">
              <a:xfrm rot="0" flipH="0" flipV="0">
                <a:off x="3273132" y="152544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283538504" name="TextBox 70"/>
              <p:cNvSpPr txBox="1"/>
              <p:nvPr/>
            </p:nvSpPr>
            <p:spPr bwMode="auto">
              <a:xfrm rot="0" flipH="0" flipV="0">
                <a:off x="3273132" y="0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569720868" name="Freeform 72"/>
              <p:cNvSpPr/>
              <p:nvPr/>
            </p:nvSpPr>
            <p:spPr bwMode="auto">
              <a:xfrm rot="0" flipH="0" flipV="0">
                <a:off x="3273132" y="1025619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456241373" name="TextBox 73"/>
              <p:cNvSpPr txBox="1"/>
              <p:nvPr/>
            </p:nvSpPr>
            <p:spPr bwMode="auto">
              <a:xfrm rot="0" flipH="0" flipV="0">
                <a:off x="3273132" y="873072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081064449" name="Freeform 75"/>
              <p:cNvSpPr/>
              <p:nvPr/>
            </p:nvSpPr>
            <p:spPr bwMode="auto">
              <a:xfrm rot="0" flipH="0" flipV="0">
                <a:off x="3273302" y="1898692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2093797250" name="TextBox 76"/>
              <p:cNvSpPr txBox="1"/>
              <p:nvPr/>
            </p:nvSpPr>
            <p:spPr bwMode="auto">
              <a:xfrm rot="0" flipH="0" flipV="0">
                <a:off x="3273302" y="1746147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328013216" name="Freeform 78"/>
              <p:cNvSpPr/>
              <p:nvPr/>
            </p:nvSpPr>
            <p:spPr bwMode="auto">
              <a:xfrm rot="0" flipH="0" flipV="0">
                <a:off x="3273302" y="2771767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471769314" name="TextBox 79"/>
              <p:cNvSpPr txBox="1"/>
              <p:nvPr/>
            </p:nvSpPr>
            <p:spPr bwMode="auto">
              <a:xfrm rot="0" flipH="0" flipV="0">
                <a:off x="3273302" y="2619222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798831552" name="Freeform 81"/>
              <p:cNvSpPr/>
              <p:nvPr/>
            </p:nvSpPr>
            <p:spPr bwMode="auto">
              <a:xfrm rot="0" flipH="0" flipV="0">
                <a:off x="3273302" y="3644844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60911430" name="TextBox 82"/>
              <p:cNvSpPr txBox="1"/>
              <p:nvPr/>
            </p:nvSpPr>
            <p:spPr bwMode="auto">
              <a:xfrm rot="0" flipH="0" flipV="0">
                <a:off x="3273302" y="3492297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1464086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23393" y="674686"/>
            <a:ext cx="10859718" cy="56781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4643058" name="Freeform 27"/>
          <p:cNvSpPr/>
          <p:nvPr/>
        </p:nvSpPr>
        <p:spPr bwMode="auto">
          <a:xfrm rot="0" flipH="0" flipV="0">
            <a:off x="1143614" y="1029164"/>
            <a:ext cx="2856322" cy="2593283"/>
          </a:xfrm>
          <a:custGeom>
            <a:avLst/>
            <a:gdLst/>
            <a:ahLst/>
            <a:cxnLst/>
            <a:rect l="l" t="t" r="r" b="b"/>
            <a:pathLst>
              <a:path w="978428" h="888325" fill="norm" stroke="1" extrusionOk="0">
                <a:moveTo>
                  <a:pt x="92155" y="0"/>
                </a:moveTo>
                <a:lnTo>
                  <a:pt x="886273" y="0"/>
                </a:lnTo>
                <a:cubicBezTo>
                  <a:pt x="937169" y="0"/>
                  <a:pt x="978428" y="41259"/>
                  <a:pt x="978428" y="92155"/>
                </a:cubicBezTo>
                <a:lnTo>
                  <a:pt x="978428" y="796170"/>
                </a:lnTo>
                <a:cubicBezTo>
                  <a:pt x="978428" y="820611"/>
                  <a:pt x="968719" y="844051"/>
                  <a:pt x="951436" y="861333"/>
                </a:cubicBezTo>
                <a:cubicBezTo>
                  <a:pt x="934154" y="878616"/>
                  <a:pt x="910714" y="888325"/>
                  <a:pt x="886273" y="888325"/>
                </a:cubicBezTo>
                <a:lnTo>
                  <a:pt x="92155" y="888325"/>
                </a:lnTo>
                <a:cubicBezTo>
                  <a:pt x="41259" y="888325"/>
                  <a:pt x="0" y="847066"/>
                  <a:pt x="0" y="796170"/>
                </a:cubicBezTo>
                <a:lnTo>
                  <a:pt x="0" y="92155"/>
                </a:lnTo>
                <a:cubicBezTo>
                  <a:pt x="0" y="41259"/>
                  <a:pt x="41259" y="0"/>
                  <a:pt x="9215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711649848" name="TextBox 28"/>
          <p:cNvSpPr txBox="1"/>
          <p:nvPr/>
        </p:nvSpPr>
        <p:spPr bwMode="auto">
          <a:xfrm rot="0" flipH="0" flipV="0">
            <a:off x="1143613" y="862324"/>
            <a:ext cx="2856321" cy="2760124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357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고객의 은행 계좌:</a:t>
            </a:r>
            <a:endParaRPr sz="1400"/>
          </a:p>
          <a:p>
            <a:pPr algn="ctr">
              <a:lnSpc>
                <a:spcPts val="4898"/>
              </a:lnSpc>
            </a:pPr>
          </a:p>
          <a:p>
            <a:pPr algn="ctr">
              <a:lnSpc>
                <a:spcPts val="4898"/>
              </a:lnSpc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1 245 €</a:t>
            </a:r>
          </a:p>
        </p:txBody>
      </p:sp>
      <p:sp>
        <p:nvSpPr>
          <p:cNvPr id="238548269" name="AutoShape 29"/>
          <p:cNvSpPr/>
          <p:nvPr/>
        </p:nvSpPr>
        <p:spPr bwMode="auto">
          <a:xfrm>
            <a:off x="4095189" y="2768379"/>
            <a:ext cx="3894009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154298865" name="Freeform 30"/>
          <p:cNvSpPr/>
          <p:nvPr/>
        </p:nvSpPr>
        <p:spPr bwMode="auto">
          <a:xfrm>
            <a:off x="4965374" y="4500705"/>
            <a:ext cx="2153639" cy="2059662"/>
          </a:xfrm>
          <a:custGeom>
            <a:avLst/>
            <a:gdLst/>
            <a:ahLst/>
            <a:cxnLst/>
            <a:rect l="l" t="t" r="r" b="b"/>
            <a:pathLst>
              <a:path w="2153641" h="2059664" fill="norm" stroke="1" extrusionOk="0">
                <a:moveTo>
                  <a:pt x="0" y="0"/>
                </a:moveTo>
                <a:lnTo>
                  <a:pt x="2153641" y="0"/>
                </a:lnTo>
                <a:lnTo>
                  <a:pt x="2153641" y="2059663"/>
                </a:lnTo>
                <a:lnTo>
                  <a:pt x="0" y="20596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596387" name="Freeform 32"/>
          <p:cNvSpPr/>
          <p:nvPr/>
        </p:nvSpPr>
        <p:spPr bwMode="auto">
          <a:xfrm rot="0" flipH="0" flipV="0">
            <a:off x="8084449" y="1029164"/>
            <a:ext cx="2856322" cy="2593283"/>
          </a:xfrm>
          <a:custGeom>
            <a:avLst/>
            <a:gdLst/>
            <a:ahLst/>
            <a:cxnLst/>
            <a:rect l="l" t="t" r="r" b="b"/>
            <a:pathLst>
              <a:path w="978428" h="888325" fill="norm" stroke="1" extrusionOk="0">
                <a:moveTo>
                  <a:pt x="92155" y="0"/>
                </a:moveTo>
                <a:lnTo>
                  <a:pt x="886273" y="0"/>
                </a:lnTo>
                <a:cubicBezTo>
                  <a:pt x="937169" y="0"/>
                  <a:pt x="978428" y="41259"/>
                  <a:pt x="978428" y="92155"/>
                </a:cubicBezTo>
                <a:lnTo>
                  <a:pt x="978428" y="796170"/>
                </a:lnTo>
                <a:cubicBezTo>
                  <a:pt x="978428" y="820611"/>
                  <a:pt x="968719" y="844051"/>
                  <a:pt x="951436" y="861333"/>
                </a:cubicBezTo>
                <a:cubicBezTo>
                  <a:pt x="934154" y="878616"/>
                  <a:pt x="910714" y="888325"/>
                  <a:pt x="886273" y="888325"/>
                </a:cubicBezTo>
                <a:lnTo>
                  <a:pt x="92155" y="888325"/>
                </a:lnTo>
                <a:cubicBezTo>
                  <a:pt x="41259" y="888325"/>
                  <a:pt x="0" y="847066"/>
                  <a:pt x="0" y="796170"/>
                </a:cubicBezTo>
                <a:lnTo>
                  <a:pt x="0" y="92155"/>
                </a:lnTo>
                <a:cubicBezTo>
                  <a:pt x="0" y="41259"/>
                  <a:pt x="41259" y="0"/>
                  <a:pt x="9215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640281221" name="TextBox 33"/>
          <p:cNvSpPr txBox="1"/>
          <p:nvPr/>
        </p:nvSpPr>
        <p:spPr bwMode="auto">
          <a:xfrm rot="0" flipH="0" flipV="0">
            <a:off x="8084449" y="862325"/>
            <a:ext cx="2856322" cy="27601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57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베이커의 은행 계좌:</a:t>
            </a:r>
            <a:endParaRPr sz="1400">
              <a:latin typeface="IBM Plex Sans"/>
              <a:cs typeface="IBM Plex Sans"/>
            </a:endParaRPr>
          </a:p>
          <a:p>
            <a:pPr algn="ctr">
              <a:lnSpc>
                <a:spcPts val="4898"/>
              </a:lnSpc>
            </a:pPr>
          </a:p>
          <a:p>
            <a:pPr algn="ctr">
              <a:lnSpc>
                <a:spcPts val="4898"/>
              </a:lnSpc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47 412 €</a:t>
            </a:r>
          </a:p>
        </p:txBody>
      </p:sp>
      <p:sp>
        <p:nvSpPr>
          <p:cNvPr id="1377270756" name="AutoShape 34"/>
          <p:cNvSpPr/>
          <p:nvPr/>
        </p:nvSpPr>
        <p:spPr bwMode="auto">
          <a:xfrm flipH="1" flipV="1">
            <a:off x="4095189" y="1883239"/>
            <a:ext cx="3894009" cy="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625334562" name="Freeform 35"/>
          <p:cNvSpPr/>
          <p:nvPr/>
        </p:nvSpPr>
        <p:spPr bwMode="auto">
          <a:xfrm>
            <a:off x="5706895" y="3090489"/>
            <a:ext cx="670596" cy="672512"/>
          </a:xfrm>
          <a:custGeom>
            <a:avLst/>
            <a:gdLst/>
            <a:ahLst/>
            <a:cxnLst/>
            <a:rect l="l" t="t" r="r" b="b"/>
            <a:pathLst>
              <a:path w="670598" h="672514" fill="norm" stroke="1" extrusionOk="0">
                <a:moveTo>
                  <a:pt x="0" y="0"/>
                </a:moveTo>
                <a:lnTo>
                  <a:pt x="670599" y="0"/>
                </a:lnTo>
                <a:lnTo>
                  <a:pt x="670599" y="672514"/>
                </a:lnTo>
                <a:lnTo>
                  <a:pt x="0" y="6725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76188604" name="TextBox 37"/>
          <p:cNvSpPr txBox="1"/>
          <p:nvPr/>
        </p:nvSpPr>
        <p:spPr bwMode="auto">
          <a:xfrm flipH="0" flipV="0">
            <a:off x="1143613" y="3810465"/>
            <a:ext cx="2857761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- 2 €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63729450" name="TextBox 38"/>
          <p:cNvSpPr txBox="1"/>
          <p:nvPr/>
        </p:nvSpPr>
        <p:spPr bwMode="auto">
          <a:xfrm flipH="0" flipV="0">
            <a:off x="8084448" y="3715214"/>
            <a:ext cx="2857041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+ 2 €</a:t>
            </a:r>
            <a:endParaRPr>
              <a:latin typeface="IBM Plex Sans"/>
              <a:cs typeface="IBM Plex Sans"/>
            </a:endParaRPr>
          </a:p>
        </p:txBody>
      </p:sp>
      <p:pic>
        <p:nvPicPr>
          <p:cNvPr id="1039698477" name=""/>
          <p:cNvPicPr>
            <a:picLocks noChangeAspect="1"/>
          </p:cNvPicPr>
          <p:nvPr/>
        </p:nvPicPr>
        <p:blipFill>
          <a:blip r:embed="rId5"/>
          <a:srcRect l="0" t="22164" r="4849" b="29991"/>
          <a:stretch/>
        </p:blipFill>
        <p:spPr bwMode="auto">
          <a:xfrm rot="2570678" flipH="0" flipV="0">
            <a:off x="5277133" y="506122"/>
            <a:ext cx="1775200" cy="8926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9245396" name="TextBox 32"/>
          <p:cNvSpPr txBox="1"/>
          <p:nvPr/>
        </p:nvSpPr>
        <p:spPr bwMode="auto">
          <a:xfrm flipH="0" flipV="0">
            <a:off x="2790888" y="985240"/>
            <a:ext cx="6646787" cy="398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36"/>
              </a:lnSpc>
              <a:defRPr/>
            </a:pPr>
            <a:r>
              <a:rPr sz="2250" b="1" lang="en-US">
                <a:solidFill>
                  <a:srgbClr val="000000"/>
                </a:solidFill>
                <a:latin typeface="IBM Plex Sans"/>
              </a:rPr>
              <a:t>비트코인 </a:t>
            </a:r>
            <a:r>
              <a:rPr>
                <a:latin typeface="IBM Plex Sans"/>
              </a:rPr>
              <a:t>거래 </a:t>
            </a:r>
            <a:r>
              <a:rPr sz="2250" b="1" i="0" u="none" lang="en-US">
                <a:solidFill>
                  <a:srgbClr val="000000"/>
                </a:solidFill>
                <a:latin typeface="IBM Plex Sans"/>
              </a:rPr>
              <a:t/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32003281" name="TextBox 42"/>
          <p:cNvSpPr txBox="1"/>
          <p:nvPr/>
        </p:nvSpPr>
        <p:spPr bwMode="auto">
          <a:xfrm flipH="0" flipV="0">
            <a:off x="209882" y="3072150"/>
            <a:ext cx="2471986" cy="643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33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지출에 사용되는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26742511" name="Freeform 43"/>
          <p:cNvSpPr/>
          <p:nvPr/>
        </p:nvSpPr>
        <p:spPr bwMode="auto">
          <a:xfrm rot="9078673" flipH="1">
            <a:off x="1328780" y="2349290"/>
            <a:ext cx="1157490" cy="326989"/>
          </a:xfrm>
          <a:custGeom>
            <a:avLst/>
            <a:gdLst/>
            <a:ahLst/>
            <a:cxnLst/>
            <a:rect l="l" t="t" r="r" b="b"/>
            <a:pathLst>
              <a:path w="1157492" h="326991" fill="norm" stroke="1" extrusionOk="0">
                <a:moveTo>
                  <a:pt x="1157491" y="0"/>
                </a:moveTo>
                <a:lnTo>
                  <a:pt x="0" y="0"/>
                </a:lnTo>
                <a:lnTo>
                  <a:pt x="0" y="326991"/>
                </a:lnTo>
                <a:lnTo>
                  <a:pt x="1157491" y="326991"/>
                </a:lnTo>
                <a:lnTo>
                  <a:pt x="1157491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7460669" name="TextBox 44"/>
          <p:cNvSpPr txBox="1"/>
          <p:nvPr/>
        </p:nvSpPr>
        <p:spPr bwMode="auto">
          <a:xfrm flipH="0" flipV="0">
            <a:off x="9571171" y="3861783"/>
            <a:ext cx="2427338" cy="643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33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수신자를 위해 생성된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355128854" name="Freeform 45"/>
          <p:cNvSpPr/>
          <p:nvPr/>
        </p:nvSpPr>
        <p:spPr bwMode="auto">
          <a:xfrm rot="-7785224">
            <a:off x="9836453" y="2937607"/>
            <a:ext cx="1157490" cy="326989"/>
          </a:xfrm>
          <a:custGeom>
            <a:avLst/>
            <a:gdLst/>
            <a:ahLst/>
            <a:cxnLst/>
            <a:rect l="l" t="t" r="r" b="b"/>
            <a:pathLst>
              <a:path w="1157492" h="326991" fill="norm" stroke="1" extrusionOk="0">
                <a:moveTo>
                  <a:pt x="0" y="0"/>
                </a:moveTo>
                <a:lnTo>
                  <a:pt x="1157491" y="0"/>
                </a:lnTo>
                <a:lnTo>
                  <a:pt x="1157491" y="326991"/>
                </a:lnTo>
                <a:lnTo>
                  <a:pt x="0" y="3269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9012202" name="Rectangle: Rounded Corners 12"/>
          <p:cNvSpPr/>
          <p:nvPr/>
        </p:nvSpPr>
        <p:spPr bwMode="auto">
          <a:xfrm>
            <a:off x="2790889" y="566583"/>
            <a:ext cx="6645348" cy="57343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214621029" name=""/>
          <p:cNvGrpSpPr/>
          <p:nvPr/>
        </p:nvGrpSpPr>
        <p:grpSpPr bwMode="auto">
          <a:xfrm>
            <a:off x="3523187" y="2014409"/>
            <a:ext cx="5111317" cy="3931907"/>
            <a:chOff x="0" y="0"/>
            <a:chExt cx="5111317" cy="3931907"/>
          </a:xfrm>
        </p:grpSpPr>
        <p:sp>
          <p:nvSpPr>
            <p:cNvPr id="625786683" name="TextBox 33"/>
            <p:cNvSpPr txBox="1"/>
            <p:nvPr/>
          </p:nvSpPr>
          <p:spPr bwMode="auto">
            <a:xfrm>
              <a:off x="35629" y="0"/>
              <a:ext cx="1918693" cy="3987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36"/>
                </a:lnSpc>
                <a:defRPr/>
              </a:pPr>
              <a:r>
                <a:rPr lang="en-US" sz="22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118489582" name="TextBox 35"/>
            <p:cNvSpPr txBox="1"/>
            <p:nvPr/>
          </p:nvSpPr>
          <p:spPr bwMode="auto">
            <a:xfrm>
              <a:off x="3158077" y="0"/>
              <a:ext cx="1918693" cy="3987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36"/>
                </a:lnSpc>
                <a:defRPr/>
              </a:pPr>
              <a:r>
                <a:rPr lang="en-US" sz="22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grpSp>
          <p:nvGrpSpPr>
            <p:cNvPr id="1222444761" name=""/>
            <p:cNvGrpSpPr/>
            <p:nvPr/>
          </p:nvGrpSpPr>
          <p:grpSpPr bwMode="auto">
            <a:xfrm>
              <a:off x="0" y="446036"/>
              <a:ext cx="5111319" cy="3485871"/>
              <a:chOff x="0" y="0"/>
              <a:chExt cx="5111319" cy="3485871"/>
            </a:xfrm>
          </p:grpSpPr>
          <p:sp>
            <p:nvSpPr>
              <p:cNvPr id="1248616473" name="Freeform 30"/>
              <p:cNvSpPr/>
              <p:nvPr/>
            </p:nvSpPr>
            <p:spPr bwMode="auto">
              <a:xfrm rot="0" flipH="0" flipV="0">
                <a:off x="0" y="145525"/>
                <a:ext cx="1988870" cy="61933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349" y="0"/>
                    </a:moveTo>
                    <a:lnTo>
                      <a:pt x="778877" y="0"/>
                    </a:lnTo>
                    <a:cubicBezTo>
                      <a:pt x="851972" y="0"/>
                      <a:pt x="911226" y="59255"/>
                      <a:pt x="911226" y="132349"/>
                    </a:cubicBezTo>
                    <a:lnTo>
                      <a:pt x="911226" y="151409"/>
                    </a:lnTo>
                    <a:cubicBezTo>
                      <a:pt x="911226" y="224503"/>
                      <a:pt x="851972" y="283758"/>
                      <a:pt x="778877" y="283758"/>
                    </a:cubicBezTo>
                    <a:lnTo>
                      <a:pt x="132349" y="283758"/>
                    </a:lnTo>
                    <a:cubicBezTo>
                      <a:pt x="59255" y="283758"/>
                      <a:pt x="0" y="224503"/>
                      <a:pt x="0" y="151409"/>
                    </a:cubicBezTo>
                    <a:lnTo>
                      <a:pt x="0" y="132349"/>
                    </a:lnTo>
                    <a:cubicBezTo>
                      <a:pt x="0" y="59255"/>
                      <a:pt x="59255" y="0"/>
                      <a:pt x="13234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 vertOverflow="overflow" horzOverflow="overflow" vert="horz" wrap="square" lIns="91440" tIns="45720" rIns="91440" bIns="45720" numCol="1" spcCol="0" rtlCol="0" fromWordArt="0" anchor="ctr" anchorCtr="0" forceAA="0" compatLnSpc="0"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813710844" name="TextBox 31"/>
              <p:cNvSpPr txBox="1"/>
              <p:nvPr/>
            </p:nvSpPr>
            <p:spPr bwMode="auto">
              <a:xfrm rot="0" flipH="0" flipV="0">
                <a:off x="0" y="0"/>
                <a:ext cx="1988870" cy="860113"/>
              </a:xfrm>
              <a:prstGeom prst="rect">
                <a:avLst/>
              </a:prstGeom>
              <a:grpFill/>
            </p:spPr>
            <p:txBody>
              <a:bodyPr vertOverflow="overflow" horzOverflow="overflow" vert="horz" wrap="square" lIns="50798" tIns="50798" rIns="50798" bIns="50798" numCol="1" spcCol="0" rtlCol="0" fromWordArt="0" anchor="ctr" anchorCtr="0" forceAA="0" compatLnSpc="0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210 000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51153715" name="AutoShape 34"/>
              <p:cNvSpPr/>
              <p:nvPr/>
            </p:nvSpPr>
            <p:spPr bwMode="auto">
              <a:xfrm flipH="0" flipV="0">
                <a:off x="2555743" y="0"/>
                <a:ext cx="0" cy="3485872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159740240" name="Freeform 37"/>
              <p:cNvSpPr/>
              <p:nvPr/>
            </p:nvSpPr>
            <p:spPr bwMode="auto">
              <a:xfrm rot="0" flipH="0" flipV="0">
                <a:off x="3122449" y="145525"/>
                <a:ext cx="1988870" cy="61933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349" y="0"/>
                    </a:moveTo>
                    <a:lnTo>
                      <a:pt x="778877" y="0"/>
                    </a:lnTo>
                    <a:cubicBezTo>
                      <a:pt x="851972" y="0"/>
                      <a:pt x="911226" y="59255"/>
                      <a:pt x="911226" y="132349"/>
                    </a:cubicBezTo>
                    <a:lnTo>
                      <a:pt x="911226" y="151409"/>
                    </a:lnTo>
                    <a:cubicBezTo>
                      <a:pt x="911226" y="224503"/>
                      <a:pt x="851972" y="283758"/>
                      <a:pt x="778877" y="283758"/>
                    </a:cubicBezTo>
                    <a:lnTo>
                      <a:pt x="132349" y="283758"/>
                    </a:lnTo>
                    <a:cubicBezTo>
                      <a:pt x="59255" y="283758"/>
                      <a:pt x="0" y="224503"/>
                      <a:pt x="0" y="151409"/>
                    </a:cubicBezTo>
                    <a:lnTo>
                      <a:pt x="0" y="132349"/>
                    </a:lnTo>
                    <a:cubicBezTo>
                      <a:pt x="0" y="59255"/>
                      <a:pt x="59255" y="0"/>
                      <a:pt x="13234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927421749" name="TextBox 38"/>
              <p:cNvSpPr txBox="1"/>
              <p:nvPr/>
            </p:nvSpPr>
            <p:spPr bwMode="auto">
              <a:xfrm rot="0" flipH="0" flipV="0">
                <a:off x="3122449" y="0"/>
                <a:ext cx="1988870" cy="8601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734788994" name="Freeform 40"/>
              <p:cNvSpPr/>
              <p:nvPr/>
            </p:nvSpPr>
            <p:spPr bwMode="auto">
              <a:xfrm rot="0" flipH="0" flipV="0">
                <a:off x="3122449" y="961977"/>
                <a:ext cx="1988870" cy="61933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349" y="0"/>
                    </a:moveTo>
                    <a:lnTo>
                      <a:pt x="778877" y="0"/>
                    </a:lnTo>
                    <a:cubicBezTo>
                      <a:pt x="851972" y="0"/>
                      <a:pt x="911226" y="59255"/>
                      <a:pt x="911226" y="132349"/>
                    </a:cubicBezTo>
                    <a:lnTo>
                      <a:pt x="911226" y="151409"/>
                    </a:lnTo>
                    <a:cubicBezTo>
                      <a:pt x="911226" y="224503"/>
                      <a:pt x="851972" y="283758"/>
                      <a:pt x="778877" y="283758"/>
                    </a:cubicBezTo>
                    <a:lnTo>
                      <a:pt x="132349" y="283758"/>
                    </a:lnTo>
                    <a:cubicBezTo>
                      <a:pt x="59255" y="283758"/>
                      <a:pt x="0" y="224503"/>
                      <a:pt x="0" y="151409"/>
                    </a:cubicBezTo>
                    <a:lnTo>
                      <a:pt x="0" y="132349"/>
                    </a:lnTo>
                    <a:cubicBezTo>
                      <a:pt x="0" y="59255"/>
                      <a:pt x="59255" y="0"/>
                      <a:pt x="13234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98302175" name="TextBox 41"/>
              <p:cNvSpPr txBox="1"/>
              <p:nvPr/>
            </p:nvSpPr>
            <p:spPr bwMode="auto">
              <a:xfrm rot="0" flipH="0" flipV="0">
                <a:off x="3122449" y="816452"/>
                <a:ext cx="1988870" cy="860113"/>
              </a:xfrm>
              <a:prstGeom prst="rect">
                <a:avLst/>
              </a:prstGeom>
              <a:grpFill/>
            </p:spPr>
            <p:txBody>
              <a:bodyPr vertOverflow="overflow" horzOverflow="overflow" vert="horz" wrap="square" lIns="50798" tIns="50798" rIns="50798" bIns="50798" numCol="1" spcCol="0" rtlCol="0" fromWordArt="0" anchor="ctr" anchorCtr="0" forceAA="0" compatLnSpc="0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8918863" name="AutoShape 42"/>
          <p:cNvSpPr/>
          <p:nvPr/>
        </p:nvSpPr>
        <p:spPr bwMode="auto">
          <a:xfrm flipV="1">
            <a:off x="4862851" y="4635255"/>
            <a:ext cx="2320961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7785661" name="AutoShape 43"/>
          <p:cNvSpPr/>
          <p:nvPr/>
        </p:nvSpPr>
        <p:spPr bwMode="auto">
          <a:xfrm>
            <a:off x="4862851" y="2665431"/>
            <a:ext cx="2320961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3271212" name="AutoShape 44"/>
          <p:cNvSpPr/>
          <p:nvPr/>
        </p:nvSpPr>
        <p:spPr bwMode="auto">
          <a:xfrm>
            <a:off x="2922568" y="3176245"/>
            <a:ext cx="0" cy="948189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200"/>
          </a:p>
        </p:txBody>
      </p:sp>
      <p:sp>
        <p:nvSpPr>
          <p:cNvPr id="1535773094" name="TextBox 45"/>
          <p:cNvSpPr txBox="1"/>
          <p:nvPr/>
        </p:nvSpPr>
        <p:spPr bwMode="auto">
          <a:xfrm flipH="0" flipV="0">
            <a:off x="2744932" y="5572351"/>
            <a:ext cx="728054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스크립트를 만족하도록 서명할 수 있습니다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588813896" name="TextBox 46"/>
          <p:cNvSpPr txBox="1"/>
          <p:nvPr/>
        </p:nvSpPr>
        <p:spPr bwMode="auto">
          <a:xfrm flipH="0" flipV="0">
            <a:off x="2744932" y="961882"/>
            <a:ext cx="6763469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UTXO를 잠그는 스크립트가 생성됩니다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441177063" name="Rectangle 719486095"/>
          <p:cNvSpPr txBox="1"/>
          <p:nvPr/>
        </p:nvSpPr>
        <p:spPr bwMode="auto">
          <a:xfrm rot="0" flipH="0" flipV="0">
            <a:off x="1074465" y="2032945"/>
            <a:ext cx="3791878" cy="1140980"/>
          </a:xfrm>
          <a:prstGeom prst="rect">
            <a:avLst/>
          </a:prstGeom>
          <a:solidFill>
            <a:schemeClr val="tx1"/>
          </a:solidFill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lnSpc>
                <a:spcPct val="114999"/>
              </a:lnSpc>
              <a:defRPr/>
            </a:pPr>
            <a:r>
              <a:rPr sz="2400" b="1">
                <a:solidFill>
                  <a:schemeClr val="bg1"/>
                </a:solidFill>
                <a:latin typeface="IBM Plex Sans"/>
              </a:rPr>
              <a:t>공개 키</a:t>
            </a:r>
            <a:endParaRPr sz="2400" b="1">
              <a:solidFill>
                <a:schemeClr val="bg1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327086053" name="Rectangle 719486095"/>
          <p:cNvSpPr txBox="1"/>
          <p:nvPr/>
        </p:nvSpPr>
        <p:spPr bwMode="auto">
          <a:xfrm rot="0" flipH="0" flipV="0">
            <a:off x="1078036" y="4121730"/>
            <a:ext cx="3795120" cy="1140980"/>
          </a:xfrm>
          <a:prstGeom prst="rect">
            <a:avLst/>
          </a:prstGeom>
          <a:solidFill>
            <a:schemeClr val="tx1"/>
          </a:solidFill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lnSpc>
                <a:spcPct val="114999"/>
              </a:lnSpc>
              <a:defRPr/>
            </a:pPr>
            <a:r>
              <a:rPr sz="2400" b="1">
                <a:solidFill>
                  <a:schemeClr val="bg1"/>
                </a:solidFill>
                <a:latin typeface="IBM Plex Sans"/>
              </a:rPr>
              <a:t>개인 키</a:t>
            </a:r>
            <a:endParaRPr sz="2400" b="1">
              <a:solidFill>
                <a:schemeClr val="bg1"/>
              </a:solidFill>
              <a:latin typeface="IBM Plex Sans"/>
              <a:ea typeface="IBM Plex Sans"/>
              <a:cs typeface="IBM Plex Sans"/>
            </a:endParaRPr>
          </a:p>
        </p:txBody>
      </p:sp>
      <p:grpSp>
        <p:nvGrpSpPr>
          <p:cNvPr id="295061351" name=""/>
          <p:cNvGrpSpPr/>
          <p:nvPr/>
        </p:nvGrpSpPr>
        <p:grpSpPr bwMode="auto">
          <a:xfrm>
            <a:off x="7279062" y="1730455"/>
            <a:ext cx="3483706" cy="3319980"/>
            <a:chOff x="0" y="0"/>
            <a:chExt cx="3483706" cy="3319980"/>
          </a:xfrm>
        </p:grpSpPr>
        <p:sp>
          <p:nvSpPr>
            <p:cNvPr id="1112230176" name="Freeform 27"/>
            <p:cNvSpPr/>
            <p:nvPr/>
          </p:nvSpPr>
          <p:spPr bwMode="auto">
            <a:xfrm rot="0" flipH="0" flipV="0">
              <a:off x="0" y="519793"/>
              <a:ext cx="3155295" cy="830359"/>
            </a:xfrm>
            <a:custGeom>
              <a:avLst/>
              <a:gdLst/>
              <a:ahLst/>
              <a:cxnLst/>
              <a:rect l="l" t="t" r="r" b="b"/>
              <a:pathLst>
                <a:path w="1246538" h="328044" fill="norm" stroke="1" extrusionOk="0">
                  <a:moveTo>
                    <a:pt x="83423" y="0"/>
                  </a:moveTo>
                  <a:lnTo>
                    <a:pt x="1163115" y="0"/>
                  </a:lnTo>
                  <a:cubicBezTo>
                    <a:pt x="1185240" y="0"/>
                    <a:pt x="1206459" y="8789"/>
                    <a:pt x="1222104" y="24434"/>
                  </a:cubicBezTo>
                  <a:cubicBezTo>
                    <a:pt x="1237749" y="40079"/>
                    <a:pt x="1246538" y="61298"/>
                    <a:pt x="1246538" y="83423"/>
                  </a:cubicBezTo>
                  <a:lnTo>
                    <a:pt x="1246538" y="244621"/>
                  </a:lnTo>
                  <a:cubicBezTo>
                    <a:pt x="1246538" y="266746"/>
                    <a:pt x="1237749" y="287965"/>
                    <a:pt x="1222104" y="303610"/>
                  </a:cubicBezTo>
                  <a:cubicBezTo>
                    <a:pt x="1206459" y="319255"/>
                    <a:pt x="1185240" y="328044"/>
                    <a:pt x="1163115" y="328044"/>
                  </a:cubicBezTo>
                  <a:lnTo>
                    <a:pt x="83423" y="328044"/>
                  </a:lnTo>
                  <a:cubicBezTo>
                    <a:pt x="37350" y="328044"/>
                    <a:pt x="0" y="290694"/>
                    <a:pt x="0" y="244621"/>
                  </a:cubicBezTo>
                  <a:lnTo>
                    <a:pt x="0" y="83423"/>
                  </a:lnTo>
                  <a:cubicBezTo>
                    <a:pt x="0" y="61298"/>
                    <a:pt x="8789" y="40079"/>
                    <a:pt x="24434" y="24434"/>
                  </a:cubicBezTo>
                  <a:cubicBezTo>
                    <a:pt x="40079" y="8789"/>
                    <a:pt x="61298" y="0"/>
                    <a:pt x="83423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77178112" name="TextBox 28"/>
            <p:cNvSpPr txBox="1"/>
            <p:nvPr/>
          </p:nvSpPr>
          <p:spPr bwMode="auto">
            <a:xfrm rot="0" flipH="0" flipV="0">
              <a:off x="0" y="351026"/>
              <a:ext cx="3155295" cy="9991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1"/>
                </a:lnSpc>
                <a:defRPr/>
              </a:pPr>
              <a:r>
                <a:rPr lang="en-US" sz="2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27485956" name="Freeform 37"/>
            <p:cNvSpPr/>
            <p:nvPr/>
          </p:nvSpPr>
          <p:spPr bwMode="auto">
            <a:xfrm>
              <a:off x="2826891" y="0"/>
              <a:ext cx="656816" cy="934974"/>
            </a:xfrm>
            <a:custGeom>
              <a:avLst/>
              <a:gdLst/>
              <a:ahLst/>
              <a:cxnLst/>
              <a:rect l="l" t="t" r="r" b="b"/>
              <a:pathLst>
                <a:path w="656819" h="934974" fill="norm" stroke="1" extrusionOk="0">
                  <a:moveTo>
                    <a:pt x="0" y="0"/>
                  </a:moveTo>
                  <a:lnTo>
                    <a:pt x="656819" y="0"/>
                  </a:lnTo>
                  <a:lnTo>
                    <a:pt x="656819" y="934974"/>
                  </a:lnTo>
                  <a:lnTo>
                    <a:pt x="0" y="9349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4291668" name="Freeform 39"/>
            <p:cNvSpPr/>
            <p:nvPr/>
          </p:nvSpPr>
          <p:spPr bwMode="auto">
            <a:xfrm rot="0" flipH="0" flipV="0">
              <a:off x="0" y="2489616"/>
              <a:ext cx="3155295" cy="830359"/>
            </a:xfrm>
            <a:custGeom>
              <a:avLst/>
              <a:gdLst/>
              <a:ahLst/>
              <a:cxnLst/>
              <a:rect l="l" t="t" r="r" b="b"/>
              <a:pathLst>
                <a:path w="1246538" h="328044" fill="norm" stroke="1" extrusionOk="0">
                  <a:moveTo>
                    <a:pt x="83423" y="0"/>
                  </a:moveTo>
                  <a:lnTo>
                    <a:pt x="1163115" y="0"/>
                  </a:lnTo>
                  <a:cubicBezTo>
                    <a:pt x="1185240" y="0"/>
                    <a:pt x="1206459" y="8789"/>
                    <a:pt x="1222104" y="24434"/>
                  </a:cubicBezTo>
                  <a:cubicBezTo>
                    <a:pt x="1237749" y="40079"/>
                    <a:pt x="1246538" y="61298"/>
                    <a:pt x="1246538" y="83423"/>
                  </a:cubicBezTo>
                  <a:lnTo>
                    <a:pt x="1246538" y="244621"/>
                  </a:lnTo>
                  <a:cubicBezTo>
                    <a:pt x="1246538" y="266746"/>
                    <a:pt x="1237749" y="287965"/>
                    <a:pt x="1222104" y="303610"/>
                  </a:cubicBezTo>
                  <a:cubicBezTo>
                    <a:pt x="1206459" y="319255"/>
                    <a:pt x="1185240" y="328044"/>
                    <a:pt x="1163115" y="328044"/>
                  </a:cubicBezTo>
                  <a:lnTo>
                    <a:pt x="83423" y="328044"/>
                  </a:lnTo>
                  <a:cubicBezTo>
                    <a:pt x="37350" y="328044"/>
                    <a:pt x="0" y="290694"/>
                    <a:pt x="0" y="244621"/>
                  </a:cubicBezTo>
                  <a:lnTo>
                    <a:pt x="0" y="83423"/>
                  </a:lnTo>
                  <a:cubicBezTo>
                    <a:pt x="0" y="61298"/>
                    <a:pt x="8789" y="40079"/>
                    <a:pt x="24434" y="24434"/>
                  </a:cubicBezTo>
                  <a:cubicBezTo>
                    <a:pt x="40079" y="8789"/>
                    <a:pt x="61298" y="0"/>
                    <a:pt x="83423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70784194" name="TextBox 40"/>
            <p:cNvSpPr txBox="1"/>
            <p:nvPr/>
          </p:nvSpPr>
          <p:spPr bwMode="auto">
            <a:xfrm rot="0" flipH="0" flipV="0">
              <a:off x="0" y="2320849"/>
              <a:ext cx="3155295" cy="9991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1"/>
                </a:lnSpc>
                <a:defRPr/>
              </a:pPr>
              <a:r>
                <a:rPr lang="en-US" sz="2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10665301" name="Freeform 41"/>
            <p:cNvSpPr/>
            <p:nvPr/>
          </p:nvSpPr>
          <p:spPr bwMode="auto">
            <a:xfrm>
              <a:off x="2826891" y="1872469"/>
              <a:ext cx="656816" cy="1032327"/>
            </a:xfrm>
            <a:custGeom>
              <a:avLst/>
              <a:gdLst/>
              <a:ahLst/>
              <a:cxnLst/>
              <a:rect l="l" t="t" r="r" b="b"/>
              <a:pathLst>
                <a:path w="656819" h="1032329" fill="norm" stroke="1" extrusionOk="0">
                  <a:moveTo>
                    <a:pt x="0" y="0"/>
                  </a:moveTo>
                  <a:lnTo>
                    <a:pt x="656819" y="0"/>
                  </a:lnTo>
                  <a:lnTo>
                    <a:pt x="656819" y="1032329"/>
                  </a:lnTo>
                  <a:lnTo>
                    <a:pt x="0" y="1032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2502761" name="Freeform 27"/>
          <p:cNvSpPr/>
          <p:nvPr/>
        </p:nvSpPr>
        <p:spPr bwMode="auto">
          <a:xfrm rot="0" flipH="0" flipV="0">
            <a:off x="3216110" y="368671"/>
            <a:ext cx="6380843" cy="6034629"/>
          </a:xfrm>
          <a:custGeom>
            <a:avLst/>
            <a:gdLst/>
            <a:ahLst/>
            <a:cxnLst/>
            <a:rect l="l" t="t" r="r" b="b"/>
            <a:pathLst>
              <a:path w="2470569" h="2336520" fill="norm" stroke="1" extrusionOk="0">
                <a:moveTo>
                  <a:pt x="8493" y="0"/>
                </a:moveTo>
                <a:lnTo>
                  <a:pt x="2462076" y="0"/>
                </a:lnTo>
                <a:cubicBezTo>
                  <a:pt x="2466767" y="0"/>
                  <a:pt x="2470569" y="3803"/>
                  <a:pt x="2470569" y="8493"/>
                </a:cubicBezTo>
                <a:lnTo>
                  <a:pt x="2470569" y="2328027"/>
                </a:lnTo>
                <a:cubicBezTo>
                  <a:pt x="2470569" y="2332717"/>
                  <a:pt x="2466767" y="2336520"/>
                  <a:pt x="2462076" y="2336520"/>
                </a:cubicBezTo>
                <a:lnTo>
                  <a:pt x="8493" y="2336520"/>
                </a:lnTo>
                <a:cubicBezTo>
                  <a:pt x="3803" y="2336520"/>
                  <a:pt x="0" y="2332717"/>
                  <a:pt x="0" y="2328027"/>
                </a:cubicBezTo>
                <a:lnTo>
                  <a:pt x="0" y="8493"/>
                </a:lnTo>
                <a:cubicBezTo>
                  <a:pt x="0" y="3803"/>
                  <a:pt x="3803" y="0"/>
                  <a:pt x="849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5291569" name="TextBox 28"/>
          <p:cNvSpPr txBox="1"/>
          <p:nvPr/>
        </p:nvSpPr>
        <p:spPr bwMode="auto">
          <a:xfrm rot="0" flipH="0" flipV="0">
            <a:off x="3216110" y="368671"/>
            <a:ext cx="6380842" cy="65965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4362"/>
              </a:lnSpc>
              <a:defRPr/>
            </a:pPr>
            <a:r>
              <a:rPr sz="3000" b="1" lang="en-US">
                <a:solidFill>
                  <a:srgbClr val="FFFFFF"/>
                </a:solidFill>
                <a:latin typeface="IBM Plex Sans"/>
              </a:rPr>
              <a:t>비트코인 지갑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1357658579" name=""/>
          <p:cNvGrpSpPr/>
          <p:nvPr/>
        </p:nvGrpSpPr>
        <p:grpSpPr bwMode="auto">
          <a:xfrm>
            <a:off x="3969272" y="1588654"/>
            <a:ext cx="4795925" cy="3345345"/>
            <a:chOff x="0" y="0"/>
            <a:chExt cx="4795925" cy="3345345"/>
          </a:xfrm>
        </p:grpSpPr>
        <p:sp>
          <p:nvSpPr>
            <p:cNvPr id="1166086085" name="Rectangle 1100602255"/>
            <p:cNvSpPr txBox="1"/>
            <p:nvPr/>
          </p:nvSpPr>
          <p:spPr bwMode="auto">
            <a:xfrm rot="0" flipH="0" flipV="0">
              <a:off x="1080" y="0"/>
              <a:ext cx="4783386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#1                  2 BTC</a:t>
              </a:r>
              <a:endParaRPr sz="2800">
                <a:latin typeface="IBM Plex Sans"/>
                <a:cs typeface="IBM Plex Sans"/>
              </a:endParaRPr>
            </a:p>
          </p:txBody>
        </p:sp>
        <p:sp>
          <p:nvSpPr>
            <p:cNvPr id="1613450182" name="Rectangle 1100602255"/>
            <p:cNvSpPr txBox="1"/>
            <p:nvPr/>
          </p:nvSpPr>
          <p:spPr bwMode="auto">
            <a:xfrm rot="0" flipH="0" flipV="0">
              <a:off x="0" y="917638"/>
              <a:ext cx="4785185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#2                  8 BTC</a:t>
              </a:r>
              <a:endParaRPr sz="2800">
                <a:latin typeface="IBM Plex Sans"/>
                <a:cs typeface="IBM Plex Sans"/>
              </a:endParaRPr>
            </a:p>
          </p:txBody>
        </p:sp>
        <p:sp>
          <p:nvSpPr>
            <p:cNvPr id="920957330" name="Rectangle 1100602255"/>
            <p:cNvSpPr txBox="1"/>
            <p:nvPr/>
          </p:nvSpPr>
          <p:spPr bwMode="auto">
            <a:xfrm rot="0" flipH="0" flipV="0">
              <a:off x="3571" y="1815078"/>
              <a:ext cx="4786984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#3                  5 BTC</a:t>
              </a:r>
              <a:endParaRPr sz="2800">
                <a:latin typeface="IBM Plex Sans"/>
                <a:cs typeface="IBM Plex Sans"/>
              </a:endParaRPr>
            </a:p>
          </p:txBody>
        </p:sp>
        <p:sp>
          <p:nvSpPr>
            <p:cNvPr id="159031616" name="Rectangle 1100602255"/>
            <p:cNvSpPr txBox="1"/>
            <p:nvPr/>
          </p:nvSpPr>
          <p:spPr bwMode="auto">
            <a:xfrm rot="0" flipH="0" flipV="0">
              <a:off x="7142" y="2712518"/>
              <a:ext cx="4788783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#4                  2 BTC</a:t>
              </a:r>
              <a:endParaRPr sz="2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683472" name="TextBox 32"/>
          <p:cNvSpPr txBox="1"/>
          <p:nvPr/>
        </p:nvSpPr>
        <p:spPr bwMode="auto">
          <a:xfrm flipH="0" flipV="0">
            <a:off x="2629602" y="673989"/>
            <a:ext cx="7044786" cy="433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3"/>
              </a:lnSpc>
              <a:defRPr/>
            </a:pPr>
            <a:r>
              <a:rPr sz="2450" b="1" lang="en-US">
                <a:solidFill>
                  <a:srgbClr val="000000"/>
                </a:solidFill>
                <a:latin typeface="IBM Plex Sans"/>
              </a:rPr>
              <a:t>비트코인 </a:t>
            </a:r>
            <a:r>
              <a:rPr sz="2450" b="1" i="0" u="none" lang="en-US">
                <a:solidFill>
                  <a:srgbClr val="000000"/>
                </a:solidFill>
                <a:latin typeface="IBM Plex Sans"/>
              </a:rPr>
              <a:t>거래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86112863" name="TextBox 42"/>
          <p:cNvSpPr txBox="1"/>
          <p:nvPr/>
        </p:nvSpPr>
        <p:spPr bwMode="auto">
          <a:xfrm>
            <a:off x="294435" y="3113019"/>
            <a:ext cx="1818211" cy="1050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스크립트는 UTXO를 사용하는 데 만족합니다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467458777" name="Freeform 43"/>
          <p:cNvSpPr/>
          <p:nvPr/>
        </p:nvSpPr>
        <p:spPr bwMode="auto">
          <a:xfrm rot="9078673" flipH="1">
            <a:off x="1050499" y="2322297"/>
            <a:ext cx="1259440" cy="355790"/>
          </a:xfrm>
          <a:custGeom>
            <a:avLst/>
            <a:gdLst/>
            <a:ahLst/>
            <a:cxnLst/>
            <a:rect l="l" t="t" r="r" b="b"/>
            <a:pathLst>
              <a:path w="1259442" h="355792" fill="norm" stroke="1" extrusionOk="0">
                <a:moveTo>
                  <a:pt x="1259442" y="0"/>
                </a:moveTo>
                <a:lnTo>
                  <a:pt x="0" y="0"/>
                </a:lnTo>
                <a:lnTo>
                  <a:pt x="0" y="355792"/>
                </a:lnTo>
                <a:lnTo>
                  <a:pt x="1259442" y="355792"/>
                </a:lnTo>
                <a:lnTo>
                  <a:pt x="1259442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5905771" name="TextBox 44"/>
          <p:cNvSpPr txBox="1"/>
          <p:nvPr/>
        </p:nvSpPr>
        <p:spPr bwMode="auto">
          <a:xfrm>
            <a:off x="9928861" y="3912683"/>
            <a:ext cx="1917544" cy="1400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6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생성되고 잠긴 새 UTXO는 다음과 같이</a:t>
            </a:r>
            <a:endParaRPr sz="20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ts val="2755"/>
              </a:lnSpc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새 스크립트</a:t>
            </a:r>
          </a:p>
        </p:txBody>
      </p:sp>
      <p:sp>
        <p:nvSpPr>
          <p:cNvPr id="1743432951" name="Freeform 45"/>
          <p:cNvSpPr/>
          <p:nvPr/>
        </p:nvSpPr>
        <p:spPr bwMode="auto">
          <a:xfrm rot="-7785224">
            <a:off x="10058289" y="2947552"/>
            <a:ext cx="1259440" cy="355790"/>
          </a:xfrm>
          <a:custGeom>
            <a:avLst/>
            <a:gdLst/>
            <a:ahLst/>
            <a:cxnLst/>
            <a:rect l="l" t="t" r="r" b="b"/>
            <a:pathLst>
              <a:path w="1259442" h="355792" fill="norm" stroke="1" extrusionOk="0">
                <a:moveTo>
                  <a:pt x="0" y="0"/>
                </a:moveTo>
                <a:lnTo>
                  <a:pt x="1259442" y="0"/>
                </a:lnTo>
                <a:lnTo>
                  <a:pt x="1259442" y="355792"/>
                </a:lnTo>
                <a:lnTo>
                  <a:pt x="0" y="3557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3450260" name="Rectangle: Rounded Corners 12"/>
          <p:cNvSpPr/>
          <p:nvPr/>
        </p:nvSpPr>
        <p:spPr bwMode="auto">
          <a:xfrm>
            <a:off x="2629602" y="343341"/>
            <a:ext cx="7044067" cy="618972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831709707" name=""/>
          <p:cNvGrpSpPr/>
          <p:nvPr/>
        </p:nvGrpSpPr>
        <p:grpSpPr bwMode="auto">
          <a:xfrm>
            <a:off x="3309382" y="1782399"/>
            <a:ext cx="5770649" cy="4066543"/>
            <a:chOff x="0" y="0"/>
            <a:chExt cx="5770649" cy="4066543"/>
          </a:xfrm>
        </p:grpSpPr>
        <p:sp>
          <p:nvSpPr>
            <p:cNvPr id="1160863715" name="Freeform 30"/>
            <p:cNvSpPr/>
            <p:nvPr/>
          </p:nvSpPr>
          <p:spPr bwMode="auto">
            <a:xfrm rot="0" flipH="0" flipV="0">
              <a:off x="0" y="673832"/>
              <a:ext cx="2164046" cy="67388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636" y="0"/>
                  </a:moveTo>
                  <a:lnTo>
                    <a:pt x="789591" y="0"/>
                  </a:lnTo>
                  <a:cubicBezTo>
                    <a:pt x="821851" y="0"/>
                    <a:pt x="852789" y="12815"/>
                    <a:pt x="875600" y="35626"/>
                  </a:cubicBezTo>
                  <a:cubicBezTo>
                    <a:pt x="898411" y="58437"/>
                    <a:pt x="911226" y="89376"/>
                    <a:pt x="911226" y="121636"/>
                  </a:cubicBezTo>
                  <a:lnTo>
                    <a:pt x="911226" y="162122"/>
                  </a:lnTo>
                  <a:cubicBezTo>
                    <a:pt x="911226" y="194382"/>
                    <a:pt x="898411" y="225320"/>
                    <a:pt x="875600" y="248131"/>
                  </a:cubicBezTo>
                  <a:cubicBezTo>
                    <a:pt x="852789" y="270942"/>
                    <a:pt x="821851" y="283758"/>
                    <a:pt x="789591" y="283758"/>
                  </a:cubicBezTo>
                  <a:lnTo>
                    <a:pt x="121636" y="283758"/>
                  </a:lnTo>
                  <a:cubicBezTo>
                    <a:pt x="89376" y="283758"/>
                    <a:pt x="58437" y="270942"/>
                    <a:pt x="35626" y="248131"/>
                  </a:cubicBezTo>
                  <a:cubicBezTo>
                    <a:pt x="12815" y="225320"/>
                    <a:pt x="0" y="194382"/>
                    <a:pt x="0" y="162122"/>
                  </a:cubicBezTo>
                  <a:lnTo>
                    <a:pt x="0" y="121636"/>
                  </a:lnTo>
                  <a:cubicBezTo>
                    <a:pt x="0" y="89376"/>
                    <a:pt x="12815" y="58437"/>
                    <a:pt x="35626" y="35626"/>
                  </a:cubicBezTo>
                  <a:cubicBezTo>
                    <a:pt x="58437" y="12815"/>
                    <a:pt x="89376" y="0"/>
                    <a:pt x="121636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91436221" name="TextBox 31"/>
            <p:cNvSpPr txBox="1"/>
            <p:nvPr/>
          </p:nvSpPr>
          <p:spPr bwMode="auto">
            <a:xfrm rot="0" flipH="0" flipV="0">
              <a:off x="0" y="515492"/>
              <a:ext cx="2164046" cy="83223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923791681" name="TextBox 33"/>
            <p:cNvSpPr txBox="1"/>
            <p:nvPr/>
          </p:nvSpPr>
          <p:spPr bwMode="auto">
            <a:xfrm>
              <a:off x="38765" y="0"/>
              <a:ext cx="2087595" cy="43393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13"/>
                </a:lnSpc>
                <a:defRPr/>
              </a:pPr>
              <a:r>
                <a:rPr lang="en-US" sz="24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724360040" name="AutoShape 34"/>
            <p:cNvSpPr/>
            <p:nvPr/>
          </p:nvSpPr>
          <p:spPr bwMode="auto">
            <a:xfrm flipH="0" flipV="0">
              <a:off x="2780846" y="539317"/>
              <a:ext cx="0" cy="3527226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25524435" name="TextBox 35"/>
            <p:cNvSpPr txBox="1"/>
            <p:nvPr/>
          </p:nvSpPr>
          <p:spPr bwMode="auto">
            <a:xfrm>
              <a:off x="3436235" y="0"/>
              <a:ext cx="2087595" cy="43393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13"/>
                </a:lnSpc>
                <a:defRPr/>
              </a:pPr>
              <a:r>
                <a:rPr lang="en-US" sz="24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11665455" name="Freeform 37"/>
            <p:cNvSpPr/>
            <p:nvPr/>
          </p:nvSpPr>
          <p:spPr bwMode="auto">
            <a:xfrm rot="0" flipH="0" flipV="0">
              <a:off x="3397469" y="638633"/>
              <a:ext cx="2164046" cy="67388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636" y="0"/>
                  </a:moveTo>
                  <a:lnTo>
                    <a:pt x="789591" y="0"/>
                  </a:lnTo>
                  <a:cubicBezTo>
                    <a:pt x="821851" y="0"/>
                    <a:pt x="852789" y="12815"/>
                    <a:pt x="875600" y="35626"/>
                  </a:cubicBezTo>
                  <a:cubicBezTo>
                    <a:pt x="898411" y="58437"/>
                    <a:pt x="911226" y="89376"/>
                    <a:pt x="911226" y="121636"/>
                  </a:cubicBezTo>
                  <a:lnTo>
                    <a:pt x="911226" y="162122"/>
                  </a:lnTo>
                  <a:cubicBezTo>
                    <a:pt x="911226" y="194382"/>
                    <a:pt x="898411" y="225320"/>
                    <a:pt x="875600" y="248131"/>
                  </a:cubicBezTo>
                  <a:cubicBezTo>
                    <a:pt x="852789" y="270942"/>
                    <a:pt x="821851" y="283758"/>
                    <a:pt x="789591" y="283758"/>
                  </a:cubicBezTo>
                  <a:lnTo>
                    <a:pt x="121636" y="283758"/>
                  </a:lnTo>
                  <a:cubicBezTo>
                    <a:pt x="89376" y="283758"/>
                    <a:pt x="58437" y="270942"/>
                    <a:pt x="35626" y="248131"/>
                  </a:cubicBezTo>
                  <a:cubicBezTo>
                    <a:pt x="12815" y="225320"/>
                    <a:pt x="0" y="194382"/>
                    <a:pt x="0" y="162122"/>
                  </a:cubicBezTo>
                  <a:lnTo>
                    <a:pt x="0" y="121636"/>
                  </a:lnTo>
                  <a:cubicBezTo>
                    <a:pt x="0" y="89376"/>
                    <a:pt x="12815" y="58437"/>
                    <a:pt x="35626" y="35626"/>
                  </a:cubicBezTo>
                  <a:cubicBezTo>
                    <a:pt x="58437" y="12815"/>
                    <a:pt x="89376" y="0"/>
                    <a:pt x="12163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12409883" name="TextBox 38"/>
            <p:cNvSpPr txBox="1"/>
            <p:nvPr/>
          </p:nvSpPr>
          <p:spPr bwMode="auto">
            <a:xfrm rot="0" flipH="0" flipV="0">
              <a:off x="3397469" y="480293"/>
              <a:ext cx="2164046" cy="83223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69874737" name="Freeform 40"/>
            <p:cNvSpPr/>
            <p:nvPr/>
          </p:nvSpPr>
          <p:spPr bwMode="auto">
            <a:xfrm rot="0" flipH="0" flipV="0">
              <a:off x="3397469" y="1526999"/>
              <a:ext cx="2164046" cy="67388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636" y="0"/>
                  </a:moveTo>
                  <a:lnTo>
                    <a:pt x="789591" y="0"/>
                  </a:lnTo>
                  <a:cubicBezTo>
                    <a:pt x="821851" y="0"/>
                    <a:pt x="852789" y="12815"/>
                    <a:pt x="875600" y="35626"/>
                  </a:cubicBezTo>
                  <a:cubicBezTo>
                    <a:pt x="898411" y="58437"/>
                    <a:pt x="911226" y="89376"/>
                    <a:pt x="911226" y="121636"/>
                  </a:cubicBezTo>
                  <a:lnTo>
                    <a:pt x="911226" y="162122"/>
                  </a:lnTo>
                  <a:cubicBezTo>
                    <a:pt x="911226" y="194382"/>
                    <a:pt x="898411" y="225320"/>
                    <a:pt x="875600" y="248131"/>
                  </a:cubicBezTo>
                  <a:cubicBezTo>
                    <a:pt x="852789" y="270942"/>
                    <a:pt x="821851" y="283758"/>
                    <a:pt x="789591" y="283758"/>
                  </a:cubicBezTo>
                  <a:lnTo>
                    <a:pt x="121636" y="283758"/>
                  </a:lnTo>
                  <a:cubicBezTo>
                    <a:pt x="89376" y="283758"/>
                    <a:pt x="58437" y="270942"/>
                    <a:pt x="35626" y="248131"/>
                  </a:cubicBezTo>
                  <a:cubicBezTo>
                    <a:pt x="12815" y="225320"/>
                    <a:pt x="0" y="194382"/>
                    <a:pt x="0" y="162122"/>
                  </a:cubicBezTo>
                  <a:lnTo>
                    <a:pt x="0" y="121636"/>
                  </a:lnTo>
                  <a:cubicBezTo>
                    <a:pt x="0" y="89376"/>
                    <a:pt x="12815" y="58437"/>
                    <a:pt x="35626" y="35626"/>
                  </a:cubicBezTo>
                  <a:cubicBezTo>
                    <a:pt x="58437" y="12815"/>
                    <a:pt x="89376" y="0"/>
                    <a:pt x="12163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12899840" name="TextBox 41"/>
            <p:cNvSpPr txBox="1"/>
            <p:nvPr/>
          </p:nvSpPr>
          <p:spPr bwMode="auto">
            <a:xfrm rot="0" flipH="0" flipV="0">
              <a:off x="3397469" y="1368659"/>
              <a:ext cx="2164046" cy="83223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779818304" name="Freeform 46"/>
            <p:cNvSpPr/>
            <p:nvPr/>
          </p:nvSpPr>
          <p:spPr bwMode="auto">
            <a:xfrm>
              <a:off x="5352386" y="380183"/>
              <a:ext cx="418263" cy="595395"/>
            </a:xfrm>
            <a:custGeom>
              <a:avLst/>
              <a:gdLst/>
              <a:ahLst/>
              <a:cxnLst/>
              <a:rect l="l" t="t" r="r" b="b"/>
              <a:pathLst>
                <a:path w="418266" h="595396" fill="norm" stroke="1" extrusionOk="0">
                  <a:moveTo>
                    <a:pt x="0" y="0"/>
                  </a:moveTo>
                  <a:lnTo>
                    <a:pt x="418266" y="0"/>
                  </a:lnTo>
                  <a:lnTo>
                    <a:pt x="418266" y="595396"/>
                  </a:lnTo>
                  <a:lnTo>
                    <a:pt x="0" y="5953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05984796" name="Freeform 48"/>
            <p:cNvSpPr/>
            <p:nvPr/>
          </p:nvSpPr>
          <p:spPr bwMode="auto">
            <a:xfrm>
              <a:off x="5352386" y="1268548"/>
              <a:ext cx="418263" cy="595395"/>
            </a:xfrm>
            <a:custGeom>
              <a:avLst/>
              <a:gdLst/>
              <a:ahLst/>
              <a:cxnLst/>
              <a:rect l="l" t="t" r="r" b="b"/>
              <a:pathLst>
                <a:path w="418266" h="595396" fill="norm" stroke="1" extrusionOk="0">
                  <a:moveTo>
                    <a:pt x="0" y="0"/>
                  </a:moveTo>
                  <a:lnTo>
                    <a:pt x="418266" y="0"/>
                  </a:lnTo>
                  <a:lnTo>
                    <a:pt x="418266" y="595397"/>
                  </a:lnTo>
                  <a:lnTo>
                    <a:pt x="0" y="5953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62318520" name=""/>
          <p:cNvGrpSpPr/>
          <p:nvPr/>
        </p:nvGrpSpPr>
        <p:grpSpPr bwMode="auto">
          <a:xfrm>
            <a:off x="848800" y="590697"/>
            <a:ext cx="10498428" cy="5694707"/>
            <a:chOff x="0" y="0"/>
            <a:chExt cx="10498428" cy="5694707"/>
          </a:xfrm>
        </p:grpSpPr>
        <p:sp>
          <p:nvSpPr>
            <p:cNvPr id="947219872" name="TextBox 32"/>
            <p:cNvSpPr txBox="1"/>
            <p:nvPr/>
          </p:nvSpPr>
          <p:spPr bwMode="auto">
            <a:xfrm flipH="0" flipV="0">
              <a:off x="0" y="388841"/>
              <a:ext cx="5029751" cy="39545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1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#1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39327462" name="TextBox 33"/>
            <p:cNvSpPr txBox="1"/>
            <p:nvPr/>
          </p:nvSpPr>
          <p:spPr bwMode="auto">
            <a:xfrm>
              <a:off x="364113" y="1323186"/>
              <a:ext cx="1903042" cy="39558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63858135" name="AutoShape 34"/>
            <p:cNvSpPr/>
            <p:nvPr/>
          </p:nvSpPr>
          <p:spPr bwMode="auto">
            <a:xfrm flipH="0" flipV="0">
              <a:off x="2518403" y="1393033"/>
              <a:ext cx="0" cy="3695547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9213363" name="TextBox 35"/>
            <p:cNvSpPr txBox="1"/>
            <p:nvPr/>
          </p:nvSpPr>
          <p:spPr bwMode="auto">
            <a:xfrm>
              <a:off x="2744056" y="1323186"/>
              <a:ext cx="1903042" cy="39558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63246648" name="TextBox 48"/>
            <p:cNvSpPr txBox="1"/>
            <p:nvPr/>
          </p:nvSpPr>
          <p:spPr bwMode="auto">
            <a:xfrm flipH="0" flipV="0">
              <a:off x="5626395" y="367079"/>
              <a:ext cx="4872033" cy="39545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1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#2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89123495" name="TextBox 49"/>
            <p:cNvSpPr txBox="1"/>
            <p:nvPr/>
          </p:nvSpPr>
          <p:spPr bwMode="auto">
            <a:xfrm>
              <a:off x="5920515" y="1450252"/>
              <a:ext cx="1903042" cy="39558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2039699933" name="AutoShape 50"/>
            <p:cNvSpPr/>
            <p:nvPr/>
          </p:nvSpPr>
          <p:spPr bwMode="auto">
            <a:xfrm flipH="0" flipV="0">
              <a:off x="8045175" y="1520100"/>
              <a:ext cx="0" cy="3717309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98050938" name="TextBox 51"/>
            <p:cNvSpPr txBox="1"/>
            <p:nvPr/>
          </p:nvSpPr>
          <p:spPr bwMode="auto">
            <a:xfrm>
              <a:off x="8300457" y="1450252"/>
              <a:ext cx="1903042" cy="39558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04004030" name="Rectangle: Rounded Corners 12"/>
            <p:cNvSpPr/>
            <p:nvPr/>
          </p:nvSpPr>
          <p:spPr bwMode="auto">
            <a:xfrm>
              <a:off x="0" y="0"/>
              <a:ext cx="5028312" cy="569470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259219724" name="Rectangle: Rounded Corners 12"/>
            <p:cNvSpPr/>
            <p:nvPr/>
          </p:nvSpPr>
          <p:spPr bwMode="auto">
            <a:xfrm>
              <a:off x="5626395" y="0"/>
              <a:ext cx="4870594" cy="569470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505553530" name=""/>
            <p:cNvGrpSpPr/>
            <p:nvPr/>
          </p:nvGrpSpPr>
          <p:grpSpPr bwMode="auto">
            <a:xfrm>
              <a:off x="358404" y="1766052"/>
              <a:ext cx="9879354" cy="1695475"/>
              <a:chOff x="0" y="0"/>
              <a:chExt cx="9879354" cy="1695475"/>
            </a:xfrm>
          </p:grpSpPr>
          <p:sp>
            <p:nvSpPr>
              <p:cNvPr id="181625805" name="Freeform 30"/>
              <p:cNvSpPr/>
              <p:nvPr/>
            </p:nvSpPr>
            <p:spPr bwMode="auto">
              <a:xfrm rot="0" flipH="0" flipV="0">
                <a:off x="0" y="144334"/>
                <a:ext cx="1972638" cy="61428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3438" y="0"/>
                    </a:moveTo>
                    <a:lnTo>
                      <a:pt x="777788" y="0"/>
                    </a:lnTo>
                    <a:cubicBezTo>
                      <a:pt x="813178" y="0"/>
                      <a:pt x="847119" y="14059"/>
                      <a:pt x="872143" y="39083"/>
                    </a:cubicBezTo>
                    <a:cubicBezTo>
                      <a:pt x="897168" y="64108"/>
                      <a:pt x="911226" y="98048"/>
                      <a:pt x="911226" y="133438"/>
                    </a:cubicBezTo>
                    <a:lnTo>
                      <a:pt x="911226" y="150319"/>
                    </a:lnTo>
                    <a:cubicBezTo>
                      <a:pt x="911226" y="224015"/>
                      <a:pt x="851484" y="283758"/>
                      <a:pt x="777788" y="283758"/>
                    </a:cubicBezTo>
                    <a:lnTo>
                      <a:pt x="133438" y="283758"/>
                    </a:lnTo>
                    <a:cubicBezTo>
                      <a:pt x="98048" y="283758"/>
                      <a:pt x="64108" y="269699"/>
                      <a:pt x="39083" y="244674"/>
                    </a:cubicBezTo>
                    <a:cubicBezTo>
                      <a:pt x="14059" y="219650"/>
                      <a:pt x="0" y="185709"/>
                      <a:pt x="0" y="150319"/>
                    </a:cubicBezTo>
                    <a:lnTo>
                      <a:pt x="0" y="133438"/>
                    </a:lnTo>
                    <a:cubicBezTo>
                      <a:pt x="0" y="98048"/>
                      <a:pt x="14059" y="64108"/>
                      <a:pt x="39083" y="39083"/>
                    </a:cubicBezTo>
                    <a:cubicBezTo>
                      <a:pt x="64108" y="14059"/>
                      <a:pt x="98048" y="0"/>
                      <a:pt x="13343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989651600" name="TextBox 31"/>
              <p:cNvSpPr txBox="1"/>
              <p:nvPr/>
            </p:nvSpPr>
            <p:spPr bwMode="auto">
              <a:xfrm rot="0" flipH="0" flipV="0">
                <a:off x="0" y="0"/>
                <a:ext cx="1972638" cy="75862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979724626" name="Freeform 37"/>
              <p:cNvSpPr/>
              <p:nvPr/>
            </p:nvSpPr>
            <p:spPr bwMode="auto">
              <a:xfrm rot="0" flipH="0" flipV="0">
                <a:off x="2379942" y="144334"/>
                <a:ext cx="1972638" cy="61428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3438" y="0"/>
                    </a:moveTo>
                    <a:lnTo>
                      <a:pt x="777788" y="0"/>
                    </a:lnTo>
                    <a:cubicBezTo>
                      <a:pt x="813178" y="0"/>
                      <a:pt x="847119" y="14059"/>
                      <a:pt x="872143" y="39083"/>
                    </a:cubicBezTo>
                    <a:cubicBezTo>
                      <a:pt x="897168" y="64108"/>
                      <a:pt x="911226" y="98048"/>
                      <a:pt x="911226" y="133438"/>
                    </a:cubicBezTo>
                    <a:lnTo>
                      <a:pt x="911226" y="150319"/>
                    </a:lnTo>
                    <a:cubicBezTo>
                      <a:pt x="911226" y="224015"/>
                      <a:pt x="851484" y="283758"/>
                      <a:pt x="777788" y="283758"/>
                    </a:cubicBezTo>
                    <a:lnTo>
                      <a:pt x="133438" y="283758"/>
                    </a:lnTo>
                    <a:cubicBezTo>
                      <a:pt x="98048" y="283758"/>
                      <a:pt x="64108" y="269699"/>
                      <a:pt x="39083" y="244674"/>
                    </a:cubicBezTo>
                    <a:cubicBezTo>
                      <a:pt x="14059" y="219650"/>
                      <a:pt x="0" y="185709"/>
                      <a:pt x="0" y="150319"/>
                    </a:cubicBezTo>
                    <a:lnTo>
                      <a:pt x="0" y="133438"/>
                    </a:lnTo>
                    <a:cubicBezTo>
                      <a:pt x="0" y="98048"/>
                      <a:pt x="14059" y="64108"/>
                      <a:pt x="39083" y="39083"/>
                    </a:cubicBezTo>
                    <a:cubicBezTo>
                      <a:pt x="64108" y="14059"/>
                      <a:pt x="98048" y="0"/>
                      <a:pt x="133438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655877479" name="TextBox 38"/>
              <p:cNvSpPr txBox="1"/>
              <p:nvPr/>
            </p:nvSpPr>
            <p:spPr bwMode="auto">
              <a:xfrm rot="0" flipH="0" flipV="0">
                <a:off x="2379942" y="0"/>
                <a:ext cx="1972638" cy="75862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00469795" name="Freeform 40"/>
              <p:cNvSpPr/>
              <p:nvPr/>
            </p:nvSpPr>
            <p:spPr bwMode="auto">
              <a:xfrm rot="0" flipH="0" flipV="0">
                <a:off x="2379942" y="954124"/>
                <a:ext cx="1972638" cy="61428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3438" y="0"/>
                    </a:moveTo>
                    <a:lnTo>
                      <a:pt x="777788" y="0"/>
                    </a:lnTo>
                    <a:cubicBezTo>
                      <a:pt x="813178" y="0"/>
                      <a:pt x="847119" y="14059"/>
                      <a:pt x="872143" y="39083"/>
                    </a:cubicBezTo>
                    <a:cubicBezTo>
                      <a:pt x="897168" y="64108"/>
                      <a:pt x="911226" y="98048"/>
                      <a:pt x="911226" y="133438"/>
                    </a:cubicBezTo>
                    <a:lnTo>
                      <a:pt x="911226" y="150319"/>
                    </a:lnTo>
                    <a:cubicBezTo>
                      <a:pt x="911226" y="224015"/>
                      <a:pt x="851484" y="283758"/>
                      <a:pt x="777788" y="283758"/>
                    </a:cubicBezTo>
                    <a:lnTo>
                      <a:pt x="133438" y="283758"/>
                    </a:lnTo>
                    <a:cubicBezTo>
                      <a:pt x="98048" y="283758"/>
                      <a:pt x="64108" y="269699"/>
                      <a:pt x="39083" y="244674"/>
                    </a:cubicBezTo>
                    <a:cubicBezTo>
                      <a:pt x="14059" y="219650"/>
                      <a:pt x="0" y="185709"/>
                      <a:pt x="0" y="150319"/>
                    </a:cubicBezTo>
                    <a:lnTo>
                      <a:pt x="0" y="133438"/>
                    </a:lnTo>
                    <a:cubicBezTo>
                      <a:pt x="0" y="98048"/>
                      <a:pt x="14059" y="64108"/>
                      <a:pt x="39083" y="39083"/>
                    </a:cubicBezTo>
                    <a:cubicBezTo>
                      <a:pt x="64108" y="14059"/>
                      <a:pt x="98048" y="0"/>
                      <a:pt x="133438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993365562" name="TextBox 41"/>
              <p:cNvSpPr txBox="1"/>
              <p:nvPr/>
            </p:nvSpPr>
            <p:spPr bwMode="auto">
              <a:xfrm rot="0" flipH="0" flipV="0">
                <a:off x="2379942" y="809789"/>
                <a:ext cx="1972638" cy="75862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643404000" name="Freeform 46"/>
              <p:cNvSpPr/>
              <p:nvPr/>
            </p:nvSpPr>
            <p:spPr bwMode="auto">
              <a:xfrm rot="0" flipH="0" flipV="0">
                <a:off x="5526770" y="293162"/>
                <a:ext cx="1972638" cy="61428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3438" y="0"/>
                    </a:moveTo>
                    <a:lnTo>
                      <a:pt x="777788" y="0"/>
                    </a:lnTo>
                    <a:cubicBezTo>
                      <a:pt x="813178" y="0"/>
                      <a:pt x="847119" y="14059"/>
                      <a:pt x="872143" y="39083"/>
                    </a:cubicBezTo>
                    <a:cubicBezTo>
                      <a:pt x="897168" y="64108"/>
                      <a:pt x="911226" y="98048"/>
                      <a:pt x="911226" y="133438"/>
                    </a:cubicBezTo>
                    <a:lnTo>
                      <a:pt x="911226" y="150319"/>
                    </a:lnTo>
                    <a:cubicBezTo>
                      <a:pt x="911226" y="224015"/>
                      <a:pt x="851484" y="283758"/>
                      <a:pt x="777788" y="283758"/>
                    </a:cubicBezTo>
                    <a:lnTo>
                      <a:pt x="133438" y="283758"/>
                    </a:lnTo>
                    <a:cubicBezTo>
                      <a:pt x="98048" y="283758"/>
                      <a:pt x="64108" y="269699"/>
                      <a:pt x="39083" y="244674"/>
                    </a:cubicBezTo>
                    <a:cubicBezTo>
                      <a:pt x="14059" y="219650"/>
                      <a:pt x="0" y="185709"/>
                      <a:pt x="0" y="150319"/>
                    </a:cubicBezTo>
                    <a:lnTo>
                      <a:pt x="0" y="133438"/>
                    </a:lnTo>
                    <a:cubicBezTo>
                      <a:pt x="0" y="98048"/>
                      <a:pt x="14059" y="64108"/>
                      <a:pt x="39083" y="39083"/>
                    </a:cubicBezTo>
                    <a:cubicBezTo>
                      <a:pt x="64108" y="14059"/>
                      <a:pt x="98048" y="0"/>
                      <a:pt x="13343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759143754" name="TextBox 47"/>
              <p:cNvSpPr txBox="1"/>
              <p:nvPr/>
            </p:nvSpPr>
            <p:spPr bwMode="auto">
              <a:xfrm rot="0" flipH="0" flipV="0">
                <a:off x="5526770" y="148827"/>
                <a:ext cx="1972638" cy="75862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727094272" name="Freeform 53"/>
              <p:cNvSpPr/>
              <p:nvPr/>
            </p:nvSpPr>
            <p:spPr bwMode="auto">
              <a:xfrm rot="0" flipH="0" flipV="0">
                <a:off x="7906716" y="271400"/>
                <a:ext cx="1972638" cy="61428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3438" y="0"/>
                    </a:moveTo>
                    <a:lnTo>
                      <a:pt x="777788" y="0"/>
                    </a:lnTo>
                    <a:cubicBezTo>
                      <a:pt x="813178" y="0"/>
                      <a:pt x="847119" y="14059"/>
                      <a:pt x="872143" y="39083"/>
                    </a:cubicBezTo>
                    <a:cubicBezTo>
                      <a:pt x="897168" y="64108"/>
                      <a:pt x="911226" y="98048"/>
                      <a:pt x="911226" y="133438"/>
                    </a:cubicBezTo>
                    <a:lnTo>
                      <a:pt x="911226" y="150319"/>
                    </a:lnTo>
                    <a:cubicBezTo>
                      <a:pt x="911226" y="224015"/>
                      <a:pt x="851484" y="283758"/>
                      <a:pt x="777788" y="283758"/>
                    </a:cubicBezTo>
                    <a:lnTo>
                      <a:pt x="133438" y="283758"/>
                    </a:lnTo>
                    <a:cubicBezTo>
                      <a:pt x="98048" y="283758"/>
                      <a:pt x="64108" y="269699"/>
                      <a:pt x="39083" y="244674"/>
                    </a:cubicBezTo>
                    <a:cubicBezTo>
                      <a:pt x="14059" y="219650"/>
                      <a:pt x="0" y="185709"/>
                      <a:pt x="0" y="150319"/>
                    </a:cubicBezTo>
                    <a:lnTo>
                      <a:pt x="0" y="133438"/>
                    </a:lnTo>
                    <a:cubicBezTo>
                      <a:pt x="0" y="98048"/>
                      <a:pt x="14059" y="64108"/>
                      <a:pt x="39083" y="39083"/>
                    </a:cubicBezTo>
                    <a:cubicBezTo>
                      <a:pt x="64108" y="14059"/>
                      <a:pt x="98048" y="0"/>
                      <a:pt x="133438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24223669" name="TextBox 54"/>
              <p:cNvSpPr txBox="1"/>
              <p:nvPr/>
            </p:nvSpPr>
            <p:spPr bwMode="auto">
              <a:xfrm rot="0" flipH="0" flipV="0">
                <a:off x="7906716" y="127064"/>
                <a:ext cx="1972638" cy="75862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65 000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314657891" name="Freeform 56"/>
              <p:cNvSpPr/>
              <p:nvPr/>
            </p:nvSpPr>
            <p:spPr bwMode="auto">
              <a:xfrm rot="0" flipH="0" flipV="0">
                <a:off x="7906716" y="1081190"/>
                <a:ext cx="1972638" cy="61428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3438" y="0"/>
                    </a:moveTo>
                    <a:lnTo>
                      <a:pt x="777788" y="0"/>
                    </a:lnTo>
                    <a:cubicBezTo>
                      <a:pt x="813178" y="0"/>
                      <a:pt x="847119" y="14059"/>
                      <a:pt x="872143" y="39083"/>
                    </a:cubicBezTo>
                    <a:cubicBezTo>
                      <a:pt x="897168" y="64108"/>
                      <a:pt x="911226" y="98048"/>
                      <a:pt x="911226" y="133438"/>
                    </a:cubicBezTo>
                    <a:lnTo>
                      <a:pt x="911226" y="150319"/>
                    </a:lnTo>
                    <a:cubicBezTo>
                      <a:pt x="911226" y="224015"/>
                      <a:pt x="851484" y="283758"/>
                      <a:pt x="777788" y="283758"/>
                    </a:cubicBezTo>
                    <a:lnTo>
                      <a:pt x="133438" y="283758"/>
                    </a:lnTo>
                    <a:cubicBezTo>
                      <a:pt x="98048" y="283758"/>
                      <a:pt x="64108" y="269699"/>
                      <a:pt x="39083" y="244674"/>
                    </a:cubicBezTo>
                    <a:cubicBezTo>
                      <a:pt x="14059" y="219650"/>
                      <a:pt x="0" y="185709"/>
                      <a:pt x="0" y="150319"/>
                    </a:cubicBezTo>
                    <a:lnTo>
                      <a:pt x="0" y="133438"/>
                    </a:lnTo>
                    <a:cubicBezTo>
                      <a:pt x="0" y="98048"/>
                      <a:pt x="14059" y="64108"/>
                      <a:pt x="39083" y="39083"/>
                    </a:cubicBezTo>
                    <a:cubicBezTo>
                      <a:pt x="64108" y="14059"/>
                      <a:pt x="98048" y="0"/>
                      <a:pt x="133438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794374577" name="TextBox 57"/>
              <p:cNvSpPr txBox="1"/>
              <p:nvPr/>
            </p:nvSpPr>
            <p:spPr bwMode="auto">
              <a:xfrm rot="0" flipH="0" flipV="0">
                <a:off x="7906716" y="936855"/>
                <a:ext cx="1972638" cy="75862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45 000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661578625" name="AutoShape 58"/>
              <p:cNvSpPr/>
              <p:nvPr/>
            </p:nvSpPr>
            <p:spPr bwMode="auto">
              <a:xfrm flipH="0" flipV="1">
                <a:off x="4337766" y="809789"/>
                <a:ext cx="1102881" cy="451473"/>
              </a:xfrm>
              <a:prstGeom prst="line">
                <a:avLst/>
              </a:prstGeom>
              <a:grpFill/>
              <a:ln w="66675" cap="flat">
                <a:solidFill>
                  <a:srgbClr val="000000"/>
                </a:solidFill>
                <a:prstDash val="solid"/>
                <a:headEnd type="none" w="sm" len="sm"/>
                <a:tailEnd type="arrow" w="med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78221838" name=""/>
          <p:cNvGrpSpPr/>
          <p:nvPr/>
        </p:nvGrpSpPr>
        <p:grpSpPr bwMode="auto">
          <a:xfrm>
            <a:off x="805492" y="590695"/>
            <a:ext cx="10478212" cy="5694707"/>
            <a:chOff x="0" y="0"/>
            <a:chExt cx="10478212" cy="5694707"/>
          </a:xfrm>
        </p:grpSpPr>
        <p:sp>
          <p:nvSpPr>
            <p:cNvPr id="375463741" name="TextBox 32"/>
            <p:cNvSpPr txBox="1"/>
            <p:nvPr/>
          </p:nvSpPr>
          <p:spPr bwMode="auto">
            <a:xfrm flipH="0" flipV="0">
              <a:off x="0" y="357867"/>
              <a:ext cx="4872032" cy="3967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1"/>
                </a:lnSpc>
                <a:defRPr/>
              </a:pPr>
              <a:r>
                <a:rPr lang="en-US" sz="225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#0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47592157" name="TextBox 33"/>
            <p:cNvSpPr txBox="1"/>
            <p:nvPr/>
          </p:nvSpPr>
          <p:spPr bwMode="auto">
            <a:xfrm>
              <a:off x="326430" y="1442571"/>
              <a:ext cx="1910079" cy="39685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1"/>
                </a:lnSpc>
                <a:defRPr/>
              </a:pPr>
              <a:r>
                <a:rPr lang="en-US" sz="22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358545318" name="AutoShape 34"/>
            <p:cNvSpPr/>
            <p:nvPr/>
          </p:nvSpPr>
          <p:spPr bwMode="auto">
            <a:xfrm flipH="0" flipV="0">
              <a:off x="2458953" y="1512466"/>
              <a:ext cx="0" cy="3457054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53169047" name="TextBox 35"/>
            <p:cNvSpPr txBox="1"/>
            <p:nvPr/>
          </p:nvSpPr>
          <p:spPr bwMode="auto">
            <a:xfrm>
              <a:off x="2715178" y="1442571"/>
              <a:ext cx="1910079" cy="39685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1"/>
                </a:lnSpc>
                <a:defRPr/>
              </a:pPr>
              <a:r>
                <a:rPr lang="en-US" sz="22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2131003326" name="TextBox 48"/>
            <p:cNvSpPr txBox="1"/>
            <p:nvPr/>
          </p:nvSpPr>
          <p:spPr bwMode="auto">
            <a:xfrm flipH="0" flipV="0">
              <a:off x="5606901" y="357867"/>
              <a:ext cx="4871312" cy="3967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1"/>
                </a:lnSpc>
                <a:defRPr/>
              </a:pPr>
              <a:r>
                <a:rPr lang="en-US" sz="225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#1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8809458" name="TextBox 49"/>
            <p:cNvSpPr txBox="1"/>
            <p:nvPr/>
          </p:nvSpPr>
          <p:spPr bwMode="auto">
            <a:xfrm>
              <a:off x="5918250" y="1444380"/>
              <a:ext cx="1910079" cy="39685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1"/>
                </a:lnSpc>
                <a:defRPr/>
              </a:pPr>
              <a:r>
                <a:rPr lang="en-US" sz="22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59898150" name="AutoShape 50"/>
            <p:cNvSpPr/>
            <p:nvPr/>
          </p:nvSpPr>
          <p:spPr bwMode="auto">
            <a:xfrm flipH="0" flipV="0">
              <a:off x="8050773" y="1438051"/>
              <a:ext cx="0" cy="3457054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77803176" name="TextBox 51"/>
            <p:cNvSpPr txBox="1"/>
            <p:nvPr/>
          </p:nvSpPr>
          <p:spPr bwMode="auto">
            <a:xfrm>
              <a:off x="8307000" y="1442571"/>
              <a:ext cx="1910079" cy="39685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1"/>
                </a:lnSpc>
                <a:defRPr/>
              </a:pPr>
              <a:r>
                <a:rPr lang="en-US" sz="22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66101036" name="Rectangle: Rounded Corners 12"/>
            <p:cNvSpPr/>
            <p:nvPr/>
          </p:nvSpPr>
          <p:spPr bwMode="auto">
            <a:xfrm>
              <a:off x="5606901" y="0"/>
              <a:ext cx="4870593" cy="569470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601922062" name="Rectangle: Rounded Corners 12"/>
            <p:cNvSpPr/>
            <p:nvPr/>
          </p:nvSpPr>
          <p:spPr bwMode="auto">
            <a:xfrm>
              <a:off x="0" y="0"/>
              <a:ext cx="4870593" cy="569470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401584466" name=""/>
            <p:cNvGrpSpPr/>
            <p:nvPr/>
          </p:nvGrpSpPr>
          <p:grpSpPr bwMode="auto">
            <a:xfrm>
              <a:off x="290961" y="1886865"/>
              <a:ext cx="9960500" cy="1576022"/>
              <a:chOff x="0" y="0"/>
              <a:chExt cx="9960500" cy="1576022"/>
            </a:xfrm>
          </p:grpSpPr>
          <p:sp>
            <p:nvSpPr>
              <p:cNvPr id="1124386563" name="Freeform 30"/>
              <p:cNvSpPr/>
              <p:nvPr/>
            </p:nvSpPr>
            <p:spPr bwMode="auto">
              <a:xfrm rot="0" flipH="0" flipV="0">
                <a:off x="0" y="144868"/>
                <a:ext cx="1979931" cy="61655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946" y="0"/>
                    </a:moveTo>
                    <a:lnTo>
                      <a:pt x="778280" y="0"/>
                    </a:lnTo>
                    <a:cubicBezTo>
                      <a:pt x="851704" y="0"/>
                      <a:pt x="911226" y="59522"/>
                      <a:pt x="911226" y="132946"/>
                    </a:cubicBezTo>
                    <a:lnTo>
                      <a:pt x="911226" y="150811"/>
                    </a:lnTo>
                    <a:cubicBezTo>
                      <a:pt x="911226" y="224235"/>
                      <a:pt x="851704" y="283758"/>
                      <a:pt x="778280" y="283758"/>
                    </a:cubicBezTo>
                    <a:lnTo>
                      <a:pt x="132946" y="283758"/>
                    </a:lnTo>
                    <a:cubicBezTo>
                      <a:pt x="59522" y="283758"/>
                      <a:pt x="0" y="224235"/>
                      <a:pt x="0" y="150811"/>
                    </a:cubicBezTo>
                    <a:lnTo>
                      <a:pt x="0" y="132946"/>
                    </a:lnTo>
                    <a:cubicBezTo>
                      <a:pt x="0" y="59522"/>
                      <a:pt x="59522" y="0"/>
                      <a:pt x="13294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200"/>
              </a:p>
            </p:txBody>
          </p:sp>
          <p:sp>
            <p:nvSpPr>
              <p:cNvPr id="327070884" name="TextBox 31"/>
              <p:cNvSpPr txBox="1"/>
              <p:nvPr/>
            </p:nvSpPr>
            <p:spPr bwMode="auto">
              <a:xfrm rot="0" flipH="0" flipV="0">
                <a:off x="0" y="0"/>
                <a:ext cx="1979931" cy="7614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274 000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789555991" name="Freeform 37"/>
              <p:cNvSpPr/>
              <p:nvPr/>
            </p:nvSpPr>
            <p:spPr bwMode="auto">
              <a:xfrm rot="0" flipH="0" flipV="0">
                <a:off x="2388747" y="144868"/>
                <a:ext cx="1979931" cy="61655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946" y="0"/>
                    </a:moveTo>
                    <a:lnTo>
                      <a:pt x="778280" y="0"/>
                    </a:lnTo>
                    <a:cubicBezTo>
                      <a:pt x="851704" y="0"/>
                      <a:pt x="911226" y="59522"/>
                      <a:pt x="911226" y="132946"/>
                    </a:cubicBezTo>
                    <a:lnTo>
                      <a:pt x="911226" y="150811"/>
                    </a:lnTo>
                    <a:cubicBezTo>
                      <a:pt x="911226" y="224235"/>
                      <a:pt x="851704" y="283758"/>
                      <a:pt x="778280" y="283758"/>
                    </a:cubicBezTo>
                    <a:lnTo>
                      <a:pt x="132946" y="283758"/>
                    </a:lnTo>
                    <a:cubicBezTo>
                      <a:pt x="59522" y="283758"/>
                      <a:pt x="0" y="224235"/>
                      <a:pt x="0" y="150811"/>
                    </a:cubicBezTo>
                    <a:lnTo>
                      <a:pt x="0" y="132946"/>
                    </a:lnTo>
                    <a:cubicBezTo>
                      <a:pt x="0" y="59522"/>
                      <a:pt x="59522" y="0"/>
                      <a:pt x="13294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200"/>
              </a:p>
            </p:txBody>
          </p:sp>
          <p:sp>
            <p:nvSpPr>
              <p:cNvPr id="1886003424" name="TextBox 38"/>
              <p:cNvSpPr txBox="1"/>
              <p:nvPr/>
            </p:nvSpPr>
            <p:spPr bwMode="auto">
              <a:xfrm rot="0" flipH="0" flipV="0">
                <a:off x="2388747" y="0"/>
                <a:ext cx="1979931" cy="7614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579091862" name="Freeform 40"/>
              <p:cNvSpPr/>
              <p:nvPr/>
            </p:nvSpPr>
            <p:spPr bwMode="auto">
              <a:xfrm rot="0" flipH="0" flipV="0">
                <a:off x="2388747" y="957654"/>
                <a:ext cx="1979931" cy="61655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946" y="0"/>
                    </a:moveTo>
                    <a:lnTo>
                      <a:pt x="778280" y="0"/>
                    </a:lnTo>
                    <a:cubicBezTo>
                      <a:pt x="851704" y="0"/>
                      <a:pt x="911226" y="59522"/>
                      <a:pt x="911226" y="132946"/>
                    </a:cubicBezTo>
                    <a:lnTo>
                      <a:pt x="911226" y="150811"/>
                    </a:lnTo>
                    <a:cubicBezTo>
                      <a:pt x="911226" y="224235"/>
                      <a:pt x="851704" y="283758"/>
                      <a:pt x="778280" y="283758"/>
                    </a:cubicBezTo>
                    <a:lnTo>
                      <a:pt x="132946" y="283758"/>
                    </a:lnTo>
                    <a:cubicBezTo>
                      <a:pt x="59522" y="283758"/>
                      <a:pt x="0" y="224235"/>
                      <a:pt x="0" y="150811"/>
                    </a:cubicBezTo>
                    <a:lnTo>
                      <a:pt x="0" y="132946"/>
                    </a:lnTo>
                    <a:cubicBezTo>
                      <a:pt x="0" y="59522"/>
                      <a:pt x="59522" y="0"/>
                      <a:pt x="13294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200"/>
              </a:p>
            </p:txBody>
          </p:sp>
          <p:sp>
            <p:nvSpPr>
              <p:cNvPr id="1774667199" name="TextBox 41"/>
              <p:cNvSpPr txBox="1"/>
              <p:nvPr/>
            </p:nvSpPr>
            <p:spPr bwMode="auto">
              <a:xfrm rot="0" flipH="0" flipV="0">
                <a:off x="2388747" y="812784"/>
                <a:ext cx="1979931" cy="7614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64 000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654695313" name="Freeform 46"/>
              <p:cNvSpPr/>
              <p:nvPr/>
            </p:nvSpPr>
            <p:spPr bwMode="auto">
              <a:xfrm rot="0" flipH="0" flipV="0">
                <a:off x="5591821" y="146678"/>
                <a:ext cx="1979931" cy="61655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946" y="0"/>
                    </a:moveTo>
                    <a:lnTo>
                      <a:pt x="778280" y="0"/>
                    </a:lnTo>
                    <a:cubicBezTo>
                      <a:pt x="851704" y="0"/>
                      <a:pt x="911226" y="59522"/>
                      <a:pt x="911226" y="132946"/>
                    </a:cubicBezTo>
                    <a:lnTo>
                      <a:pt x="911226" y="150811"/>
                    </a:lnTo>
                    <a:cubicBezTo>
                      <a:pt x="911226" y="224235"/>
                      <a:pt x="851704" y="283758"/>
                      <a:pt x="778280" y="283758"/>
                    </a:cubicBezTo>
                    <a:lnTo>
                      <a:pt x="132946" y="283758"/>
                    </a:lnTo>
                    <a:cubicBezTo>
                      <a:pt x="59522" y="283758"/>
                      <a:pt x="0" y="224235"/>
                      <a:pt x="0" y="150811"/>
                    </a:cubicBezTo>
                    <a:lnTo>
                      <a:pt x="0" y="132946"/>
                    </a:lnTo>
                    <a:cubicBezTo>
                      <a:pt x="0" y="59522"/>
                      <a:pt x="59522" y="0"/>
                      <a:pt x="13294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200"/>
              </a:p>
            </p:txBody>
          </p:sp>
          <p:sp>
            <p:nvSpPr>
              <p:cNvPr id="1739286011" name="TextBox 47"/>
              <p:cNvSpPr txBox="1"/>
              <p:nvPr/>
            </p:nvSpPr>
            <p:spPr bwMode="auto">
              <a:xfrm rot="0" flipH="0" flipV="0">
                <a:off x="5591821" y="1809"/>
                <a:ext cx="1979931" cy="7614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283918363" name="Freeform 53"/>
              <p:cNvSpPr/>
              <p:nvPr/>
            </p:nvSpPr>
            <p:spPr bwMode="auto">
              <a:xfrm rot="0" flipH="0" flipV="0">
                <a:off x="7980570" y="146678"/>
                <a:ext cx="1979931" cy="61655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946" y="0"/>
                    </a:moveTo>
                    <a:lnTo>
                      <a:pt x="778280" y="0"/>
                    </a:lnTo>
                    <a:cubicBezTo>
                      <a:pt x="851704" y="0"/>
                      <a:pt x="911226" y="59522"/>
                      <a:pt x="911226" y="132946"/>
                    </a:cubicBezTo>
                    <a:lnTo>
                      <a:pt x="911226" y="150811"/>
                    </a:lnTo>
                    <a:cubicBezTo>
                      <a:pt x="911226" y="224235"/>
                      <a:pt x="851704" y="283758"/>
                      <a:pt x="778280" y="283758"/>
                    </a:cubicBezTo>
                    <a:lnTo>
                      <a:pt x="132946" y="283758"/>
                    </a:lnTo>
                    <a:cubicBezTo>
                      <a:pt x="59522" y="283758"/>
                      <a:pt x="0" y="224235"/>
                      <a:pt x="0" y="150811"/>
                    </a:cubicBezTo>
                    <a:lnTo>
                      <a:pt x="0" y="132946"/>
                    </a:lnTo>
                    <a:cubicBezTo>
                      <a:pt x="0" y="59522"/>
                      <a:pt x="59522" y="0"/>
                      <a:pt x="13294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200"/>
              </a:p>
            </p:txBody>
          </p:sp>
          <p:sp>
            <p:nvSpPr>
              <p:cNvPr id="666526828" name="TextBox 54"/>
              <p:cNvSpPr txBox="1"/>
              <p:nvPr/>
            </p:nvSpPr>
            <p:spPr bwMode="auto">
              <a:xfrm rot="0" flipH="0" flipV="0">
                <a:off x="7980570" y="1809"/>
                <a:ext cx="1979931" cy="7614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155229620" name="Freeform 56"/>
              <p:cNvSpPr/>
              <p:nvPr/>
            </p:nvSpPr>
            <p:spPr bwMode="auto">
              <a:xfrm rot="0" flipH="0" flipV="0">
                <a:off x="7980570" y="959463"/>
                <a:ext cx="1979931" cy="61655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946" y="0"/>
                    </a:moveTo>
                    <a:lnTo>
                      <a:pt x="778280" y="0"/>
                    </a:lnTo>
                    <a:cubicBezTo>
                      <a:pt x="851704" y="0"/>
                      <a:pt x="911226" y="59522"/>
                      <a:pt x="911226" y="132946"/>
                    </a:cubicBezTo>
                    <a:lnTo>
                      <a:pt x="911226" y="150811"/>
                    </a:lnTo>
                    <a:cubicBezTo>
                      <a:pt x="911226" y="224235"/>
                      <a:pt x="851704" y="283758"/>
                      <a:pt x="778280" y="283758"/>
                    </a:cubicBezTo>
                    <a:lnTo>
                      <a:pt x="132946" y="283758"/>
                    </a:lnTo>
                    <a:cubicBezTo>
                      <a:pt x="59522" y="283758"/>
                      <a:pt x="0" y="224235"/>
                      <a:pt x="0" y="150811"/>
                    </a:cubicBezTo>
                    <a:lnTo>
                      <a:pt x="0" y="132946"/>
                    </a:lnTo>
                    <a:cubicBezTo>
                      <a:pt x="0" y="59522"/>
                      <a:pt x="59522" y="0"/>
                      <a:pt x="13294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200"/>
              </a:p>
            </p:txBody>
          </p:sp>
          <p:sp>
            <p:nvSpPr>
              <p:cNvPr id="987431986" name="TextBox 57"/>
              <p:cNvSpPr txBox="1"/>
              <p:nvPr/>
            </p:nvSpPr>
            <p:spPr bwMode="auto">
              <a:xfrm rot="0" flipH="0" flipV="0">
                <a:off x="7980570" y="814595"/>
                <a:ext cx="1979931" cy="7614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641783865" name="AutoShape 58"/>
              <p:cNvSpPr/>
              <p:nvPr/>
            </p:nvSpPr>
            <p:spPr bwMode="auto">
              <a:xfrm flipV="1">
                <a:off x="4368683" y="453147"/>
                <a:ext cx="1208270" cy="0"/>
              </a:xfrm>
              <a:prstGeom prst="line">
                <a:avLst/>
              </a:prstGeom>
              <a:grpFill/>
              <a:ln w="66675" cap="flat">
                <a:solidFill>
                  <a:srgbClr val="000000"/>
                </a:solidFill>
                <a:prstDash val="solid"/>
                <a:headEnd type="none" w="sm" len="sm"/>
                <a:tailEnd type="arrow" w="med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9098908" name="TextBox 42"/>
          <p:cNvSpPr txBox="1"/>
          <p:nvPr/>
        </p:nvSpPr>
        <p:spPr bwMode="auto">
          <a:xfrm>
            <a:off x="406443" y="3589688"/>
            <a:ext cx="1845894" cy="1070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앨리스의 UTXO는 결제를 충족하는 데 사용됩니다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360447104" name="Freeform 43"/>
          <p:cNvSpPr/>
          <p:nvPr/>
        </p:nvSpPr>
        <p:spPr bwMode="auto">
          <a:xfrm rot="9078673" flipH="1">
            <a:off x="1175166" y="2782908"/>
            <a:ext cx="1283563" cy="362605"/>
          </a:xfrm>
          <a:custGeom>
            <a:avLst/>
            <a:gdLst/>
            <a:ahLst/>
            <a:cxnLst/>
            <a:rect l="l" t="t" r="r" b="b"/>
            <a:pathLst>
              <a:path w="1283565" h="362607" fill="norm" stroke="1" extrusionOk="0">
                <a:moveTo>
                  <a:pt x="1283566" y="0"/>
                </a:moveTo>
                <a:lnTo>
                  <a:pt x="0" y="0"/>
                </a:lnTo>
                <a:lnTo>
                  <a:pt x="0" y="362607"/>
                </a:lnTo>
                <a:lnTo>
                  <a:pt x="1283566" y="362607"/>
                </a:lnTo>
                <a:lnTo>
                  <a:pt x="1283566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7550011" name="TextBox 44"/>
          <p:cNvSpPr txBox="1"/>
          <p:nvPr/>
        </p:nvSpPr>
        <p:spPr bwMode="auto">
          <a:xfrm flipH="0" flipV="0">
            <a:off x="9694748" y="1137206"/>
            <a:ext cx="2164264" cy="1070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제빵사에게 빵값을 지불하기 위해 UTXO가 생성됩니다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422459216" name="Freeform 45"/>
          <p:cNvSpPr/>
          <p:nvPr/>
        </p:nvSpPr>
        <p:spPr bwMode="auto">
          <a:xfrm rot="-8762163">
            <a:off x="9412718" y="3724995"/>
            <a:ext cx="1283563" cy="362605"/>
          </a:xfrm>
          <a:custGeom>
            <a:avLst/>
            <a:gdLst/>
            <a:ahLst/>
            <a:cxnLst/>
            <a:rect l="l" t="t" r="r" b="b"/>
            <a:pathLst>
              <a:path w="1283565" h="362607" fill="norm" stroke="1" extrusionOk="0">
                <a:moveTo>
                  <a:pt x="0" y="0"/>
                </a:moveTo>
                <a:lnTo>
                  <a:pt x="1283566" y="0"/>
                </a:lnTo>
                <a:lnTo>
                  <a:pt x="1283566" y="362607"/>
                </a:lnTo>
                <a:lnTo>
                  <a:pt x="0" y="3626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7672298" name="Freeform 46"/>
          <p:cNvSpPr/>
          <p:nvPr/>
        </p:nvSpPr>
        <p:spPr bwMode="auto">
          <a:xfrm flipH="1">
            <a:off x="9404518" y="2634081"/>
            <a:ext cx="1283563" cy="362605"/>
          </a:xfrm>
          <a:custGeom>
            <a:avLst/>
            <a:gdLst/>
            <a:ahLst/>
            <a:cxnLst/>
            <a:rect l="l" t="t" r="r" b="b"/>
            <a:pathLst>
              <a:path w="1283565" h="362607" fill="norm" stroke="1" extrusionOk="0">
                <a:moveTo>
                  <a:pt x="1283565" y="0"/>
                </a:moveTo>
                <a:lnTo>
                  <a:pt x="0" y="0"/>
                </a:lnTo>
                <a:lnTo>
                  <a:pt x="0" y="362607"/>
                </a:lnTo>
                <a:lnTo>
                  <a:pt x="1283565" y="362607"/>
                </a:lnTo>
                <a:lnTo>
                  <a:pt x="1283565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8194142" name="TextBox 47"/>
          <p:cNvSpPr txBox="1"/>
          <p:nvPr/>
        </p:nvSpPr>
        <p:spPr bwMode="auto">
          <a:xfrm>
            <a:off x="9607248" y="4558845"/>
            <a:ext cx="2019924" cy="1070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UTXO가 앨리스의 지갑으로 돌려주는 잔돈</a:t>
            </a:r>
            <a:endParaRPr sz="2000">
              <a:latin typeface="IBM Plex Sans"/>
              <a:cs typeface="IBM Plex Sans"/>
            </a:endParaRPr>
          </a:p>
        </p:txBody>
      </p:sp>
      <p:grpSp>
        <p:nvGrpSpPr>
          <p:cNvPr id="1935067926" name=""/>
          <p:cNvGrpSpPr/>
          <p:nvPr/>
        </p:nvGrpSpPr>
        <p:grpSpPr bwMode="auto">
          <a:xfrm>
            <a:off x="2762506" y="268926"/>
            <a:ext cx="6270216" cy="6258610"/>
            <a:chOff x="0" y="0"/>
            <a:chExt cx="6270216" cy="6258610"/>
          </a:xfrm>
        </p:grpSpPr>
        <p:sp>
          <p:nvSpPr>
            <p:cNvPr id="1139927387" name="TextBox 32"/>
            <p:cNvSpPr txBox="1"/>
            <p:nvPr/>
          </p:nvSpPr>
          <p:spPr bwMode="auto">
            <a:xfrm flipH="0" flipV="0">
              <a:off x="0" y="421794"/>
              <a:ext cx="6270218" cy="44193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77"/>
                </a:lnSpc>
                <a:defRPr/>
              </a:pPr>
              <a:r>
                <a:rPr lang="en-US" sz="25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78123565" name="TextBox 33"/>
            <p:cNvSpPr txBox="1"/>
            <p:nvPr/>
          </p:nvSpPr>
          <p:spPr bwMode="auto">
            <a:xfrm>
              <a:off x="314265" y="1404944"/>
              <a:ext cx="2127560" cy="4420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77"/>
                </a:lnSpc>
                <a:defRPr/>
              </a:pPr>
              <a:r>
                <a:rPr lang="en-US" sz="25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89305450" name="AutoShape 34"/>
            <p:cNvSpPr/>
            <p:nvPr/>
          </p:nvSpPr>
          <p:spPr bwMode="auto">
            <a:xfrm flipH="0" flipV="0">
              <a:off x="3108868" y="1466767"/>
              <a:ext cx="0" cy="424719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89142480" name="TextBox 35"/>
            <p:cNvSpPr txBox="1"/>
            <p:nvPr/>
          </p:nvSpPr>
          <p:spPr bwMode="auto">
            <a:xfrm>
              <a:off x="3776811" y="1404944"/>
              <a:ext cx="2127560" cy="4420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77"/>
                </a:lnSpc>
                <a:defRPr/>
              </a:pPr>
              <a:r>
                <a:rPr lang="en-US" sz="25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85452176" name="Rectangle: Rounded Corners 12"/>
            <p:cNvSpPr/>
            <p:nvPr/>
          </p:nvSpPr>
          <p:spPr bwMode="auto">
            <a:xfrm>
              <a:off x="0" y="0"/>
              <a:ext cx="6268779" cy="6258611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452608588" name=""/>
            <p:cNvGrpSpPr/>
            <p:nvPr/>
          </p:nvGrpSpPr>
          <p:grpSpPr bwMode="auto">
            <a:xfrm>
              <a:off x="274758" y="1883818"/>
              <a:ext cx="5668038" cy="1753553"/>
              <a:chOff x="0" y="0"/>
              <a:chExt cx="5668038" cy="1753553"/>
            </a:xfrm>
          </p:grpSpPr>
          <p:sp>
            <p:nvSpPr>
              <p:cNvPr id="1723181329" name="Freeform 30"/>
              <p:cNvSpPr/>
              <p:nvPr/>
            </p:nvSpPr>
            <p:spPr bwMode="auto">
              <a:xfrm rot="0" flipH="0" flipV="0">
                <a:off x="0" y="161373"/>
                <a:ext cx="2205496" cy="68679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9350" y="0"/>
                    </a:moveTo>
                    <a:lnTo>
                      <a:pt x="791877" y="0"/>
                    </a:lnTo>
                    <a:cubicBezTo>
                      <a:pt x="823530" y="0"/>
                      <a:pt x="853887" y="12574"/>
                      <a:pt x="876270" y="34957"/>
                    </a:cubicBezTo>
                    <a:cubicBezTo>
                      <a:pt x="898652" y="57339"/>
                      <a:pt x="911226" y="87696"/>
                      <a:pt x="911226" y="119350"/>
                    </a:cubicBezTo>
                    <a:lnTo>
                      <a:pt x="911226" y="164408"/>
                    </a:lnTo>
                    <a:cubicBezTo>
                      <a:pt x="911226" y="230323"/>
                      <a:pt x="857792" y="283758"/>
                      <a:pt x="791877" y="283758"/>
                    </a:cubicBezTo>
                    <a:lnTo>
                      <a:pt x="119350" y="283758"/>
                    </a:lnTo>
                    <a:cubicBezTo>
                      <a:pt x="87696" y="283758"/>
                      <a:pt x="57339" y="271183"/>
                      <a:pt x="34957" y="248801"/>
                    </a:cubicBezTo>
                    <a:cubicBezTo>
                      <a:pt x="12574" y="226419"/>
                      <a:pt x="0" y="196062"/>
                      <a:pt x="0" y="164408"/>
                    </a:cubicBezTo>
                    <a:lnTo>
                      <a:pt x="0" y="119350"/>
                    </a:lnTo>
                    <a:cubicBezTo>
                      <a:pt x="0" y="87696"/>
                      <a:pt x="12574" y="57339"/>
                      <a:pt x="34957" y="34957"/>
                    </a:cubicBezTo>
                    <a:cubicBezTo>
                      <a:pt x="57339" y="12574"/>
                      <a:pt x="87696" y="0"/>
                      <a:pt x="11935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781035167" name="TextBox 31"/>
              <p:cNvSpPr txBox="1"/>
              <p:nvPr/>
            </p:nvSpPr>
            <p:spPr bwMode="auto">
              <a:xfrm rot="0" flipH="0" flipV="0">
                <a:off x="0" y="0"/>
                <a:ext cx="2205496" cy="84817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814915668" name="Freeform 37"/>
              <p:cNvSpPr/>
              <p:nvPr/>
            </p:nvSpPr>
            <p:spPr bwMode="auto">
              <a:xfrm rot="0" flipH="0" flipV="0">
                <a:off x="3462543" y="161373"/>
                <a:ext cx="2205496" cy="68679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9350" y="0"/>
                    </a:moveTo>
                    <a:lnTo>
                      <a:pt x="791877" y="0"/>
                    </a:lnTo>
                    <a:cubicBezTo>
                      <a:pt x="823530" y="0"/>
                      <a:pt x="853887" y="12574"/>
                      <a:pt x="876270" y="34957"/>
                    </a:cubicBezTo>
                    <a:cubicBezTo>
                      <a:pt x="898652" y="57339"/>
                      <a:pt x="911226" y="87696"/>
                      <a:pt x="911226" y="119350"/>
                    </a:cubicBezTo>
                    <a:lnTo>
                      <a:pt x="911226" y="164408"/>
                    </a:lnTo>
                    <a:cubicBezTo>
                      <a:pt x="911226" y="230323"/>
                      <a:pt x="857792" y="283758"/>
                      <a:pt x="791877" y="283758"/>
                    </a:cubicBezTo>
                    <a:lnTo>
                      <a:pt x="119350" y="283758"/>
                    </a:lnTo>
                    <a:cubicBezTo>
                      <a:pt x="87696" y="283758"/>
                      <a:pt x="57339" y="271183"/>
                      <a:pt x="34957" y="248801"/>
                    </a:cubicBezTo>
                    <a:cubicBezTo>
                      <a:pt x="12574" y="226419"/>
                      <a:pt x="0" y="196062"/>
                      <a:pt x="0" y="164408"/>
                    </a:cubicBezTo>
                    <a:lnTo>
                      <a:pt x="0" y="119350"/>
                    </a:lnTo>
                    <a:cubicBezTo>
                      <a:pt x="0" y="87696"/>
                      <a:pt x="12574" y="57339"/>
                      <a:pt x="34957" y="34957"/>
                    </a:cubicBezTo>
                    <a:cubicBezTo>
                      <a:pt x="57339" y="12574"/>
                      <a:pt x="87696" y="0"/>
                      <a:pt x="11935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888856091" name="TextBox 38"/>
              <p:cNvSpPr txBox="1"/>
              <p:nvPr/>
            </p:nvSpPr>
            <p:spPr bwMode="auto">
              <a:xfrm rot="0" flipH="0" flipV="0">
                <a:off x="3462543" y="0"/>
                <a:ext cx="2205496" cy="84817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51354295" name="Freeform 40"/>
              <p:cNvSpPr/>
              <p:nvPr/>
            </p:nvSpPr>
            <p:spPr bwMode="auto">
              <a:xfrm rot="0" flipH="0" flipV="0">
                <a:off x="3462543" y="1066755"/>
                <a:ext cx="2205496" cy="68679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9350" y="0"/>
                    </a:moveTo>
                    <a:lnTo>
                      <a:pt x="791877" y="0"/>
                    </a:lnTo>
                    <a:cubicBezTo>
                      <a:pt x="823530" y="0"/>
                      <a:pt x="853887" y="12574"/>
                      <a:pt x="876270" y="34957"/>
                    </a:cubicBezTo>
                    <a:cubicBezTo>
                      <a:pt x="898652" y="57339"/>
                      <a:pt x="911226" y="87696"/>
                      <a:pt x="911226" y="119350"/>
                    </a:cubicBezTo>
                    <a:lnTo>
                      <a:pt x="911226" y="164408"/>
                    </a:lnTo>
                    <a:cubicBezTo>
                      <a:pt x="911226" y="230323"/>
                      <a:pt x="857792" y="283758"/>
                      <a:pt x="791877" y="283758"/>
                    </a:cubicBezTo>
                    <a:lnTo>
                      <a:pt x="119350" y="283758"/>
                    </a:lnTo>
                    <a:cubicBezTo>
                      <a:pt x="87696" y="283758"/>
                      <a:pt x="57339" y="271183"/>
                      <a:pt x="34957" y="248801"/>
                    </a:cubicBezTo>
                    <a:cubicBezTo>
                      <a:pt x="12574" y="226419"/>
                      <a:pt x="0" y="196062"/>
                      <a:pt x="0" y="164408"/>
                    </a:cubicBezTo>
                    <a:lnTo>
                      <a:pt x="0" y="119350"/>
                    </a:lnTo>
                    <a:cubicBezTo>
                      <a:pt x="0" y="87696"/>
                      <a:pt x="12574" y="57339"/>
                      <a:pt x="34957" y="34957"/>
                    </a:cubicBezTo>
                    <a:cubicBezTo>
                      <a:pt x="57339" y="12574"/>
                      <a:pt x="87696" y="0"/>
                      <a:pt x="11935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421922253" name="TextBox 41"/>
              <p:cNvSpPr txBox="1"/>
              <p:nvPr/>
            </p:nvSpPr>
            <p:spPr bwMode="auto">
              <a:xfrm rot="0" flipH="0" flipV="0">
                <a:off x="3462543" y="905382"/>
                <a:ext cx="2205496" cy="84817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2422549" name="TextBox 42"/>
          <p:cNvSpPr txBox="1"/>
          <p:nvPr/>
        </p:nvSpPr>
        <p:spPr bwMode="auto">
          <a:xfrm>
            <a:off x="317331" y="3730511"/>
            <a:ext cx="1830591" cy="1421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결제 요구 사항을 충족하기 위해 2개의 UTXO를 입력으로 병합하는 Alice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18732314" name="Freeform 43"/>
          <p:cNvSpPr/>
          <p:nvPr/>
        </p:nvSpPr>
        <p:spPr bwMode="auto">
          <a:xfrm rot="9078673" flipH="1">
            <a:off x="1083341" y="2927162"/>
            <a:ext cx="1278402" cy="361147"/>
          </a:xfrm>
          <a:custGeom>
            <a:avLst/>
            <a:gdLst/>
            <a:ahLst/>
            <a:cxnLst/>
            <a:rect l="l" t="t" r="r" b="b"/>
            <a:pathLst>
              <a:path w="1278404" h="361149" fill="norm" stroke="1" extrusionOk="0">
                <a:moveTo>
                  <a:pt x="1278404" y="0"/>
                </a:moveTo>
                <a:lnTo>
                  <a:pt x="0" y="0"/>
                </a:lnTo>
                <a:lnTo>
                  <a:pt x="0" y="361150"/>
                </a:lnTo>
                <a:lnTo>
                  <a:pt x="1278404" y="361150"/>
                </a:lnTo>
                <a:lnTo>
                  <a:pt x="1278404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0108625" name="TextBox 44"/>
          <p:cNvSpPr txBox="1"/>
          <p:nvPr/>
        </p:nvSpPr>
        <p:spPr bwMode="auto">
          <a:xfrm flipH="0" flipV="0">
            <a:off x="9805797" y="1376754"/>
            <a:ext cx="2088390" cy="1066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제빵사에게 빵값을 지불하기 위해 UTXO가 생성됩니다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35778338" name="Freeform 45"/>
          <p:cNvSpPr/>
          <p:nvPr/>
        </p:nvSpPr>
        <p:spPr bwMode="auto">
          <a:xfrm rot="-8762163">
            <a:off x="9436005" y="3890906"/>
            <a:ext cx="1278402" cy="361147"/>
          </a:xfrm>
          <a:custGeom>
            <a:avLst/>
            <a:gdLst/>
            <a:ahLst/>
            <a:cxnLst/>
            <a:rect l="l" t="t" r="r" b="b"/>
            <a:pathLst>
              <a:path w="1278404" h="361149" fill="norm" stroke="1" extrusionOk="0">
                <a:moveTo>
                  <a:pt x="0" y="0"/>
                </a:moveTo>
                <a:lnTo>
                  <a:pt x="1278404" y="0"/>
                </a:lnTo>
                <a:lnTo>
                  <a:pt x="1278404" y="361150"/>
                </a:lnTo>
                <a:lnTo>
                  <a:pt x="0" y="3611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874229" name="Freeform 46"/>
          <p:cNvSpPr/>
          <p:nvPr/>
        </p:nvSpPr>
        <p:spPr bwMode="auto">
          <a:xfrm flipH="1">
            <a:off x="9427833" y="2817338"/>
            <a:ext cx="1278402" cy="361147"/>
          </a:xfrm>
          <a:custGeom>
            <a:avLst/>
            <a:gdLst/>
            <a:ahLst/>
            <a:cxnLst/>
            <a:rect l="l" t="t" r="r" b="b"/>
            <a:pathLst>
              <a:path w="1278404" h="361149" fill="norm" stroke="1" extrusionOk="0">
                <a:moveTo>
                  <a:pt x="1278405" y="0"/>
                </a:moveTo>
                <a:lnTo>
                  <a:pt x="0" y="0"/>
                </a:lnTo>
                <a:lnTo>
                  <a:pt x="0" y="361149"/>
                </a:lnTo>
                <a:lnTo>
                  <a:pt x="1278405" y="361149"/>
                </a:lnTo>
                <a:lnTo>
                  <a:pt x="1278405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4865840" name="TextBox 47"/>
          <p:cNvSpPr txBox="1"/>
          <p:nvPr/>
        </p:nvSpPr>
        <p:spPr bwMode="auto">
          <a:xfrm>
            <a:off x="9630131" y="4816461"/>
            <a:ext cx="1998905" cy="1066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UTXO가 앨리스의 지갑으로 돌려주는 잔돈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1712380872" name=""/>
          <p:cNvGrpSpPr/>
          <p:nvPr/>
        </p:nvGrpSpPr>
        <p:grpSpPr bwMode="auto">
          <a:xfrm>
            <a:off x="2704014" y="268926"/>
            <a:ext cx="6403122" cy="6258609"/>
            <a:chOff x="0" y="0"/>
            <a:chExt cx="6403122" cy="6258609"/>
          </a:xfrm>
        </p:grpSpPr>
        <p:sp>
          <p:nvSpPr>
            <p:cNvPr id="1329991585" name="TextBox 32"/>
            <p:cNvSpPr txBox="1"/>
            <p:nvPr/>
          </p:nvSpPr>
          <p:spPr bwMode="auto">
            <a:xfrm flipH="0" flipV="0">
              <a:off x="0" y="448791"/>
              <a:ext cx="6403122" cy="44028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64"/>
                </a:lnSpc>
                <a:defRPr/>
              </a:pPr>
              <a:r>
                <a:rPr lang="en-US" sz="25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1773597390" name="TextBox 33"/>
            <p:cNvSpPr txBox="1"/>
            <p:nvPr/>
          </p:nvSpPr>
          <p:spPr bwMode="auto">
            <a:xfrm>
              <a:off x="422061" y="1578911"/>
              <a:ext cx="2119010" cy="44041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64"/>
                </a:lnSpc>
                <a:defRPr/>
              </a:pPr>
              <a:r>
                <a:rPr lang="en-US" sz="25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035171875" name="AutoShape 34"/>
            <p:cNvSpPr/>
            <p:nvPr/>
          </p:nvSpPr>
          <p:spPr bwMode="auto">
            <a:xfrm flipH="0" flipV="0">
              <a:off x="3205428" y="1640677"/>
              <a:ext cx="0" cy="405840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75155097" name="TextBox 35"/>
            <p:cNvSpPr txBox="1"/>
            <p:nvPr/>
          </p:nvSpPr>
          <p:spPr bwMode="auto">
            <a:xfrm>
              <a:off x="3870684" y="1578911"/>
              <a:ext cx="2119010" cy="44041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64"/>
                </a:lnSpc>
                <a:defRPr/>
              </a:pPr>
              <a:r>
                <a:rPr lang="en-US" sz="25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11171879" name="Rectangle: Rounded Corners 12"/>
            <p:cNvSpPr/>
            <p:nvPr/>
          </p:nvSpPr>
          <p:spPr bwMode="auto">
            <a:xfrm>
              <a:off x="0" y="0"/>
              <a:ext cx="6401683" cy="6258610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433654445" name=""/>
            <p:cNvGrpSpPr/>
            <p:nvPr/>
          </p:nvGrpSpPr>
          <p:grpSpPr bwMode="auto">
            <a:xfrm>
              <a:off x="382709" y="2056051"/>
              <a:ext cx="5645251" cy="1746502"/>
              <a:chOff x="0" y="0"/>
              <a:chExt cx="5645251" cy="1746502"/>
            </a:xfrm>
          </p:grpSpPr>
          <p:sp>
            <p:nvSpPr>
              <p:cNvPr id="1083017826" name="Freeform 30"/>
              <p:cNvSpPr/>
              <p:nvPr/>
            </p:nvSpPr>
            <p:spPr bwMode="auto">
              <a:xfrm rot="0" flipH="0" flipV="0">
                <a:off x="0" y="160723"/>
                <a:ext cx="2196629" cy="68403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9831" y="0"/>
                    </a:moveTo>
                    <a:lnTo>
                      <a:pt x="791395" y="0"/>
                    </a:lnTo>
                    <a:cubicBezTo>
                      <a:pt x="857576" y="0"/>
                      <a:pt x="911226" y="53650"/>
                      <a:pt x="911226" y="119831"/>
                    </a:cubicBezTo>
                    <a:lnTo>
                      <a:pt x="911226" y="163926"/>
                    </a:lnTo>
                    <a:cubicBezTo>
                      <a:pt x="911226" y="230107"/>
                      <a:pt x="857576" y="283758"/>
                      <a:pt x="791395" y="283758"/>
                    </a:cubicBezTo>
                    <a:lnTo>
                      <a:pt x="119831" y="283758"/>
                    </a:lnTo>
                    <a:cubicBezTo>
                      <a:pt x="53650" y="283758"/>
                      <a:pt x="0" y="230107"/>
                      <a:pt x="0" y="163926"/>
                    </a:cubicBezTo>
                    <a:lnTo>
                      <a:pt x="0" y="119831"/>
                    </a:lnTo>
                    <a:cubicBezTo>
                      <a:pt x="0" y="53650"/>
                      <a:pt x="53650" y="0"/>
                      <a:pt x="11983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756652660" name="TextBox 31"/>
              <p:cNvSpPr txBox="1"/>
              <p:nvPr/>
            </p:nvSpPr>
            <p:spPr bwMode="auto">
              <a:xfrm rot="0" flipH="0" flipV="0">
                <a:off x="0" y="0"/>
                <a:ext cx="2196629" cy="84476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688438190" name="Freeform 37"/>
              <p:cNvSpPr/>
              <p:nvPr/>
            </p:nvSpPr>
            <p:spPr bwMode="auto">
              <a:xfrm rot="0" flipH="0" flipV="0">
                <a:off x="3448622" y="160723"/>
                <a:ext cx="2196629" cy="68403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9831" y="0"/>
                    </a:moveTo>
                    <a:lnTo>
                      <a:pt x="791395" y="0"/>
                    </a:lnTo>
                    <a:cubicBezTo>
                      <a:pt x="857576" y="0"/>
                      <a:pt x="911226" y="53650"/>
                      <a:pt x="911226" y="119831"/>
                    </a:cubicBezTo>
                    <a:lnTo>
                      <a:pt x="911226" y="163926"/>
                    </a:lnTo>
                    <a:cubicBezTo>
                      <a:pt x="911226" y="230107"/>
                      <a:pt x="857576" y="283758"/>
                      <a:pt x="791395" y="283758"/>
                    </a:cubicBezTo>
                    <a:lnTo>
                      <a:pt x="119831" y="283758"/>
                    </a:lnTo>
                    <a:cubicBezTo>
                      <a:pt x="53650" y="283758"/>
                      <a:pt x="0" y="230107"/>
                      <a:pt x="0" y="163926"/>
                    </a:cubicBezTo>
                    <a:lnTo>
                      <a:pt x="0" y="119831"/>
                    </a:lnTo>
                    <a:cubicBezTo>
                      <a:pt x="0" y="53650"/>
                      <a:pt x="53650" y="0"/>
                      <a:pt x="11983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2120327518" name="TextBox 38"/>
              <p:cNvSpPr txBox="1"/>
              <p:nvPr/>
            </p:nvSpPr>
            <p:spPr bwMode="auto">
              <a:xfrm rot="0" flipH="0" flipV="0">
                <a:off x="3448622" y="0"/>
                <a:ext cx="2196629" cy="84476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689047769" name="Freeform 40"/>
              <p:cNvSpPr/>
              <p:nvPr/>
            </p:nvSpPr>
            <p:spPr bwMode="auto">
              <a:xfrm rot="0" flipH="0" flipV="0">
                <a:off x="3448622" y="1062465"/>
                <a:ext cx="2196629" cy="68403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9831" y="0"/>
                    </a:moveTo>
                    <a:lnTo>
                      <a:pt x="791395" y="0"/>
                    </a:lnTo>
                    <a:cubicBezTo>
                      <a:pt x="857576" y="0"/>
                      <a:pt x="911226" y="53650"/>
                      <a:pt x="911226" y="119831"/>
                    </a:cubicBezTo>
                    <a:lnTo>
                      <a:pt x="911226" y="163926"/>
                    </a:lnTo>
                    <a:cubicBezTo>
                      <a:pt x="911226" y="230107"/>
                      <a:pt x="857576" y="283758"/>
                      <a:pt x="791395" y="283758"/>
                    </a:cubicBezTo>
                    <a:lnTo>
                      <a:pt x="119831" y="283758"/>
                    </a:lnTo>
                    <a:cubicBezTo>
                      <a:pt x="53650" y="283758"/>
                      <a:pt x="0" y="230107"/>
                      <a:pt x="0" y="163926"/>
                    </a:cubicBezTo>
                    <a:lnTo>
                      <a:pt x="0" y="119831"/>
                    </a:lnTo>
                    <a:cubicBezTo>
                      <a:pt x="0" y="53650"/>
                      <a:pt x="53650" y="0"/>
                      <a:pt x="11983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828039385" name="TextBox 41"/>
              <p:cNvSpPr txBox="1"/>
              <p:nvPr/>
            </p:nvSpPr>
            <p:spPr bwMode="auto">
              <a:xfrm rot="0" flipH="0" flipV="0">
                <a:off x="3448622" y="901741"/>
                <a:ext cx="2196629" cy="84476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34088017" name="Freeform 49"/>
              <p:cNvSpPr/>
              <p:nvPr/>
            </p:nvSpPr>
            <p:spPr bwMode="auto">
              <a:xfrm rot="0" flipH="0" flipV="0">
                <a:off x="0" y="1062465"/>
                <a:ext cx="2196629" cy="68403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9831" y="0"/>
                    </a:moveTo>
                    <a:lnTo>
                      <a:pt x="791395" y="0"/>
                    </a:lnTo>
                    <a:cubicBezTo>
                      <a:pt x="857576" y="0"/>
                      <a:pt x="911226" y="53650"/>
                      <a:pt x="911226" y="119831"/>
                    </a:cubicBezTo>
                    <a:lnTo>
                      <a:pt x="911226" y="163926"/>
                    </a:lnTo>
                    <a:cubicBezTo>
                      <a:pt x="911226" y="230107"/>
                      <a:pt x="857576" y="283758"/>
                      <a:pt x="791395" y="283758"/>
                    </a:cubicBezTo>
                    <a:lnTo>
                      <a:pt x="119831" y="283758"/>
                    </a:lnTo>
                    <a:cubicBezTo>
                      <a:pt x="53650" y="283758"/>
                      <a:pt x="0" y="230107"/>
                      <a:pt x="0" y="163926"/>
                    </a:cubicBezTo>
                    <a:lnTo>
                      <a:pt x="0" y="119831"/>
                    </a:lnTo>
                    <a:cubicBezTo>
                      <a:pt x="0" y="53650"/>
                      <a:pt x="53650" y="0"/>
                      <a:pt x="11983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684223189" name="TextBox 50"/>
              <p:cNvSpPr txBox="1"/>
              <p:nvPr/>
            </p:nvSpPr>
            <p:spPr bwMode="auto">
              <a:xfrm rot="0" flipH="0" flipV="0">
                <a:off x="0" y="901741"/>
                <a:ext cx="2196629" cy="84476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59883" name="TextBox 42"/>
          <p:cNvSpPr txBox="1"/>
          <p:nvPr/>
        </p:nvSpPr>
        <p:spPr bwMode="auto">
          <a:xfrm>
            <a:off x="373524" y="3478948"/>
            <a:ext cx="1775476" cy="914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앨리스의 UTXO는 결제를 충족하는 데 사용됩니다</a:t>
            </a:r>
            <a:endParaRPr/>
          </a:p>
        </p:txBody>
      </p:sp>
      <p:sp>
        <p:nvSpPr>
          <p:cNvPr id="914260943" name="Freeform 43"/>
          <p:cNvSpPr/>
          <p:nvPr/>
        </p:nvSpPr>
        <p:spPr bwMode="auto">
          <a:xfrm rot="9078673" flipH="1">
            <a:off x="1118409" y="2702409"/>
            <a:ext cx="1238131" cy="349771"/>
          </a:xfrm>
          <a:custGeom>
            <a:avLst/>
            <a:gdLst/>
            <a:ahLst/>
            <a:cxnLst/>
            <a:rect l="l" t="t" r="r" b="b"/>
            <a:pathLst>
              <a:path w="1238133" h="349773" fill="norm" stroke="1" extrusionOk="0">
                <a:moveTo>
                  <a:pt x="1238133" y="0"/>
                </a:moveTo>
                <a:lnTo>
                  <a:pt x="0" y="0"/>
                </a:lnTo>
                <a:lnTo>
                  <a:pt x="0" y="349772"/>
                </a:lnTo>
                <a:lnTo>
                  <a:pt x="1238133" y="349772"/>
                </a:lnTo>
                <a:lnTo>
                  <a:pt x="1238133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7133711" name="TextBox 44"/>
          <p:cNvSpPr txBox="1"/>
          <p:nvPr/>
        </p:nvSpPr>
        <p:spPr bwMode="auto">
          <a:xfrm flipH="0" flipV="0">
            <a:off x="9597238" y="1144751"/>
            <a:ext cx="2162521" cy="1032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9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제빵사에게 빵값을 지불하기 위해 UTXO가 생성됩니다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51336978" name="Freeform 45"/>
          <p:cNvSpPr/>
          <p:nvPr/>
        </p:nvSpPr>
        <p:spPr bwMode="auto">
          <a:xfrm rot="-8762163">
            <a:off x="9207954" y="3656502"/>
            <a:ext cx="1238131" cy="349771"/>
          </a:xfrm>
          <a:custGeom>
            <a:avLst/>
            <a:gdLst/>
            <a:ahLst/>
            <a:cxnLst/>
            <a:rect l="l" t="t" r="r" b="b"/>
            <a:pathLst>
              <a:path w="1238133" h="349773" fill="norm" stroke="1" extrusionOk="0">
                <a:moveTo>
                  <a:pt x="0" y="0"/>
                </a:moveTo>
                <a:lnTo>
                  <a:pt x="1238133" y="0"/>
                </a:lnTo>
                <a:lnTo>
                  <a:pt x="1238133" y="349773"/>
                </a:lnTo>
                <a:lnTo>
                  <a:pt x="0" y="3497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6485390" name="Freeform 46"/>
          <p:cNvSpPr/>
          <p:nvPr/>
        </p:nvSpPr>
        <p:spPr bwMode="auto">
          <a:xfrm flipH="1">
            <a:off x="9215870" y="2527151"/>
            <a:ext cx="1238131" cy="349771"/>
          </a:xfrm>
          <a:custGeom>
            <a:avLst/>
            <a:gdLst/>
            <a:ahLst/>
            <a:cxnLst/>
            <a:rect l="l" t="t" r="r" b="b"/>
            <a:pathLst>
              <a:path w="1238133" h="349773" fill="norm" stroke="1" extrusionOk="0">
                <a:moveTo>
                  <a:pt x="1238133" y="0"/>
                </a:moveTo>
                <a:lnTo>
                  <a:pt x="0" y="0"/>
                </a:lnTo>
                <a:lnTo>
                  <a:pt x="0" y="349772"/>
                </a:lnTo>
                <a:lnTo>
                  <a:pt x="1238133" y="349772"/>
                </a:lnTo>
                <a:lnTo>
                  <a:pt x="1238133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3063572" name="TextBox 47"/>
          <p:cNvSpPr txBox="1"/>
          <p:nvPr/>
        </p:nvSpPr>
        <p:spPr bwMode="auto">
          <a:xfrm>
            <a:off x="9411277" y="4554402"/>
            <a:ext cx="1936377" cy="1066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UTXO가 앨리스의 지갑으로 돌려주는 잔돈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77340147" name="TextBox 52"/>
          <p:cNvSpPr txBox="1"/>
          <p:nvPr/>
        </p:nvSpPr>
        <p:spPr bwMode="auto">
          <a:xfrm flipH="0" flipV="0">
            <a:off x="2974999" y="5924955"/>
            <a:ext cx="5778032" cy="344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거래 수수료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735425600" name="Rectangle: Rounded Corners 12"/>
          <p:cNvSpPr/>
          <p:nvPr/>
        </p:nvSpPr>
        <p:spPr bwMode="auto">
          <a:xfrm>
            <a:off x="2694324" y="230855"/>
            <a:ext cx="6224475" cy="6258610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342366917" name=""/>
          <p:cNvGrpSpPr/>
          <p:nvPr/>
        </p:nvGrpSpPr>
        <p:grpSpPr bwMode="auto">
          <a:xfrm>
            <a:off x="2694322" y="625564"/>
            <a:ext cx="6225913" cy="5137924"/>
            <a:chOff x="0" y="0"/>
            <a:chExt cx="6225913" cy="5137924"/>
          </a:xfrm>
        </p:grpSpPr>
        <p:sp>
          <p:nvSpPr>
            <p:cNvPr id="1164906434" name="TextBox 32"/>
            <p:cNvSpPr txBox="1"/>
            <p:nvPr/>
          </p:nvSpPr>
          <p:spPr bwMode="auto">
            <a:xfrm flipH="0" flipV="0">
              <a:off x="0" y="0"/>
              <a:ext cx="6225914" cy="42644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5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85844408" name="TextBox 33"/>
            <p:cNvSpPr txBox="1"/>
            <p:nvPr/>
          </p:nvSpPr>
          <p:spPr bwMode="auto">
            <a:xfrm>
              <a:off x="401947" y="966789"/>
              <a:ext cx="2052293" cy="42657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5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2026813243" name="AutoShape 34"/>
            <p:cNvSpPr/>
            <p:nvPr/>
          </p:nvSpPr>
          <p:spPr bwMode="auto">
            <a:xfrm>
              <a:off x="3097635" y="1037632"/>
              <a:ext cx="0" cy="308385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18736595" name="TextBox 35"/>
            <p:cNvSpPr txBox="1"/>
            <p:nvPr/>
          </p:nvSpPr>
          <p:spPr bwMode="auto">
            <a:xfrm>
              <a:off x="3741933" y="966789"/>
              <a:ext cx="2052293" cy="42657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5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grpSp>
          <p:nvGrpSpPr>
            <p:cNvPr id="2090684886" name=""/>
            <p:cNvGrpSpPr/>
            <p:nvPr/>
          </p:nvGrpSpPr>
          <p:grpSpPr bwMode="auto">
            <a:xfrm>
              <a:off x="363836" y="1439922"/>
              <a:ext cx="5467419" cy="3698002"/>
              <a:chOff x="0" y="0"/>
              <a:chExt cx="5467419" cy="3698002"/>
            </a:xfrm>
          </p:grpSpPr>
          <p:sp>
            <p:nvSpPr>
              <p:cNvPr id="1564857695" name="Freeform 30"/>
              <p:cNvSpPr/>
              <p:nvPr/>
            </p:nvSpPr>
            <p:spPr bwMode="auto">
              <a:xfrm rot="0" flipH="0" flipV="0">
                <a:off x="0" y="155661"/>
                <a:ext cx="2127432" cy="66248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729" y="0"/>
                    </a:moveTo>
                    <a:lnTo>
                      <a:pt x="787498" y="0"/>
                    </a:lnTo>
                    <a:cubicBezTo>
                      <a:pt x="820312" y="0"/>
                      <a:pt x="851783" y="13036"/>
                      <a:pt x="874987" y="36239"/>
                    </a:cubicBezTo>
                    <a:cubicBezTo>
                      <a:pt x="898191" y="59443"/>
                      <a:pt x="911226" y="90914"/>
                      <a:pt x="911226" y="123729"/>
                    </a:cubicBezTo>
                    <a:lnTo>
                      <a:pt x="911226" y="160029"/>
                    </a:lnTo>
                    <a:cubicBezTo>
                      <a:pt x="911226" y="228362"/>
                      <a:pt x="855831" y="283758"/>
                      <a:pt x="787498" y="283758"/>
                    </a:cubicBezTo>
                    <a:lnTo>
                      <a:pt x="123729" y="283758"/>
                    </a:lnTo>
                    <a:cubicBezTo>
                      <a:pt x="90914" y="283758"/>
                      <a:pt x="59443" y="270722"/>
                      <a:pt x="36239" y="247518"/>
                    </a:cubicBezTo>
                    <a:cubicBezTo>
                      <a:pt x="13036" y="224315"/>
                      <a:pt x="0" y="192844"/>
                      <a:pt x="0" y="160029"/>
                    </a:cubicBezTo>
                    <a:lnTo>
                      <a:pt x="0" y="123729"/>
                    </a:lnTo>
                    <a:cubicBezTo>
                      <a:pt x="0" y="90914"/>
                      <a:pt x="13036" y="59443"/>
                      <a:pt x="36239" y="36239"/>
                    </a:cubicBezTo>
                    <a:cubicBezTo>
                      <a:pt x="59443" y="13036"/>
                      <a:pt x="90914" y="0"/>
                      <a:pt x="12372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566528699" name="TextBox 31"/>
              <p:cNvSpPr txBox="1"/>
              <p:nvPr/>
            </p:nvSpPr>
            <p:spPr bwMode="auto">
              <a:xfrm rot="0" flipH="0" flipV="0">
                <a:off x="0" y="0"/>
                <a:ext cx="2127432" cy="8181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3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52802785" name="Freeform 37"/>
              <p:cNvSpPr/>
              <p:nvPr/>
            </p:nvSpPr>
            <p:spPr bwMode="auto">
              <a:xfrm rot="0" flipH="0" flipV="0">
                <a:off x="3339986" y="155661"/>
                <a:ext cx="2127432" cy="66248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729" y="0"/>
                    </a:moveTo>
                    <a:lnTo>
                      <a:pt x="787498" y="0"/>
                    </a:lnTo>
                    <a:cubicBezTo>
                      <a:pt x="820312" y="0"/>
                      <a:pt x="851783" y="13036"/>
                      <a:pt x="874987" y="36239"/>
                    </a:cubicBezTo>
                    <a:cubicBezTo>
                      <a:pt x="898191" y="59443"/>
                      <a:pt x="911226" y="90914"/>
                      <a:pt x="911226" y="123729"/>
                    </a:cubicBezTo>
                    <a:lnTo>
                      <a:pt x="911226" y="160029"/>
                    </a:lnTo>
                    <a:cubicBezTo>
                      <a:pt x="911226" y="228362"/>
                      <a:pt x="855831" y="283758"/>
                      <a:pt x="787498" y="283758"/>
                    </a:cubicBezTo>
                    <a:lnTo>
                      <a:pt x="123729" y="283758"/>
                    </a:lnTo>
                    <a:cubicBezTo>
                      <a:pt x="90914" y="283758"/>
                      <a:pt x="59443" y="270722"/>
                      <a:pt x="36239" y="247518"/>
                    </a:cubicBezTo>
                    <a:cubicBezTo>
                      <a:pt x="13036" y="224315"/>
                      <a:pt x="0" y="192844"/>
                      <a:pt x="0" y="160029"/>
                    </a:cubicBezTo>
                    <a:lnTo>
                      <a:pt x="0" y="123729"/>
                    </a:lnTo>
                    <a:cubicBezTo>
                      <a:pt x="0" y="90914"/>
                      <a:pt x="13036" y="59443"/>
                      <a:pt x="36239" y="36239"/>
                    </a:cubicBezTo>
                    <a:cubicBezTo>
                      <a:pt x="59443" y="13036"/>
                      <a:pt x="90914" y="0"/>
                      <a:pt x="12372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61577312" name="TextBox 38"/>
              <p:cNvSpPr txBox="1"/>
              <p:nvPr/>
            </p:nvSpPr>
            <p:spPr bwMode="auto">
              <a:xfrm rot="0" flipH="0" flipV="0">
                <a:off x="3339986" y="0"/>
                <a:ext cx="2127432" cy="8181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3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2038488446" name="Freeform 40"/>
              <p:cNvSpPr/>
              <p:nvPr/>
            </p:nvSpPr>
            <p:spPr bwMode="auto">
              <a:xfrm rot="0" flipH="0" flipV="0">
                <a:off x="3339986" y="1028997"/>
                <a:ext cx="2127432" cy="66248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729" y="0"/>
                    </a:moveTo>
                    <a:lnTo>
                      <a:pt x="787498" y="0"/>
                    </a:lnTo>
                    <a:cubicBezTo>
                      <a:pt x="820312" y="0"/>
                      <a:pt x="851783" y="13036"/>
                      <a:pt x="874987" y="36239"/>
                    </a:cubicBezTo>
                    <a:cubicBezTo>
                      <a:pt x="898191" y="59443"/>
                      <a:pt x="911226" y="90914"/>
                      <a:pt x="911226" y="123729"/>
                    </a:cubicBezTo>
                    <a:lnTo>
                      <a:pt x="911226" y="160029"/>
                    </a:lnTo>
                    <a:cubicBezTo>
                      <a:pt x="911226" y="228362"/>
                      <a:pt x="855831" y="283758"/>
                      <a:pt x="787498" y="283758"/>
                    </a:cubicBezTo>
                    <a:lnTo>
                      <a:pt x="123729" y="283758"/>
                    </a:lnTo>
                    <a:cubicBezTo>
                      <a:pt x="90914" y="283758"/>
                      <a:pt x="59443" y="270722"/>
                      <a:pt x="36239" y="247518"/>
                    </a:cubicBezTo>
                    <a:cubicBezTo>
                      <a:pt x="13036" y="224315"/>
                      <a:pt x="0" y="192844"/>
                      <a:pt x="0" y="160029"/>
                    </a:cubicBezTo>
                    <a:lnTo>
                      <a:pt x="0" y="123729"/>
                    </a:lnTo>
                    <a:cubicBezTo>
                      <a:pt x="0" y="90914"/>
                      <a:pt x="13036" y="59443"/>
                      <a:pt x="36239" y="36239"/>
                    </a:cubicBezTo>
                    <a:cubicBezTo>
                      <a:pt x="59443" y="13036"/>
                      <a:pt x="90914" y="0"/>
                      <a:pt x="12372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041071063" name="TextBox 41"/>
              <p:cNvSpPr txBox="1"/>
              <p:nvPr/>
            </p:nvSpPr>
            <p:spPr bwMode="auto">
              <a:xfrm rot="0" flipH="0" flipV="0">
                <a:off x="3339986" y="873335"/>
                <a:ext cx="2127432" cy="8181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3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5 800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2045114452" name="Freeform 50"/>
              <p:cNvSpPr/>
              <p:nvPr/>
            </p:nvSpPr>
            <p:spPr bwMode="auto">
              <a:xfrm rot="0" flipH="0" flipV="0">
                <a:off x="1670078" y="3035513"/>
                <a:ext cx="2127432" cy="66248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729" y="0"/>
                    </a:moveTo>
                    <a:lnTo>
                      <a:pt x="787498" y="0"/>
                    </a:lnTo>
                    <a:cubicBezTo>
                      <a:pt x="820312" y="0"/>
                      <a:pt x="851783" y="13036"/>
                      <a:pt x="874987" y="36239"/>
                    </a:cubicBezTo>
                    <a:cubicBezTo>
                      <a:pt x="898191" y="59443"/>
                      <a:pt x="911226" y="90914"/>
                      <a:pt x="911226" y="123729"/>
                    </a:cubicBezTo>
                    <a:lnTo>
                      <a:pt x="911226" y="160029"/>
                    </a:lnTo>
                    <a:cubicBezTo>
                      <a:pt x="911226" y="228362"/>
                      <a:pt x="855831" y="283758"/>
                      <a:pt x="787498" y="283758"/>
                    </a:cubicBezTo>
                    <a:lnTo>
                      <a:pt x="123729" y="283758"/>
                    </a:lnTo>
                    <a:cubicBezTo>
                      <a:pt x="90914" y="283758"/>
                      <a:pt x="59443" y="270722"/>
                      <a:pt x="36239" y="247518"/>
                    </a:cubicBezTo>
                    <a:cubicBezTo>
                      <a:pt x="13036" y="224315"/>
                      <a:pt x="0" y="192844"/>
                      <a:pt x="0" y="160029"/>
                    </a:cubicBezTo>
                    <a:lnTo>
                      <a:pt x="0" y="123729"/>
                    </a:lnTo>
                    <a:cubicBezTo>
                      <a:pt x="0" y="90914"/>
                      <a:pt x="13036" y="59443"/>
                      <a:pt x="36239" y="36239"/>
                    </a:cubicBezTo>
                    <a:cubicBezTo>
                      <a:pt x="59443" y="13036"/>
                      <a:pt x="90914" y="0"/>
                      <a:pt x="12372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275289641" name="TextBox 51"/>
              <p:cNvSpPr txBox="1"/>
              <p:nvPr/>
            </p:nvSpPr>
            <p:spPr bwMode="auto">
              <a:xfrm rot="0" flipH="0" flipV="0">
                <a:off x="1670078" y="2879852"/>
                <a:ext cx="2127432" cy="8181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635"/>
                  </a:lnSpc>
                  <a:defRPr/>
                </a:pPr>
                <a:r>
                  <a:rPr lang="en-US" sz="2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18434696" name=""/>
          <p:cNvGrpSpPr/>
          <p:nvPr/>
        </p:nvGrpSpPr>
        <p:grpSpPr bwMode="auto">
          <a:xfrm>
            <a:off x="7118473" y="1951627"/>
            <a:ext cx="4520505" cy="3097660"/>
            <a:chOff x="0" y="0"/>
            <a:chExt cx="4520505" cy="3097660"/>
          </a:xfrm>
        </p:grpSpPr>
        <p:sp>
          <p:nvSpPr>
            <p:cNvPr id="912694274" name="Freeform 34"/>
            <p:cNvSpPr/>
            <p:nvPr/>
          </p:nvSpPr>
          <p:spPr bwMode="auto">
            <a:xfrm rot="0" flipH="0" flipV="0">
              <a:off x="0" y="192880"/>
              <a:ext cx="4520506" cy="2904779"/>
            </a:xfrm>
            <a:custGeom>
              <a:avLst/>
              <a:gdLst/>
              <a:ahLst/>
              <a:cxnLst/>
              <a:rect l="l" t="t" r="r" b="b"/>
              <a:pathLst>
                <a:path w="1785830" h="1147536" fill="norm" stroke="1" extrusionOk="0">
                  <a:moveTo>
                    <a:pt x="11988" y="0"/>
                  </a:moveTo>
                  <a:lnTo>
                    <a:pt x="1773841" y="0"/>
                  </a:lnTo>
                  <a:cubicBezTo>
                    <a:pt x="1780462" y="0"/>
                    <a:pt x="1785830" y="5367"/>
                    <a:pt x="1785830" y="11988"/>
                  </a:cubicBezTo>
                  <a:lnTo>
                    <a:pt x="1785830" y="1135548"/>
                  </a:lnTo>
                  <a:cubicBezTo>
                    <a:pt x="1785830" y="1138727"/>
                    <a:pt x="1784567" y="1141776"/>
                    <a:pt x="1782319" y="1144025"/>
                  </a:cubicBezTo>
                  <a:cubicBezTo>
                    <a:pt x="1780070" y="1146273"/>
                    <a:pt x="1777021" y="1147536"/>
                    <a:pt x="1773841" y="1147536"/>
                  </a:cubicBezTo>
                  <a:lnTo>
                    <a:pt x="11988" y="1147536"/>
                  </a:lnTo>
                  <a:cubicBezTo>
                    <a:pt x="5367" y="1147536"/>
                    <a:pt x="0" y="1142168"/>
                    <a:pt x="0" y="1135548"/>
                  </a:cubicBezTo>
                  <a:lnTo>
                    <a:pt x="0" y="11988"/>
                  </a:lnTo>
                  <a:cubicBezTo>
                    <a:pt x="0" y="8809"/>
                    <a:pt x="1263" y="5760"/>
                    <a:pt x="3511" y="3511"/>
                  </a:cubicBezTo>
                  <a:cubicBezTo>
                    <a:pt x="5760" y="1263"/>
                    <a:pt x="8809" y="0"/>
                    <a:pt x="11988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67615710" name="TextBox 35"/>
            <p:cNvSpPr txBox="1"/>
            <p:nvPr/>
          </p:nvSpPr>
          <p:spPr bwMode="auto">
            <a:xfrm rot="0" flipH="0" flipV="0">
              <a:off x="0" y="0"/>
              <a:ext cx="4520506" cy="309766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4071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Block Reward</a:t>
              </a: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4071"/>
                </a:lnSpc>
                <a:defRPr/>
              </a:pPr>
              <a:endParaRPr sz="1200"/>
            </a:p>
            <a:p>
              <a:pPr algn="ctr">
                <a:lnSpc>
                  <a:spcPts val="4071"/>
                </a:lnSpc>
                <a:defRPr/>
              </a:pP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4071"/>
                </a:lnSpc>
                <a:defRPr/>
              </a:pP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4071"/>
                </a:lnSpc>
                <a:defRPr/>
              </a:pPr>
              <a:endParaRPr sz="1200"/>
            </a:p>
          </p:txBody>
        </p:sp>
        <p:sp>
          <p:nvSpPr>
            <p:cNvPr id="1002211072" name="Freeform 42"/>
            <p:cNvSpPr/>
            <p:nvPr/>
          </p:nvSpPr>
          <p:spPr bwMode="auto">
            <a:xfrm rot="0" flipH="0" flipV="0">
              <a:off x="344803" y="1151095"/>
              <a:ext cx="3830896" cy="673875"/>
            </a:xfrm>
            <a:custGeom>
              <a:avLst/>
              <a:gdLst/>
              <a:ahLst/>
              <a:cxnLst/>
              <a:rect l="l" t="t" r="r" b="b"/>
              <a:pathLst>
                <a:path w="1613120" h="283758" fill="norm" stroke="1" extrusionOk="0">
                  <a:moveTo>
                    <a:pt x="48502" y="0"/>
                  </a:moveTo>
                  <a:lnTo>
                    <a:pt x="1564618" y="0"/>
                  </a:lnTo>
                  <a:cubicBezTo>
                    <a:pt x="1591405" y="0"/>
                    <a:pt x="1613120" y="21715"/>
                    <a:pt x="1613120" y="48502"/>
                  </a:cubicBezTo>
                  <a:lnTo>
                    <a:pt x="1613120" y="235256"/>
                  </a:lnTo>
                  <a:cubicBezTo>
                    <a:pt x="1613120" y="262043"/>
                    <a:pt x="1591405" y="283758"/>
                    <a:pt x="1564618" y="283758"/>
                  </a:cubicBezTo>
                  <a:lnTo>
                    <a:pt x="48502" y="283758"/>
                  </a:lnTo>
                  <a:cubicBezTo>
                    <a:pt x="21715" y="283758"/>
                    <a:pt x="0" y="262043"/>
                    <a:pt x="0" y="235256"/>
                  </a:cubicBezTo>
                  <a:lnTo>
                    <a:pt x="0" y="48502"/>
                  </a:lnTo>
                  <a:cubicBezTo>
                    <a:pt x="0" y="21715"/>
                    <a:pt x="21715" y="0"/>
                    <a:pt x="4850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541613831" name="TextBox 43"/>
            <p:cNvSpPr txBox="1"/>
            <p:nvPr/>
          </p:nvSpPr>
          <p:spPr bwMode="auto">
            <a:xfrm rot="0" flipH="0" flipV="0">
              <a:off x="344803" y="992757"/>
              <a:ext cx="3830896" cy="8322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Block subsidy</a:t>
              </a:r>
              <a:endParaRPr sz="1400"/>
            </a:p>
          </p:txBody>
        </p:sp>
        <p:sp>
          <p:nvSpPr>
            <p:cNvPr id="32028483" name="Freeform 45"/>
            <p:cNvSpPr/>
            <p:nvPr/>
          </p:nvSpPr>
          <p:spPr bwMode="auto">
            <a:xfrm rot="0" flipH="0" flipV="0">
              <a:off x="344803" y="2075845"/>
              <a:ext cx="3830896" cy="673875"/>
            </a:xfrm>
            <a:custGeom>
              <a:avLst/>
              <a:gdLst/>
              <a:ahLst/>
              <a:cxnLst/>
              <a:rect l="l" t="t" r="r" b="b"/>
              <a:pathLst>
                <a:path w="1613120" h="283758" fill="norm" stroke="1" extrusionOk="0">
                  <a:moveTo>
                    <a:pt x="48502" y="0"/>
                  </a:moveTo>
                  <a:lnTo>
                    <a:pt x="1564618" y="0"/>
                  </a:lnTo>
                  <a:cubicBezTo>
                    <a:pt x="1591405" y="0"/>
                    <a:pt x="1613120" y="21715"/>
                    <a:pt x="1613120" y="48502"/>
                  </a:cubicBezTo>
                  <a:lnTo>
                    <a:pt x="1613120" y="235256"/>
                  </a:lnTo>
                  <a:cubicBezTo>
                    <a:pt x="1613120" y="262043"/>
                    <a:pt x="1591405" y="283758"/>
                    <a:pt x="1564618" y="283758"/>
                  </a:cubicBezTo>
                  <a:lnTo>
                    <a:pt x="48502" y="283758"/>
                  </a:lnTo>
                  <a:cubicBezTo>
                    <a:pt x="21715" y="283758"/>
                    <a:pt x="0" y="262043"/>
                    <a:pt x="0" y="235256"/>
                  </a:cubicBezTo>
                  <a:lnTo>
                    <a:pt x="0" y="48502"/>
                  </a:lnTo>
                  <a:cubicBezTo>
                    <a:pt x="0" y="21715"/>
                    <a:pt x="21715" y="0"/>
                    <a:pt x="4850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904064265" name="TextBox 46"/>
            <p:cNvSpPr txBox="1"/>
            <p:nvPr/>
          </p:nvSpPr>
          <p:spPr bwMode="auto">
            <a:xfrm rot="0" flipH="0" flipV="0">
              <a:off x="344803" y="1917507"/>
              <a:ext cx="3830896" cy="8322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Transaction fees</a:t>
              </a:r>
              <a:endParaRPr sz="1400"/>
            </a:p>
          </p:txBody>
        </p:sp>
      </p:grpSp>
      <p:grpSp>
        <p:nvGrpSpPr>
          <p:cNvPr id="679421050" name=""/>
          <p:cNvGrpSpPr/>
          <p:nvPr/>
        </p:nvGrpSpPr>
        <p:grpSpPr bwMode="auto">
          <a:xfrm>
            <a:off x="1451089" y="268926"/>
            <a:ext cx="5545354" cy="6258609"/>
            <a:chOff x="0" y="0"/>
            <a:chExt cx="5545354" cy="6258609"/>
          </a:xfrm>
        </p:grpSpPr>
        <p:sp>
          <p:nvSpPr>
            <p:cNvPr id="1695990349" name="AutoShape 29"/>
            <p:cNvSpPr/>
            <p:nvPr/>
          </p:nvSpPr>
          <p:spPr bwMode="auto">
            <a:xfrm flipH="0" flipV="0">
              <a:off x="2435374" y="1584587"/>
              <a:ext cx="0" cy="411449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6385125" name="Freeform 31"/>
            <p:cNvSpPr/>
            <p:nvPr/>
          </p:nvSpPr>
          <p:spPr bwMode="auto">
            <a:xfrm rot="0" flipH="0" flipV="0">
              <a:off x="2886761" y="2152133"/>
              <a:ext cx="1584144" cy="673875"/>
            </a:xfrm>
            <a:custGeom>
              <a:avLst/>
              <a:gdLst/>
              <a:ahLst/>
              <a:cxnLst/>
              <a:rect l="l" t="t" r="r" b="b"/>
              <a:pathLst>
                <a:path w="667055" h="283758" fill="norm" stroke="1" extrusionOk="0">
                  <a:moveTo>
                    <a:pt x="117291" y="0"/>
                  </a:moveTo>
                  <a:lnTo>
                    <a:pt x="549764" y="0"/>
                  </a:lnTo>
                  <a:cubicBezTo>
                    <a:pt x="614542" y="0"/>
                    <a:pt x="667055" y="52513"/>
                    <a:pt x="667055" y="117291"/>
                  </a:cubicBezTo>
                  <a:lnTo>
                    <a:pt x="667055" y="166467"/>
                  </a:lnTo>
                  <a:cubicBezTo>
                    <a:pt x="667055" y="231245"/>
                    <a:pt x="614542" y="283758"/>
                    <a:pt x="549764" y="283758"/>
                  </a:cubicBezTo>
                  <a:lnTo>
                    <a:pt x="117291" y="283758"/>
                  </a:lnTo>
                  <a:cubicBezTo>
                    <a:pt x="52513" y="283758"/>
                    <a:pt x="0" y="231245"/>
                    <a:pt x="0" y="166467"/>
                  </a:cubicBezTo>
                  <a:lnTo>
                    <a:pt x="0" y="117291"/>
                  </a:lnTo>
                  <a:cubicBezTo>
                    <a:pt x="0" y="52513"/>
                    <a:pt x="52513" y="0"/>
                    <a:pt x="11729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9115936" name="TextBox 32"/>
            <p:cNvSpPr txBox="1"/>
            <p:nvPr/>
          </p:nvSpPr>
          <p:spPr bwMode="auto">
            <a:xfrm rot="0" flipH="0" flipV="0">
              <a:off x="2886761" y="1993794"/>
              <a:ext cx="1584144" cy="8322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4.24 BTC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69693122" name="Freeform 36"/>
            <p:cNvSpPr/>
            <p:nvPr/>
          </p:nvSpPr>
          <p:spPr bwMode="auto">
            <a:xfrm>
              <a:off x="854849" y="2152133"/>
              <a:ext cx="673876" cy="673876"/>
            </a:xfrm>
            <a:custGeom>
              <a:avLst/>
              <a:gdLst/>
              <a:ahLst/>
              <a:cxnLst/>
              <a:rect l="l" t="t" r="r" b="b"/>
              <a:pathLst>
                <a:path w="673878" h="673878" fill="norm" stroke="1" extrusionOk="0">
                  <a:moveTo>
                    <a:pt x="0" y="0"/>
                  </a:moveTo>
                  <a:lnTo>
                    <a:pt x="673878" y="0"/>
                  </a:lnTo>
                  <a:lnTo>
                    <a:pt x="673878" y="673879"/>
                  </a:lnTo>
                  <a:lnTo>
                    <a:pt x="0" y="67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99017086" name="TextBox 37"/>
            <p:cNvSpPr txBox="1"/>
            <p:nvPr/>
          </p:nvSpPr>
          <p:spPr bwMode="auto">
            <a:xfrm flipH="0" flipV="0">
              <a:off x="0" y="274136"/>
              <a:ext cx="4918995" cy="4338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13"/>
                </a:lnSpc>
                <a:defRPr/>
              </a:pPr>
              <a:r>
                <a:rPr lang="en-US" sz="245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Coinbase 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140869" name="TextBox 38"/>
            <p:cNvSpPr txBox="1"/>
            <p:nvPr/>
          </p:nvSpPr>
          <p:spPr bwMode="auto">
            <a:xfrm flipH="0" flipV="0">
              <a:off x="116325" y="1513506"/>
              <a:ext cx="2202773" cy="4338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13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400"/>
            </a:p>
          </p:txBody>
        </p:sp>
        <p:sp>
          <p:nvSpPr>
            <p:cNvPr id="1733794468" name="TextBox 39"/>
            <p:cNvSpPr txBox="1"/>
            <p:nvPr/>
          </p:nvSpPr>
          <p:spPr bwMode="auto">
            <a:xfrm flipH="0" flipV="0">
              <a:off x="2603374" y="1513506"/>
              <a:ext cx="2202773" cy="4338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13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53105627" name="AutoShape 40"/>
            <p:cNvSpPr/>
            <p:nvPr/>
          </p:nvSpPr>
          <p:spPr bwMode="auto">
            <a:xfrm flipH="1" flipV="1">
              <a:off x="4629054" y="2533936"/>
              <a:ext cx="916300" cy="382055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94237703" name="Rectangle: Rounded Corners 12"/>
            <p:cNvSpPr/>
            <p:nvPr/>
          </p:nvSpPr>
          <p:spPr bwMode="auto">
            <a:xfrm>
              <a:off x="0" y="0"/>
              <a:ext cx="4917556" cy="6258610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4335268" name="Freeform 26"/>
          <p:cNvSpPr/>
          <p:nvPr/>
        </p:nvSpPr>
        <p:spPr bwMode="auto">
          <a:xfrm>
            <a:off x="2639451" y="2661521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7452508" name="Freeform 28"/>
          <p:cNvSpPr/>
          <p:nvPr/>
        </p:nvSpPr>
        <p:spPr bwMode="auto">
          <a:xfrm>
            <a:off x="8231274" y="2661521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4921848" name="AutoShape 29"/>
          <p:cNvSpPr/>
          <p:nvPr/>
        </p:nvSpPr>
        <p:spPr bwMode="auto">
          <a:xfrm>
            <a:off x="4460003" y="3206082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3667461" name="AutoShape 30"/>
          <p:cNvSpPr/>
          <p:nvPr/>
        </p:nvSpPr>
        <p:spPr bwMode="auto">
          <a:xfrm>
            <a:off x="4460003" y="3602247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874677976" name=""/>
          <p:cNvPicPr>
            <a:picLocks noChangeAspect="1"/>
          </p:cNvPicPr>
          <p:nvPr/>
        </p:nvPicPr>
        <p:blipFill>
          <a:blip r:embed="rId5"/>
          <a:srcRect l="0" t="22164" r="4849" b="29991"/>
          <a:stretch/>
        </p:blipFill>
        <p:spPr bwMode="auto">
          <a:xfrm rot="2570643" flipH="0" flipV="0">
            <a:off x="5407833" y="4227501"/>
            <a:ext cx="1451216" cy="729704"/>
          </a:xfrm>
          <a:prstGeom prst="rect">
            <a:avLst/>
          </a:prstGeom>
        </p:spPr>
      </p:pic>
      <p:pic>
        <p:nvPicPr>
          <p:cNvPr id="2123445870" name=""/>
          <p:cNvPicPr>
            <a:picLocks noChangeAspect="1"/>
          </p:cNvPicPr>
          <p:nvPr/>
        </p:nvPicPr>
        <p:blipFill>
          <a:blip r:embed="rId6"/>
          <a:srcRect l="29279" t="24127" r="29616" b="23956"/>
          <a:stretch/>
        </p:blipFill>
        <p:spPr bwMode="auto">
          <a:xfrm flipH="0" flipV="0">
            <a:off x="5490055" y="1618770"/>
            <a:ext cx="1082657" cy="1367399"/>
          </a:xfrm>
          <a:prstGeom prst="rect">
            <a:avLst/>
          </a:prstGeom>
        </p:spPr>
      </p:pic>
      <p:sp>
        <p:nvSpPr>
          <p:cNvPr id="2115771190" name="Freeform 33"/>
          <p:cNvSpPr/>
          <p:nvPr/>
        </p:nvSpPr>
        <p:spPr bwMode="auto">
          <a:xfrm>
            <a:off x="9190156" y="2037669"/>
            <a:ext cx="623849" cy="623849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3" y="0"/>
                </a:lnTo>
                <a:lnTo>
                  <a:pt x="623853" y="623853"/>
                </a:lnTo>
                <a:lnTo>
                  <a:pt x="0" y="62385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1376212" name="Freeform 26"/>
          <p:cNvSpPr/>
          <p:nvPr/>
        </p:nvSpPr>
        <p:spPr bwMode="auto">
          <a:xfrm>
            <a:off x="2543625" y="871927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6612666" name="Freeform 28"/>
          <p:cNvSpPr/>
          <p:nvPr/>
        </p:nvSpPr>
        <p:spPr bwMode="auto">
          <a:xfrm>
            <a:off x="8135447" y="871927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9905918" name="AutoShape 29"/>
          <p:cNvSpPr/>
          <p:nvPr/>
        </p:nvSpPr>
        <p:spPr bwMode="auto">
          <a:xfrm>
            <a:off x="4364177" y="1416489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6864957" name="AutoShape 30"/>
          <p:cNvSpPr/>
          <p:nvPr/>
        </p:nvSpPr>
        <p:spPr bwMode="auto">
          <a:xfrm>
            <a:off x="4364177" y="1812655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4234918" name="Freeform 31"/>
          <p:cNvSpPr/>
          <p:nvPr/>
        </p:nvSpPr>
        <p:spPr bwMode="auto">
          <a:xfrm>
            <a:off x="2543625" y="4690469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240404" name="Freeform 34"/>
          <p:cNvSpPr/>
          <p:nvPr/>
        </p:nvSpPr>
        <p:spPr bwMode="auto">
          <a:xfrm>
            <a:off x="8135447" y="4690469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544911" name="AutoShape 35"/>
          <p:cNvSpPr/>
          <p:nvPr/>
        </p:nvSpPr>
        <p:spPr bwMode="auto">
          <a:xfrm>
            <a:off x="4364177" y="5235030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5959578" name="AutoShape 36"/>
          <p:cNvSpPr/>
          <p:nvPr/>
        </p:nvSpPr>
        <p:spPr bwMode="auto">
          <a:xfrm>
            <a:off x="4364177" y="5631197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8161561" name="Freeform 37"/>
          <p:cNvSpPr/>
          <p:nvPr/>
        </p:nvSpPr>
        <p:spPr bwMode="auto">
          <a:xfrm>
            <a:off x="5493508" y="526145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1"/>
                </a:lnTo>
                <a:lnTo>
                  <a:pt x="0" y="5434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5369071" name="Freeform 38"/>
          <p:cNvSpPr/>
          <p:nvPr/>
        </p:nvSpPr>
        <p:spPr bwMode="auto">
          <a:xfrm>
            <a:off x="5828232" y="526145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1"/>
                </a:lnTo>
                <a:lnTo>
                  <a:pt x="0" y="54343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4566419" name="Freeform 39"/>
          <p:cNvSpPr/>
          <p:nvPr/>
        </p:nvSpPr>
        <p:spPr bwMode="auto">
          <a:xfrm>
            <a:off x="5328776" y="5978859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2"/>
                </a:lnTo>
                <a:lnTo>
                  <a:pt x="0" y="54343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3966484" name="Freeform 40"/>
          <p:cNvSpPr/>
          <p:nvPr/>
        </p:nvSpPr>
        <p:spPr bwMode="auto">
          <a:xfrm>
            <a:off x="5663502" y="5978859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2"/>
                </a:lnTo>
                <a:lnTo>
                  <a:pt x="0" y="54343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8284006" name="Freeform 41"/>
          <p:cNvSpPr/>
          <p:nvPr/>
        </p:nvSpPr>
        <p:spPr bwMode="auto">
          <a:xfrm>
            <a:off x="5992963" y="5978859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2"/>
                </a:lnTo>
                <a:lnTo>
                  <a:pt x="0" y="54343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105676658" name=""/>
          <p:cNvPicPr>
            <a:picLocks noChangeAspect="1"/>
          </p:cNvPicPr>
          <p:nvPr/>
        </p:nvPicPr>
        <p:blipFill>
          <a:blip r:embed="rId12"/>
          <a:srcRect l="0" t="22164" r="4849" b="29991"/>
          <a:stretch/>
        </p:blipFill>
        <p:spPr bwMode="auto">
          <a:xfrm rot="2570608" flipH="0" flipV="0">
            <a:off x="5312008" y="2437908"/>
            <a:ext cx="1451215" cy="729703"/>
          </a:xfrm>
          <a:prstGeom prst="rect">
            <a:avLst/>
          </a:prstGeom>
        </p:spPr>
      </p:pic>
      <p:pic>
        <p:nvPicPr>
          <p:cNvPr id="43426903" name=""/>
          <p:cNvPicPr>
            <a:picLocks noChangeAspect="1"/>
          </p:cNvPicPr>
          <p:nvPr/>
        </p:nvPicPr>
        <p:blipFill>
          <a:blip r:embed="rId13"/>
          <a:srcRect l="29279" t="24127" r="29616" b="23956"/>
          <a:stretch/>
        </p:blipFill>
        <p:spPr bwMode="auto">
          <a:xfrm flipH="0" flipV="0">
            <a:off x="5496289" y="3518623"/>
            <a:ext cx="1082656" cy="13673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7543502" name="Freeform 26"/>
          <p:cNvSpPr/>
          <p:nvPr/>
        </p:nvSpPr>
        <p:spPr bwMode="auto">
          <a:xfrm>
            <a:off x="671191" y="1764228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7" y="0"/>
                </a:lnTo>
                <a:lnTo>
                  <a:pt x="1893407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8916696" name="Freeform 27"/>
          <p:cNvSpPr/>
          <p:nvPr/>
        </p:nvSpPr>
        <p:spPr bwMode="auto">
          <a:xfrm>
            <a:off x="9592472" y="1764228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6" y="0"/>
                </a:lnTo>
                <a:lnTo>
                  <a:pt x="1893406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0588314" name="AutoShape 28"/>
          <p:cNvSpPr/>
          <p:nvPr/>
        </p:nvSpPr>
        <p:spPr bwMode="auto">
          <a:xfrm>
            <a:off x="3575729" y="3126983"/>
            <a:ext cx="5123100" cy="0"/>
          </a:xfrm>
          <a:prstGeom prst="line">
            <a:avLst/>
          </a:prstGeom>
          <a:ln w="1047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3025612" name="Freeform 29"/>
          <p:cNvSpPr/>
          <p:nvPr/>
        </p:nvSpPr>
        <p:spPr bwMode="auto">
          <a:xfrm>
            <a:off x="10862026" y="4323225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2" y="0"/>
                </a:lnTo>
                <a:lnTo>
                  <a:pt x="623852" y="623852"/>
                </a:lnTo>
                <a:lnTo>
                  <a:pt x="0" y="6238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0733183" name="Freeform 30"/>
          <p:cNvSpPr/>
          <p:nvPr/>
        </p:nvSpPr>
        <p:spPr bwMode="auto">
          <a:xfrm>
            <a:off x="5190490" y="1633725"/>
            <a:ext cx="1776087" cy="985728"/>
          </a:xfrm>
          <a:custGeom>
            <a:avLst/>
            <a:gdLst/>
            <a:ahLst/>
            <a:cxnLst/>
            <a:rect l="l" t="t" r="r" b="b"/>
            <a:pathLst>
              <a:path w="1776089" h="985730" fill="norm" stroke="1" extrusionOk="0">
                <a:moveTo>
                  <a:pt x="0" y="0"/>
                </a:moveTo>
                <a:lnTo>
                  <a:pt x="1776089" y="0"/>
                </a:lnTo>
                <a:lnTo>
                  <a:pt x="1776089" y="985729"/>
                </a:lnTo>
                <a:lnTo>
                  <a:pt x="0" y="9857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5565783" name="Freeform 31"/>
          <p:cNvSpPr/>
          <p:nvPr/>
        </p:nvSpPr>
        <p:spPr bwMode="auto">
          <a:xfrm>
            <a:off x="8879683" y="4151400"/>
            <a:ext cx="1776087" cy="985728"/>
          </a:xfrm>
          <a:custGeom>
            <a:avLst/>
            <a:gdLst/>
            <a:ahLst/>
            <a:cxnLst/>
            <a:rect l="l" t="t" r="r" b="b"/>
            <a:pathLst>
              <a:path w="1776089" h="985730" fill="norm" stroke="1" extrusionOk="0">
                <a:moveTo>
                  <a:pt x="0" y="0"/>
                </a:moveTo>
                <a:lnTo>
                  <a:pt x="1776090" y="0"/>
                </a:lnTo>
                <a:lnTo>
                  <a:pt x="1776090" y="985729"/>
                </a:lnTo>
                <a:lnTo>
                  <a:pt x="0" y="98572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3484128" name="Freeform 32"/>
          <p:cNvSpPr/>
          <p:nvPr/>
        </p:nvSpPr>
        <p:spPr bwMode="auto">
          <a:xfrm>
            <a:off x="671191" y="4142287"/>
            <a:ext cx="1776087" cy="985728"/>
          </a:xfrm>
          <a:custGeom>
            <a:avLst/>
            <a:gdLst/>
            <a:ahLst/>
            <a:cxnLst/>
            <a:rect l="l" t="t" r="r" b="b"/>
            <a:pathLst>
              <a:path w="1776089" h="985730" fill="norm" stroke="1" extrusionOk="0">
                <a:moveTo>
                  <a:pt x="0" y="0"/>
                </a:moveTo>
                <a:lnTo>
                  <a:pt x="1776089" y="0"/>
                </a:lnTo>
                <a:lnTo>
                  <a:pt x="1776089" y="985730"/>
                </a:lnTo>
                <a:lnTo>
                  <a:pt x="0" y="98573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4374988" name="Freeform 33"/>
          <p:cNvSpPr/>
          <p:nvPr/>
        </p:nvSpPr>
        <p:spPr bwMode="auto">
          <a:xfrm>
            <a:off x="2656602" y="4332337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3" y="0"/>
                </a:lnTo>
                <a:lnTo>
                  <a:pt x="623853" y="623853"/>
                </a:lnTo>
                <a:lnTo>
                  <a:pt x="0" y="62385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9456829" name="Freeform 26"/>
          <p:cNvSpPr/>
          <p:nvPr/>
        </p:nvSpPr>
        <p:spPr bwMode="auto">
          <a:xfrm>
            <a:off x="767064" y="1903019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7" y="0"/>
                </a:lnTo>
                <a:lnTo>
                  <a:pt x="1893407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5057118" name="Freeform 27"/>
          <p:cNvSpPr/>
          <p:nvPr/>
        </p:nvSpPr>
        <p:spPr bwMode="auto">
          <a:xfrm>
            <a:off x="9688345" y="1903019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6" y="0"/>
                </a:lnTo>
                <a:lnTo>
                  <a:pt x="1893406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1157853" name="AutoShape 28"/>
          <p:cNvSpPr/>
          <p:nvPr/>
        </p:nvSpPr>
        <p:spPr bwMode="auto">
          <a:xfrm>
            <a:off x="3671602" y="3265775"/>
            <a:ext cx="5123100" cy="0"/>
          </a:xfrm>
          <a:prstGeom prst="line">
            <a:avLst/>
          </a:prstGeom>
          <a:ln w="1047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538799" name="Freeform 31"/>
          <p:cNvSpPr/>
          <p:nvPr/>
        </p:nvSpPr>
        <p:spPr bwMode="auto">
          <a:xfrm>
            <a:off x="1920021" y="4462017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2" y="0"/>
                </a:lnTo>
                <a:lnTo>
                  <a:pt x="623852" y="623852"/>
                </a:lnTo>
                <a:lnTo>
                  <a:pt x="0" y="6238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7273575" name="Freeform 33"/>
          <p:cNvSpPr/>
          <p:nvPr/>
        </p:nvSpPr>
        <p:spPr bwMode="auto">
          <a:xfrm>
            <a:off x="10841302" y="4462017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3" y="0"/>
                </a:lnTo>
                <a:lnTo>
                  <a:pt x="623853" y="623852"/>
                </a:lnTo>
                <a:lnTo>
                  <a:pt x="0" y="6238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124259752" name=""/>
          <p:cNvPicPr>
            <a:picLocks noChangeAspect="1"/>
          </p:cNvPicPr>
          <p:nvPr/>
        </p:nvPicPr>
        <p:blipFill>
          <a:blip r:embed="rId7"/>
          <a:srcRect l="14521" t="12638" r="13870" b="14170"/>
          <a:stretch/>
        </p:blipFill>
        <p:spPr bwMode="auto">
          <a:xfrm flipH="0" flipV="0">
            <a:off x="5405880" y="1455981"/>
            <a:ext cx="1285095" cy="1313526"/>
          </a:xfrm>
          <a:prstGeom prst="rect">
            <a:avLst/>
          </a:prstGeom>
        </p:spPr>
      </p:pic>
      <p:pic>
        <p:nvPicPr>
          <p:cNvPr id="2006315598" name=""/>
          <p:cNvPicPr>
            <a:picLocks noChangeAspect="1"/>
          </p:cNvPicPr>
          <p:nvPr/>
        </p:nvPicPr>
        <p:blipFill>
          <a:blip r:embed="rId8"/>
          <a:srcRect l="14521" t="12638" r="13870" b="14170"/>
          <a:stretch/>
        </p:blipFill>
        <p:spPr bwMode="auto">
          <a:xfrm flipH="0" flipV="0">
            <a:off x="428671" y="4222688"/>
            <a:ext cx="1285094" cy="1313525"/>
          </a:xfrm>
          <a:prstGeom prst="rect">
            <a:avLst/>
          </a:prstGeom>
        </p:spPr>
      </p:pic>
      <p:pic>
        <p:nvPicPr>
          <p:cNvPr id="127172999" name=""/>
          <p:cNvPicPr>
            <a:picLocks noChangeAspect="1"/>
          </p:cNvPicPr>
          <p:nvPr/>
        </p:nvPicPr>
        <p:blipFill>
          <a:blip r:embed="rId9"/>
          <a:srcRect l="14521" t="12638" r="13870" b="14170"/>
          <a:stretch/>
        </p:blipFill>
        <p:spPr bwMode="auto">
          <a:xfrm flipH="0" flipV="0">
            <a:off x="9424503" y="4222688"/>
            <a:ext cx="1285094" cy="13135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6538113" name="Freeform 26"/>
          <p:cNvSpPr/>
          <p:nvPr/>
        </p:nvSpPr>
        <p:spPr bwMode="auto">
          <a:xfrm>
            <a:off x="596777" y="1349270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7" y="0"/>
                </a:lnTo>
                <a:lnTo>
                  <a:pt x="1893407" y="2077813"/>
                </a:lnTo>
                <a:lnTo>
                  <a:pt x="0" y="20778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5559782" name="Freeform 27"/>
          <p:cNvSpPr/>
          <p:nvPr/>
        </p:nvSpPr>
        <p:spPr bwMode="auto">
          <a:xfrm>
            <a:off x="9518058" y="1349270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6" y="0"/>
                </a:lnTo>
                <a:lnTo>
                  <a:pt x="1893406" y="2077813"/>
                </a:lnTo>
                <a:lnTo>
                  <a:pt x="0" y="20778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8048186" name="AutoShape 28"/>
          <p:cNvSpPr/>
          <p:nvPr/>
        </p:nvSpPr>
        <p:spPr bwMode="auto">
          <a:xfrm>
            <a:off x="3501315" y="2712030"/>
            <a:ext cx="5123100" cy="0"/>
          </a:xfrm>
          <a:prstGeom prst="line">
            <a:avLst/>
          </a:prstGeom>
          <a:ln w="1047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4849553" name="Freeform 29"/>
          <p:cNvSpPr/>
          <p:nvPr/>
        </p:nvSpPr>
        <p:spPr bwMode="auto">
          <a:xfrm>
            <a:off x="4924444" y="3892023"/>
            <a:ext cx="2153639" cy="2059662"/>
          </a:xfrm>
          <a:custGeom>
            <a:avLst/>
            <a:gdLst/>
            <a:ahLst/>
            <a:cxnLst/>
            <a:rect l="l" t="t" r="r" b="b"/>
            <a:pathLst>
              <a:path w="2153641" h="2059664" fill="norm" stroke="1" extrusionOk="0">
                <a:moveTo>
                  <a:pt x="0" y="0"/>
                </a:moveTo>
                <a:lnTo>
                  <a:pt x="2153641" y="0"/>
                </a:lnTo>
                <a:lnTo>
                  <a:pt x="2153641" y="2059663"/>
                </a:lnTo>
                <a:lnTo>
                  <a:pt x="0" y="20596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4299261" name="Freeform 30"/>
          <p:cNvSpPr/>
          <p:nvPr/>
        </p:nvSpPr>
        <p:spPr bwMode="auto">
          <a:xfrm>
            <a:off x="4602972" y="1004568"/>
            <a:ext cx="1423473" cy="935933"/>
          </a:xfrm>
          <a:custGeom>
            <a:avLst/>
            <a:gdLst/>
            <a:ahLst/>
            <a:cxnLst/>
            <a:rect l="l" t="t" r="r" b="b"/>
            <a:pathLst>
              <a:path w="1423475" h="935935" fill="norm" stroke="1" extrusionOk="0">
                <a:moveTo>
                  <a:pt x="0" y="0"/>
                </a:moveTo>
                <a:lnTo>
                  <a:pt x="1423475" y="0"/>
                </a:lnTo>
                <a:lnTo>
                  <a:pt x="1423475" y="935935"/>
                </a:lnTo>
                <a:lnTo>
                  <a:pt x="0" y="9359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3754130" name="TextBox 31"/>
          <p:cNvSpPr txBox="1"/>
          <p:nvPr/>
        </p:nvSpPr>
        <p:spPr bwMode="auto">
          <a:xfrm>
            <a:off x="6314229" y="1121699"/>
            <a:ext cx="1092118" cy="622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8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"/>
              </a:rPr>
              <a:t>10 €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54513618" name="TextBox 32"/>
          <p:cNvSpPr txBox="1"/>
          <p:nvPr/>
        </p:nvSpPr>
        <p:spPr bwMode="auto">
          <a:xfrm>
            <a:off x="797368" y="3681707"/>
            <a:ext cx="1493301" cy="622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8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"/>
              </a:rPr>
              <a:t>- 10 €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6713546" name="TextBox 33"/>
          <p:cNvSpPr txBox="1"/>
          <p:nvPr/>
        </p:nvSpPr>
        <p:spPr bwMode="auto">
          <a:xfrm>
            <a:off x="9718649" y="3681707"/>
            <a:ext cx="1493301" cy="622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8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"/>
              </a:rPr>
              <a:t>+ 10 €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6279262" name="TextBox 26"/>
          <p:cNvSpPr txBox="1"/>
          <p:nvPr/>
        </p:nvSpPr>
        <p:spPr bwMode="auto">
          <a:xfrm>
            <a:off x="704677" y="2175635"/>
            <a:ext cx="1004012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뱅킹 시스템 기밀성 모델: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6767930" name="Freeform 28"/>
          <p:cNvSpPr/>
          <p:nvPr/>
        </p:nvSpPr>
        <p:spPr bwMode="auto">
          <a:xfrm rot="0" flipH="0" flipV="0">
            <a:off x="7167780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2086651387" name="TextBox 29"/>
          <p:cNvSpPr txBox="1"/>
          <p:nvPr/>
        </p:nvSpPr>
        <p:spPr bwMode="auto">
          <a:xfrm rot="0" flipH="0" flipV="0">
            <a:off x="7167780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상대방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56346199" name="Freeform 31"/>
          <p:cNvSpPr/>
          <p:nvPr/>
        </p:nvSpPr>
        <p:spPr bwMode="auto">
          <a:xfrm rot="0" flipH="0" flipV="0">
            <a:off x="9598446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492802176" name="TextBox 32"/>
          <p:cNvSpPr txBox="1"/>
          <p:nvPr/>
        </p:nvSpPr>
        <p:spPr bwMode="auto">
          <a:xfrm rot="0" flipH="0" flipV="0">
            <a:off x="9598446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공개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95970146" name="Freeform 34"/>
          <p:cNvSpPr/>
          <p:nvPr/>
        </p:nvSpPr>
        <p:spPr bwMode="auto">
          <a:xfrm rot="0" flipH="0" flipV="0">
            <a:off x="5012547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694044969" name="TextBox 35"/>
          <p:cNvSpPr txBox="1"/>
          <p:nvPr/>
        </p:nvSpPr>
        <p:spPr bwMode="auto">
          <a:xfrm rot="0" flipH="0" flipV="0">
            <a:off x="5012547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은행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05462175" name="Freeform 37"/>
          <p:cNvSpPr/>
          <p:nvPr/>
        </p:nvSpPr>
        <p:spPr bwMode="auto">
          <a:xfrm rot="0" flipH="0" flipV="0">
            <a:off x="2857314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876829577" name="TextBox 38"/>
          <p:cNvSpPr txBox="1"/>
          <p:nvPr/>
        </p:nvSpPr>
        <p:spPr bwMode="auto">
          <a:xfrm rot="0" flipH="0" flipV="0">
            <a:off x="2857314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거래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74549456" name="Freeform 40"/>
          <p:cNvSpPr/>
          <p:nvPr/>
        </p:nvSpPr>
        <p:spPr bwMode="auto">
          <a:xfrm rot="0" flipH="0" flipV="0">
            <a:off x="704677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690173410" name="TextBox 41"/>
          <p:cNvSpPr txBox="1"/>
          <p:nvPr/>
        </p:nvSpPr>
        <p:spPr bwMode="auto">
          <a:xfrm rot="0" flipH="0" flipV="0">
            <a:off x="704677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신원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82526914" name="AutoShape 42"/>
          <p:cNvSpPr/>
          <p:nvPr/>
        </p:nvSpPr>
        <p:spPr bwMode="auto">
          <a:xfrm>
            <a:off x="9346164" y="2996226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407471411" name="AutoShape 43"/>
          <p:cNvSpPr/>
          <p:nvPr/>
        </p:nvSpPr>
        <p:spPr bwMode="auto">
          <a:xfrm>
            <a:off x="2631310" y="3798645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328119166" name="AutoShape 44"/>
          <p:cNvSpPr/>
          <p:nvPr/>
        </p:nvSpPr>
        <p:spPr bwMode="auto">
          <a:xfrm>
            <a:off x="4783948" y="379864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725858185" name="AutoShape 45"/>
          <p:cNvSpPr/>
          <p:nvPr/>
        </p:nvSpPr>
        <p:spPr bwMode="auto">
          <a:xfrm>
            <a:off x="6939181" y="379864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1220394" name="Freeform 26"/>
          <p:cNvSpPr/>
          <p:nvPr/>
        </p:nvSpPr>
        <p:spPr bwMode="auto">
          <a:xfrm>
            <a:off x="2654582" y="4150725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5427698" name="Freeform 28"/>
          <p:cNvSpPr/>
          <p:nvPr/>
        </p:nvSpPr>
        <p:spPr bwMode="auto">
          <a:xfrm>
            <a:off x="8246404" y="4150725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448880" name="AutoShape 29"/>
          <p:cNvSpPr/>
          <p:nvPr/>
        </p:nvSpPr>
        <p:spPr bwMode="auto">
          <a:xfrm>
            <a:off x="4475133" y="4695285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1752451" name="AutoShape 30"/>
          <p:cNvSpPr/>
          <p:nvPr/>
        </p:nvSpPr>
        <p:spPr bwMode="auto">
          <a:xfrm>
            <a:off x="4475133" y="5091450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0703251" name="Freeform 31"/>
          <p:cNvSpPr/>
          <p:nvPr/>
        </p:nvSpPr>
        <p:spPr bwMode="auto">
          <a:xfrm>
            <a:off x="5655452" y="3895331"/>
            <a:ext cx="776857" cy="510783"/>
          </a:xfrm>
          <a:custGeom>
            <a:avLst/>
            <a:gdLst/>
            <a:ahLst/>
            <a:cxnLst/>
            <a:rect l="l" t="t" r="r" b="b"/>
            <a:pathLst>
              <a:path w="776859" h="510785" fill="norm" stroke="1" extrusionOk="0">
                <a:moveTo>
                  <a:pt x="0" y="0"/>
                </a:moveTo>
                <a:lnTo>
                  <a:pt x="776860" y="0"/>
                </a:lnTo>
                <a:lnTo>
                  <a:pt x="776860" y="510785"/>
                </a:lnTo>
                <a:lnTo>
                  <a:pt x="0" y="51078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5363295" name="Freeform 32"/>
          <p:cNvSpPr/>
          <p:nvPr/>
        </p:nvSpPr>
        <p:spPr bwMode="auto">
          <a:xfrm>
            <a:off x="2376916" y="307636"/>
            <a:ext cx="1361786" cy="1302363"/>
          </a:xfrm>
          <a:custGeom>
            <a:avLst/>
            <a:gdLst/>
            <a:ahLst/>
            <a:cxnLst/>
            <a:rect l="l" t="t" r="r" b="b"/>
            <a:pathLst>
              <a:path w="1361788" h="1302365" fill="norm" stroke="1" extrusionOk="0">
                <a:moveTo>
                  <a:pt x="0" y="0"/>
                </a:moveTo>
                <a:lnTo>
                  <a:pt x="1361788" y="0"/>
                </a:lnTo>
                <a:lnTo>
                  <a:pt x="1361788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6089802" name="Freeform 33"/>
          <p:cNvSpPr/>
          <p:nvPr/>
        </p:nvSpPr>
        <p:spPr bwMode="auto">
          <a:xfrm>
            <a:off x="8436566" y="297012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5545942" name="AutoShape 34"/>
          <p:cNvSpPr/>
          <p:nvPr/>
        </p:nvSpPr>
        <p:spPr bwMode="auto">
          <a:xfrm>
            <a:off x="3738704" y="2311521"/>
            <a:ext cx="1817857" cy="1202805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7444973" name="AutoShape 35"/>
          <p:cNvSpPr/>
          <p:nvPr/>
        </p:nvSpPr>
        <p:spPr bwMode="auto">
          <a:xfrm flipH="1">
            <a:off x="6531203" y="2311521"/>
            <a:ext cx="1824921" cy="1202805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9361662" name="Freeform 36"/>
          <p:cNvSpPr/>
          <p:nvPr/>
        </p:nvSpPr>
        <p:spPr bwMode="auto">
          <a:xfrm>
            <a:off x="3406536" y="2795263"/>
            <a:ext cx="869649" cy="483742"/>
          </a:xfrm>
          <a:custGeom>
            <a:avLst/>
            <a:gdLst/>
            <a:ahLst/>
            <a:cxnLst/>
            <a:rect l="l" t="t" r="r" b="b"/>
            <a:pathLst>
              <a:path w="869651" h="483744" fill="norm" stroke="1" extrusionOk="0">
                <a:moveTo>
                  <a:pt x="0" y="0"/>
                </a:moveTo>
                <a:lnTo>
                  <a:pt x="869651" y="0"/>
                </a:lnTo>
                <a:lnTo>
                  <a:pt x="869651" y="483743"/>
                </a:lnTo>
                <a:lnTo>
                  <a:pt x="0" y="4837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5090564" name="TextBox 37"/>
          <p:cNvSpPr txBox="1"/>
          <p:nvPr/>
        </p:nvSpPr>
        <p:spPr bwMode="auto">
          <a:xfrm flipH="0" flipV="0">
            <a:off x="1068749" y="5464099"/>
            <a:ext cx="4494541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고객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13219135" name="TextBox 38"/>
          <p:cNvSpPr txBox="1"/>
          <p:nvPr/>
        </p:nvSpPr>
        <p:spPr bwMode="auto">
          <a:xfrm flipH="0" flipV="0">
            <a:off x="6447435" y="5523629"/>
            <a:ext cx="5005003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Baker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15495799" name="TextBox 39"/>
          <p:cNvSpPr txBox="1"/>
          <p:nvPr/>
        </p:nvSpPr>
        <p:spPr bwMode="auto">
          <a:xfrm flipH="0" flipV="0">
            <a:off x="7041942" y="1680541"/>
            <a:ext cx="4277147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이웃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2821701" name="TextBox 40"/>
          <p:cNvSpPr txBox="1"/>
          <p:nvPr/>
        </p:nvSpPr>
        <p:spPr bwMode="auto">
          <a:xfrm flipH="0" flipV="0">
            <a:off x="1316397" y="1680543"/>
            <a:ext cx="3770259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i="0" u="none" lang="en-US">
                <a:solidFill>
                  <a:srgbClr val="000000"/>
                </a:solidFill>
                <a:latin typeface="IBM Plex Sans"/>
              </a:rPr>
              <a:t>은행원</a:t>
            </a:r>
            <a:endParaRPr/>
          </a:p>
        </p:txBody>
      </p:sp>
      <p:sp>
        <p:nvSpPr>
          <p:cNvPr id="1144102154" name="Freeform 41"/>
          <p:cNvSpPr/>
          <p:nvPr/>
        </p:nvSpPr>
        <p:spPr bwMode="auto">
          <a:xfrm>
            <a:off x="7811578" y="2795263"/>
            <a:ext cx="869649" cy="483742"/>
          </a:xfrm>
          <a:custGeom>
            <a:avLst/>
            <a:gdLst/>
            <a:ahLst/>
            <a:cxnLst/>
            <a:rect l="l" t="t" r="r" b="b"/>
            <a:pathLst>
              <a:path w="869651" h="483744" fill="norm" stroke="1" extrusionOk="0">
                <a:moveTo>
                  <a:pt x="0" y="0"/>
                </a:moveTo>
                <a:lnTo>
                  <a:pt x="869651" y="0"/>
                </a:lnTo>
                <a:lnTo>
                  <a:pt x="869651" y="483743"/>
                </a:lnTo>
                <a:lnTo>
                  <a:pt x="0" y="48374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6418181" name="Freeform 42"/>
          <p:cNvSpPr/>
          <p:nvPr/>
        </p:nvSpPr>
        <p:spPr bwMode="auto">
          <a:xfrm>
            <a:off x="2971636" y="2602235"/>
            <a:ext cx="434898" cy="434898"/>
          </a:xfrm>
          <a:custGeom>
            <a:avLst/>
            <a:gdLst/>
            <a:ahLst/>
            <a:cxnLst/>
            <a:rect l="l" t="t" r="r" b="b"/>
            <a:pathLst>
              <a:path w="434900" h="434900" fill="norm" stroke="1" extrusionOk="0">
                <a:moveTo>
                  <a:pt x="0" y="0"/>
                </a:moveTo>
                <a:lnTo>
                  <a:pt x="434900" y="0"/>
                </a:lnTo>
                <a:lnTo>
                  <a:pt x="434900" y="434899"/>
                </a:lnTo>
                <a:lnTo>
                  <a:pt x="0" y="43489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0997056" name="Freeform 43"/>
          <p:cNvSpPr/>
          <p:nvPr/>
        </p:nvSpPr>
        <p:spPr bwMode="auto">
          <a:xfrm>
            <a:off x="8681230" y="2577813"/>
            <a:ext cx="434898" cy="434898"/>
          </a:xfrm>
          <a:custGeom>
            <a:avLst/>
            <a:gdLst/>
            <a:ahLst/>
            <a:cxnLst/>
            <a:rect l="l" t="t" r="r" b="b"/>
            <a:pathLst>
              <a:path w="434900" h="434900" fill="norm" stroke="1" extrusionOk="0">
                <a:moveTo>
                  <a:pt x="0" y="0"/>
                </a:moveTo>
                <a:lnTo>
                  <a:pt x="434900" y="0"/>
                </a:lnTo>
                <a:lnTo>
                  <a:pt x="434900" y="434899"/>
                </a:lnTo>
                <a:lnTo>
                  <a:pt x="0" y="43489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444056759" name=""/>
          <p:cNvPicPr>
            <a:picLocks noChangeAspect="1"/>
          </p:cNvPicPr>
          <p:nvPr/>
        </p:nvPicPr>
        <p:blipFill>
          <a:blip r:embed="rId12"/>
          <a:srcRect l="0" t="22164" r="4849" b="29991"/>
          <a:stretch/>
        </p:blipFill>
        <p:spPr bwMode="auto">
          <a:xfrm rot="2570643" flipH="0" flipV="0">
            <a:off x="5339862" y="5580784"/>
            <a:ext cx="1632129" cy="8206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9905711" name=""/>
          <p:cNvSpPr/>
          <p:nvPr/>
        </p:nvSpPr>
        <p:spPr bwMode="auto">
          <a:xfrm rot="0" flipH="0" flipV="0">
            <a:off x="100098" y="4015291"/>
            <a:ext cx="8643935" cy="523872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494244247" name="TextBox 26"/>
          <p:cNvSpPr txBox="1"/>
          <p:nvPr/>
        </p:nvSpPr>
        <p:spPr bwMode="auto">
          <a:xfrm>
            <a:off x="488357" y="658952"/>
            <a:ext cx="10041562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뱅킹 시스템 기밀성 모델: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55841045" name="TextBox 27"/>
          <p:cNvSpPr txBox="1"/>
          <p:nvPr/>
        </p:nvSpPr>
        <p:spPr bwMode="auto">
          <a:xfrm>
            <a:off x="488358" y="3840123"/>
            <a:ext cx="10039764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비트코인 개인정보 보호 모델: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81799027" name="Freeform 29"/>
          <p:cNvSpPr/>
          <p:nvPr/>
        </p:nvSpPr>
        <p:spPr bwMode="auto">
          <a:xfrm rot="0" flipH="0" flipV="0">
            <a:off x="6951460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913365844" name="TextBox 30"/>
          <p:cNvSpPr txBox="1"/>
          <p:nvPr/>
        </p:nvSpPr>
        <p:spPr bwMode="auto">
          <a:xfrm rot="0" flipH="0" flipV="0">
            <a:off x="6951460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상대방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89718506" name="Freeform 32"/>
          <p:cNvSpPr/>
          <p:nvPr/>
        </p:nvSpPr>
        <p:spPr bwMode="auto">
          <a:xfrm rot="0" flipH="0" flipV="0">
            <a:off x="9382125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806882897" name="TextBox 33"/>
          <p:cNvSpPr txBox="1"/>
          <p:nvPr/>
        </p:nvSpPr>
        <p:spPr bwMode="auto">
          <a:xfrm rot="0" flipH="0" flipV="0">
            <a:off x="9382125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공개</a:t>
            </a:r>
            <a:endParaRPr sz="1600"/>
          </a:p>
        </p:txBody>
      </p:sp>
      <p:sp>
        <p:nvSpPr>
          <p:cNvPr id="227261661" name="Freeform 35"/>
          <p:cNvSpPr/>
          <p:nvPr/>
        </p:nvSpPr>
        <p:spPr bwMode="auto">
          <a:xfrm rot="0" flipH="0" flipV="0">
            <a:off x="4796227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876107277" name="TextBox 36"/>
          <p:cNvSpPr txBox="1"/>
          <p:nvPr/>
        </p:nvSpPr>
        <p:spPr bwMode="auto">
          <a:xfrm rot="0" flipH="0" flipV="0">
            <a:off x="4796227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은행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91695672" name="Freeform 38"/>
          <p:cNvSpPr/>
          <p:nvPr/>
        </p:nvSpPr>
        <p:spPr bwMode="auto">
          <a:xfrm rot="0" flipH="0" flipV="0">
            <a:off x="2640996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623516553" name="TextBox 39"/>
          <p:cNvSpPr txBox="1"/>
          <p:nvPr/>
        </p:nvSpPr>
        <p:spPr bwMode="auto">
          <a:xfrm rot="0" flipH="0" flipV="0">
            <a:off x="2640996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거래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5321552" name="Freeform 41"/>
          <p:cNvSpPr/>
          <p:nvPr/>
        </p:nvSpPr>
        <p:spPr bwMode="auto">
          <a:xfrm rot="0" flipH="0" flipV="0">
            <a:off x="488358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673628371" name="TextBox 42"/>
          <p:cNvSpPr txBox="1"/>
          <p:nvPr/>
        </p:nvSpPr>
        <p:spPr bwMode="auto">
          <a:xfrm rot="0" flipH="0" flipV="0">
            <a:off x="488358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신원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93179645" name="AutoShape 43"/>
          <p:cNvSpPr/>
          <p:nvPr/>
        </p:nvSpPr>
        <p:spPr bwMode="auto">
          <a:xfrm>
            <a:off x="9129844" y="1479544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922760605" name="Freeform 45"/>
          <p:cNvSpPr/>
          <p:nvPr/>
        </p:nvSpPr>
        <p:spPr bwMode="auto">
          <a:xfrm rot="0" flipH="0" flipV="0">
            <a:off x="5062927" y="4873061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912143578" name="TextBox 46"/>
          <p:cNvSpPr txBox="1"/>
          <p:nvPr/>
        </p:nvSpPr>
        <p:spPr bwMode="auto">
          <a:xfrm rot="0" flipH="0" flipV="0">
            <a:off x="5062927" y="473403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공개</a:t>
            </a:r>
            <a:endParaRPr sz="1600"/>
          </a:p>
        </p:txBody>
      </p:sp>
      <p:sp>
        <p:nvSpPr>
          <p:cNvPr id="444748647" name="Freeform 48"/>
          <p:cNvSpPr/>
          <p:nvPr/>
        </p:nvSpPr>
        <p:spPr bwMode="auto">
          <a:xfrm rot="0" flipH="0" flipV="0">
            <a:off x="2907696" y="4873061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433844690" name="TextBox 49"/>
          <p:cNvSpPr txBox="1"/>
          <p:nvPr/>
        </p:nvSpPr>
        <p:spPr bwMode="auto">
          <a:xfrm rot="0" flipH="0" flipV="0">
            <a:off x="2907696" y="473403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거래</a:t>
            </a:r>
            <a:endParaRPr sz="1600"/>
          </a:p>
        </p:txBody>
      </p:sp>
      <p:sp>
        <p:nvSpPr>
          <p:cNvPr id="820523618" name="Freeform 51"/>
          <p:cNvSpPr/>
          <p:nvPr/>
        </p:nvSpPr>
        <p:spPr bwMode="auto">
          <a:xfrm rot="0" flipH="0" flipV="0">
            <a:off x="488358" y="4873061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2045739129" name="TextBox 52"/>
          <p:cNvSpPr txBox="1"/>
          <p:nvPr/>
        </p:nvSpPr>
        <p:spPr bwMode="auto">
          <a:xfrm rot="0" flipH="0" flipV="0">
            <a:off x="488358" y="473403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신원</a:t>
            </a:r>
            <a:endParaRPr sz="1600"/>
          </a:p>
        </p:txBody>
      </p:sp>
      <p:sp>
        <p:nvSpPr>
          <p:cNvPr id="1997038446" name="AutoShape 53"/>
          <p:cNvSpPr/>
          <p:nvPr/>
        </p:nvSpPr>
        <p:spPr bwMode="auto">
          <a:xfrm>
            <a:off x="2660046" y="4656547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47131323" name="AutoShape 54"/>
          <p:cNvSpPr/>
          <p:nvPr/>
        </p:nvSpPr>
        <p:spPr bwMode="auto">
          <a:xfrm>
            <a:off x="2414990" y="2281962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358418611" name="AutoShape 55"/>
          <p:cNvSpPr/>
          <p:nvPr/>
        </p:nvSpPr>
        <p:spPr bwMode="auto">
          <a:xfrm>
            <a:off x="4567628" y="2281962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049611233" name="AutoShape 56"/>
          <p:cNvSpPr/>
          <p:nvPr/>
        </p:nvSpPr>
        <p:spPr bwMode="auto">
          <a:xfrm>
            <a:off x="6722861" y="2281962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155258591" name="AutoShape 57"/>
          <p:cNvSpPr/>
          <p:nvPr/>
        </p:nvSpPr>
        <p:spPr bwMode="auto">
          <a:xfrm>
            <a:off x="4834327" y="5458964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3638274" name="Freeform 26"/>
          <p:cNvSpPr/>
          <p:nvPr/>
        </p:nvSpPr>
        <p:spPr bwMode="auto">
          <a:xfrm>
            <a:off x="1577465" y="3960005"/>
            <a:ext cx="1052343" cy="1154835"/>
          </a:xfrm>
          <a:custGeom>
            <a:avLst/>
            <a:gdLst/>
            <a:ahLst/>
            <a:cxnLst/>
            <a:rect l="l" t="t" r="r" b="b"/>
            <a:pathLst>
              <a:path w="1052344" h="1154835" fill="norm" stroke="1" extrusionOk="0">
                <a:moveTo>
                  <a:pt x="0" y="0"/>
                </a:moveTo>
                <a:lnTo>
                  <a:pt x="1052344" y="0"/>
                </a:lnTo>
                <a:lnTo>
                  <a:pt x="1052344" y="1154836"/>
                </a:lnTo>
                <a:lnTo>
                  <a:pt x="0" y="11548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1239091" name="Freeform 28"/>
          <p:cNvSpPr/>
          <p:nvPr/>
        </p:nvSpPr>
        <p:spPr bwMode="auto">
          <a:xfrm>
            <a:off x="9669170" y="3960005"/>
            <a:ext cx="1052343" cy="1154835"/>
          </a:xfrm>
          <a:custGeom>
            <a:avLst/>
            <a:gdLst/>
            <a:ahLst/>
            <a:cxnLst/>
            <a:rect l="l" t="t" r="r" b="b"/>
            <a:pathLst>
              <a:path w="1052344" h="1154835" fill="norm" stroke="1" extrusionOk="0">
                <a:moveTo>
                  <a:pt x="0" y="0"/>
                </a:moveTo>
                <a:lnTo>
                  <a:pt x="1052344" y="0"/>
                </a:lnTo>
                <a:lnTo>
                  <a:pt x="1052344" y="1154836"/>
                </a:lnTo>
                <a:lnTo>
                  <a:pt x="0" y="11548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857383" name="AutoShape 29"/>
          <p:cNvSpPr/>
          <p:nvPr/>
        </p:nvSpPr>
        <p:spPr bwMode="auto">
          <a:xfrm>
            <a:off x="4725796" y="4177692"/>
            <a:ext cx="2847385" cy="0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596882" name="AutoShape 30"/>
          <p:cNvSpPr/>
          <p:nvPr/>
        </p:nvSpPr>
        <p:spPr bwMode="auto">
          <a:xfrm>
            <a:off x="3463240" y="4900565"/>
            <a:ext cx="537249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5473964" name="Freeform 31"/>
          <p:cNvSpPr/>
          <p:nvPr/>
        </p:nvSpPr>
        <p:spPr bwMode="auto">
          <a:xfrm>
            <a:off x="5797495" y="3138816"/>
            <a:ext cx="784109" cy="784109"/>
          </a:xfrm>
          <a:custGeom>
            <a:avLst/>
            <a:gdLst/>
            <a:ahLst/>
            <a:cxnLst/>
            <a:rect l="l" t="t" r="r" b="b"/>
            <a:pathLst>
              <a:path w="784111" h="784111" fill="norm" stroke="1" extrusionOk="0">
                <a:moveTo>
                  <a:pt x="0" y="0"/>
                </a:moveTo>
                <a:lnTo>
                  <a:pt x="784111" y="0"/>
                </a:lnTo>
                <a:lnTo>
                  <a:pt x="784111" y="784110"/>
                </a:lnTo>
                <a:lnTo>
                  <a:pt x="0" y="784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6147430" name="Freeform 32"/>
          <p:cNvSpPr/>
          <p:nvPr/>
        </p:nvSpPr>
        <p:spPr bwMode="auto">
          <a:xfrm>
            <a:off x="3840875" y="3694818"/>
            <a:ext cx="627618" cy="834161"/>
          </a:xfrm>
          <a:custGeom>
            <a:avLst/>
            <a:gdLst/>
            <a:ahLst/>
            <a:cxnLst/>
            <a:rect l="l" t="t" r="r" b="b"/>
            <a:pathLst>
              <a:path w="627621" h="834163" fill="norm" stroke="1" extrusionOk="0">
                <a:moveTo>
                  <a:pt x="0" y="0"/>
                </a:moveTo>
                <a:lnTo>
                  <a:pt x="627621" y="0"/>
                </a:lnTo>
                <a:lnTo>
                  <a:pt x="627621" y="834163"/>
                </a:lnTo>
                <a:lnTo>
                  <a:pt x="0" y="8341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4688799" name="Freeform 33"/>
          <p:cNvSpPr/>
          <p:nvPr/>
        </p:nvSpPr>
        <p:spPr bwMode="auto">
          <a:xfrm>
            <a:off x="7830485" y="3694818"/>
            <a:ext cx="627618" cy="834161"/>
          </a:xfrm>
          <a:custGeom>
            <a:avLst/>
            <a:gdLst/>
            <a:ahLst/>
            <a:cxnLst/>
            <a:rect l="l" t="t" r="r" b="b"/>
            <a:pathLst>
              <a:path w="627621" h="834163" fill="norm" stroke="1" extrusionOk="0">
                <a:moveTo>
                  <a:pt x="0" y="0"/>
                </a:moveTo>
                <a:lnTo>
                  <a:pt x="627620" y="0"/>
                </a:lnTo>
                <a:lnTo>
                  <a:pt x="627620" y="834163"/>
                </a:lnTo>
                <a:lnTo>
                  <a:pt x="0" y="8341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3702019" name="AutoShape 34"/>
          <p:cNvSpPr/>
          <p:nvPr/>
        </p:nvSpPr>
        <p:spPr bwMode="auto">
          <a:xfrm flipH="1">
            <a:off x="2629808" y="4111899"/>
            <a:ext cx="995104" cy="425522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1947821" name="AutoShape 35"/>
          <p:cNvSpPr/>
          <p:nvPr/>
        </p:nvSpPr>
        <p:spPr bwMode="auto">
          <a:xfrm>
            <a:off x="8676803" y="4111899"/>
            <a:ext cx="992367" cy="425522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1518895" name="Freeform 36"/>
          <p:cNvSpPr/>
          <p:nvPr/>
        </p:nvSpPr>
        <p:spPr bwMode="auto">
          <a:xfrm>
            <a:off x="3538999" y="185380"/>
            <a:ext cx="1052343" cy="1154835"/>
          </a:xfrm>
          <a:custGeom>
            <a:avLst/>
            <a:gdLst/>
            <a:ahLst/>
            <a:cxnLst/>
            <a:rect l="l" t="t" r="r" b="b"/>
            <a:pathLst>
              <a:path w="1052344" h="1154835" fill="norm" stroke="1" extrusionOk="0">
                <a:moveTo>
                  <a:pt x="0" y="0"/>
                </a:moveTo>
                <a:lnTo>
                  <a:pt x="1052344" y="0"/>
                </a:lnTo>
                <a:lnTo>
                  <a:pt x="1052344" y="1154835"/>
                </a:lnTo>
                <a:lnTo>
                  <a:pt x="0" y="115483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0689765" name="AutoShape 37"/>
          <p:cNvSpPr/>
          <p:nvPr/>
        </p:nvSpPr>
        <p:spPr bwMode="auto">
          <a:xfrm>
            <a:off x="4065173" y="1865609"/>
            <a:ext cx="1691740" cy="121124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8215656" name="Freeform 38"/>
          <p:cNvSpPr/>
          <p:nvPr/>
        </p:nvSpPr>
        <p:spPr bwMode="auto">
          <a:xfrm>
            <a:off x="4992715" y="1939251"/>
            <a:ext cx="771138" cy="428944"/>
          </a:xfrm>
          <a:custGeom>
            <a:avLst/>
            <a:gdLst/>
            <a:ahLst/>
            <a:cxnLst/>
            <a:rect l="l" t="t" r="r" b="b"/>
            <a:pathLst>
              <a:path w="771139" h="428946" fill="norm" stroke="1" extrusionOk="0">
                <a:moveTo>
                  <a:pt x="0" y="0"/>
                </a:moveTo>
                <a:lnTo>
                  <a:pt x="771139" y="0"/>
                </a:lnTo>
                <a:lnTo>
                  <a:pt x="771139" y="428946"/>
                </a:lnTo>
                <a:lnTo>
                  <a:pt x="0" y="42894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586214" name="Freeform 39"/>
          <p:cNvSpPr/>
          <p:nvPr/>
        </p:nvSpPr>
        <p:spPr bwMode="auto">
          <a:xfrm>
            <a:off x="5763854" y="1746434"/>
            <a:ext cx="385633" cy="385633"/>
          </a:xfrm>
          <a:custGeom>
            <a:avLst/>
            <a:gdLst/>
            <a:ahLst/>
            <a:cxnLst/>
            <a:rect l="l" t="t" r="r" b="b"/>
            <a:pathLst>
              <a:path w="385635" h="385635" fill="norm" stroke="1" extrusionOk="0">
                <a:moveTo>
                  <a:pt x="0" y="0"/>
                </a:moveTo>
                <a:lnTo>
                  <a:pt x="385635" y="0"/>
                </a:lnTo>
                <a:lnTo>
                  <a:pt x="385635" y="385635"/>
                </a:lnTo>
                <a:lnTo>
                  <a:pt x="0" y="3856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6376437" name="Freeform 40"/>
          <p:cNvSpPr/>
          <p:nvPr/>
        </p:nvSpPr>
        <p:spPr bwMode="auto">
          <a:xfrm>
            <a:off x="1869956" y="2255928"/>
            <a:ext cx="385633" cy="385633"/>
          </a:xfrm>
          <a:custGeom>
            <a:avLst/>
            <a:gdLst/>
            <a:ahLst/>
            <a:cxnLst/>
            <a:rect l="l" t="t" r="r" b="b"/>
            <a:pathLst>
              <a:path w="385635" h="385635" fill="norm" stroke="1" extrusionOk="0">
                <a:moveTo>
                  <a:pt x="0" y="0"/>
                </a:moveTo>
                <a:lnTo>
                  <a:pt x="385635" y="0"/>
                </a:lnTo>
                <a:lnTo>
                  <a:pt x="385635" y="385635"/>
                </a:lnTo>
                <a:lnTo>
                  <a:pt x="0" y="38563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1764727" name="AutoShape 41"/>
          <p:cNvSpPr/>
          <p:nvPr/>
        </p:nvSpPr>
        <p:spPr bwMode="auto">
          <a:xfrm>
            <a:off x="4065173" y="1865609"/>
            <a:ext cx="0" cy="165681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3793662" name="AutoShape 42"/>
          <p:cNvSpPr/>
          <p:nvPr/>
        </p:nvSpPr>
        <p:spPr bwMode="auto">
          <a:xfrm flipH="1">
            <a:off x="2397666" y="1865609"/>
            <a:ext cx="1667503" cy="1946000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5757003" name="Freeform 43"/>
          <p:cNvSpPr/>
          <p:nvPr/>
        </p:nvSpPr>
        <p:spPr bwMode="auto">
          <a:xfrm>
            <a:off x="2255590" y="2448745"/>
            <a:ext cx="771138" cy="428944"/>
          </a:xfrm>
          <a:custGeom>
            <a:avLst/>
            <a:gdLst/>
            <a:ahLst/>
            <a:cxnLst/>
            <a:rect l="l" t="t" r="r" b="b"/>
            <a:pathLst>
              <a:path w="771139" h="428946" fill="norm" stroke="1" extrusionOk="0">
                <a:moveTo>
                  <a:pt x="0" y="0"/>
                </a:moveTo>
                <a:lnTo>
                  <a:pt x="771139" y="0"/>
                </a:lnTo>
                <a:lnTo>
                  <a:pt x="771139" y="428947"/>
                </a:lnTo>
                <a:lnTo>
                  <a:pt x="0" y="42894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1309371" name="Freeform 44"/>
          <p:cNvSpPr/>
          <p:nvPr/>
        </p:nvSpPr>
        <p:spPr bwMode="auto">
          <a:xfrm>
            <a:off x="4154683" y="2610959"/>
            <a:ext cx="524214" cy="465894"/>
          </a:xfrm>
          <a:custGeom>
            <a:avLst/>
            <a:gdLst/>
            <a:ahLst/>
            <a:cxnLst/>
            <a:rect l="l" t="t" r="r" b="b"/>
            <a:pathLst>
              <a:path w="524215" h="465896" fill="norm" stroke="1" extrusionOk="0">
                <a:moveTo>
                  <a:pt x="0" y="0"/>
                </a:moveTo>
                <a:lnTo>
                  <a:pt x="524216" y="0"/>
                </a:lnTo>
                <a:lnTo>
                  <a:pt x="524216" y="465897"/>
                </a:lnTo>
                <a:lnTo>
                  <a:pt x="0" y="46589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4747650" name="TextBox 45"/>
          <p:cNvSpPr txBox="1"/>
          <p:nvPr/>
        </p:nvSpPr>
        <p:spPr bwMode="auto">
          <a:xfrm>
            <a:off x="2705570" y="1405817"/>
            <a:ext cx="2724966" cy="37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이웃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467378086" name="TextBox 46"/>
          <p:cNvSpPr txBox="1"/>
          <p:nvPr/>
        </p:nvSpPr>
        <p:spPr bwMode="auto">
          <a:xfrm flipH="0" flipV="0">
            <a:off x="1224139" y="5180444"/>
            <a:ext cx="1687478" cy="37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고객</a:t>
            </a:r>
            <a:endParaRPr sz="2000"/>
          </a:p>
        </p:txBody>
      </p:sp>
      <p:sp>
        <p:nvSpPr>
          <p:cNvPr id="1154849594" name="TextBox 47"/>
          <p:cNvSpPr txBox="1"/>
          <p:nvPr/>
        </p:nvSpPr>
        <p:spPr bwMode="auto">
          <a:xfrm>
            <a:off x="8835740" y="5180444"/>
            <a:ext cx="2720646" cy="37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Baker</a:t>
            </a:r>
            <a:endParaRPr sz="2000"/>
          </a:p>
        </p:txBody>
      </p:sp>
      <p:pic>
        <p:nvPicPr>
          <p:cNvPr id="151651644" name=""/>
          <p:cNvPicPr>
            <a:picLocks noChangeAspect="1"/>
          </p:cNvPicPr>
          <p:nvPr/>
        </p:nvPicPr>
        <p:blipFill>
          <a:blip r:embed="rId14"/>
          <a:srcRect l="0" t="22164" r="4849" b="29991"/>
          <a:stretch/>
        </p:blipFill>
        <p:spPr bwMode="auto">
          <a:xfrm rot="2570643" flipH="0" flipV="0">
            <a:off x="5437643" y="5438337"/>
            <a:ext cx="1775199" cy="8926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8421327" name="Freeform 26"/>
          <p:cNvSpPr/>
          <p:nvPr/>
        </p:nvSpPr>
        <p:spPr bwMode="auto">
          <a:xfrm>
            <a:off x="480051" y="2606391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0375826" name="AutoShape 27"/>
          <p:cNvSpPr/>
          <p:nvPr/>
        </p:nvSpPr>
        <p:spPr bwMode="auto">
          <a:xfrm>
            <a:off x="6054094" y="564764"/>
            <a:ext cx="2538931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261631" name="Freeform 29"/>
          <p:cNvSpPr/>
          <p:nvPr/>
        </p:nvSpPr>
        <p:spPr bwMode="auto">
          <a:xfrm rot="0" flipH="0" flipV="0">
            <a:off x="5388890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10940830" name="TextBox 30"/>
          <p:cNvSpPr txBox="1"/>
          <p:nvPr/>
        </p:nvSpPr>
        <p:spPr bwMode="auto">
          <a:xfrm rot="0" flipH="0" flipV="0">
            <a:off x="5388890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1783267" name="Freeform 31"/>
          <p:cNvSpPr/>
          <p:nvPr/>
        </p:nvSpPr>
        <p:spPr bwMode="auto">
          <a:xfrm>
            <a:off x="5482962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1" y="0"/>
                </a:lnTo>
                <a:lnTo>
                  <a:pt x="571131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8985208" name="Freeform 33"/>
          <p:cNvSpPr/>
          <p:nvPr/>
        </p:nvSpPr>
        <p:spPr bwMode="auto">
          <a:xfrm rot="0" flipH="0" flipV="0">
            <a:off x="6424155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02252543" name="TextBox 34"/>
          <p:cNvSpPr txBox="1"/>
          <p:nvPr/>
        </p:nvSpPr>
        <p:spPr bwMode="auto">
          <a:xfrm rot="0" flipH="0" flipV="0">
            <a:off x="6424155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84145002" name="Freeform 35"/>
          <p:cNvSpPr/>
          <p:nvPr/>
        </p:nvSpPr>
        <p:spPr bwMode="auto">
          <a:xfrm>
            <a:off x="6518226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0" y="0"/>
                </a:lnTo>
                <a:lnTo>
                  <a:pt x="571130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0798413" name="Freeform 37"/>
          <p:cNvSpPr/>
          <p:nvPr/>
        </p:nvSpPr>
        <p:spPr bwMode="auto">
          <a:xfrm rot="0" flipH="0" flipV="0">
            <a:off x="7461553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98506391" name="TextBox 38"/>
          <p:cNvSpPr txBox="1"/>
          <p:nvPr/>
        </p:nvSpPr>
        <p:spPr bwMode="auto">
          <a:xfrm rot="0" flipH="0" flipV="0">
            <a:off x="7461553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354403498" name="Freeform 39"/>
          <p:cNvSpPr/>
          <p:nvPr/>
        </p:nvSpPr>
        <p:spPr bwMode="auto">
          <a:xfrm>
            <a:off x="7555627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1" y="0"/>
                </a:lnTo>
                <a:lnTo>
                  <a:pt x="571131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282133" name="Freeform 41"/>
          <p:cNvSpPr/>
          <p:nvPr/>
        </p:nvSpPr>
        <p:spPr bwMode="auto">
          <a:xfrm rot="0" flipH="0" flipV="0">
            <a:off x="8498954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12511321" name="TextBox 42"/>
          <p:cNvSpPr txBox="1"/>
          <p:nvPr/>
        </p:nvSpPr>
        <p:spPr bwMode="auto">
          <a:xfrm rot="0" flipH="0" flipV="0">
            <a:off x="8498954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89235838" name="Freeform 43"/>
          <p:cNvSpPr/>
          <p:nvPr/>
        </p:nvSpPr>
        <p:spPr bwMode="auto">
          <a:xfrm>
            <a:off x="8593027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1" y="0"/>
                </a:lnTo>
                <a:lnTo>
                  <a:pt x="571131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6973771" name="Freeform 44"/>
          <p:cNvSpPr/>
          <p:nvPr/>
        </p:nvSpPr>
        <p:spPr bwMode="auto">
          <a:xfrm>
            <a:off x="5486482" y="4972626"/>
            <a:ext cx="1474115" cy="418802"/>
          </a:xfrm>
          <a:custGeom>
            <a:avLst/>
            <a:gdLst/>
            <a:ahLst/>
            <a:cxnLst/>
            <a:rect l="l" t="t" r="r" b="b"/>
            <a:pathLst>
              <a:path w="1474117" h="418804" fill="norm" stroke="1" extrusionOk="0">
                <a:moveTo>
                  <a:pt x="0" y="0"/>
                </a:moveTo>
                <a:lnTo>
                  <a:pt x="1474117" y="0"/>
                </a:lnTo>
                <a:lnTo>
                  <a:pt x="1474117" y="418804"/>
                </a:lnTo>
                <a:lnTo>
                  <a:pt x="0" y="41880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1420470" name="Freeform 46"/>
          <p:cNvSpPr/>
          <p:nvPr/>
        </p:nvSpPr>
        <p:spPr bwMode="auto">
          <a:xfrm rot="0" flipH="0" flipV="0">
            <a:off x="5388890" y="4806216"/>
            <a:ext cx="751621" cy="7516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15935510" name="TextBox 47"/>
          <p:cNvSpPr txBox="1"/>
          <p:nvPr/>
        </p:nvSpPr>
        <p:spPr bwMode="auto">
          <a:xfrm rot="0" flipH="0" flipV="0">
            <a:off x="5459352" y="4832641"/>
            <a:ext cx="610691" cy="6547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16381724" name="Freeform 48"/>
          <p:cNvSpPr/>
          <p:nvPr/>
        </p:nvSpPr>
        <p:spPr bwMode="auto">
          <a:xfrm>
            <a:off x="5486482" y="4903809"/>
            <a:ext cx="556439" cy="556439"/>
          </a:xfrm>
          <a:custGeom>
            <a:avLst/>
            <a:gdLst/>
            <a:ahLst/>
            <a:cxnLst/>
            <a:rect l="l" t="t" r="r" b="b"/>
            <a:pathLst>
              <a:path w="556441" h="556441" fill="norm" stroke="1" extrusionOk="0">
                <a:moveTo>
                  <a:pt x="0" y="0"/>
                </a:moveTo>
                <a:lnTo>
                  <a:pt x="556441" y="0"/>
                </a:lnTo>
                <a:lnTo>
                  <a:pt x="556441" y="556441"/>
                </a:lnTo>
                <a:lnTo>
                  <a:pt x="0" y="55644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0992728" name="AutoShape 49"/>
          <p:cNvSpPr/>
          <p:nvPr/>
        </p:nvSpPr>
        <p:spPr bwMode="auto">
          <a:xfrm flipH="1">
            <a:off x="9164157" y="564764"/>
            <a:ext cx="361786" cy="0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5821472" name="Freeform 51"/>
          <p:cNvSpPr/>
          <p:nvPr/>
        </p:nvSpPr>
        <p:spPr bwMode="auto">
          <a:xfrm rot="0" flipH="0" flipV="0">
            <a:off x="5448527" y="1949317"/>
            <a:ext cx="4502808" cy="1573444"/>
          </a:xfrm>
          <a:custGeom>
            <a:avLst/>
            <a:gdLst/>
            <a:ahLst/>
            <a:cxnLst/>
            <a:rect l="l" t="t" r="r" b="b"/>
            <a:pathLst>
              <a:path w="2845795" h="994424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994424"/>
                </a:lnTo>
                <a:lnTo>
                  <a:pt x="0" y="99442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349672999" name="AutoShape 56"/>
          <p:cNvSpPr/>
          <p:nvPr/>
        </p:nvSpPr>
        <p:spPr bwMode="auto">
          <a:xfrm>
            <a:off x="7640296" y="2068402"/>
            <a:ext cx="0" cy="118644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2191316" name="Freeform 64"/>
          <p:cNvSpPr/>
          <p:nvPr/>
        </p:nvSpPr>
        <p:spPr bwMode="auto">
          <a:xfrm rot="0" flipH="0" flipV="0">
            <a:off x="8782897" y="4408227"/>
            <a:ext cx="595970" cy="59597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941658" name="TextBox 65"/>
          <p:cNvSpPr txBox="1"/>
          <p:nvPr/>
        </p:nvSpPr>
        <p:spPr bwMode="auto">
          <a:xfrm rot="0" flipH="0" flipV="0">
            <a:off x="8838768" y="4429180"/>
            <a:ext cx="484225" cy="51914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01725958" name="Freeform 66"/>
          <p:cNvSpPr/>
          <p:nvPr/>
        </p:nvSpPr>
        <p:spPr bwMode="auto">
          <a:xfrm>
            <a:off x="8860280" y="4485610"/>
            <a:ext cx="441209" cy="441209"/>
          </a:xfrm>
          <a:custGeom>
            <a:avLst/>
            <a:gdLst/>
            <a:ahLst/>
            <a:cxnLst/>
            <a:rect l="l" t="t" r="r" b="b"/>
            <a:pathLst>
              <a:path w="441211" h="441211" fill="norm" stroke="1" extrusionOk="0">
                <a:moveTo>
                  <a:pt x="0" y="0"/>
                </a:moveTo>
                <a:lnTo>
                  <a:pt x="441210" y="0"/>
                </a:lnTo>
                <a:lnTo>
                  <a:pt x="441210" y="441211"/>
                </a:lnTo>
                <a:lnTo>
                  <a:pt x="0" y="44121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2191891" name="Freeform 68"/>
          <p:cNvSpPr/>
          <p:nvPr/>
        </p:nvSpPr>
        <p:spPr bwMode="auto">
          <a:xfrm rot="0" flipH="0" flipV="0">
            <a:off x="8880354" y="5480015"/>
            <a:ext cx="401058" cy="40105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79528263" name="TextBox 69"/>
          <p:cNvSpPr txBox="1"/>
          <p:nvPr/>
        </p:nvSpPr>
        <p:spPr bwMode="auto">
          <a:xfrm rot="0" flipH="0" flipV="0">
            <a:off x="8917953" y="5494115"/>
            <a:ext cx="325858" cy="34935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57847335" name="Freeform 70"/>
          <p:cNvSpPr/>
          <p:nvPr/>
        </p:nvSpPr>
        <p:spPr bwMode="auto">
          <a:xfrm>
            <a:off x="8932429" y="5532090"/>
            <a:ext cx="296910" cy="296910"/>
          </a:xfrm>
          <a:custGeom>
            <a:avLst/>
            <a:gdLst/>
            <a:ahLst/>
            <a:cxnLst/>
            <a:rect l="l" t="t" r="r" b="b"/>
            <a:pathLst>
              <a:path w="296912" h="296912" fill="norm" stroke="1" extrusionOk="0">
                <a:moveTo>
                  <a:pt x="0" y="0"/>
                </a:moveTo>
                <a:lnTo>
                  <a:pt x="296912" y="0"/>
                </a:lnTo>
                <a:lnTo>
                  <a:pt x="296912" y="296912"/>
                </a:lnTo>
                <a:lnTo>
                  <a:pt x="0" y="29691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4383626" name="Freeform 71"/>
          <p:cNvSpPr/>
          <p:nvPr/>
        </p:nvSpPr>
        <p:spPr bwMode="auto">
          <a:xfrm rot="-1043046">
            <a:off x="7274539" y="4847563"/>
            <a:ext cx="1341884" cy="381234"/>
          </a:xfrm>
          <a:custGeom>
            <a:avLst/>
            <a:gdLst/>
            <a:ahLst/>
            <a:cxnLst/>
            <a:rect l="l" t="t" r="r" b="b"/>
            <a:pathLst>
              <a:path w="1341886" h="381237" fill="norm" stroke="1" extrusionOk="0">
                <a:moveTo>
                  <a:pt x="0" y="0"/>
                </a:moveTo>
                <a:lnTo>
                  <a:pt x="1341885" y="0"/>
                </a:lnTo>
                <a:lnTo>
                  <a:pt x="1341885" y="381237"/>
                </a:lnTo>
                <a:lnTo>
                  <a:pt x="0" y="38123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9174104" name="Freeform 73"/>
          <p:cNvSpPr/>
          <p:nvPr/>
        </p:nvSpPr>
        <p:spPr bwMode="auto">
          <a:xfrm rot="0" flipH="0" flipV="0">
            <a:off x="7162313" y="4884041"/>
            <a:ext cx="595970" cy="59597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42720648" name="TextBox 74"/>
          <p:cNvSpPr txBox="1"/>
          <p:nvPr/>
        </p:nvSpPr>
        <p:spPr bwMode="auto">
          <a:xfrm rot="0" flipH="0" flipV="0">
            <a:off x="7218184" y="4904993"/>
            <a:ext cx="484225" cy="51914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021976024" name="Freeform 75"/>
          <p:cNvSpPr/>
          <p:nvPr/>
        </p:nvSpPr>
        <p:spPr bwMode="auto">
          <a:xfrm>
            <a:off x="7239696" y="4961424"/>
            <a:ext cx="441209" cy="441209"/>
          </a:xfrm>
          <a:custGeom>
            <a:avLst/>
            <a:gdLst/>
            <a:ahLst/>
            <a:cxnLst/>
            <a:rect l="l" t="t" r="r" b="b"/>
            <a:pathLst>
              <a:path w="441211" h="441211" fill="norm" stroke="1" extrusionOk="0">
                <a:moveTo>
                  <a:pt x="0" y="0"/>
                </a:moveTo>
                <a:lnTo>
                  <a:pt x="441211" y="0"/>
                </a:lnTo>
                <a:lnTo>
                  <a:pt x="441211" y="441211"/>
                </a:lnTo>
                <a:lnTo>
                  <a:pt x="0" y="44121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725370" name="AutoShape 76"/>
          <p:cNvSpPr/>
          <p:nvPr/>
        </p:nvSpPr>
        <p:spPr bwMode="auto">
          <a:xfrm>
            <a:off x="6042924" y="5182030"/>
            <a:ext cx="1196770" cy="0"/>
          </a:xfrm>
          <a:prstGeom prst="line">
            <a:avLst/>
          </a:prstGeom>
          <a:ln w="2190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8981086" name="AutoShape 77"/>
          <p:cNvSpPr/>
          <p:nvPr/>
        </p:nvSpPr>
        <p:spPr bwMode="auto">
          <a:xfrm flipH="1">
            <a:off x="7680907" y="4770986"/>
            <a:ext cx="1179371" cy="346269"/>
          </a:xfrm>
          <a:prstGeom prst="line">
            <a:avLst/>
          </a:prstGeom>
          <a:ln w="1809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9419229" name="AutoShape 78"/>
          <p:cNvSpPr/>
          <p:nvPr/>
        </p:nvSpPr>
        <p:spPr bwMode="auto">
          <a:xfrm flipH="1" flipV="1">
            <a:off x="7680907" y="5249890"/>
            <a:ext cx="1251522" cy="38498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0339822" name="Freeform 79"/>
          <p:cNvSpPr/>
          <p:nvPr/>
        </p:nvSpPr>
        <p:spPr bwMode="auto">
          <a:xfrm rot="1008186">
            <a:off x="7980410" y="5352019"/>
            <a:ext cx="528859" cy="150250"/>
          </a:xfrm>
          <a:custGeom>
            <a:avLst/>
            <a:gdLst/>
            <a:ahLst/>
            <a:cxnLst/>
            <a:rect l="l" t="t" r="r" b="b"/>
            <a:pathLst>
              <a:path w="528861" h="150252" fill="norm" stroke="1" extrusionOk="0">
                <a:moveTo>
                  <a:pt x="0" y="0"/>
                </a:moveTo>
                <a:lnTo>
                  <a:pt x="528861" y="0"/>
                </a:lnTo>
                <a:lnTo>
                  <a:pt x="528861" y="150252"/>
                </a:lnTo>
                <a:lnTo>
                  <a:pt x="0" y="15025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0759224" name="AutoShape 80"/>
          <p:cNvSpPr/>
          <p:nvPr/>
        </p:nvSpPr>
        <p:spPr bwMode="auto">
          <a:xfrm flipV="1">
            <a:off x="1666829" y="1121160"/>
            <a:ext cx="3062731" cy="213641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5756975" name="AutoShape 81"/>
          <p:cNvSpPr/>
          <p:nvPr/>
        </p:nvSpPr>
        <p:spPr bwMode="auto">
          <a:xfrm>
            <a:off x="1666829" y="3257573"/>
            <a:ext cx="3062731" cy="0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2055631" name="AutoShape 82"/>
          <p:cNvSpPr/>
          <p:nvPr/>
        </p:nvSpPr>
        <p:spPr bwMode="auto">
          <a:xfrm>
            <a:off x="1666829" y="3257573"/>
            <a:ext cx="3062731" cy="213385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7444662" name="Freeform 83"/>
          <p:cNvSpPr/>
          <p:nvPr/>
        </p:nvSpPr>
        <p:spPr bwMode="auto">
          <a:xfrm>
            <a:off x="2702757" y="4508279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3" y="0"/>
                </a:lnTo>
                <a:lnTo>
                  <a:pt x="591183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5521714" name="Freeform 84"/>
          <p:cNvSpPr/>
          <p:nvPr/>
        </p:nvSpPr>
        <p:spPr bwMode="auto">
          <a:xfrm>
            <a:off x="3265365" y="2426920"/>
            <a:ext cx="649914" cy="674361"/>
          </a:xfrm>
          <a:custGeom>
            <a:avLst/>
            <a:gdLst/>
            <a:ahLst/>
            <a:cxnLst/>
            <a:rect l="l" t="t" r="r" b="b"/>
            <a:pathLst>
              <a:path w="649916" h="674362" fill="norm" stroke="1" extrusionOk="0">
                <a:moveTo>
                  <a:pt x="0" y="0"/>
                </a:moveTo>
                <a:lnTo>
                  <a:pt x="649916" y="0"/>
                </a:lnTo>
                <a:lnTo>
                  <a:pt x="649916" y="674362"/>
                </a:lnTo>
                <a:lnTo>
                  <a:pt x="0" y="67436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6719174" name="Freeform 85"/>
          <p:cNvSpPr/>
          <p:nvPr/>
        </p:nvSpPr>
        <p:spPr bwMode="auto">
          <a:xfrm>
            <a:off x="2650293" y="1394040"/>
            <a:ext cx="696114" cy="674361"/>
          </a:xfrm>
          <a:custGeom>
            <a:avLst/>
            <a:gdLst/>
            <a:ahLst/>
            <a:cxnLst/>
            <a:rect l="l" t="t" r="r" b="b"/>
            <a:pathLst>
              <a:path w="696115" h="674362" fill="norm" stroke="1" extrusionOk="0">
                <a:moveTo>
                  <a:pt x="0" y="0"/>
                </a:moveTo>
                <a:lnTo>
                  <a:pt x="696115" y="0"/>
                </a:lnTo>
                <a:lnTo>
                  <a:pt x="696115" y="674362"/>
                </a:lnTo>
                <a:lnTo>
                  <a:pt x="0" y="67436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4602589" name="TextBox 86"/>
          <p:cNvSpPr txBox="1"/>
          <p:nvPr/>
        </p:nvSpPr>
        <p:spPr bwMode="auto">
          <a:xfrm flipH="0" flipV="0">
            <a:off x="5388889" y="1073532"/>
            <a:ext cx="6011704" cy="391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블록체인 모니터링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88133354" name="TextBox 87"/>
          <p:cNvSpPr txBox="1"/>
          <p:nvPr/>
        </p:nvSpPr>
        <p:spPr bwMode="auto">
          <a:xfrm>
            <a:off x="5813376" y="2003990"/>
            <a:ext cx="1391587" cy="289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7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입력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1365651" name="TextBox 88"/>
          <p:cNvSpPr txBox="1"/>
          <p:nvPr/>
        </p:nvSpPr>
        <p:spPr bwMode="auto">
          <a:xfrm>
            <a:off x="8076951" y="2003990"/>
            <a:ext cx="1391587" cy="289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7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출력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87905937" name="TextBox 89"/>
          <p:cNvSpPr txBox="1"/>
          <p:nvPr/>
        </p:nvSpPr>
        <p:spPr bwMode="auto">
          <a:xfrm>
            <a:off x="5388890" y="3772198"/>
            <a:ext cx="657027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기능 식별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9926719" name="TextBox 90"/>
          <p:cNvSpPr txBox="1"/>
          <p:nvPr/>
        </p:nvSpPr>
        <p:spPr bwMode="auto">
          <a:xfrm>
            <a:off x="5388890" y="6043002"/>
            <a:ext cx="656235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가설 추론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1221722800" name=""/>
          <p:cNvGrpSpPr/>
          <p:nvPr/>
        </p:nvGrpSpPr>
        <p:grpSpPr bwMode="auto">
          <a:xfrm>
            <a:off x="5814000" y="2364984"/>
            <a:ext cx="3751511" cy="1018032"/>
            <a:chOff x="0" y="0"/>
            <a:chExt cx="3751511" cy="1018032"/>
          </a:xfrm>
        </p:grpSpPr>
        <p:sp>
          <p:nvSpPr>
            <p:cNvPr id="396558271" name=""/>
            <p:cNvSpPr txBox="1"/>
            <p:nvPr/>
          </p:nvSpPr>
          <p:spPr bwMode="auto">
            <a:xfrm rot="0" flipH="0" flipV="0">
              <a:off x="0" y="18297"/>
              <a:ext cx="1549217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60020980" name=""/>
            <p:cNvSpPr txBox="1"/>
            <p:nvPr/>
          </p:nvSpPr>
          <p:spPr bwMode="auto">
            <a:xfrm rot="0" flipH="0" flipV="0">
              <a:off x="2181569" y="551279"/>
              <a:ext cx="1550656" cy="466753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lnSpc>
                  <a:spcPts val="2179"/>
                </a:lnSpc>
                <a:defRPr/>
              </a:pPr>
              <a:r>
                <a:rPr lang="en-US" sz="16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27233015" name=""/>
            <p:cNvSpPr txBox="1"/>
            <p:nvPr/>
          </p:nvSpPr>
          <p:spPr bwMode="auto">
            <a:xfrm rot="0" flipH="0" flipV="0">
              <a:off x="2199416" y="0"/>
              <a:ext cx="1552095" cy="466753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lnSpc>
                  <a:spcPts val="2179"/>
                </a:lnSpc>
                <a:defRPr/>
              </a:pPr>
              <a:r>
                <a:rPr lang="en-US" sz="16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7060553" name="Freeform 28"/>
          <p:cNvSpPr/>
          <p:nvPr/>
        </p:nvSpPr>
        <p:spPr bwMode="auto">
          <a:xfrm rot="0" flipH="0" flipV="0">
            <a:off x="2285275" y="2231740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06835018" name="TextBox 29"/>
          <p:cNvSpPr txBox="1"/>
          <p:nvPr/>
        </p:nvSpPr>
        <p:spPr bwMode="auto">
          <a:xfrm rot="0" flipH="0" flipV="0">
            <a:off x="2361508" y="2260329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40953096" name="Freeform 30"/>
          <p:cNvSpPr/>
          <p:nvPr/>
        </p:nvSpPr>
        <p:spPr bwMode="auto">
          <a:xfrm rot="0" flipH="0" flipV="0">
            <a:off x="2390859" y="2337324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2123808939" name="AutoShape 31"/>
          <p:cNvSpPr/>
          <p:nvPr/>
        </p:nvSpPr>
        <p:spPr bwMode="auto">
          <a:xfrm flipH="1" flipV="1">
            <a:off x="3904164" y="1302639"/>
            <a:ext cx="2146674" cy="1095102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3617947" name="Freeform 34"/>
          <p:cNvSpPr/>
          <p:nvPr/>
        </p:nvSpPr>
        <p:spPr bwMode="auto">
          <a:xfrm rot="0" flipH="0" flipV="0">
            <a:off x="3361158" y="892631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97826138" name="TextBox 35"/>
          <p:cNvSpPr txBox="1"/>
          <p:nvPr/>
        </p:nvSpPr>
        <p:spPr bwMode="auto">
          <a:xfrm rot="0" flipH="0" flipV="0">
            <a:off x="3412064" y="911721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74779224" name="Freeform 36"/>
          <p:cNvSpPr/>
          <p:nvPr/>
        </p:nvSpPr>
        <p:spPr bwMode="auto">
          <a:xfrm rot="0" flipH="0" flipV="0">
            <a:off x="3431663" y="963135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2092893296" name="AutoShape 37"/>
          <p:cNvSpPr/>
          <p:nvPr/>
        </p:nvSpPr>
        <p:spPr bwMode="auto">
          <a:xfrm flipV="1">
            <a:off x="6864015" y="1518382"/>
            <a:ext cx="961065" cy="76368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1554201" name="Freeform 40"/>
          <p:cNvSpPr/>
          <p:nvPr/>
        </p:nvSpPr>
        <p:spPr bwMode="auto">
          <a:xfrm rot="0" flipH="0" flipV="0">
            <a:off x="6050838" y="2198570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04858463" name="TextBox 41"/>
          <p:cNvSpPr txBox="1"/>
          <p:nvPr/>
        </p:nvSpPr>
        <p:spPr bwMode="auto">
          <a:xfrm rot="0" flipH="0" flipV="0">
            <a:off x="6127071" y="2227159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88343493" name="Freeform 42"/>
          <p:cNvSpPr/>
          <p:nvPr/>
        </p:nvSpPr>
        <p:spPr bwMode="auto">
          <a:xfrm rot="0" flipH="0" flipV="0">
            <a:off x="6156422" y="2304154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336267798" name="Freeform 45"/>
          <p:cNvSpPr/>
          <p:nvPr/>
        </p:nvSpPr>
        <p:spPr bwMode="auto">
          <a:xfrm rot="0" flipH="0" flipV="0">
            <a:off x="7825080" y="1031139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53797647" name="TextBox 46"/>
          <p:cNvSpPr txBox="1"/>
          <p:nvPr/>
        </p:nvSpPr>
        <p:spPr bwMode="auto">
          <a:xfrm rot="0" flipH="0" flipV="0">
            <a:off x="7875986" y="1050229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33108454" name="Freeform 47"/>
          <p:cNvSpPr/>
          <p:nvPr/>
        </p:nvSpPr>
        <p:spPr bwMode="auto">
          <a:xfrm rot="0" flipH="0" flipV="0">
            <a:off x="7895584" y="1101643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996114829" name="AutoShape 48"/>
          <p:cNvSpPr/>
          <p:nvPr/>
        </p:nvSpPr>
        <p:spPr bwMode="auto">
          <a:xfrm flipH="1">
            <a:off x="2951339" y="1435637"/>
            <a:ext cx="508053" cy="796104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2303980" name="Freeform 51"/>
          <p:cNvSpPr/>
          <p:nvPr/>
        </p:nvSpPr>
        <p:spPr bwMode="auto">
          <a:xfrm rot="0" flipH="0" flipV="0">
            <a:off x="1605855" y="734156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85061258" name="TextBox 52"/>
          <p:cNvSpPr txBox="1"/>
          <p:nvPr/>
        </p:nvSpPr>
        <p:spPr bwMode="auto">
          <a:xfrm rot="0" flipH="0" flipV="0">
            <a:off x="1656761" y="753247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916359525" name="Freeform 53"/>
          <p:cNvSpPr/>
          <p:nvPr/>
        </p:nvSpPr>
        <p:spPr bwMode="auto">
          <a:xfrm rot="0" flipH="0" flipV="0">
            <a:off x="1676359" y="804661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623310410" name="AutoShape 54"/>
          <p:cNvSpPr/>
          <p:nvPr/>
        </p:nvSpPr>
        <p:spPr bwMode="auto">
          <a:xfrm>
            <a:off x="2012805" y="1277164"/>
            <a:ext cx="476218" cy="95457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3571306" name="Freeform 57"/>
          <p:cNvSpPr/>
          <p:nvPr/>
        </p:nvSpPr>
        <p:spPr bwMode="auto">
          <a:xfrm rot="0" flipH="0" flipV="0">
            <a:off x="637979" y="1075356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56241041" name="TextBox 58"/>
          <p:cNvSpPr txBox="1"/>
          <p:nvPr/>
        </p:nvSpPr>
        <p:spPr bwMode="auto">
          <a:xfrm rot="0" flipH="0" flipV="0">
            <a:off x="688884" y="1094446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20106041" name="Freeform 59"/>
          <p:cNvSpPr/>
          <p:nvPr/>
        </p:nvSpPr>
        <p:spPr bwMode="auto">
          <a:xfrm rot="0" flipH="0" flipV="0">
            <a:off x="708483" y="1145860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199705743" name="AutoShape 60"/>
          <p:cNvSpPr/>
          <p:nvPr/>
        </p:nvSpPr>
        <p:spPr bwMode="auto">
          <a:xfrm>
            <a:off x="1180984" y="1543582"/>
            <a:ext cx="1104291" cy="800145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8921581" name="Freeform 63"/>
          <p:cNvSpPr/>
          <p:nvPr/>
        </p:nvSpPr>
        <p:spPr bwMode="auto">
          <a:xfrm rot="0" flipH="0" flipV="0">
            <a:off x="637979" y="2231740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67706400" name="TextBox 64"/>
          <p:cNvSpPr txBox="1"/>
          <p:nvPr/>
        </p:nvSpPr>
        <p:spPr bwMode="auto">
          <a:xfrm rot="0" flipH="0" flipV="0">
            <a:off x="688884" y="2250830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75278223" name="Freeform 65"/>
          <p:cNvSpPr/>
          <p:nvPr/>
        </p:nvSpPr>
        <p:spPr bwMode="auto">
          <a:xfrm rot="0" flipH="0" flipV="0">
            <a:off x="708483" y="2302244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161917311" name="AutoShape 66"/>
          <p:cNvSpPr/>
          <p:nvPr/>
        </p:nvSpPr>
        <p:spPr bwMode="auto">
          <a:xfrm>
            <a:off x="1180984" y="2523821"/>
            <a:ext cx="1104291" cy="8369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243471" name="AutoShape 67"/>
          <p:cNvSpPr/>
          <p:nvPr/>
        </p:nvSpPr>
        <p:spPr bwMode="auto">
          <a:xfrm flipH="1">
            <a:off x="2100396" y="3044917"/>
            <a:ext cx="503516" cy="2327706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9188490" name="Freeform 70"/>
          <p:cNvSpPr/>
          <p:nvPr/>
        </p:nvSpPr>
        <p:spPr bwMode="auto">
          <a:xfrm rot="0" flipH="0" flipV="0">
            <a:off x="1605855" y="5372624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35682602" name="TextBox 71"/>
          <p:cNvSpPr txBox="1"/>
          <p:nvPr/>
        </p:nvSpPr>
        <p:spPr bwMode="auto">
          <a:xfrm rot="0" flipH="0" flipV="0">
            <a:off x="1682088" y="5401212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6794378" name="Freeform 72"/>
          <p:cNvSpPr/>
          <p:nvPr/>
        </p:nvSpPr>
        <p:spPr bwMode="auto">
          <a:xfrm rot="0" flipH="0" flipV="0">
            <a:off x="1711439" y="5478208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377101522" name="AutoShape 73"/>
          <p:cNvSpPr/>
          <p:nvPr/>
        </p:nvSpPr>
        <p:spPr bwMode="auto">
          <a:xfrm flipV="1">
            <a:off x="2419033" y="5602785"/>
            <a:ext cx="4159008" cy="160713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6642183" name="Freeform 76"/>
          <p:cNvSpPr/>
          <p:nvPr/>
        </p:nvSpPr>
        <p:spPr bwMode="auto">
          <a:xfrm rot="0" flipH="0" flipV="0">
            <a:off x="6578042" y="5180485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62143727" name="TextBox 77"/>
          <p:cNvSpPr txBox="1"/>
          <p:nvPr/>
        </p:nvSpPr>
        <p:spPr bwMode="auto">
          <a:xfrm rot="0" flipH="0" flipV="0">
            <a:off x="6654276" y="5209073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23073227" name="Freeform 78"/>
          <p:cNvSpPr/>
          <p:nvPr/>
        </p:nvSpPr>
        <p:spPr bwMode="auto">
          <a:xfrm rot="0" flipH="0" flipV="0">
            <a:off x="6683626" y="5286069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877505614" name="Freeform 81"/>
          <p:cNvSpPr/>
          <p:nvPr/>
        </p:nvSpPr>
        <p:spPr bwMode="auto">
          <a:xfrm rot="0" flipH="0" flipV="0">
            <a:off x="3774123" y="3907334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69220346" name="TextBox 82"/>
          <p:cNvSpPr txBox="1"/>
          <p:nvPr/>
        </p:nvSpPr>
        <p:spPr bwMode="auto">
          <a:xfrm rot="0" flipH="0" flipV="0">
            <a:off x="3825029" y="3926424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24564998" name="Freeform 83"/>
          <p:cNvSpPr/>
          <p:nvPr/>
        </p:nvSpPr>
        <p:spPr bwMode="auto">
          <a:xfrm rot="0" flipH="0" flipV="0">
            <a:off x="3844627" y="3977838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787116965" name="AutoShape 84"/>
          <p:cNvSpPr/>
          <p:nvPr/>
        </p:nvSpPr>
        <p:spPr bwMode="auto">
          <a:xfrm flipV="1">
            <a:off x="2419033" y="4392545"/>
            <a:ext cx="1355089" cy="106663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772114" name="Freeform 87"/>
          <p:cNvSpPr/>
          <p:nvPr/>
        </p:nvSpPr>
        <p:spPr bwMode="auto">
          <a:xfrm rot="0" flipH="0" flipV="0">
            <a:off x="5517533" y="3635833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83562029" name="TextBox 88"/>
          <p:cNvSpPr txBox="1"/>
          <p:nvPr/>
        </p:nvSpPr>
        <p:spPr bwMode="auto">
          <a:xfrm rot="0" flipH="0" flipV="0">
            <a:off x="5568438" y="3654923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33278269" name="Freeform 89"/>
          <p:cNvSpPr/>
          <p:nvPr/>
        </p:nvSpPr>
        <p:spPr bwMode="auto">
          <a:xfrm rot="0" flipH="0" flipV="0">
            <a:off x="5588037" y="3706337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433332523" name="AutoShape 90"/>
          <p:cNvSpPr/>
          <p:nvPr/>
        </p:nvSpPr>
        <p:spPr bwMode="auto">
          <a:xfrm flipH="1" flipV="1">
            <a:off x="5982284" y="4178837"/>
            <a:ext cx="712946" cy="100164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0447331" name="Freeform 93"/>
          <p:cNvSpPr/>
          <p:nvPr/>
        </p:nvSpPr>
        <p:spPr bwMode="auto">
          <a:xfrm rot="0" flipH="0" flipV="0">
            <a:off x="9193140" y="1794339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43634987" name="TextBox 94"/>
          <p:cNvSpPr txBox="1"/>
          <p:nvPr/>
        </p:nvSpPr>
        <p:spPr bwMode="auto">
          <a:xfrm rot="0" flipH="0" flipV="0">
            <a:off x="9269373" y="1822928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19307469" name="Freeform 95"/>
          <p:cNvSpPr/>
          <p:nvPr/>
        </p:nvSpPr>
        <p:spPr bwMode="auto">
          <a:xfrm rot="0" flipH="0" flipV="0">
            <a:off x="9298724" y="1899923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835785297" name="AutoShape 96"/>
          <p:cNvSpPr/>
          <p:nvPr/>
        </p:nvSpPr>
        <p:spPr bwMode="auto">
          <a:xfrm flipV="1">
            <a:off x="7298636" y="2607514"/>
            <a:ext cx="1987085" cy="2572969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9583253" name="Freeform 99"/>
          <p:cNvSpPr/>
          <p:nvPr/>
        </p:nvSpPr>
        <p:spPr bwMode="auto">
          <a:xfrm rot="0" flipH="0" flipV="0">
            <a:off x="10402069" y="734156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66192086" name="TextBox 100"/>
          <p:cNvSpPr txBox="1"/>
          <p:nvPr/>
        </p:nvSpPr>
        <p:spPr bwMode="auto">
          <a:xfrm rot="0" flipH="0" flipV="0">
            <a:off x="10452975" y="753247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27571821" name="Freeform 101"/>
          <p:cNvSpPr/>
          <p:nvPr/>
        </p:nvSpPr>
        <p:spPr bwMode="auto">
          <a:xfrm rot="0" flipH="0" flipV="0">
            <a:off x="10472574" y="804661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1076809192" name="AutoShape 102"/>
          <p:cNvSpPr/>
          <p:nvPr/>
        </p:nvSpPr>
        <p:spPr bwMode="auto">
          <a:xfrm flipV="1">
            <a:off x="9965013" y="1277164"/>
            <a:ext cx="464637" cy="5171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8411028" name="Freeform 105"/>
          <p:cNvSpPr/>
          <p:nvPr/>
        </p:nvSpPr>
        <p:spPr bwMode="auto">
          <a:xfrm rot="0" flipH="0" flipV="0">
            <a:off x="10945074" y="1769697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2656112" name="TextBox 106"/>
          <p:cNvSpPr txBox="1"/>
          <p:nvPr/>
        </p:nvSpPr>
        <p:spPr bwMode="auto">
          <a:xfrm rot="0" flipH="0" flipV="0">
            <a:off x="10995980" y="1788787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97089886" name="Freeform 107"/>
          <p:cNvSpPr/>
          <p:nvPr/>
        </p:nvSpPr>
        <p:spPr bwMode="auto">
          <a:xfrm rot="0" flipH="0" flipV="0">
            <a:off x="11015578" y="1840200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390099855" name="AutoShape 108"/>
          <p:cNvSpPr/>
          <p:nvPr/>
        </p:nvSpPr>
        <p:spPr bwMode="auto">
          <a:xfrm flipV="1">
            <a:off x="10006317" y="2068022"/>
            <a:ext cx="938756" cy="9273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0914631" name="Freeform 111"/>
          <p:cNvSpPr/>
          <p:nvPr/>
        </p:nvSpPr>
        <p:spPr bwMode="auto">
          <a:xfrm rot="0" flipH="0" flipV="0">
            <a:off x="10673572" y="3266978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24916480" name="TextBox 112"/>
          <p:cNvSpPr txBox="1"/>
          <p:nvPr/>
        </p:nvSpPr>
        <p:spPr bwMode="auto">
          <a:xfrm rot="0" flipH="0" flipV="0">
            <a:off x="10724478" y="3286068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11593327" name="Freeform 113"/>
          <p:cNvSpPr/>
          <p:nvPr/>
        </p:nvSpPr>
        <p:spPr bwMode="auto">
          <a:xfrm rot="0" flipH="0" flipV="0">
            <a:off x="10744076" y="3337482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136263492" name="AutoShape 114"/>
          <p:cNvSpPr/>
          <p:nvPr/>
        </p:nvSpPr>
        <p:spPr bwMode="auto">
          <a:xfrm>
            <a:off x="10006317" y="2605158"/>
            <a:ext cx="667255" cy="66339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2175721" name="Freeform 117"/>
          <p:cNvSpPr/>
          <p:nvPr/>
        </p:nvSpPr>
        <p:spPr bwMode="auto">
          <a:xfrm rot="0" flipH="0" flipV="0">
            <a:off x="9860396" y="4932423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41037515" name="TextBox 118"/>
          <p:cNvSpPr txBox="1"/>
          <p:nvPr/>
        </p:nvSpPr>
        <p:spPr bwMode="auto">
          <a:xfrm rot="0" flipH="0" flipV="0">
            <a:off x="9936630" y="4961012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20896879" name="Freeform 119"/>
          <p:cNvSpPr/>
          <p:nvPr/>
        </p:nvSpPr>
        <p:spPr bwMode="auto">
          <a:xfrm rot="0" flipH="0" flipV="0">
            <a:off x="9965980" y="5038006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970934970" name="AutoShape 120"/>
          <p:cNvSpPr/>
          <p:nvPr/>
        </p:nvSpPr>
        <p:spPr bwMode="auto">
          <a:xfrm>
            <a:off x="9686181" y="2607514"/>
            <a:ext cx="494348" cy="2324907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5288430" name="Freeform 28"/>
          <p:cNvSpPr/>
          <p:nvPr/>
        </p:nvSpPr>
        <p:spPr bwMode="auto">
          <a:xfrm rot="0" flipH="0" flipV="0">
            <a:off x="2088390" y="158222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07236656" name="TextBox 29"/>
          <p:cNvSpPr txBox="1"/>
          <p:nvPr/>
        </p:nvSpPr>
        <p:spPr bwMode="auto">
          <a:xfrm rot="0" flipH="0" flipV="0">
            <a:off x="2132263" y="1598679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42192337" name="Freeform 30"/>
          <p:cNvSpPr/>
          <p:nvPr/>
        </p:nvSpPr>
        <p:spPr bwMode="auto">
          <a:xfrm rot="0" flipH="0" flipV="0">
            <a:off x="2149154" y="1642990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211658699" name="AutoShape 31"/>
          <p:cNvSpPr/>
          <p:nvPr/>
        </p:nvSpPr>
        <p:spPr bwMode="auto">
          <a:xfrm flipH="1" flipV="1">
            <a:off x="3020074" y="1047520"/>
            <a:ext cx="1235430" cy="630240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2863537" name="Freeform 34"/>
          <p:cNvSpPr/>
          <p:nvPr/>
        </p:nvSpPr>
        <p:spPr bwMode="auto">
          <a:xfrm rot="0" flipH="0" flipV="0">
            <a:off x="2707570" y="81155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9266219" name="TextBox 35"/>
          <p:cNvSpPr txBox="1"/>
          <p:nvPr/>
        </p:nvSpPr>
        <p:spPr bwMode="auto">
          <a:xfrm rot="0" flipH="0" flipV="0">
            <a:off x="2736865" y="82254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88692480" name="Freeform 36"/>
          <p:cNvSpPr/>
          <p:nvPr/>
        </p:nvSpPr>
        <p:spPr bwMode="auto">
          <a:xfrm rot="0" flipH="0" flipV="0">
            <a:off x="2748144" y="852131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461955178" name="AutoShape 37"/>
          <p:cNvSpPr/>
          <p:nvPr/>
        </p:nvSpPr>
        <p:spPr bwMode="auto">
          <a:xfrm flipV="1">
            <a:off x="4723494" y="1171683"/>
            <a:ext cx="553100" cy="43950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0777359" name="Freeform 40"/>
          <p:cNvSpPr/>
          <p:nvPr/>
        </p:nvSpPr>
        <p:spPr bwMode="auto">
          <a:xfrm rot="0" flipH="0" flipV="0">
            <a:off x="4255503" y="1563138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78864625" name="TextBox 41"/>
          <p:cNvSpPr txBox="1"/>
          <p:nvPr/>
        </p:nvSpPr>
        <p:spPr bwMode="auto">
          <a:xfrm rot="0" flipH="0" flipV="0">
            <a:off x="4299376" y="1579590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86616677" name="Freeform 42"/>
          <p:cNvSpPr/>
          <p:nvPr/>
        </p:nvSpPr>
        <p:spPr bwMode="auto">
          <a:xfrm rot="0" flipH="0" flipV="0">
            <a:off x="4316267" y="1623901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785675638" name="Freeform 45"/>
          <p:cNvSpPr/>
          <p:nvPr/>
        </p:nvSpPr>
        <p:spPr bwMode="auto">
          <a:xfrm rot="0" flipH="0" flipV="0">
            <a:off x="5276595" y="89126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72061971" name="TextBox 46"/>
          <p:cNvSpPr txBox="1"/>
          <p:nvPr/>
        </p:nvSpPr>
        <p:spPr bwMode="auto">
          <a:xfrm rot="0" flipH="0" flipV="0">
            <a:off x="5305892" y="902254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50400986" name="Freeform 47"/>
          <p:cNvSpPr/>
          <p:nvPr/>
        </p:nvSpPr>
        <p:spPr bwMode="auto">
          <a:xfrm rot="0" flipH="0" flipV="0">
            <a:off x="5317170" y="931842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641052698" name="AutoShape 48"/>
          <p:cNvSpPr/>
          <p:nvPr/>
        </p:nvSpPr>
        <p:spPr bwMode="auto">
          <a:xfrm flipH="1">
            <a:off x="2471717" y="1124062"/>
            <a:ext cx="292387" cy="458162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6980597" name="Freeform 51"/>
          <p:cNvSpPr/>
          <p:nvPr/>
        </p:nvSpPr>
        <p:spPr bwMode="auto">
          <a:xfrm rot="0" flipH="0" flipV="0">
            <a:off x="1697378" y="72035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05207613" name="TextBox 52"/>
          <p:cNvSpPr txBox="1"/>
          <p:nvPr/>
        </p:nvSpPr>
        <p:spPr bwMode="auto">
          <a:xfrm rot="0" flipH="0" flipV="0">
            <a:off x="1726675" y="73134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028476152" name="Freeform 53"/>
          <p:cNvSpPr/>
          <p:nvPr/>
        </p:nvSpPr>
        <p:spPr bwMode="auto">
          <a:xfrm rot="0" flipH="0" flipV="0">
            <a:off x="1737952" y="76092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1740138416" name="AutoShape 54"/>
          <p:cNvSpPr/>
          <p:nvPr/>
        </p:nvSpPr>
        <p:spPr bwMode="auto">
          <a:xfrm>
            <a:off x="1931582" y="1032858"/>
            <a:ext cx="274068" cy="549369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9295577" name="Freeform 57"/>
          <p:cNvSpPr/>
          <p:nvPr/>
        </p:nvSpPr>
        <p:spPr bwMode="auto">
          <a:xfrm rot="0" flipH="0" flipV="0">
            <a:off x="1140357" y="916715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88712963" name="TextBox 58"/>
          <p:cNvSpPr txBox="1"/>
          <p:nvPr/>
        </p:nvSpPr>
        <p:spPr bwMode="auto">
          <a:xfrm rot="0" flipH="0" flipV="0">
            <a:off x="1169654" y="927702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98361029" name="Freeform 59"/>
          <p:cNvSpPr/>
          <p:nvPr/>
        </p:nvSpPr>
        <p:spPr bwMode="auto">
          <a:xfrm rot="0" flipH="0" flipV="0">
            <a:off x="1180932" y="95729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1194699246" name="AutoShape 60"/>
          <p:cNvSpPr/>
          <p:nvPr/>
        </p:nvSpPr>
        <p:spPr bwMode="auto">
          <a:xfrm>
            <a:off x="1452863" y="1186184"/>
            <a:ext cx="635527" cy="46048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5187590" name="Freeform 63"/>
          <p:cNvSpPr/>
          <p:nvPr/>
        </p:nvSpPr>
        <p:spPr bwMode="auto">
          <a:xfrm rot="0" flipH="0" flipV="0">
            <a:off x="1140357" y="158222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60120833" name="TextBox 64"/>
          <p:cNvSpPr txBox="1"/>
          <p:nvPr/>
        </p:nvSpPr>
        <p:spPr bwMode="auto">
          <a:xfrm rot="0" flipH="0" flipV="0">
            <a:off x="1169654" y="159321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63662203" name="Freeform 65"/>
          <p:cNvSpPr/>
          <p:nvPr/>
        </p:nvSpPr>
        <p:spPr bwMode="auto">
          <a:xfrm rot="0" flipH="0" flipV="0">
            <a:off x="1180932" y="162280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353341568" name="AutoShape 66"/>
          <p:cNvSpPr/>
          <p:nvPr/>
        </p:nvSpPr>
        <p:spPr bwMode="auto">
          <a:xfrm>
            <a:off x="1452863" y="1750320"/>
            <a:ext cx="635527" cy="48164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9591940" name="AutoShape 67"/>
          <p:cNvSpPr/>
          <p:nvPr/>
        </p:nvSpPr>
        <p:spPr bwMode="auto">
          <a:xfrm flipH="1">
            <a:off x="1981991" y="2050216"/>
            <a:ext cx="289777" cy="133961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2651914" name="Freeform 70"/>
          <p:cNvSpPr/>
          <p:nvPr/>
        </p:nvSpPr>
        <p:spPr bwMode="auto">
          <a:xfrm rot="0" flipH="0" flipV="0">
            <a:off x="1697378" y="3389832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52956079" name="TextBox 71"/>
          <p:cNvSpPr txBox="1"/>
          <p:nvPr/>
        </p:nvSpPr>
        <p:spPr bwMode="auto">
          <a:xfrm rot="0" flipH="0" flipV="0">
            <a:off x="1741251" y="3406284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60108782" name="Freeform 72"/>
          <p:cNvSpPr/>
          <p:nvPr/>
        </p:nvSpPr>
        <p:spPr bwMode="auto">
          <a:xfrm rot="0" flipH="0" flipV="0">
            <a:off x="1758142" y="3450595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1740562675" name="AutoShape 73"/>
          <p:cNvSpPr/>
          <p:nvPr/>
        </p:nvSpPr>
        <p:spPr bwMode="auto">
          <a:xfrm flipV="1">
            <a:off x="2165369" y="3522291"/>
            <a:ext cx="2393544" cy="92492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4098798" name="Freeform 76"/>
          <p:cNvSpPr/>
          <p:nvPr/>
        </p:nvSpPr>
        <p:spPr bwMode="auto">
          <a:xfrm rot="0" flipH="0" flipV="0">
            <a:off x="4558915" y="3279253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47758753" name="TextBox 77"/>
          <p:cNvSpPr txBox="1"/>
          <p:nvPr/>
        </p:nvSpPr>
        <p:spPr bwMode="auto">
          <a:xfrm rot="0" flipH="0" flipV="0">
            <a:off x="4602788" y="3295706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8163360" name="Freeform 78"/>
          <p:cNvSpPr/>
          <p:nvPr/>
        </p:nvSpPr>
        <p:spPr bwMode="auto">
          <a:xfrm rot="0" flipH="0" flipV="0">
            <a:off x="4619679" y="3340017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420834100" name="Freeform 81"/>
          <p:cNvSpPr/>
          <p:nvPr/>
        </p:nvSpPr>
        <p:spPr bwMode="auto">
          <a:xfrm rot="0" flipH="0" flipV="0">
            <a:off x="2945235" y="2546545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63844489" name="TextBox 82"/>
          <p:cNvSpPr txBox="1"/>
          <p:nvPr/>
        </p:nvSpPr>
        <p:spPr bwMode="auto">
          <a:xfrm rot="0" flipH="0" flipV="0">
            <a:off x="2974532" y="2557532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94854356" name="Freeform 83"/>
          <p:cNvSpPr/>
          <p:nvPr/>
        </p:nvSpPr>
        <p:spPr bwMode="auto">
          <a:xfrm rot="0" flipH="0" flipV="0">
            <a:off x="2985810" y="2587119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1259951884" name="AutoShape 84"/>
          <p:cNvSpPr/>
          <p:nvPr/>
        </p:nvSpPr>
        <p:spPr bwMode="auto">
          <a:xfrm flipV="1">
            <a:off x="2165369" y="2825787"/>
            <a:ext cx="779865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0538452" name="Freeform 87"/>
          <p:cNvSpPr/>
          <p:nvPr/>
        </p:nvSpPr>
        <p:spPr bwMode="auto">
          <a:xfrm rot="0" flipH="0" flipV="0">
            <a:off x="3948582" y="239029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20198384" name="TextBox 88"/>
          <p:cNvSpPr txBox="1"/>
          <p:nvPr/>
        </p:nvSpPr>
        <p:spPr bwMode="auto">
          <a:xfrm rot="0" flipH="0" flipV="0">
            <a:off x="3977879" y="240127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50823423" name="Freeform 89"/>
          <p:cNvSpPr/>
          <p:nvPr/>
        </p:nvSpPr>
        <p:spPr bwMode="auto">
          <a:xfrm rot="0" flipH="0" flipV="0">
            <a:off x="3989157" y="243086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1921659624" name="AutoShape 90"/>
          <p:cNvSpPr/>
          <p:nvPr/>
        </p:nvSpPr>
        <p:spPr bwMode="auto">
          <a:xfrm flipH="1" flipV="1">
            <a:off x="4216050" y="2702797"/>
            <a:ext cx="410306" cy="5764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6386614" name="Freeform 93"/>
          <p:cNvSpPr/>
          <p:nvPr/>
        </p:nvSpPr>
        <p:spPr bwMode="auto">
          <a:xfrm rot="0" flipH="0" flipV="0">
            <a:off x="6063924" y="133049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10922621" name="TextBox 94"/>
          <p:cNvSpPr txBox="1"/>
          <p:nvPr/>
        </p:nvSpPr>
        <p:spPr bwMode="auto">
          <a:xfrm rot="0" flipH="0" flipV="0">
            <a:off x="6107798" y="1346949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717218834" name="Freeform 95"/>
          <p:cNvSpPr/>
          <p:nvPr/>
        </p:nvSpPr>
        <p:spPr bwMode="auto">
          <a:xfrm rot="0" flipH="0" flipV="0">
            <a:off x="6124689" y="1391260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59110452" name="AutoShape 96"/>
          <p:cNvSpPr/>
          <p:nvPr/>
        </p:nvSpPr>
        <p:spPr bwMode="auto">
          <a:xfrm flipV="1">
            <a:off x="4973622" y="1798488"/>
            <a:ext cx="1143585" cy="1480765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6955699" name="Freeform 99"/>
          <p:cNvSpPr/>
          <p:nvPr/>
        </p:nvSpPr>
        <p:spPr bwMode="auto">
          <a:xfrm rot="0" flipH="0" flipV="0">
            <a:off x="6759676" y="72035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42408575" name="TextBox 100"/>
          <p:cNvSpPr txBox="1"/>
          <p:nvPr/>
        </p:nvSpPr>
        <p:spPr bwMode="auto">
          <a:xfrm rot="0" flipH="0" flipV="0">
            <a:off x="6788972" y="73134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53115513" name="Freeform 101"/>
          <p:cNvSpPr/>
          <p:nvPr/>
        </p:nvSpPr>
        <p:spPr bwMode="auto">
          <a:xfrm rot="0" flipH="0" flipV="0">
            <a:off x="6800250" y="76092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1955348409" name="AutoShape 102"/>
          <p:cNvSpPr/>
          <p:nvPr/>
        </p:nvSpPr>
        <p:spPr bwMode="auto">
          <a:xfrm flipV="1">
            <a:off x="6508145" y="1032858"/>
            <a:ext cx="267402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4154249" name="Freeform 105"/>
          <p:cNvSpPr/>
          <p:nvPr/>
        </p:nvSpPr>
        <p:spPr bwMode="auto">
          <a:xfrm rot="0" flipH="0" flipV="0">
            <a:off x="7072178" y="131631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22686558" name="TextBox 106"/>
          <p:cNvSpPr txBox="1"/>
          <p:nvPr/>
        </p:nvSpPr>
        <p:spPr bwMode="auto">
          <a:xfrm rot="0" flipH="0" flipV="0">
            <a:off x="7101475" y="1327304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89908979" name="Freeform 107"/>
          <p:cNvSpPr/>
          <p:nvPr/>
        </p:nvSpPr>
        <p:spPr bwMode="auto">
          <a:xfrm rot="0" flipH="0" flipV="0">
            <a:off x="7112752" y="1356891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1128167497" name="AutoShape 108"/>
          <p:cNvSpPr/>
          <p:nvPr/>
        </p:nvSpPr>
        <p:spPr bwMode="auto">
          <a:xfrm flipV="1">
            <a:off x="6531915" y="1488004"/>
            <a:ext cx="540262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1194304" name="Freeform 111"/>
          <p:cNvSpPr/>
          <p:nvPr/>
        </p:nvSpPr>
        <p:spPr bwMode="auto">
          <a:xfrm rot="0" flipH="0" flipV="0">
            <a:off x="6915926" y="2178015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16526317" name="TextBox 112"/>
          <p:cNvSpPr txBox="1"/>
          <p:nvPr/>
        </p:nvSpPr>
        <p:spPr bwMode="auto">
          <a:xfrm rot="0" flipH="0" flipV="0">
            <a:off x="6945222" y="2189002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729652753" name="Freeform 113"/>
          <p:cNvSpPr/>
          <p:nvPr/>
        </p:nvSpPr>
        <p:spPr bwMode="auto">
          <a:xfrm rot="0" flipH="0" flipV="0">
            <a:off x="6956501" y="221859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385378180" name="AutoShape 114"/>
          <p:cNvSpPr/>
          <p:nvPr/>
        </p:nvSpPr>
        <p:spPr bwMode="auto">
          <a:xfrm>
            <a:off x="6531915" y="1797132"/>
            <a:ext cx="384012" cy="3817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6241950" name="Freeform 117"/>
          <p:cNvSpPr/>
          <p:nvPr/>
        </p:nvSpPr>
        <p:spPr bwMode="auto">
          <a:xfrm rot="0" flipH="0" flipV="0">
            <a:off x="6447937" y="3136491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25243994" name="TextBox 118"/>
          <p:cNvSpPr txBox="1"/>
          <p:nvPr/>
        </p:nvSpPr>
        <p:spPr bwMode="auto">
          <a:xfrm rot="0" flipH="0" flipV="0">
            <a:off x="6491810" y="3152944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905696570" name="Freeform 119"/>
          <p:cNvSpPr/>
          <p:nvPr/>
        </p:nvSpPr>
        <p:spPr bwMode="auto">
          <a:xfrm rot="0" flipH="0" flipV="0">
            <a:off x="6508701" y="3197255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2011678122" name="AutoShape 120"/>
          <p:cNvSpPr/>
          <p:nvPr/>
        </p:nvSpPr>
        <p:spPr bwMode="auto">
          <a:xfrm>
            <a:off x="6347675" y="1798488"/>
            <a:ext cx="284500" cy="133800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7332689" name="Freeform 121"/>
          <p:cNvSpPr/>
          <p:nvPr/>
        </p:nvSpPr>
        <p:spPr bwMode="auto">
          <a:xfrm rot="-10799952">
            <a:off x="7470407" y="567671"/>
            <a:ext cx="774636" cy="3442834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4124821" name="Freeform 123"/>
          <p:cNvSpPr/>
          <p:nvPr/>
        </p:nvSpPr>
        <p:spPr bwMode="auto">
          <a:xfrm rot="0" flipH="0" flipV="0">
            <a:off x="8768919" y="1424160"/>
            <a:ext cx="2175106" cy="1729855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323761963" name="TextBox 124"/>
          <p:cNvSpPr txBox="1"/>
          <p:nvPr/>
        </p:nvSpPr>
        <p:spPr bwMode="auto">
          <a:xfrm rot="0" flipH="0" flipV="0">
            <a:off x="8768919" y="1394020"/>
            <a:ext cx="2175106" cy="176000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871"/>
              </a:lnSpc>
              <a:defRPr/>
            </a:pPr>
            <a:endParaRPr/>
          </a:p>
        </p:txBody>
      </p:sp>
      <p:sp>
        <p:nvSpPr>
          <p:cNvPr id="1139539282" name="Freeform 125"/>
          <p:cNvSpPr/>
          <p:nvPr/>
        </p:nvSpPr>
        <p:spPr bwMode="auto">
          <a:xfrm>
            <a:off x="10213292" y="1576559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4302479" name="Freeform 126"/>
          <p:cNvSpPr/>
          <p:nvPr/>
        </p:nvSpPr>
        <p:spPr bwMode="auto">
          <a:xfrm>
            <a:off x="9616840" y="1576559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0582497" name="Freeform 127"/>
          <p:cNvSpPr/>
          <p:nvPr/>
        </p:nvSpPr>
        <p:spPr bwMode="auto">
          <a:xfrm>
            <a:off x="9015869" y="1576559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7464157" name="Freeform 128"/>
          <p:cNvSpPr/>
          <p:nvPr/>
        </p:nvSpPr>
        <p:spPr bwMode="auto">
          <a:xfrm>
            <a:off x="10213292" y="2366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4494194" name="Freeform 129"/>
          <p:cNvSpPr/>
          <p:nvPr/>
        </p:nvSpPr>
        <p:spPr bwMode="auto">
          <a:xfrm>
            <a:off x="9616840" y="2366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1492614" name="Freeform 130"/>
          <p:cNvSpPr/>
          <p:nvPr/>
        </p:nvSpPr>
        <p:spPr bwMode="auto">
          <a:xfrm>
            <a:off x="9015869" y="2366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2569191" name="Freeform 131"/>
          <p:cNvSpPr/>
          <p:nvPr/>
        </p:nvSpPr>
        <p:spPr bwMode="auto">
          <a:xfrm rot="7235047">
            <a:off x="8420391" y="4186046"/>
            <a:ext cx="1983807" cy="709210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0374108" name="Freeform 132"/>
          <p:cNvSpPr/>
          <p:nvPr/>
        </p:nvSpPr>
        <p:spPr bwMode="auto">
          <a:xfrm>
            <a:off x="6489094" y="4572482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9697509" name="Freeform 133"/>
          <p:cNvSpPr/>
          <p:nvPr/>
        </p:nvSpPr>
        <p:spPr bwMode="auto">
          <a:xfrm>
            <a:off x="7023415" y="4761667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9196651" name="Freeform 28"/>
          <p:cNvSpPr/>
          <p:nvPr/>
        </p:nvSpPr>
        <p:spPr bwMode="auto">
          <a:xfrm rot="0" flipH="0" flipV="0">
            <a:off x="2311632" y="1582227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4563673" name="TextBox 29"/>
          <p:cNvSpPr txBox="1"/>
          <p:nvPr/>
        </p:nvSpPr>
        <p:spPr bwMode="auto">
          <a:xfrm rot="0" flipH="0" flipV="0">
            <a:off x="2355504" y="1598679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678092271" name="Freeform 30"/>
          <p:cNvSpPr/>
          <p:nvPr/>
        </p:nvSpPr>
        <p:spPr bwMode="auto">
          <a:xfrm rot="0" flipH="0" flipV="0">
            <a:off x="2372396" y="1642990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613828937" name="AutoShape 31"/>
          <p:cNvSpPr/>
          <p:nvPr/>
        </p:nvSpPr>
        <p:spPr bwMode="auto">
          <a:xfrm flipH="1" flipV="1">
            <a:off x="3243315" y="1047519"/>
            <a:ext cx="1235430" cy="630239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6895440" name="Freeform 34"/>
          <p:cNvSpPr/>
          <p:nvPr/>
        </p:nvSpPr>
        <p:spPr bwMode="auto">
          <a:xfrm rot="0" flipH="0" flipV="0">
            <a:off x="2930814" y="811557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58482441" name="TextBox 35"/>
          <p:cNvSpPr txBox="1"/>
          <p:nvPr/>
        </p:nvSpPr>
        <p:spPr bwMode="auto">
          <a:xfrm rot="0" flipH="0" flipV="0">
            <a:off x="2960109" y="822543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517839273" name="Freeform 36"/>
          <p:cNvSpPr/>
          <p:nvPr/>
        </p:nvSpPr>
        <p:spPr bwMode="auto">
          <a:xfrm rot="0" flipH="0" flipV="0">
            <a:off x="2971387" y="85213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601019476" name="AutoShape 37"/>
          <p:cNvSpPr/>
          <p:nvPr/>
        </p:nvSpPr>
        <p:spPr bwMode="auto">
          <a:xfrm flipV="1">
            <a:off x="4946735" y="1171683"/>
            <a:ext cx="553099" cy="43950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0720432" name="Freeform 40"/>
          <p:cNvSpPr/>
          <p:nvPr/>
        </p:nvSpPr>
        <p:spPr bwMode="auto">
          <a:xfrm rot="0" flipH="0" flipV="0">
            <a:off x="4478744" y="1563138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85176053" name="TextBox 41"/>
          <p:cNvSpPr txBox="1"/>
          <p:nvPr/>
        </p:nvSpPr>
        <p:spPr bwMode="auto">
          <a:xfrm rot="0" flipH="0" flipV="0">
            <a:off x="4522617" y="1579590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345603576" name="Freeform 42"/>
          <p:cNvSpPr/>
          <p:nvPr/>
        </p:nvSpPr>
        <p:spPr bwMode="auto">
          <a:xfrm rot="0" flipH="0" flipV="0">
            <a:off x="4539508" y="1623901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302016798" name="Freeform 45"/>
          <p:cNvSpPr/>
          <p:nvPr/>
        </p:nvSpPr>
        <p:spPr bwMode="auto">
          <a:xfrm rot="0" flipH="0" flipV="0">
            <a:off x="5499836" y="891267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17681963" name="TextBox 46"/>
          <p:cNvSpPr txBox="1"/>
          <p:nvPr/>
        </p:nvSpPr>
        <p:spPr bwMode="auto">
          <a:xfrm rot="0" flipH="0" flipV="0">
            <a:off x="5529132" y="902254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228330070" name="Freeform 47"/>
          <p:cNvSpPr/>
          <p:nvPr/>
        </p:nvSpPr>
        <p:spPr bwMode="auto">
          <a:xfrm rot="0" flipH="0" flipV="0">
            <a:off x="5540410" y="931842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568390584" name="AutoShape 48"/>
          <p:cNvSpPr/>
          <p:nvPr/>
        </p:nvSpPr>
        <p:spPr bwMode="auto">
          <a:xfrm flipH="1">
            <a:off x="2694960" y="1124062"/>
            <a:ext cx="292386" cy="45816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9546693" name="Freeform 51"/>
          <p:cNvSpPr/>
          <p:nvPr/>
        </p:nvSpPr>
        <p:spPr bwMode="auto">
          <a:xfrm rot="0" flipH="0" flipV="0">
            <a:off x="1920619" y="720352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1494969" name="TextBox 52"/>
          <p:cNvSpPr txBox="1"/>
          <p:nvPr/>
        </p:nvSpPr>
        <p:spPr bwMode="auto">
          <a:xfrm rot="0" flipH="0" flipV="0">
            <a:off x="1949915" y="731339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265756454" name="Freeform 53"/>
          <p:cNvSpPr/>
          <p:nvPr/>
        </p:nvSpPr>
        <p:spPr bwMode="auto">
          <a:xfrm rot="0" flipH="0" flipV="0">
            <a:off x="1961193" y="760926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906640750" name="AutoShape 54"/>
          <p:cNvSpPr/>
          <p:nvPr/>
        </p:nvSpPr>
        <p:spPr bwMode="auto">
          <a:xfrm>
            <a:off x="2154825" y="1032858"/>
            <a:ext cx="274068" cy="549369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2214411" name="Freeform 57"/>
          <p:cNvSpPr/>
          <p:nvPr/>
        </p:nvSpPr>
        <p:spPr bwMode="auto">
          <a:xfrm rot="0" flipH="0" flipV="0">
            <a:off x="1363599" y="916714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11257645" name="TextBox 58"/>
          <p:cNvSpPr txBox="1"/>
          <p:nvPr/>
        </p:nvSpPr>
        <p:spPr bwMode="auto">
          <a:xfrm rot="0" flipH="0" flipV="0">
            <a:off x="1392895" y="927701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159971876" name="Freeform 59"/>
          <p:cNvSpPr/>
          <p:nvPr/>
        </p:nvSpPr>
        <p:spPr bwMode="auto">
          <a:xfrm rot="0" flipH="0" flipV="0">
            <a:off x="1404173" y="957288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624684804" name="AutoShape 60"/>
          <p:cNvSpPr/>
          <p:nvPr/>
        </p:nvSpPr>
        <p:spPr bwMode="auto">
          <a:xfrm>
            <a:off x="1676106" y="1186182"/>
            <a:ext cx="635526" cy="460487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8628361" name="Freeform 63"/>
          <p:cNvSpPr/>
          <p:nvPr/>
        </p:nvSpPr>
        <p:spPr bwMode="auto">
          <a:xfrm rot="0" flipH="0" flipV="0">
            <a:off x="1363599" y="1582227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39086425" name="TextBox 64"/>
          <p:cNvSpPr txBox="1"/>
          <p:nvPr/>
        </p:nvSpPr>
        <p:spPr bwMode="auto">
          <a:xfrm rot="0" flipH="0" flipV="0">
            <a:off x="1392895" y="1593213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880475360" name="Freeform 65"/>
          <p:cNvSpPr/>
          <p:nvPr/>
        </p:nvSpPr>
        <p:spPr bwMode="auto">
          <a:xfrm rot="0" flipH="0" flipV="0">
            <a:off x="1404173" y="162280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816083176" name="AutoShape 66"/>
          <p:cNvSpPr/>
          <p:nvPr/>
        </p:nvSpPr>
        <p:spPr bwMode="auto">
          <a:xfrm>
            <a:off x="1676106" y="1750320"/>
            <a:ext cx="635526" cy="48163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0261393" name="AutoShape 67"/>
          <p:cNvSpPr/>
          <p:nvPr/>
        </p:nvSpPr>
        <p:spPr bwMode="auto">
          <a:xfrm flipH="1">
            <a:off x="2205234" y="2050216"/>
            <a:ext cx="289776" cy="133961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9428483" name="Freeform 70"/>
          <p:cNvSpPr/>
          <p:nvPr/>
        </p:nvSpPr>
        <p:spPr bwMode="auto">
          <a:xfrm rot="0" flipH="0" flipV="0">
            <a:off x="1920619" y="3389832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97428428" name="TextBox 71"/>
          <p:cNvSpPr txBox="1"/>
          <p:nvPr/>
        </p:nvSpPr>
        <p:spPr bwMode="auto">
          <a:xfrm rot="0" flipH="0" flipV="0">
            <a:off x="1964491" y="3406284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224477228" name="Freeform 72"/>
          <p:cNvSpPr/>
          <p:nvPr/>
        </p:nvSpPr>
        <p:spPr bwMode="auto">
          <a:xfrm rot="0" flipH="0" flipV="0">
            <a:off x="1981383" y="3450595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1098342466" name="AutoShape 73"/>
          <p:cNvSpPr/>
          <p:nvPr/>
        </p:nvSpPr>
        <p:spPr bwMode="auto">
          <a:xfrm flipV="1">
            <a:off x="2388611" y="3522290"/>
            <a:ext cx="2393543" cy="92491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1195650" name="Freeform 76"/>
          <p:cNvSpPr/>
          <p:nvPr/>
        </p:nvSpPr>
        <p:spPr bwMode="auto">
          <a:xfrm rot="0" flipH="0" flipV="0">
            <a:off x="4782159" y="3279251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41454429" name="TextBox 77"/>
          <p:cNvSpPr txBox="1"/>
          <p:nvPr/>
        </p:nvSpPr>
        <p:spPr bwMode="auto">
          <a:xfrm rot="0" flipH="0" flipV="0">
            <a:off x="4826029" y="3295704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507740074" name="Freeform 78"/>
          <p:cNvSpPr/>
          <p:nvPr/>
        </p:nvSpPr>
        <p:spPr bwMode="auto">
          <a:xfrm rot="0" flipH="0" flipV="0">
            <a:off x="4842922" y="3340014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1688891207" name="Freeform 81"/>
          <p:cNvSpPr/>
          <p:nvPr/>
        </p:nvSpPr>
        <p:spPr bwMode="auto">
          <a:xfrm rot="0" flipH="0" flipV="0">
            <a:off x="3168477" y="2546543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9396245" name="TextBox 82"/>
          <p:cNvSpPr txBox="1"/>
          <p:nvPr/>
        </p:nvSpPr>
        <p:spPr bwMode="auto">
          <a:xfrm rot="0" flipH="0" flipV="0">
            <a:off x="3197773" y="2557530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434570782" name="Freeform 83"/>
          <p:cNvSpPr/>
          <p:nvPr/>
        </p:nvSpPr>
        <p:spPr bwMode="auto">
          <a:xfrm rot="0" flipH="0" flipV="0">
            <a:off x="3209051" y="2587118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252223073" name="AutoShape 84"/>
          <p:cNvSpPr/>
          <p:nvPr/>
        </p:nvSpPr>
        <p:spPr bwMode="auto">
          <a:xfrm flipV="1">
            <a:off x="2388611" y="2825786"/>
            <a:ext cx="779864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4394379" name="Freeform 87"/>
          <p:cNvSpPr/>
          <p:nvPr/>
        </p:nvSpPr>
        <p:spPr bwMode="auto">
          <a:xfrm rot="0" flipH="0" flipV="0">
            <a:off x="4171824" y="2390292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97206042" name="TextBox 88"/>
          <p:cNvSpPr txBox="1"/>
          <p:nvPr/>
        </p:nvSpPr>
        <p:spPr bwMode="auto">
          <a:xfrm rot="0" flipH="0" flipV="0">
            <a:off x="4201120" y="2401278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480403710" name="Freeform 89"/>
          <p:cNvSpPr/>
          <p:nvPr/>
        </p:nvSpPr>
        <p:spPr bwMode="auto">
          <a:xfrm rot="0" flipH="0" flipV="0">
            <a:off x="4212398" y="2430865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149117751" name="AutoShape 90"/>
          <p:cNvSpPr/>
          <p:nvPr/>
        </p:nvSpPr>
        <p:spPr bwMode="auto">
          <a:xfrm flipH="1" flipV="1">
            <a:off x="4439292" y="2702797"/>
            <a:ext cx="410305" cy="5764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5334455" name="Freeform 93"/>
          <p:cNvSpPr/>
          <p:nvPr/>
        </p:nvSpPr>
        <p:spPr bwMode="auto">
          <a:xfrm rot="0" flipH="0" flipV="0">
            <a:off x="6287167" y="1330497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7452108" name="TextBox 94"/>
          <p:cNvSpPr txBox="1"/>
          <p:nvPr/>
        </p:nvSpPr>
        <p:spPr bwMode="auto">
          <a:xfrm rot="0" flipH="0" flipV="0">
            <a:off x="6331039" y="1346949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805211673" name="Freeform 95"/>
          <p:cNvSpPr/>
          <p:nvPr/>
        </p:nvSpPr>
        <p:spPr bwMode="auto">
          <a:xfrm rot="0" flipH="0" flipV="0">
            <a:off x="6347931" y="1391260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975168802" name="AutoShape 96"/>
          <p:cNvSpPr/>
          <p:nvPr/>
        </p:nvSpPr>
        <p:spPr bwMode="auto">
          <a:xfrm flipV="1">
            <a:off x="5196863" y="1798488"/>
            <a:ext cx="1143585" cy="148076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2252775" name="Freeform 99"/>
          <p:cNvSpPr/>
          <p:nvPr/>
        </p:nvSpPr>
        <p:spPr bwMode="auto">
          <a:xfrm rot="0" flipH="0" flipV="0">
            <a:off x="6982920" y="720352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14319197" name="TextBox 100"/>
          <p:cNvSpPr txBox="1"/>
          <p:nvPr/>
        </p:nvSpPr>
        <p:spPr bwMode="auto">
          <a:xfrm rot="0" flipH="0" flipV="0">
            <a:off x="7012215" y="731339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534124011" name="Freeform 101"/>
          <p:cNvSpPr/>
          <p:nvPr/>
        </p:nvSpPr>
        <p:spPr bwMode="auto">
          <a:xfrm rot="0" flipH="0" flipV="0">
            <a:off x="7023493" y="760926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1491878792" name="AutoShape 102"/>
          <p:cNvSpPr/>
          <p:nvPr/>
        </p:nvSpPr>
        <p:spPr bwMode="auto">
          <a:xfrm flipV="1">
            <a:off x="6731388" y="1032858"/>
            <a:ext cx="267401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3448339" name="Freeform 105"/>
          <p:cNvSpPr/>
          <p:nvPr/>
        </p:nvSpPr>
        <p:spPr bwMode="auto">
          <a:xfrm rot="0" flipH="0" flipV="0">
            <a:off x="7295418" y="1316315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6508177" name="TextBox 106"/>
          <p:cNvSpPr txBox="1"/>
          <p:nvPr/>
        </p:nvSpPr>
        <p:spPr bwMode="auto">
          <a:xfrm rot="0" flipH="0" flipV="0">
            <a:off x="7324714" y="1327302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323123514" name="Freeform 107"/>
          <p:cNvSpPr/>
          <p:nvPr/>
        </p:nvSpPr>
        <p:spPr bwMode="auto">
          <a:xfrm rot="0" flipH="0" flipV="0">
            <a:off x="7335992" y="135689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589830591" name="AutoShape 108"/>
          <p:cNvSpPr/>
          <p:nvPr/>
        </p:nvSpPr>
        <p:spPr bwMode="auto">
          <a:xfrm flipV="1">
            <a:off x="6755155" y="1488004"/>
            <a:ext cx="540261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2776183" name="Freeform 111"/>
          <p:cNvSpPr/>
          <p:nvPr/>
        </p:nvSpPr>
        <p:spPr bwMode="auto">
          <a:xfrm rot="0" flipH="0" flipV="0">
            <a:off x="7139169" y="2178015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2471610" name="TextBox 112"/>
          <p:cNvSpPr txBox="1"/>
          <p:nvPr/>
        </p:nvSpPr>
        <p:spPr bwMode="auto">
          <a:xfrm rot="0" flipH="0" flipV="0">
            <a:off x="7168464" y="2189002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299389004" name="Freeform 113"/>
          <p:cNvSpPr/>
          <p:nvPr/>
        </p:nvSpPr>
        <p:spPr bwMode="auto">
          <a:xfrm rot="0" flipH="0" flipV="0">
            <a:off x="7179742" y="221859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741811430" name="AutoShape 114"/>
          <p:cNvSpPr/>
          <p:nvPr/>
        </p:nvSpPr>
        <p:spPr bwMode="auto">
          <a:xfrm>
            <a:off x="6755155" y="1797131"/>
            <a:ext cx="384012" cy="38178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9000356" name="Freeform 117"/>
          <p:cNvSpPr/>
          <p:nvPr/>
        </p:nvSpPr>
        <p:spPr bwMode="auto">
          <a:xfrm rot="0" flipH="0" flipV="0">
            <a:off x="6671178" y="3136491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75390019" name="TextBox 118"/>
          <p:cNvSpPr txBox="1"/>
          <p:nvPr/>
        </p:nvSpPr>
        <p:spPr bwMode="auto">
          <a:xfrm rot="0" flipH="0" flipV="0">
            <a:off x="6715051" y="3152943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997015500" name="Freeform 119"/>
          <p:cNvSpPr/>
          <p:nvPr/>
        </p:nvSpPr>
        <p:spPr bwMode="auto">
          <a:xfrm rot="0" flipH="0" flipV="0">
            <a:off x="6731943" y="3197254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914727907" name="AutoShape 120"/>
          <p:cNvSpPr/>
          <p:nvPr/>
        </p:nvSpPr>
        <p:spPr bwMode="auto">
          <a:xfrm>
            <a:off x="6570918" y="1798488"/>
            <a:ext cx="284499" cy="133800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0941320" name="Freeform 121"/>
          <p:cNvSpPr/>
          <p:nvPr/>
        </p:nvSpPr>
        <p:spPr bwMode="auto">
          <a:xfrm rot="-10799922">
            <a:off x="7693650" y="567669"/>
            <a:ext cx="774635" cy="3442833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0256671" name="Freeform 123"/>
          <p:cNvSpPr/>
          <p:nvPr/>
        </p:nvSpPr>
        <p:spPr bwMode="auto">
          <a:xfrm rot="0" flipH="0" flipV="0">
            <a:off x="8992161" y="1424160"/>
            <a:ext cx="2175105" cy="1729854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769685429" name="TextBox 124"/>
          <p:cNvSpPr txBox="1"/>
          <p:nvPr/>
        </p:nvSpPr>
        <p:spPr bwMode="auto">
          <a:xfrm rot="0" flipH="0" flipV="0">
            <a:off x="8992161" y="1394022"/>
            <a:ext cx="2175105" cy="176000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869"/>
              </a:lnSpc>
              <a:defRPr/>
            </a:pPr>
            <a:endParaRPr/>
          </a:p>
        </p:txBody>
      </p:sp>
      <p:sp>
        <p:nvSpPr>
          <p:cNvPr id="436131035" name="Freeform 125"/>
          <p:cNvSpPr/>
          <p:nvPr/>
        </p:nvSpPr>
        <p:spPr bwMode="auto">
          <a:xfrm>
            <a:off x="10436535" y="1576557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7619403" name="Freeform 126"/>
          <p:cNvSpPr/>
          <p:nvPr/>
        </p:nvSpPr>
        <p:spPr bwMode="auto">
          <a:xfrm>
            <a:off x="9840080" y="1576557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472058" name="Freeform 127"/>
          <p:cNvSpPr/>
          <p:nvPr/>
        </p:nvSpPr>
        <p:spPr bwMode="auto">
          <a:xfrm>
            <a:off x="9239112" y="1576557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2491414" name="Freeform 128"/>
          <p:cNvSpPr/>
          <p:nvPr/>
        </p:nvSpPr>
        <p:spPr bwMode="auto">
          <a:xfrm>
            <a:off x="10436535" y="2366645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9143373" name="Freeform 129"/>
          <p:cNvSpPr/>
          <p:nvPr/>
        </p:nvSpPr>
        <p:spPr bwMode="auto">
          <a:xfrm>
            <a:off x="9840080" y="2366645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3952074" name="Freeform 130"/>
          <p:cNvSpPr/>
          <p:nvPr/>
        </p:nvSpPr>
        <p:spPr bwMode="auto">
          <a:xfrm>
            <a:off x="9239112" y="2366645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0142318" name="Freeform 131"/>
          <p:cNvSpPr/>
          <p:nvPr/>
        </p:nvSpPr>
        <p:spPr bwMode="auto">
          <a:xfrm rot="7235011">
            <a:off x="8643632" y="4186045"/>
            <a:ext cx="1983807" cy="709209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9548499" name="Freeform 132"/>
          <p:cNvSpPr/>
          <p:nvPr/>
        </p:nvSpPr>
        <p:spPr bwMode="auto">
          <a:xfrm>
            <a:off x="6712336" y="4572480"/>
            <a:ext cx="1659821" cy="1821477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3169909" name="Freeform 133"/>
          <p:cNvSpPr/>
          <p:nvPr/>
        </p:nvSpPr>
        <p:spPr bwMode="auto">
          <a:xfrm>
            <a:off x="7246657" y="4761666"/>
            <a:ext cx="591183" cy="525411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5120294" name="Freeform 134"/>
          <p:cNvSpPr/>
          <p:nvPr/>
        </p:nvSpPr>
        <p:spPr bwMode="auto">
          <a:xfrm>
            <a:off x="3062442" y="4381981"/>
            <a:ext cx="1659821" cy="1821477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3" y="0"/>
                </a:lnTo>
                <a:lnTo>
                  <a:pt x="1659823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0236592" name="Freeform 135"/>
          <p:cNvSpPr/>
          <p:nvPr/>
        </p:nvSpPr>
        <p:spPr bwMode="auto">
          <a:xfrm rot="-8195860" flipH="1">
            <a:off x="1903231" y="4158308"/>
            <a:ext cx="1251307" cy="447340"/>
          </a:xfrm>
          <a:custGeom>
            <a:avLst/>
            <a:gdLst/>
            <a:ahLst/>
            <a:cxnLst/>
            <a:rect l="l" t="t" r="r" b="b"/>
            <a:pathLst>
              <a:path w="1251310" h="447343" fill="norm" stroke="1" extrusionOk="0">
                <a:moveTo>
                  <a:pt x="1251310" y="0"/>
                </a:moveTo>
                <a:lnTo>
                  <a:pt x="0" y="0"/>
                </a:lnTo>
                <a:lnTo>
                  <a:pt x="0" y="447344"/>
                </a:lnTo>
                <a:lnTo>
                  <a:pt x="1251310" y="447344"/>
                </a:lnTo>
                <a:lnTo>
                  <a:pt x="125131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1085247" name="Freeform 136"/>
          <p:cNvSpPr/>
          <p:nvPr/>
        </p:nvSpPr>
        <p:spPr bwMode="auto">
          <a:xfrm>
            <a:off x="5285556" y="5125439"/>
            <a:ext cx="863492" cy="518094"/>
          </a:xfrm>
          <a:custGeom>
            <a:avLst/>
            <a:gdLst/>
            <a:ahLst/>
            <a:cxnLst/>
            <a:rect l="l" t="t" r="r" b="b"/>
            <a:pathLst>
              <a:path w="863495" h="518097" fill="norm" stroke="1" extrusionOk="0">
                <a:moveTo>
                  <a:pt x="0" y="0"/>
                </a:moveTo>
                <a:lnTo>
                  <a:pt x="863495" y="0"/>
                </a:lnTo>
                <a:lnTo>
                  <a:pt x="863495" y="518097"/>
                </a:lnTo>
                <a:lnTo>
                  <a:pt x="0" y="518097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6155151" name="TextBox 138"/>
          <p:cNvSpPr txBox="1"/>
          <p:nvPr/>
        </p:nvSpPr>
        <p:spPr bwMode="auto">
          <a:xfrm flipH="0" flipV="0">
            <a:off x="3020609" y="3919563"/>
            <a:ext cx="2089109" cy="391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6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Bob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0252471" name="Freeform 28"/>
          <p:cNvSpPr/>
          <p:nvPr/>
        </p:nvSpPr>
        <p:spPr bwMode="auto">
          <a:xfrm rot="0" flipH="0" flipV="0">
            <a:off x="2162804" y="1540554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23157023" name="TextBox 29"/>
          <p:cNvSpPr txBox="1"/>
          <p:nvPr/>
        </p:nvSpPr>
        <p:spPr bwMode="auto">
          <a:xfrm rot="0" flipH="0" flipV="0">
            <a:off x="2206677" y="1557007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28042865" name="Freeform 30"/>
          <p:cNvSpPr/>
          <p:nvPr/>
        </p:nvSpPr>
        <p:spPr bwMode="auto">
          <a:xfrm rot="0" flipH="0" flipV="0">
            <a:off x="2223568" y="1601318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493986655" name="AutoShape 31"/>
          <p:cNvSpPr/>
          <p:nvPr/>
        </p:nvSpPr>
        <p:spPr bwMode="auto">
          <a:xfrm flipH="1" flipV="1">
            <a:off x="3094488" y="1005849"/>
            <a:ext cx="1235430" cy="63024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4466907" name="Freeform 34"/>
          <p:cNvSpPr/>
          <p:nvPr/>
        </p:nvSpPr>
        <p:spPr bwMode="auto">
          <a:xfrm rot="0" flipH="0" flipV="0">
            <a:off x="2781985" y="76988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06657207" name="TextBox 35"/>
          <p:cNvSpPr txBox="1"/>
          <p:nvPr/>
        </p:nvSpPr>
        <p:spPr bwMode="auto">
          <a:xfrm rot="0" flipH="0" flipV="0">
            <a:off x="2811282" y="78087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41845345" name="Freeform 36"/>
          <p:cNvSpPr/>
          <p:nvPr/>
        </p:nvSpPr>
        <p:spPr bwMode="auto">
          <a:xfrm rot="0" flipH="0" flipV="0">
            <a:off x="2822559" y="81046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043635198" name="AutoShape 37"/>
          <p:cNvSpPr/>
          <p:nvPr/>
        </p:nvSpPr>
        <p:spPr bwMode="auto">
          <a:xfrm flipV="1">
            <a:off x="4797909" y="1130011"/>
            <a:ext cx="553100" cy="43950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8650927" name="Freeform 40"/>
          <p:cNvSpPr/>
          <p:nvPr/>
        </p:nvSpPr>
        <p:spPr bwMode="auto">
          <a:xfrm rot="0" flipH="0" flipV="0">
            <a:off x="4329918" y="1521465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58742211" name="TextBox 41"/>
          <p:cNvSpPr txBox="1"/>
          <p:nvPr/>
        </p:nvSpPr>
        <p:spPr bwMode="auto">
          <a:xfrm rot="0" flipH="0" flipV="0">
            <a:off x="4373790" y="1537918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247542" name="Freeform 42"/>
          <p:cNvSpPr/>
          <p:nvPr/>
        </p:nvSpPr>
        <p:spPr bwMode="auto">
          <a:xfrm rot="0" flipH="0" flipV="0">
            <a:off x="4390681" y="1582229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261489133" name="Freeform 45"/>
          <p:cNvSpPr/>
          <p:nvPr/>
        </p:nvSpPr>
        <p:spPr bwMode="auto">
          <a:xfrm rot="0" flipH="0" flipV="0">
            <a:off x="5351009" y="849596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67400885" name="TextBox 46"/>
          <p:cNvSpPr txBox="1"/>
          <p:nvPr/>
        </p:nvSpPr>
        <p:spPr bwMode="auto">
          <a:xfrm rot="0" flipH="0" flipV="0">
            <a:off x="5380306" y="86058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08112448" name="Freeform 47"/>
          <p:cNvSpPr/>
          <p:nvPr/>
        </p:nvSpPr>
        <p:spPr bwMode="auto">
          <a:xfrm rot="0" flipH="0" flipV="0">
            <a:off x="5391583" y="89017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872212432" name="AutoShape 48"/>
          <p:cNvSpPr/>
          <p:nvPr/>
        </p:nvSpPr>
        <p:spPr bwMode="auto">
          <a:xfrm flipH="1">
            <a:off x="2546132" y="1082391"/>
            <a:ext cx="292387" cy="45816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4703385" name="Freeform 51"/>
          <p:cNvSpPr/>
          <p:nvPr/>
        </p:nvSpPr>
        <p:spPr bwMode="auto">
          <a:xfrm rot="0" flipH="0" flipV="0">
            <a:off x="1771794" y="67868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70127725" name="TextBox 52"/>
          <p:cNvSpPr txBox="1"/>
          <p:nvPr/>
        </p:nvSpPr>
        <p:spPr bwMode="auto">
          <a:xfrm rot="0" flipH="0" flipV="0">
            <a:off x="1801090" y="68966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52671360" name="Freeform 53"/>
          <p:cNvSpPr/>
          <p:nvPr/>
        </p:nvSpPr>
        <p:spPr bwMode="auto">
          <a:xfrm rot="0" flipH="0" flipV="0">
            <a:off x="1812367" y="719256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1150234132" name="AutoShape 54"/>
          <p:cNvSpPr/>
          <p:nvPr/>
        </p:nvSpPr>
        <p:spPr bwMode="auto">
          <a:xfrm>
            <a:off x="2005997" y="991186"/>
            <a:ext cx="274068" cy="5493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1621974" name="Freeform 57"/>
          <p:cNvSpPr/>
          <p:nvPr/>
        </p:nvSpPr>
        <p:spPr bwMode="auto">
          <a:xfrm rot="0" flipH="0" flipV="0">
            <a:off x="1214771" y="87504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4763279" name="TextBox 58"/>
          <p:cNvSpPr txBox="1"/>
          <p:nvPr/>
        </p:nvSpPr>
        <p:spPr bwMode="auto">
          <a:xfrm rot="0" flipH="0" flipV="0">
            <a:off x="1244068" y="88603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67902045" name="Freeform 59"/>
          <p:cNvSpPr/>
          <p:nvPr/>
        </p:nvSpPr>
        <p:spPr bwMode="auto">
          <a:xfrm rot="0" flipH="0" flipV="0">
            <a:off x="1255345" y="91561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110906103" name="AutoShape 60"/>
          <p:cNvSpPr/>
          <p:nvPr/>
        </p:nvSpPr>
        <p:spPr bwMode="auto">
          <a:xfrm>
            <a:off x="1527278" y="1144513"/>
            <a:ext cx="635527" cy="4604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7151980" name="Freeform 63"/>
          <p:cNvSpPr/>
          <p:nvPr/>
        </p:nvSpPr>
        <p:spPr bwMode="auto">
          <a:xfrm rot="0" flipH="0" flipV="0">
            <a:off x="1214771" y="154055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56635200" name="TextBox 64"/>
          <p:cNvSpPr txBox="1"/>
          <p:nvPr/>
        </p:nvSpPr>
        <p:spPr bwMode="auto">
          <a:xfrm rot="0" flipH="0" flipV="0">
            <a:off x="1244068" y="155154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35620661" name="Freeform 65"/>
          <p:cNvSpPr/>
          <p:nvPr/>
        </p:nvSpPr>
        <p:spPr bwMode="auto">
          <a:xfrm rot="0" flipH="0" flipV="0">
            <a:off x="1255345" y="1581129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92886949" name="AutoShape 66"/>
          <p:cNvSpPr/>
          <p:nvPr/>
        </p:nvSpPr>
        <p:spPr bwMode="auto">
          <a:xfrm>
            <a:off x="1527278" y="1708648"/>
            <a:ext cx="635527" cy="4816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4144719" name="AutoShape 67"/>
          <p:cNvSpPr/>
          <p:nvPr/>
        </p:nvSpPr>
        <p:spPr bwMode="auto">
          <a:xfrm flipH="1">
            <a:off x="2056406" y="2008544"/>
            <a:ext cx="289777" cy="1339614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0261727" name="Freeform 70"/>
          <p:cNvSpPr/>
          <p:nvPr/>
        </p:nvSpPr>
        <p:spPr bwMode="auto">
          <a:xfrm rot="0" flipH="0" flipV="0">
            <a:off x="1771794" y="3348159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90286917" name="TextBox 71"/>
          <p:cNvSpPr txBox="1"/>
          <p:nvPr/>
        </p:nvSpPr>
        <p:spPr bwMode="auto">
          <a:xfrm rot="0" flipH="0" flipV="0">
            <a:off x="1815666" y="3364612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35569388" name="Freeform 72"/>
          <p:cNvSpPr/>
          <p:nvPr/>
        </p:nvSpPr>
        <p:spPr bwMode="auto">
          <a:xfrm rot="0" flipH="0" flipV="0">
            <a:off x="1832556" y="3408923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535118036" name="AutoShape 73"/>
          <p:cNvSpPr/>
          <p:nvPr/>
        </p:nvSpPr>
        <p:spPr bwMode="auto">
          <a:xfrm flipV="1">
            <a:off x="2239783" y="3480620"/>
            <a:ext cx="2393544" cy="92492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0469683" name="Freeform 76"/>
          <p:cNvSpPr/>
          <p:nvPr/>
        </p:nvSpPr>
        <p:spPr bwMode="auto">
          <a:xfrm rot="0" flipH="0" flipV="0">
            <a:off x="4633330" y="3237580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75735338" name="TextBox 77"/>
          <p:cNvSpPr txBox="1"/>
          <p:nvPr/>
        </p:nvSpPr>
        <p:spPr bwMode="auto">
          <a:xfrm rot="0" flipH="0" flipV="0">
            <a:off x="4677203" y="3254033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085490189" name="Freeform 78"/>
          <p:cNvSpPr/>
          <p:nvPr/>
        </p:nvSpPr>
        <p:spPr bwMode="auto">
          <a:xfrm rot="0" flipH="0" flipV="0">
            <a:off x="4694094" y="3298344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912280340" name="Freeform 81"/>
          <p:cNvSpPr/>
          <p:nvPr/>
        </p:nvSpPr>
        <p:spPr bwMode="auto">
          <a:xfrm rot="0" flipH="0" flipV="0">
            <a:off x="3019649" y="250487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20267286" name="TextBox 82"/>
          <p:cNvSpPr txBox="1"/>
          <p:nvPr/>
        </p:nvSpPr>
        <p:spPr bwMode="auto">
          <a:xfrm rot="0" flipH="0" flipV="0">
            <a:off x="3048946" y="251585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31171445" name="Freeform 83"/>
          <p:cNvSpPr/>
          <p:nvPr/>
        </p:nvSpPr>
        <p:spPr bwMode="auto">
          <a:xfrm rot="0" flipH="0" flipV="0">
            <a:off x="3060223" y="2545446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147854447" name="AutoShape 84"/>
          <p:cNvSpPr/>
          <p:nvPr/>
        </p:nvSpPr>
        <p:spPr bwMode="auto">
          <a:xfrm flipV="1">
            <a:off x="2239783" y="2784115"/>
            <a:ext cx="779865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7431652" name="Freeform 87"/>
          <p:cNvSpPr/>
          <p:nvPr/>
        </p:nvSpPr>
        <p:spPr bwMode="auto">
          <a:xfrm rot="0" flipH="0" flipV="0">
            <a:off x="4022996" y="234862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26890886" name="TextBox 88"/>
          <p:cNvSpPr txBox="1"/>
          <p:nvPr/>
        </p:nvSpPr>
        <p:spPr bwMode="auto">
          <a:xfrm rot="0" flipH="0" flipV="0">
            <a:off x="4052293" y="2359608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72367545" name="Freeform 89"/>
          <p:cNvSpPr/>
          <p:nvPr/>
        </p:nvSpPr>
        <p:spPr bwMode="auto">
          <a:xfrm rot="0" flipH="0" flipV="0">
            <a:off x="4063570" y="238919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1833292650" name="AutoShape 90"/>
          <p:cNvSpPr/>
          <p:nvPr/>
        </p:nvSpPr>
        <p:spPr bwMode="auto">
          <a:xfrm flipH="1" flipV="1">
            <a:off x="4290464" y="2661125"/>
            <a:ext cx="410306" cy="5764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3107953" name="Freeform 93"/>
          <p:cNvSpPr/>
          <p:nvPr/>
        </p:nvSpPr>
        <p:spPr bwMode="auto">
          <a:xfrm rot="0" flipH="0" flipV="0">
            <a:off x="6138339" y="1288824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72895274" name="TextBox 94"/>
          <p:cNvSpPr txBox="1"/>
          <p:nvPr/>
        </p:nvSpPr>
        <p:spPr bwMode="auto">
          <a:xfrm rot="0" flipH="0" flipV="0">
            <a:off x="6182212" y="1305277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54181377" name="Freeform 95"/>
          <p:cNvSpPr/>
          <p:nvPr/>
        </p:nvSpPr>
        <p:spPr bwMode="auto">
          <a:xfrm rot="0" flipH="0" flipV="0">
            <a:off x="6199103" y="1349588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759391493" name="AutoShape 96"/>
          <p:cNvSpPr/>
          <p:nvPr/>
        </p:nvSpPr>
        <p:spPr bwMode="auto">
          <a:xfrm flipV="1">
            <a:off x="5048037" y="1756816"/>
            <a:ext cx="1143585" cy="1480765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0056535" name="Freeform 99"/>
          <p:cNvSpPr/>
          <p:nvPr/>
        </p:nvSpPr>
        <p:spPr bwMode="auto">
          <a:xfrm rot="0" flipH="0" flipV="0">
            <a:off x="6834091" y="67868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47843277" name="TextBox 100"/>
          <p:cNvSpPr txBox="1"/>
          <p:nvPr/>
        </p:nvSpPr>
        <p:spPr bwMode="auto">
          <a:xfrm rot="0" flipH="0" flipV="0">
            <a:off x="6863388" y="68966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59163821" name="Freeform 101"/>
          <p:cNvSpPr/>
          <p:nvPr/>
        </p:nvSpPr>
        <p:spPr bwMode="auto">
          <a:xfrm rot="0" flipH="0" flipV="0">
            <a:off x="6874665" y="719256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465119411" name="AutoShape 102"/>
          <p:cNvSpPr/>
          <p:nvPr/>
        </p:nvSpPr>
        <p:spPr bwMode="auto">
          <a:xfrm flipV="1">
            <a:off x="6582560" y="991186"/>
            <a:ext cx="267402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7753631" name="Freeform 105"/>
          <p:cNvSpPr/>
          <p:nvPr/>
        </p:nvSpPr>
        <p:spPr bwMode="auto">
          <a:xfrm rot="0" flipH="0" flipV="0">
            <a:off x="7146594" y="127464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26170186" name="TextBox 106"/>
          <p:cNvSpPr txBox="1"/>
          <p:nvPr/>
        </p:nvSpPr>
        <p:spPr bwMode="auto">
          <a:xfrm rot="0" flipH="0" flipV="0">
            <a:off x="7175890" y="128563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1075545" name="Freeform 107"/>
          <p:cNvSpPr/>
          <p:nvPr/>
        </p:nvSpPr>
        <p:spPr bwMode="auto">
          <a:xfrm rot="0" flipH="0" flipV="0">
            <a:off x="7187167" y="131521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1662089053" name="AutoShape 108"/>
          <p:cNvSpPr/>
          <p:nvPr/>
        </p:nvSpPr>
        <p:spPr bwMode="auto">
          <a:xfrm flipV="1">
            <a:off x="6606329" y="1446333"/>
            <a:ext cx="540262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2098534" name="Freeform 111"/>
          <p:cNvSpPr/>
          <p:nvPr/>
        </p:nvSpPr>
        <p:spPr bwMode="auto">
          <a:xfrm rot="0" flipH="0" flipV="0">
            <a:off x="6990340" y="213634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29538580" name="TextBox 112"/>
          <p:cNvSpPr txBox="1"/>
          <p:nvPr/>
        </p:nvSpPr>
        <p:spPr bwMode="auto">
          <a:xfrm rot="0" flipH="0" flipV="0">
            <a:off x="7019637" y="214733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943552399" name="Freeform 113"/>
          <p:cNvSpPr/>
          <p:nvPr/>
        </p:nvSpPr>
        <p:spPr bwMode="auto">
          <a:xfrm rot="0" flipH="0" flipV="0">
            <a:off x="7030914" y="217691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2048576672" name="AutoShape 114"/>
          <p:cNvSpPr/>
          <p:nvPr/>
        </p:nvSpPr>
        <p:spPr bwMode="auto">
          <a:xfrm>
            <a:off x="6606329" y="1755461"/>
            <a:ext cx="384012" cy="3817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974442" name="Freeform 117"/>
          <p:cNvSpPr/>
          <p:nvPr/>
        </p:nvSpPr>
        <p:spPr bwMode="auto">
          <a:xfrm rot="0" flipH="0" flipV="0">
            <a:off x="6522351" y="3094821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4640803" name="TextBox 118"/>
          <p:cNvSpPr txBox="1"/>
          <p:nvPr/>
        </p:nvSpPr>
        <p:spPr bwMode="auto">
          <a:xfrm rot="0" flipH="0" flipV="0">
            <a:off x="6566224" y="3111273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93954460" name="Freeform 119"/>
          <p:cNvSpPr/>
          <p:nvPr/>
        </p:nvSpPr>
        <p:spPr bwMode="auto">
          <a:xfrm rot="0" flipH="0" flipV="0">
            <a:off x="6583115" y="3155584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599635215" name="AutoShape 120"/>
          <p:cNvSpPr/>
          <p:nvPr/>
        </p:nvSpPr>
        <p:spPr bwMode="auto">
          <a:xfrm>
            <a:off x="6422090" y="1756816"/>
            <a:ext cx="284500" cy="1338003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4110795" name="Freeform 121"/>
          <p:cNvSpPr/>
          <p:nvPr/>
        </p:nvSpPr>
        <p:spPr bwMode="auto">
          <a:xfrm rot="-10799952">
            <a:off x="7544822" y="525998"/>
            <a:ext cx="774636" cy="3442834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0884057" name="Freeform 123"/>
          <p:cNvSpPr/>
          <p:nvPr/>
        </p:nvSpPr>
        <p:spPr bwMode="auto">
          <a:xfrm rot="0" flipH="0" flipV="0">
            <a:off x="8843333" y="1382487"/>
            <a:ext cx="2175106" cy="1729855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426445105" name="TextBox 124"/>
          <p:cNvSpPr txBox="1"/>
          <p:nvPr/>
        </p:nvSpPr>
        <p:spPr bwMode="auto">
          <a:xfrm rot="0" flipH="0" flipV="0">
            <a:off x="8843333" y="1352348"/>
            <a:ext cx="2175106" cy="176000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871"/>
              </a:lnSpc>
              <a:defRPr/>
            </a:pPr>
            <a:endParaRPr/>
          </a:p>
        </p:txBody>
      </p:sp>
      <p:sp>
        <p:nvSpPr>
          <p:cNvPr id="775628659" name="Freeform 125"/>
          <p:cNvSpPr/>
          <p:nvPr/>
        </p:nvSpPr>
        <p:spPr bwMode="auto">
          <a:xfrm>
            <a:off x="10287707" y="1534888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3976386" name="Freeform 126"/>
          <p:cNvSpPr/>
          <p:nvPr/>
        </p:nvSpPr>
        <p:spPr bwMode="auto">
          <a:xfrm>
            <a:off x="9691254" y="1534888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5573449" name="Freeform 127"/>
          <p:cNvSpPr/>
          <p:nvPr/>
        </p:nvSpPr>
        <p:spPr bwMode="auto">
          <a:xfrm>
            <a:off x="9090284" y="1534888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3185170" name="Freeform 128"/>
          <p:cNvSpPr/>
          <p:nvPr/>
        </p:nvSpPr>
        <p:spPr bwMode="auto">
          <a:xfrm>
            <a:off x="10287707" y="2324975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5390752" name="Freeform 129"/>
          <p:cNvSpPr/>
          <p:nvPr/>
        </p:nvSpPr>
        <p:spPr bwMode="auto">
          <a:xfrm>
            <a:off x="9691254" y="2324975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5235135" name="Freeform 130"/>
          <p:cNvSpPr/>
          <p:nvPr/>
        </p:nvSpPr>
        <p:spPr bwMode="auto">
          <a:xfrm>
            <a:off x="9090284" y="2324975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8494365" name="Freeform 131"/>
          <p:cNvSpPr/>
          <p:nvPr/>
        </p:nvSpPr>
        <p:spPr bwMode="auto">
          <a:xfrm rot="7235047">
            <a:off x="8494804" y="4144375"/>
            <a:ext cx="1983807" cy="709210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5149493" name="Freeform 132"/>
          <p:cNvSpPr/>
          <p:nvPr/>
        </p:nvSpPr>
        <p:spPr bwMode="auto">
          <a:xfrm>
            <a:off x="6563508" y="4530809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837738" name="Freeform 133"/>
          <p:cNvSpPr/>
          <p:nvPr/>
        </p:nvSpPr>
        <p:spPr bwMode="auto">
          <a:xfrm>
            <a:off x="7097829" y="4719996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690307" name="Freeform 134"/>
          <p:cNvSpPr/>
          <p:nvPr/>
        </p:nvSpPr>
        <p:spPr bwMode="auto">
          <a:xfrm>
            <a:off x="2913615" y="4530809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3" y="0"/>
                </a:lnTo>
                <a:lnTo>
                  <a:pt x="1659823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4086942" name="Freeform 135"/>
          <p:cNvSpPr/>
          <p:nvPr/>
        </p:nvSpPr>
        <p:spPr bwMode="auto">
          <a:xfrm rot="-8195896" flipH="1">
            <a:off x="1754402" y="4307137"/>
            <a:ext cx="1251308" cy="447341"/>
          </a:xfrm>
          <a:custGeom>
            <a:avLst/>
            <a:gdLst/>
            <a:ahLst/>
            <a:cxnLst/>
            <a:rect l="l" t="t" r="r" b="b"/>
            <a:pathLst>
              <a:path w="1251310" h="447343" fill="norm" stroke="1" extrusionOk="0">
                <a:moveTo>
                  <a:pt x="1251310" y="0"/>
                </a:moveTo>
                <a:lnTo>
                  <a:pt x="0" y="0"/>
                </a:lnTo>
                <a:lnTo>
                  <a:pt x="0" y="447344"/>
                </a:lnTo>
                <a:lnTo>
                  <a:pt x="1251310" y="447344"/>
                </a:lnTo>
                <a:lnTo>
                  <a:pt x="125131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5258442" name="Freeform 136"/>
          <p:cNvSpPr/>
          <p:nvPr/>
        </p:nvSpPr>
        <p:spPr bwMode="auto">
          <a:xfrm>
            <a:off x="5136728" y="5274268"/>
            <a:ext cx="863493" cy="518095"/>
          </a:xfrm>
          <a:custGeom>
            <a:avLst/>
            <a:gdLst/>
            <a:ahLst/>
            <a:cxnLst/>
            <a:rect l="l" t="t" r="r" b="b"/>
            <a:pathLst>
              <a:path w="863495" h="518097" fill="norm" stroke="1" extrusionOk="0">
                <a:moveTo>
                  <a:pt x="0" y="0"/>
                </a:moveTo>
                <a:lnTo>
                  <a:pt x="863495" y="0"/>
                </a:lnTo>
                <a:lnTo>
                  <a:pt x="863495" y="518097"/>
                </a:lnTo>
                <a:lnTo>
                  <a:pt x="0" y="518097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9464529" name="Freeform 137"/>
          <p:cNvSpPr/>
          <p:nvPr/>
        </p:nvSpPr>
        <p:spPr bwMode="auto">
          <a:xfrm>
            <a:off x="3199968" y="3272605"/>
            <a:ext cx="473175" cy="473175"/>
          </a:xfrm>
          <a:custGeom>
            <a:avLst/>
            <a:gdLst/>
            <a:ahLst/>
            <a:cxnLst/>
            <a:rect l="l" t="t" r="r" b="b"/>
            <a:pathLst>
              <a:path w="473177" h="473177" fill="norm" stroke="1" extrusionOk="0">
                <a:moveTo>
                  <a:pt x="0" y="0"/>
                </a:moveTo>
                <a:lnTo>
                  <a:pt x="473176" y="0"/>
                </a:lnTo>
                <a:lnTo>
                  <a:pt x="473176" y="473177"/>
                </a:lnTo>
                <a:lnTo>
                  <a:pt x="0" y="473177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1859196" name="TextBox 138"/>
          <p:cNvSpPr txBox="1"/>
          <p:nvPr/>
        </p:nvSpPr>
        <p:spPr bwMode="auto">
          <a:xfrm>
            <a:off x="2871783" y="4068392"/>
            <a:ext cx="1744564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Bob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87477491" name="Freeform 139"/>
          <p:cNvSpPr/>
          <p:nvPr/>
        </p:nvSpPr>
        <p:spPr bwMode="auto">
          <a:xfrm>
            <a:off x="1984145" y="2363249"/>
            <a:ext cx="473175" cy="473175"/>
          </a:xfrm>
          <a:custGeom>
            <a:avLst/>
            <a:gdLst/>
            <a:ahLst/>
            <a:cxnLst/>
            <a:rect l="l" t="t" r="r" b="b"/>
            <a:pathLst>
              <a:path w="473177" h="473177" fill="norm" stroke="1" extrusionOk="0">
                <a:moveTo>
                  <a:pt x="0" y="0"/>
                </a:moveTo>
                <a:lnTo>
                  <a:pt x="473176" y="0"/>
                </a:lnTo>
                <a:lnTo>
                  <a:pt x="473176" y="473177"/>
                </a:lnTo>
                <a:lnTo>
                  <a:pt x="0" y="473177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8576543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3" y="152089"/>
            <a:ext cx="8594397" cy="5867328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747295373" name=""/>
          <p:cNvSpPr txBox="1"/>
          <p:nvPr/>
        </p:nvSpPr>
        <p:spPr bwMode="auto">
          <a:xfrm rot="0" flipH="0" flipV="0">
            <a:off x="860285" y="6165365"/>
            <a:ext cx="10222267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나카모토, 사토시. (2008).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비트코인: P2P 전자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현금 시스템, 섹션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10: 개인 정보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보호. 출처: https://bitcoin.org/bitcoin.pdf</a:t>
            </a:r>
            <a:endParaRPr sz="1100" i="1">
              <a:latin typeface="IBM Plex Sans"/>
              <a:cs typeface="IBM Plex Sans"/>
            </a:endParaRPr>
          </a:p>
        </p:txBody>
      </p:sp>
      <p:sp>
        <p:nvSpPr>
          <p:cNvPr id="1746288238" name=""/>
          <p:cNvSpPr/>
          <p:nvPr/>
        </p:nvSpPr>
        <p:spPr bwMode="auto">
          <a:xfrm rot="0" flipH="0" flipV="0">
            <a:off x="2262895" y="4520819"/>
            <a:ext cx="8188654" cy="753471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1057348" name=""/>
          <p:cNvGrpSpPr/>
          <p:nvPr/>
        </p:nvGrpSpPr>
        <p:grpSpPr bwMode="auto">
          <a:xfrm>
            <a:off x="515548" y="864239"/>
            <a:ext cx="11204604" cy="5297536"/>
            <a:chOff x="0" y="0"/>
            <a:chExt cx="11204604" cy="5297536"/>
          </a:xfrm>
        </p:grpSpPr>
        <p:sp>
          <p:nvSpPr>
            <p:cNvPr id="1754046040" name="Freeform 30"/>
            <p:cNvSpPr/>
            <p:nvPr/>
          </p:nvSpPr>
          <p:spPr bwMode="auto">
            <a:xfrm rot="0" flipH="0" flipV="0">
              <a:off x="450289" y="1489904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53805517" name="TextBox 31"/>
            <p:cNvSpPr txBox="1"/>
            <p:nvPr/>
          </p:nvSpPr>
          <p:spPr bwMode="auto">
            <a:xfrm rot="0" flipH="0" flipV="0">
              <a:off x="450289" y="1367130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002427463" name="TextBox 32"/>
            <p:cNvSpPr txBox="1"/>
            <p:nvPr/>
          </p:nvSpPr>
          <p:spPr bwMode="auto">
            <a:xfrm flipH="0" flipV="0">
              <a:off x="0" y="342069"/>
              <a:ext cx="3368414" cy="33627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5"/>
                </a:lnSpc>
                <a:defRPr/>
              </a:pPr>
              <a:r>
                <a:rPr lang="en-US" sz="19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475842602" name="TextBox 33"/>
            <p:cNvSpPr txBox="1"/>
            <p:nvPr/>
          </p:nvSpPr>
          <p:spPr bwMode="auto">
            <a:xfrm flipH="0" flipV="0">
              <a:off x="76948" y="991408"/>
              <a:ext cx="1660463" cy="3201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8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41624516" name="AutoShape 34"/>
            <p:cNvSpPr/>
            <p:nvPr/>
          </p:nvSpPr>
          <p:spPr bwMode="auto">
            <a:xfrm>
              <a:off x="1711323" y="1049837"/>
              <a:ext cx="0" cy="2432299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34976781" name="TextBox 35"/>
            <p:cNvSpPr txBox="1"/>
            <p:nvPr/>
          </p:nvSpPr>
          <p:spPr bwMode="auto">
            <a:xfrm flipH="0" flipV="0">
              <a:off x="1617604" y="991408"/>
              <a:ext cx="1660463" cy="3201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8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24395290" name="Freeform 37"/>
            <p:cNvSpPr/>
            <p:nvPr/>
          </p:nvSpPr>
          <p:spPr bwMode="auto">
            <a:xfrm rot="0" flipH="0" flipV="0">
              <a:off x="1990944" y="1489904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39675239" name="TextBox 38"/>
            <p:cNvSpPr txBox="1"/>
            <p:nvPr/>
          </p:nvSpPr>
          <p:spPr bwMode="auto">
            <a:xfrm rot="0" flipH="0" flipV="0">
              <a:off x="1990944" y="1367130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959528219" name="Freeform 40"/>
            <p:cNvSpPr/>
            <p:nvPr/>
          </p:nvSpPr>
          <p:spPr bwMode="auto">
            <a:xfrm rot="0" flipH="0" flipV="0">
              <a:off x="1990944" y="1817838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99283423" name="TextBox 41"/>
            <p:cNvSpPr txBox="1"/>
            <p:nvPr/>
          </p:nvSpPr>
          <p:spPr bwMode="auto">
            <a:xfrm rot="0" flipH="0" flipV="0">
              <a:off x="1990944" y="1695064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228610341" name="Freeform 46"/>
            <p:cNvSpPr/>
            <p:nvPr/>
          </p:nvSpPr>
          <p:spPr bwMode="auto">
            <a:xfrm rot="0" flipH="0" flipV="0">
              <a:off x="4328119" y="1489904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16355518" name="TextBox 47"/>
            <p:cNvSpPr txBox="1"/>
            <p:nvPr/>
          </p:nvSpPr>
          <p:spPr bwMode="auto">
            <a:xfrm rot="0" flipH="0" flipV="0">
              <a:off x="4328119" y="1367130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062028404" name="TextBox 48"/>
            <p:cNvSpPr txBox="1"/>
            <p:nvPr/>
          </p:nvSpPr>
          <p:spPr bwMode="auto">
            <a:xfrm flipH="0" flipV="0">
              <a:off x="3918096" y="342069"/>
              <a:ext cx="3368411" cy="33627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5"/>
                </a:lnSpc>
                <a:defRPr/>
              </a:pPr>
              <a:r>
                <a:rPr lang="en-US" sz="19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1644423125" name="TextBox 49"/>
            <p:cNvSpPr txBox="1"/>
            <p:nvPr/>
          </p:nvSpPr>
          <p:spPr bwMode="auto">
            <a:xfrm flipH="0" flipV="0">
              <a:off x="3954777" y="991408"/>
              <a:ext cx="1660463" cy="3201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8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325732004" name="AutoShape 50"/>
            <p:cNvSpPr/>
            <p:nvPr/>
          </p:nvSpPr>
          <p:spPr bwMode="auto">
            <a:xfrm>
              <a:off x="5589151" y="1049837"/>
              <a:ext cx="0" cy="2432299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05235408" name="TextBox 51"/>
            <p:cNvSpPr txBox="1"/>
            <p:nvPr/>
          </p:nvSpPr>
          <p:spPr bwMode="auto">
            <a:xfrm flipH="0" flipV="0">
              <a:off x="5495432" y="991408"/>
              <a:ext cx="1660463" cy="3201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8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1403572558" name="Freeform 53"/>
            <p:cNvSpPr/>
            <p:nvPr/>
          </p:nvSpPr>
          <p:spPr bwMode="auto">
            <a:xfrm rot="0" flipH="0" flipV="0">
              <a:off x="5868770" y="1489904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28587727" name="TextBox 54"/>
            <p:cNvSpPr txBox="1"/>
            <p:nvPr/>
          </p:nvSpPr>
          <p:spPr bwMode="auto">
            <a:xfrm rot="0" flipH="0" flipV="0">
              <a:off x="5868770" y="1367130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139511118" name="Freeform 56"/>
            <p:cNvSpPr/>
            <p:nvPr/>
          </p:nvSpPr>
          <p:spPr bwMode="auto">
            <a:xfrm rot="0" flipH="0" flipV="0">
              <a:off x="4328119" y="1817838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13258134" name="TextBox 57"/>
            <p:cNvSpPr txBox="1"/>
            <p:nvPr/>
          </p:nvSpPr>
          <p:spPr bwMode="auto">
            <a:xfrm rot="0" flipH="0" flipV="0">
              <a:off x="4328119" y="1695064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406242370" name="Freeform 59"/>
            <p:cNvSpPr/>
            <p:nvPr/>
          </p:nvSpPr>
          <p:spPr bwMode="auto">
            <a:xfrm rot="0" flipH="0" flipV="0">
              <a:off x="4328119" y="2145773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52142489" name="TextBox 60"/>
            <p:cNvSpPr txBox="1"/>
            <p:nvPr/>
          </p:nvSpPr>
          <p:spPr bwMode="auto">
            <a:xfrm rot="0" flipH="0" flipV="0">
              <a:off x="4328119" y="2022999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762679094" name="Freeform 62"/>
            <p:cNvSpPr/>
            <p:nvPr/>
          </p:nvSpPr>
          <p:spPr bwMode="auto">
            <a:xfrm rot="0" flipH="0" flipV="0">
              <a:off x="4328119" y="2473706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17945305" name="TextBox 63"/>
            <p:cNvSpPr txBox="1"/>
            <p:nvPr/>
          </p:nvSpPr>
          <p:spPr bwMode="auto">
            <a:xfrm rot="0" flipH="0" flipV="0">
              <a:off x="4328119" y="2350932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397265078" name="Freeform 65"/>
            <p:cNvSpPr/>
            <p:nvPr/>
          </p:nvSpPr>
          <p:spPr bwMode="auto">
            <a:xfrm rot="0" flipH="0" flipV="0">
              <a:off x="4328119" y="2801641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73993013" name="TextBox 66"/>
            <p:cNvSpPr txBox="1"/>
            <p:nvPr/>
          </p:nvSpPr>
          <p:spPr bwMode="auto">
            <a:xfrm rot="0" flipH="0" flipV="0">
              <a:off x="4328119" y="2678868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476959187" name="Freeform 68"/>
            <p:cNvSpPr/>
            <p:nvPr/>
          </p:nvSpPr>
          <p:spPr bwMode="auto">
            <a:xfrm rot="0" flipH="0" flipV="0">
              <a:off x="4328119" y="3129575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59348874" name="TextBox 69"/>
            <p:cNvSpPr txBox="1"/>
            <p:nvPr/>
          </p:nvSpPr>
          <p:spPr bwMode="auto">
            <a:xfrm rot="0" flipH="0" flipV="0">
              <a:off x="4328119" y="3006801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596621354" name="Freeform 74"/>
            <p:cNvSpPr/>
            <p:nvPr/>
          </p:nvSpPr>
          <p:spPr bwMode="auto">
            <a:xfrm rot="0" flipH="0" flipV="0">
              <a:off x="8205945" y="1489904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9463802" name="TextBox 75"/>
            <p:cNvSpPr txBox="1"/>
            <p:nvPr/>
          </p:nvSpPr>
          <p:spPr bwMode="auto">
            <a:xfrm rot="0" flipH="0" flipV="0">
              <a:off x="8205945" y="1367130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919814819" name="TextBox 76"/>
            <p:cNvSpPr txBox="1"/>
            <p:nvPr/>
          </p:nvSpPr>
          <p:spPr bwMode="auto">
            <a:xfrm flipH="0" flipV="0">
              <a:off x="7836193" y="342069"/>
              <a:ext cx="3368411" cy="33627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5"/>
                </a:lnSpc>
                <a:defRPr/>
              </a:pPr>
              <a:r>
                <a:rPr lang="en-US" sz="19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1593772899" name="TextBox 77"/>
            <p:cNvSpPr txBox="1"/>
            <p:nvPr/>
          </p:nvSpPr>
          <p:spPr bwMode="auto">
            <a:xfrm flipH="0" flipV="0">
              <a:off x="7832607" y="991408"/>
              <a:ext cx="1660463" cy="3201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8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12900657" name="AutoShape 78"/>
            <p:cNvSpPr/>
            <p:nvPr/>
          </p:nvSpPr>
          <p:spPr bwMode="auto">
            <a:xfrm>
              <a:off x="9466978" y="1049837"/>
              <a:ext cx="0" cy="2432299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37680730" name="TextBox 79"/>
            <p:cNvSpPr txBox="1"/>
            <p:nvPr/>
          </p:nvSpPr>
          <p:spPr bwMode="auto">
            <a:xfrm flipH="0" flipV="0">
              <a:off x="9373258" y="991408"/>
              <a:ext cx="1660463" cy="3201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8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1425494082" name="Freeform 81"/>
            <p:cNvSpPr/>
            <p:nvPr/>
          </p:nvSpPr>
          <p:spPr bwMode="auto">
            <a:xfrm rot="0" flipH="0" flipV="0">
              <a:off x="9746601" y="1489904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4499301" name="TextBox 82"/>
            <p:cNvSpPr txBox="1"/>
            <p:nvPr/>
          </p:nvSpPr>
          <p:spPr bwMode="auto">
            <a:xfrm rot="0" flipH="0" flipV="0">
              <a:off x="9746601" y="1367130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824672534" name="Freeform 84"/>
            <p:cNvSpPr/>
            <p:nvPr/>
          </p:nvSpPr>
          <p:spPr bwMode="auto">
            <a:xfrm rot="0" flipH="0" flipV="0">
              <a:off x="9746601" y="1817838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06070173" name="TextBox 85"/>
            <p:cNvSpPr txBox="1"/>
            <p:nvPr/>
          </p:nvSpPr>
          <p:spPr bwMode="auto">
            <a:xfrm rot="0" flipH="0" flipV="0">
              <a:off x="9746601" y="1695064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2103940221" name="Freeform 87"/>
            <p:cNvSpPr/>
            <p:nvPr/>
          </p:nvSpPr>
          <p:spPr bwMode="auto">
            <a:xfrm rot="0" flipH="0" flipV="0">
              <a:off x="9746601" y="2145773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0323211" name="TextBox 88"/>
            <p:cNvSpPr txBox="1"/>
            <p:nvPr/>
          </p:nvSpPr>
          <p:spPr bwMode="auto">
            <a:xfrm rot="0" flipH="0" flipV="0">
              <a:off x="9746601" y="2022999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953856767" name="Freeform 90"/>
            <p:cNvSpPr/>
            <p:nvPr/>
          </p:nvSpPr>
          <p:spPr bwMode="auto">
            <a:xfrm rot="0" flipH="0" flipV="0">
              <a:off x="9746601" y="2473706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97463285" name="TextBox 91"/>
            <p:cNvSpPr txBox="1"/>
            <p:nvPr/>
          </p:nvSpPr>
          <p:spPr bwMode="auto">
            <a:xfrm rot="0" flipH="0" flipV="0">
              <a:off x="9746601" y="2350932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208805410" name="Freeform 93"/>
            <p:cNvSpPr/>
            <p:nvPr/>
          </p:nvSpPr>
          <p:spPr bwMode="auto">
            <a:xfrm rot="0" flipH="0" flipV="0">
              <a:off x="9746601" y="2801641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13556760" name="TextBox 94"/>
            <p:cNvSpPr txBox="1"/>
            <p:nvPr/>
          </p:nvSpPr>
          <p:spPr bwMode="auto">
            <a:xfrm rot="0" flipH="0" flipV="0">
              <a:off x="9746601" y="2678868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2064334904" name="Freeform 96"/>
            <p:cNvSpPr/>
            <p:nvPr/>
          </p:nvSpPr>
          <p:spPr bwMode="auto">
            <a:xfrm rot="0" flipH="0" flipV="0">
              <a:off x="9746601" y="3129575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532937" name="TextBox 97"/>
            <p:cNvSpPr txBox="1"/>
            <p:nvPr/>
          </p:nvSpPr>
          <p:spPr bwMode="auto">
            <a:xfrm rot="0" flipH="0" flipV="0">
              <a:off x="9746601" y="3006801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734226052" name="Freeform 98"/>
            <p:cNvSpPr/>
            <p:nvPr/>
          </p:nvSpPr>
          <p:spPr bwMode="auto">
            <a:xfrm>
              <a:off x="1221889" y="3810016"/>
              <a:ext cx="978867" cy="869968"/>
            </a:xfrm>
            <a:custGeom>
              <a:avLst/>
              <a:gdLst/>
              <a:ahLst/>
              <a:cxnLst/>
              <a:rect l="l" t="t" r="r" b="b"/>
              <a:pathLst>
                <a:path w="978869" h="869970" fill="norm" stroke="1" extrusionOk="0">
                  <a:moveTo>
                    <a:pt x="0" y="0"/>
                  </a:moveTo>
                  <a:lnTo>
                    <a:pt x="978869" y="0"/>
                  </a:lnTo>
                  <a:lnTo>
                    <a:pt x="978869" y="869970"/>
                  </a:lnTo>
                  <a:lnTo>
                    <a:pt x="0" y="86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12975918" name="Freeform 99"/>
            <p:cNvSpPr/>
            <p:nvPr/>
          </p:nvSpPr>
          <p:spPr bwMode="auto">
            <a:xfrm>
              <a:off x="5099717" y="3810016"/>
              <a:ext cx="978867" cy="869968"/>
            </a:xfrm>
            <a:custGeom>
              <a:avLst/>
              <a:gdLst/>
              <a:ahLst/>
              <a:cxnLst/>
              <a:rect l="l" t="t" r="r" b="b"/>
              <a:pathLst>
                <a:path w="978869" h="869970" fill="norm" stroke="1" extrusionOk="0">
                  <a:moveTo>
                    <a:pt x="0" y="0"/>
                  </a:moveTo>
                  <a:lnTo>
                    <a:pt x="978869" y="0"/>
                  </a:lnTo>
                  <a:lnTo>
                    <a:pt x="978869" y="869970"/>
                  </a:lnTo>
                  <a:lnTo>
                    <a:pt x="0" y="86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73832902" name="Freeform 100"/>
            <p:cNvSpPr/>
            <p:nvPr/>
          </p:nvSpPr>
          <p:spPr bwMode="auto">
            <a:xfrm>
              <a:off x="8974186" y="3810016"/>
              <a:ext cx="978867" cy="869968"/>
            </a:xfrm>
            <a:custGeom>
              <a:avLst/>
              <a:gdLst/>
              <a:ahLst/>
              <a:cxnLst/>
              <a:rect l="l" t="t" r="r" b="b"/>
              <a:pathLst>
                <a:path w="978869" h="869970" fill="norm" stroke="1" extrusionOk="0">
                  <a:moveTo>
                    <a:pt x="0" y="0"/>
                  </a:moveTo>
                  <a:lnTo>
                    <a:pt x="978870" y="0"/>
                  </a:lnTo>
                  <a:lnTo>
                    <a:pt x="978870" y="869970"/>
                  </a:lnTo>
                  <a:lnTo>
                    <a:pt x="0" y="86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1531722" name="Rectangle: Rounded Corners 12"/>
            <p:cNvSpPr/>
            <p:nvPr/>
          </p:nvSpPr>
          <p:spPr bwMode="auto">
            <a:xfrm>
              <a:off x="0" y="0"/>
              <a:ext cx="3366975" cy="5297537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35932955" name="Rectangle: Rounded Corners 12"/>
            <p:cNvSpPr/>
            <p:nvPr/>
          </p:nvSpPr>
          <p:spPr bwMode="auto">
            <a:xfrm>
              <a:off x="3918096" y="0"/>
              <a:ext cx="3366973" cy="5297537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817451228" name="Rectangle: Rounded Corners 12"/>
            <p:cNvSpPr/>
            <p:nvPr/>
          </p:nvSpPr>
          <p:spPr bwMode="auto">
            <a:xfrm>
              <a:off x="7836194" y="0"/>
              <a:ext cx="3366973" cy="5297537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1267105" name="TextBox 32"/>
          <p:cNvSpPr txBox="1"/>
          <p:nvPr/>
        </p:nvSpPr>
        <p:spPr bwMode="auto">
          <a:xfrm flipH="0" flipV="0">
            <a:off x="2529574" y="529205"/>
            <a:ext cx="695618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간편 결제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45914368" name="Rectangle: Rounded Corners 12"/>
          <p:cNvSpPr/>
          <p:nvPr/>
        </p:nvSpPr>
        <p:spPr bwMode="auto">
          <a:xfrm>
            <a:off x="2529575" y="197975"/>
            <a:ext cx="6955463" cy="644201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316822915" name=""/>
          <p:cNvGrpSpPr/>
          <p:nvPr/>
        </p:nvGrpSpPr>
        <p:grpSpPr bwMode="auto">
          <a:xfrm>
            <a:off x="3043765" y="1831191"/>
            <a:ext cx="5927717" cy="4226110"/>
            <a:chOff x="0" y="0"/>
            <a:chExt cx="5927717" cy="4226110"/>
          </a:xfrm>
        </p:grpSpPr>
        <p:sp>
          <p:nvSpPr>
            <p:cNvPr id="1777287462" name="Freeform 30"/>
            <p:cNvSpPr/>
            <p:nvPr/>
          </p:nvSpPr>
          <p:spPr bwMode="auto">
            <a:xfrm rot="0" flipH="0" flipV="0">
              <a:off x="0" y="67692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41930691" name="TextBox 31"/>
            <p:cNvSpPr txBox="1"/>
            <p:nvPr/>
          </p:nvSpPr>
          <p:spPr bwMode="auto">
            <a:xfrm rot="0" flipH="0" flipV="0">
              <a:off x="0" y="508158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466576285" name="TextBox 33"/>
            <p:cNvSpPr txBox="1"/>
            <p:nvPr/>
          </p:nvSpPr>
          <p:spPr bwMode="auto">
            <a:xfrm>
              <a:off x="41319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69087798" name="AutoShape 34"/>
            <p:cNvSpPr/>
            <p:nvPr/>
          </p:nvSpPr>
          <p:spPr bwMode="auto">
            <a:xfrm flipH="0" flipV="0">
              <a:off x="2963953" y="71998"/>
              <a:ext cx="0" cy="415411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95902428" name="TextBox 35"/>
            <p:cNvSpPr txBox="1"/>
            <p:nvPr/>
          </p:nvSpPr>
          <p:spPr bwMode="auto">
            <a:xfrm>
              <a:off x="3662496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1397620148" name="Freeform 37"/>
            <p:cNvSpPr/>
            <p:nvPr/>
          </p:nvSpPr>
          <p:spPr bwMode="auto">
            <a:xfrm rot="0" flipH="0" flipV="0">
              <a:off x="3621178" y="67692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5252234" name="TextBox 38"/>
            <p:cNvSpPr txBox="1"/>
            <p:nvPr/>
          </p:nvSpPr>
          <p:spPr bwMode="auto">
            <a:xfrm rot="0" flipH="0" flipV="0">
              <a:off x="3621178" y="508158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46205128" name="Freeform 40"/>
            <p:cNvSpPr/>
            <p:nvPr/>
          </p:nvSpPr>
          <p:spPr bwMode="auto">
            <a:xfrm rot="0" flipH="0" flipV="0">
              <a:off x="3621178" y="164283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31449419" name="TextBox 41"/>
            <p:cNvSpPr txBox="1"/>
            <p:nvPr/>
          </p:nvSpPr>
          <p:spPr bwMode="auto">
            <a:xfrm rot="0" flipH="0" flipV="0">
              <a:off x="3621178" y="1474068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228210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6529" y="273843"/>
            <a:ext cx="11918941" cy="61901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1561566" name="TextBox 32"/>
          <p:cNvSpPr txBox="1"/>
          <p:nvPr/>
        </p:nvSpPr>
        <p:spPr bwMode="auto">
          <a:xfrm flipH="0" flipV="0">
            <a:off x="2567646" y="560219"/>
            <a:ext cx="695618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스위핑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63956699" name="Rectangle: Rounded Corners 12"/>
          <p:cNvSpPr/>
          <p:nvPr/>
        </p:nvSpPr>
        <p:spPr bwMode="auto">
          <a:xfrm>
            <a:off x="2567647" y="87217"/>
            <a:ext cx="6955463" cy="66224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17581526" name=""/>
          <p:cNvGrpSpPr/>
          <p:nvPr/>
        </p:nvGrpSpPr>
        <p:grpSpPr bwMode="auto">
          <a:xfrm>
            <a:off x="3081837" y="1787789"/>
            <a:ext cx="5927716" cy="4209981"/>
            <a:chOff x="0" y="0"/>
            <a:chExt cx="5927716" cy="4209981"/>
          </a:xfrm>
        </p:grpSpPr>
        <p:sp>
          <p:nvSpPr>
            <p:cNvPr id="196075885" name="Freeform 30"/>
            <p:cNvSpPr/>
            <p:nvPr/>
          </p:nvSpPr>
          <p:spPr bwMode="auto">
            <a:xfrm rot="0" flipH="0" flipV="0">
              <a:off x="0" y="676922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6689127" name="TextBox 31"/>
            <p:cNvSpPr txBox="1"/>
            <p:nvPr/>
          </p:nvSpPr>
          <p:spPr bwMode="auto">
            <a:xfrm rot="0" flipH="0" flipV="0">
              <a:off x="0" y="508155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873467187" name="TextBox 33"/>
            <p:cNvSpPr txBox="1"/>
            <p:nvPr/>
          </p:nvSpPr>
          <p:spPr bwMode="auto">
            <a:xfrm>
              <a:off x="41319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05988910" name="AutoShape 34"/>
            <p:cNvSpPr/>
            <p:nvPr/>
          </p:nvSpPr>
          <p:spPr bwMode="auto">
            <a:xfrm flipH="0" flipV="0">
              <a:off x="2963953" y="71996"/>
              <a:ext cx="0" cy="413798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57304122" name="TextBox 35"/>
            <p:cNvSpPr txBox="1"/>
            <p:nvPr/>
          </p:nvSpPr>
          <p:spPr bwMode="auto">
            <a:xfrm>
              <a:off x="3662496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68082707" name="Freeform 37"/>
            <p:cNvSpPr/>
            <p:nvPr/>
          </p:nvSpPr>
          <p:spPr bwMode="auto">
            <a:xfrm rot="0" flipH="0" flipV="0">
              <a:off x="3621177" y="676922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22459201" name="TextBox 38"/>
            <p:cNvSpPr txBox="1"/>
            <p:nvPr/>
          </p:nvSpPr>
          <p:spPr bwMode="auto">
            <a:xfrm rot="0" flipH="0" flipV="0">
              <a:off x="3621177" y="508155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868784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746043"/>
            <a:ext cx="12191999" cy="536591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269213" name="Rectangle: Rounded Corners 12"/>
          <p:cNvSpPr/>
          <p:nvPr/>
        </p:nvSpPr>
        <p:spPr bwMode="auto">
          <a:xfrm>
            <a:off x="2605720" y="87217"/>
            <a:ext cx="6955463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233576288" name="TextBox 32"/>
          <p:cNvSpPr txBox="1"/>
          <p:nvPr/>
        </p:nvSpPr>
        <p:spPr bwMode="auto">
          <a:xfrm rot="0" flipH="0" flipV="0">
            <a:off x="2605717" y="544711"/>
            <a:ext cx="6956902" cy="46238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통합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1051159677" name=""/>
          <p:cNvGrpSpPr/>
          <p:nvPr/>
        </p:nvGrpSpPr>
        <p:grpSpPr bwMode="auto">
          <a:xfrm>
            <a:off x="3135600" y="1697867"/>
            <a:ext cx="6001945" cy="4663515"/>
            <a:chOff x="0" y="0"/>
            <a:chExt cx="6001945" cy="4663515"/>
          </a:xfrm>
        </p:grpSpPr>
        <p:sp>
          <p:nvSpPr>
            <p:cNvPr id="1405590550" name="Freeform 30"/>
            <p:cNvSpPr/>
            <p:nvPr/>
          </p:nvSpPr>
          <p:spPr bwMode="auto">
            <a:xfrm rot="0" flipH="0" flipV="0">
              <a:off x="74227" y="6769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59221788" name="TextBox 31"/>
            <p:cNvSpPr txBox="1"/>
            <p:nvPr/>
          </p:nvSpPr>
          <p:spPr bwMode="auto">
            <a:xfrm rot="0" flipH="0" flipV="0">
              <a:off x="74227" y="50815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584548669" name="TextBox 33"/>
            <p:cNvSpPr txBox="1"/>
            <p:nvPr/>
          </p:nvSpPr>
          <p:spPr bwMode="auto">
            <a:xfrm rot="0" flipH="0" flipV="0">
              <a:off x="115546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18587169" name="AutoShape 34"/>
            <p:cNvSpPr/>
            <p:nvPr/>
          </p:nvSpPr>
          <p:spPr bwMode="auto">
            <a:xfrm rot="0" flipH="0" flipV="0">
              <a:off x="3038181" y="71996"/>
              <a:ext cx="0" cy="422092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76926661" name="Freeform 36"/>
            <p:cNvSpPr/>
            <p:nvPr/>
          </p:nvSpPr>
          <p:spPr bwMode="auto">
            <a:xfrm rot="0" flipH="0" flipV="0">
              <a:off x="74227" y="149400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32356943" name="TextBox 37"/>
            <p:cNvSpPr txBox="1"/>
            <p:nvPr/>
          </p:nvSpPr>
          <p:spPr bwMode="auto">
            <a:xfrm rot="0" flipH="0" flipV="0">
              <a:off x="74227" y="147406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355808845" name="TextBox 38"/>
            <p:cNvSpPr txBox="1"/>
            <p:nvPr/>
          </p:nvSpPr>
          <p:spPr bwMode="auto">
            <a:xfrm rot="0" flipH="0" flipV="0">
              <a:off x="3736725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67746488" name="Freeform 40"/>
            <p:cNvSpPr/>
            <p:nvPr/>
          </p:nvSpPr>
          <p:spPr bwMode="auto">
            <a:xfrm rot="0" flipH="0" flipV="0">
              <a:off x="74414" y="231109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08950678" name="TextBox 41"/>
            <p:cNvSpPr txBox="1"/>
            <p:nvPr/>
          </p:nvSpPr>
          <p:spPr bwMode="auto">
            <a:xfrm rot="0" flipH="0" flipV="0">
              <a:off x="74414" y="2439979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855253854" name="Freeform 43"/>
            <p:cNvSpPr/>
            <p:nvPr/>
          </p:nvSpPr>
          <p:spPr bwMode="auto">
            <a:xfrm rot="0" flipH="0" flipV="0">
              <a:off x="74414" y="31281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38488370" name="TextBox 44"/>
            <p:cNvSpPr txBox="1"/>
            <p:nvPr/>
          </p:nvSpPr>
          <p:spPr bwMode="auto">
            <a:xfrm rot="0" flipH="0" flipV="0">
              <a:off x="74414" y="295940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978375458" name="Freeform 46"/>
            <p:cNvSpPr/>
            <p:nvPr/>
          </p:nvSpPr>
          <p:spPr bwMode="auto">
            <a:xfrm rot="0" flipH="0" flipV="0">
              <a:off x="3695406" y="6769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55350756" name="TextBox 47"/>
            <p:cNvSpPr txBox="1"/>
            <p:nvPr/>
          </p:nvSpPr>
          <p:spPr bwMode="auto">
            <a:xfrm rot="0" flipH="0" flipV="0">
              <a:off x="3695406" y="58257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203631169" name="Freeform 49"/>
            <p:cNvSpPr/>
            <p:nvPr/>
          </p:nvSpPr>
          <p:spPr bwMode="auto">
            <a:xfrm rot="0" flipH="0" flipV="0">
              <a:off x="74414" y="394525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49296469" name="TextBox 50"/>
            <p:cNvSpPr txBox="1"/>
            <p:nvPr/>
          </p:nvSpPr>
          <p:spPr bwMode="auto">
            <a:xfrm rot="0" flipH="0" flipV="0">
              <a:off x="0" y="370207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185522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06093" y="122913"/>
            <a:ext cx="10521899" cy="661217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2890449" name="TextBox 32"/>
          <p:cNvSpPr txBox="1"/>
          <p:nvPr/>
        </p:nvSpPr>
        <p:spPr bwMode="auto">
          <a:xfrm flipH="0" flipV="0">
            <a:off x="3086814" y="619128"/>
            <a:ext cx="695690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통합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92109324" name="Freeform 51"/>
          <p:cNvSpPr/>
          <p:nvPr/>
        </p:nvSpPr>
        <p:spPr bwMode="auto">
          <a:xfrm>
            <a:off x="1230660" y="4642473"/>
            <a:ext cx="989073" cy="1085401"/>
          </a:xfrm>
          <a:custGeom>
            <a:avLst/>
            <a:gdLst/>
            <a:ahLst/>
            <a:cxnLst/>
            <a:rect l="l" t="t" r="r" b="b"/>
            <a:pathLst>
              <a:path w="989074" h="1085403" fill="norm" stroke="1" extrusionOk="0">
                <a:moveTo>
                  <a:pt x="0" y="0"/>
                </a:moveTo>
                <a:lnTo>
                  <a:pt x="989074" y="0"/>
                </a:lnTo>
                <a:lnTo>
                  <a:pt x="989074" y="1085403"/>
                </a:lnTo>
                <a:lnTo>
                  <a:pt x="0" y="10854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1170583" name="TextBox 52"/>
          <p:cNvSpPr txBox="1"/>
          <p:nvPr/>
        </p:nvSpPr>
        <p:spPr bwMode="auto">
          <a:xfrm>
            <a:off x="853453" y="5744331"/>
            <a:ext cx="1744564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Alice</a:t>
            </a:r>
            <a:endParaRPr/>
          </a:p>
        </p:txBody>
      </p:sp>
      <p:sp>
        <p:nvSpPr>
          <p:cNvPr id="110305213" name="AutoShape 53"/>
          <p:cNvSpPr/>
          <p:nvPr/>
        </p:nvSpPr>
        <p:spPr bwMode="auto">
          <a:xfrm flipH="0" flipV="0">
            <a:off x="2219733" y="5185175"/>
            <a:ext cx="1204837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6529366" name="Rectangle: Rounded Corners 12"/>
          <p:cNvSpPr/>
          <p:nvPr/>
        </p:nvSpPr>
        <p:spPr bwMode="auto">
          <a:xfrm>
            <a:off x="3086815" y="161632"/>
            <a:ext cx="6955463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808489937" name=""/>
          <p:cNvGrpSpPr/>
          <p:nvPr/>
        </p:nvGrpSpPr>
        <p:grpSpPr bwMode="auto">
          <a:xfrm>
            <a:off x="3676905" y="1461887"/>
            <a:ext cx="5927715" cy="4899498"/>
            <a:chOff x="0" y="0"/>
            <a:chExt cx="5927715" cy="4899498"/>
          </a:xfrm>
        </p:grpSpPr>
        <p:sp>
          <p:nvSpPr>
            <p:cNvPr id="503028555" name="Freeform 30"/>
            <p:cNvSpPr/>
            <p:nvPr/>
          </p:nvSpPr>
          <p:spPr bwMode="auto">
            <a:xfrm rot="0" flipH="0" flipV="0">
              <a:off x="0" y="91290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94414644" name="TextBox 31"/>
            <p:cNvSpPr txBox="1"/>
            <p:nvPr/>
          </p:nvSpPr>
          <p:spPr bwMode="auto">
            <a:xfrm rot="0" flipH="0" flipV="0">
              <a:off x="0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343262871" name="TextBox 33"/>
            <p:cNvSpPr txBox="1"/>
            <p:nvPr/>
          </p:nvSpPr>
          <p:spPr bwMode="auto">
            <a:xfrm>
              <a:off x="41317" y="235982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475447929" name="AutoShape 34"/>
            <p:cNvSpPr/>
            <p:nvPr/>
          </p:nvSpPr>
          <p:spPr bwMode="auto">
            <a:xfrm flipH="0" flipV="0">
              <a:off x="2963952" y="531222"/>
              <a:ext cx="0" cy="429980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42991425" name="Freeform 36"/>
            <p:cNvSpPr/>
            <p:nvPr/>
          </p:nvSpPr>
          <p:spPr bwMode="auto">
            <a:xfrm rot="0" flipH="0" flipV="0">
              <a:off x="0" y="1729987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30919842" name="TextBox 37"/>
            <p:cNvSpPr txBox="1"/>
            <p:nvPr/>
          </p:nvSpPr>
          <p:spPr bwMode="auto">
            <a:xfrm rot="0" flipH="0" flipV="0">
              <a:off x="0" y="1561221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46375867" name="TextBox 38"/>
            <p:cNvSpPr txBox="1"/>
            <p:nvPr/>
          </p:nvSpPr>
          <p:spPr bwMode="auto">
            <a:xfrm>
              <a:off x="3662496" y="235982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32244111" name="Freeform 40"/>
            <p:cNvSpPr/>
            <p:nvPr/>
          </p:nvSpPr>
          <p:spPr bwMode="auto">
            <a:xfrm rot="0" flipH="0" flipV="0">
              <a:off x="184" y="2547072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02860588" name="TextBox 41"/>
            <p:cNvSpPr txBox="1"/>
            <p:nvPr/>
          </p:nvSpPr>
          <p:spPr bwMode="auto">
            <a:xfrm rot="0" flipH="0" flipV="0">
              <a:off x="184" y="2378305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636129755" name="Freeform 43"/>
            <p:cNvSpPr/>
            <p:nvPr/>
          </p:nvSpPr>
          <p:spPr bwMode="auto">
            <a:xfrm rot="0" flipH="0" flipV="0">
              <a:off x="184" y="336415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92596946" name="TextBox 44"/>
            <p:cNvSpPr txBox="1"/>
            <p:nvPr/>
          </p:nvSpPr>
          <p:spPr bwMode="auto">
            <a:xfrm rot="0" flipH="0" flipV="0">
              <a:off x="184" y="3195388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977017691" name="Freeform 46"/>
            <p:cNvSpPr/>
            <p:nvPr/>
          </p:nvSpPr>
          <p:spPr bwMode="auto">
            <a:xfrm rot="0" flipH="0" flipV="0">
              <a:off x="3621177" y="91290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05707826" name="TextBox 47"/>
            <p:cNvSpPr txBox="1"/>
            <p:nvPr/>
          </p:nvSpPr>
          <p:spPr bwMode="auto">
            <a:xfrm rot="0" flipH="0" flipV="0">
              <a:off x="3621177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437523110" name="Freeform 49"/>
            <p:cNvSpPr/>
            <p:nvPr/>
          </p:nvSpPr>
          <p:spPr bwMode="auto">
            <a:xfrm rot="0" flipH="0" flipV="0">
              <a:off x="184" y="4181239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85006145" name="TextBox 50"/>
            <p:cNvSpPr txBox="1"/>
            <p:nvPr/>
          </p:nvSpPr>
          <p:spPr bwMode="auto">
            <a:xfrm rot="0" flipH="0" flipV="0">
              <a:off x="184" y="386364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0228995" name="TextBox 32"/>
          <p:cNvSpPr txBox="1"/>
          <p:nvPr/>
        </p:nvSpPr>
        <p:spPr bwMode="auto">
          <a:xfrm rot="0" flipH="0" flipV="0">
            <a:off x="2642058" y="544710"/>
            <a:ext cx="6851906" cy="46238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fr-FR">
                <a:solidFill>
                  <a:srgbClr val="000000"/>
                </a:solidFill>
                <a:latin typeface="IBM Plex Sans"/>
              </a:rPr>
              <a:t>일괄 결제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63662131" name="Rectangle: Rounded Corners 12"/>
          <p:cNvSpPr/>
          <p:nvPr/>
        </p:nvSpPr>
        <p:spPr bwMode="auto">
          <a:xfrm rot="0" flipH="0" flipV="0">
            <a:off x="2642058" y="87215"/>
            <a:ext cx="6844708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336860857" name=""/>
          <p:cNvGrpSpPr/>
          <p:nvPr/>
        </p:nvGrpSpPr>
        <p:grpSpPr bwMode="auto">
          <a:xfrm>
            <a:off x="3045494" y="1536298"/>
            <a:ext cx="5927903" cy="4750677"/>
            <a:chOff x="0" y="0"/>
            <a:chExt cx="5927903" cy="4750677"/>
          </a:xfrm>
        </p:grpSpPr>
        <p:sp>
          <p:nvSpPr>
            <p:cNvPr id="2062997098" name="Freeform 30"/>
            <p:cNvSpPr/>
            <p:nvPr/>
          </p:nvSpPr>
          <p:spPr bwMode="auto">
            <a:xfrm rot="0" flipH="0" flipV="0">
              <a:off x="0" y="764079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26525239" name="TextBox 31"/>
            <p:cNvSpPr txBox="1"/>
            <p:nvPr/>
          </p:nvSpPr>
          <p:spPr bwMode="auto">
            <a:xfrm rot="0" flipH="0" flipV="0">
              <a:off x="0" y="66972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811039310" name="TextBox 33"/>
            <p:cNvSpPr txBox="1"/>
            <p:nvPr/>
          </p:nvSpPr>
          <p:spPr bwMode="auto">
            <a:xfrm rot="0" flipH="0" flipV="0">
              <a:off x="41319" y="87155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2060960153" name="AutoShape 34"/>
            <p:cNvSpPr/>
            <p:nvPr/>
          </p:nvSpPr>
          <p:spPr bwMode="auto">
            <a:xfrm rot="0" flipH="0" flipV="0">
              <a:off x="2963953" y="754465"/>
              <a:ext cx="0" cy="385583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200157" name="TextBox 35"/>
            <p:cNvSpPr txBox="1"/>
            <p:nvPr/>
          </p:nvSpPr>
          <p:spPr bwMode="auto">
            <a:xfrm rot="0" flipH="0" flipV="0">
              <a:off x="3662496" y="87155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2001414135" name="Freeform 37"/>
            <p:cNvSpPr/>
            <p:nvPr/>
          </p:nvSpPr>
          <p:spPr bwMode="auto">
            <a:xfrm rot="0" flipH="0" flipV="0">
              <a:off x="3621178" y="764079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2616849" name="TextBox 38"/>
            <p:cNvSpPr txBox="1"/>
            <p:nvPr/>
          </p:nvSpPr>
          <p:spPr bwMode="auto">
            <a:xfrm rot="0" flipH="0" flipV="0">
              <a:off x="3621178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237456738" name="Freeform 40"/>
            <p:cNvSpPr/>
            <p:nvPr/>
          </p:nvSpPr>
          <p:spPr bwMode="auto">
            <a:xfrm rot="0" flipH="0" flipV="0">
              <a:off x="3621178" y="15811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38635886" name="TextBox 41"/>
            <p:cNvSpPr txBox="1"/>
            <p:nvPr/>
          </p:nvSpPr>
          <p:spPr bwMode="auto">
            <a:xfrm rot="0" flipH="0" flipV="0">
              <a:off x="3621178" y="965909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216502953" name="Freeform 43"/>
            <p:cNvSpPr/>
            <p:nvPr/>
          </p:nvSpPr>
          <p:spPr bwMode="auto">
            <a:xfrm rot="0" flipH="0" flipV="0">
              <a:off x="3621364" y="239824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4413751" name="TextBox 44"/>
            <p:cNvSpPr txBox="1"/>
            <p:nvPr/>
          </p:nvSpPr>
          <p:spPr bwMode="auto">
            <a:xfrm rot="0" flipH="0" flipV="0">
              <a:off x="3621364" y="193182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210957962" name="Freeform 46"/>
            <p:cNvSpPr/>
            <p:nvPr/>
          </p:nvSpPr>
          <p:spPr bwMode="auto">
            <a:xfrm rot="0" flipH="0" flipV="0">
              <a:off x="3621364" y="321532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22582826" name="TextBox 47"/>
            <p:cNvSpPr txBox="1"/>
            <p:nvPr/>
          </p:nvSpPr>
          <p:spPr bwMode="auto">
            <a:xfrm rot="0" flipH="0" flipV="0">
              <a:off x="3621364" y="289773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776358320" name="Freeform 49"/>
            <p:cNvSpPr/>
            <p:nvPr/>
          </p:nvSpPr>
          <p:spPr bwMode="auto">
            <a:xfrm rot="0" flipH="0" flipV="0">
              <a:off x="3621364" y="4032412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67380568" name="TextBox 50"/>
            <p:cNvSpPr txBox="1"/>
            <p:nvPr/>
          </p:nvSpPr>
          <p:spPr bwMode="auto">
            <a:xfrm rot="0" flipH="0" flipV="0">
              <a:off x="3621364" y="386364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2636595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15593" y="97548"/>
            <a:ext cx="10913687" cy="66629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067427" name="TextBox 32"/>
          <p:cNvSpPr txBox="1"/>
          <p:nvPr/>
        </p:nvSpPr>
        <p:spPr bwMode="auto">
          <a:xfrm flipH="0" flipV="0">
            <a:off x="2531305" y="544713"/>
            <a:ext cx="695690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협업 거래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66704193" name="Rectangle: Rounded Corners 12"/>
          <p:cNvSpPr/>
          <p:nvPr/>
        </p:nvSpPr>
        <p:spPr bwMode="auto">
          <a:xfrm>
            <a:off x="2531306" y="87217"/>
            <a:ext cx="6955463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306027722" name=""/>
          <p:cNvGrpSpPr/>
          <p:nvPr/>
        </p:nvGrpSpPr>
        <p:grpSpPr bwMode="auto">
          <a:xfrm>
            <a:off x="3045495" y="1549042"/>
            <a:ext cx="5927903" cy="4737935"/>
            <a:chOff x="0" y="0"/>
            <a:chExt cx="5927903" cy="4737935"/>
          </a:xfrm>
        </p:grpSpPr>
        <p:sp>
          <p:nvSpPr>
            <p:cNvPr id="271601508" name="Freeform 30"/>
            <p:cNvSpPr/>
            <p:nvPr/>
          </p:nvSpPr>
          <p:spPr bwMode="auto">
            <a:xfrm rot="0" flipH="0" flipV="0">
              <a:off x="0" y="75133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75479982" name="TextBox 31"/>
            <p:cNvSpPr txBox="1"/>
            <p:nvPr/>
          </p:nvSpPr>
          <p:spPr bwMode="auto">
            <a:xfrm rot="0" flipH="0" flipV="0">
              <a:off x="0" y="58257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690495494" name="TextBox 33"/>
            <p:cNvSpPr txBox="1"/>
            <p:nvPr/>
          </p:nvSpPr>
          <p:spPr bwMode="auto">
            <a:xfrm>
              <a:off x="41319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2135926706" name="AutoShape 34"/>
            <p:cNvSpPr/>
            <p:nvPr/>
          </p:nvSpPr>
          <p:spPr bwMode="auto">
            <a:xfrm flipH="0" flipV="0">
              <a:off x="2963953" y="518481"/>
              <a:ext cx="0" cy="413860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67550128" name="Freeform 36"/>
            <p:cNvSpPr/>
            <p:nvPr/>
          </p:nvSpPr>
          <p:spPr bwMode="auto">
            <a:xfrm rot="0" flipH="0" flipV="0">
              <a:off x="0" y="156841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6715172" name="TextBox 37"/>
            <p:cNvSpPr txBox="1"/>
            <p:nvPr/>
          </p:nvSpPr>
          <p:spPr bwMode="auto">
            <a:xfrm rot="0" flipH="0" flipV="0">
              <a:off x="0" y="1399651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497423703" name="TextBox 38"/>
            <p:cNvSpPr txBox="1"/>
            <p:nvPr/>
          </p:nvSpPr>
          <p:spPr bwMode="auto">
            <a:xfrm>
              <a:off x="3662496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58050096" name="Freeform 40"/>
            <p:cNvSpPr/>
            <p:nvPr/>
          </p:nvSpPr>
          <p:spPr bwMode="auto">
            <a:xfrm rot="0" flipH="0" flipV="0">
              <a:off x="186" y="238550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03032822" name="TextBox 41"/>
            <p:cNvSpPr txBox="1"/>
            <p:nvPr/>
          </p:nvSpPr>
          <p:spPr bwMode="auto">
            <a:xfrm rot="0" flipH="0" flipV="0">
              <a:off x="186" y="221673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995106905" name="Freeform 43"/>
            <p:cNvSpPr/>
            <p:nvPr/>
          </p:nvSpPr>
          <p:spPr bwMode="auto">
            <a:xfrm rot="0" flipH="0" flipV="0">
              <a:off x="186" y="320258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2482586" name="TextBox 44"/>
            <p:cNvSpPr txBox="1"/>
            <p:nvPr/>
          </p:nvSpPr>
          <p:spPr bwMode="auto">
            <a:xfrm rot="0" flipH="0" flipV="0">
              <a:off x="186" y="303382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866655122" name="Freeform 46"/>
            <p:cNvSpPr/>
            <p:nvPr/>
          </p:nvSpPr>
          <p:spPr bwMode="auto">
            <a:xfrm rot="0" flipH="0" flipV="0">
              <a:off x="186" y="401967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3952394" name="TextBox 47"/>
            <p:cNvSpPr txBox="1"/>
            <p:nvPr/>
          </p:nvSpPr>
          <p:spPr bwMode="auto">
            <a:xfrm rot="0" flipH="0" flipV="0">
              <a:off x="186" y="385090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303047533" name="Freeform 49"/>
            <p:cNvSpPr/>
            <p:nvPr/>
          </p:nvSpPr>
          <p:spPr bwMode="auto">
            <a:xfrm rot="0" flipH="0" flipV="0">
              <a:off x="3621178" y="75133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19042614" name="TextBox 50"/>
            <p:cNvSpPr txBox="1"/>
            <p:nvPr/>
          </p:nvSpPr>
          <p:spPr bwMode="auto">
            <a:xfrm rot="0" flipH="0" flipV="0">
              <a:off x="3621178" y="58257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361597154" name="Freeform 52"/>
            <p:cNvSpPr/>
            <p:nvPr/>
          </p:nvSpPr>
          <p:spPr bwMode="auto">
            <a:xfrm rot="0" flipH="0" flipV="0">
              <a:off x="3621178" y="156841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11089878" name="TextBox 53"/>
            <p:cNvSpPr txBox="1"/>
            <p:nvPr/>
          </p:nvSpPr>
          <p:spPr bwMode="auto">
            <a:xfrm rot="0" flipH="0" flipV="0">
              <a:off x="3621178" y="1399651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25509951" name="Freeform 55"/>
            <p:cNvSpPr/>
            <p:nvPr/>
          </p:nvSpPr>
          <p:spPr bwMode="auto">
            <a:xfrm rot="0" flipH="0" flipV="0">
              <a:off x="3621364" y="238550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24630313" name="TextBox 56"/>
            <p:cNvSpPr txBox="1"/>
            <p:nvPr/>
          </p:nvSpPr>
          <p:spPr bwMode="auto">
            <a:xfrm rot="0" flipH="0" flipV="0">
              <a:off x="3621364" y="221673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960618280" name="Freeform 58"/>
            <p:cNvSpPr/>
            <p:nvPr/>
          </p:nvSpPr>
          <p:spPr bwMode="auto">
            <a:xfrm rot="0" flipH="0" flipV="0">
              <a:off x="3621364" y="320258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49702392" name="TextBox 59"/>
            <p:cNvSpPr txBox="1"/>
            <p:nvPr/>
          </p:nvSpPr>
          <p:spPr bwMode="auto">
            <a:xfrm rot="0" flipH="0" flipV="0">
              <a:off x="3621364" y="303382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305883250" name="Freeform 61"/>
            <p:cNvSpPr/>
            <p:nvPr/>
          </p:nvSpPr>
          <p:spPr bwMode="auto">
            <a:xfrm rot="0" flipH="0" flipV="0">
              <a:off x="3621364" y="401967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60526968" name="TextBox 62"/>
            <p:cNvSpPr txBox="1"/>
            <p:nvPr/>
          </p:nvSpPr>
          <p:spPr bwMode="auto">
            <a:xfrm rot="0" flipH="0" flipV="0">
              <a:off x="3621364" y="385090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3577156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29968" y="126906"/>
            <a:ext cx="9457404" cy="66041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6496938" name="Freeform 39"/>
          <p:cNvSpPr/>
          <p:nvPr/>
        </p:nvSpPr>
        <p:spPr bwMode="auto">
          <a:xfrm rot="9078673" flipH="1">
            <a:off x="1380951" y="2265858"/>
            <a:ext cx="1169085" cy="330265"/>
          </a:xfrm>
          <a:custGeom>
            <a:avLst/>
            <a:gdLst/>
            <a:ahLst/>
            <a:cxnLst/>
            <a:rect l="l" t="t" r="r" b="b"/>
            <a:pathLst>
              <a:path w="1169087" h="330267" fill="norm" stroke="1" extrusionOk="0">
                <a:moveTo>
                  <a:pt x="1169087" y="0"/>
                </a:moveTo>
                <a:lnTo>
                  <a:pt x="0" y="0"/>
                </a:lnTo>
                <a:lnTo>
                  <a:pt x="0" y="330267"/>
                </a:lnTo>
                <a:lnTo>
                  <a:pt x="1169087" y="330267"/>
                </a:lnTo>
                <a:lnTo>
                  <a:pt x="1169087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7686990" name="Freeform 40"/>
          <p:cNvSpPr/>
          <p:nvPr/>
        </p:nvSpPr>
        <p:spPr bwMode="auto">
          <a:xfrm>
            <a:off x="10198414" y="2204599"/>
            <a:ext cx="920493" cy="818086"/>
          </a:xfrm>
          <a:custGeom>
            <a:avLst/>
            <a:gdLst/>
            <a:ahLst/>
            <a:cxnLst/>
            <a:rect l="l" t="t" r="r" b="b"/>
            <a:pathLst>
              <a:path w="920493" h="818088" fill="norm" stroke="1" extrusionOk="0">
                <a:moveTo>
                  <a:pt x="0" y="0"/>
                </a:moveTo>
                <a:lnTo>
                  <a:pt x="920493" y="0"/>
                </a:lnTo>
                <a:lnTo>
                  <a:pt x="920493" y="818088"/>
                </a:lnTo>
                <a:lnTo>
                  <a:pt x="0" y="8180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7371603" name="TextBox 44"/>
          <p:cNvSpPr txBox="1"/>
          <p:nvPr/>
        </p:nvSpPr>
        <p:spPr bwMode="auto">
          <a:xfrm flipH="0" flipV="0">
            <a:off x="350632" y="3101211"/>
            <a:ext cx="2182621" cy="650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추적된 사용자에 속한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96729846" name="TextBox 45"/>
          <p:cNvSpPr txBox="1"/>
          <p:nvPr/>
        </p:nvSpPr>
        <p:spPr bwMode="auto">
          <a:xfrm flipH="0" flipV="0">
            <a:off x="9622278" y="3239743"/>
            <a:ext cx="2159433" cy="975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변경 사항을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나타내는 출력은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무엇인가요?</a:t>
            </a:r>
            <a:endParaRPr sz="2000">
              <a:latin typeface="IBM Plex Sans"/>
              <a:cs typeface="IBM Plex Sans"/>
            </a:endParaRPr>
          </a:p>
        </p:txBody>
      </p:sp>
      <p:grpSp>
        <p:nvGrpSpPr>
          <p:cNvPr id="577367952" name=""/>
          <p:cNvGrpSpPr/>
          <p:nvPr/>
        </p:nvGrpSpPr>
        <p:grpSpPr bwMode="auto">
          <a:xfrm>
            <a:off x="3056701" y="236045"/>
            <a:ext cx="6026552" cy="6288114"/>
            <a:chOff x="0" y="0"/>
            <a:chExt cx="6026552" cy="6288114"/>
          </a:xfrm>
        </p:grpSpPr>
        <p:sp>
          <p:nvSpPr>
            <p:cNvPr id="748771973" name="Freeform 30"/>
            <p:cNvSpPr/>
            <p:nvPr/>
          </p:nvSpPr>
          <p:spPr bwMode="auto">
            <a:xfrm rot="0" flipH="0" flipV="0">
              <a:off x="346323" y="2330529"/>
              <a:ext cx="2008792" cy="62554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1036" y="0"/>
                  </a:moveTo>
                  <a:lnTo>
                    <a:pt x="780190" y="0"/>
                  </a:lnTo>
                  <a:cubicBezTo>
                    <a:pt x="852559" y="0"/>
                    <a:pt x="911226" y="58667"/>
                    <a:pt x="911226" y="131036"/>
                  </a:cubicBezTo>
                  <a:lnTo>
                    <a:pt x="911226" y="152721"/>
                  </a:lnTo>
                  <a:cubicBezTo>
                    <a:pt x="911226" y="225091"/>
                    <a:pt x="852559" y="283758"/>
                    <a:pt x="780190" y="283758"/>
                  </a:cubicBezTo>
                  <a:lnTo>
                    <a:pt x="131036" y="283758"/>
                  </a:lnTo>
                  <a:cubicBezTo>
                    <a:pt x="58667" y="283758"/>
                    <a:pt x="0" y="225091"/>
                    <a:pt x="0" y="152721"/>
                  </a:cubicBezTo>
                  <a:lnTo>
                    <a:pt x="0" y="131036"/>
                  </a:lnTo>
                  <a:cubicBezTo>
                    <a:pt x="0" y="58667"/>
                    <a:pt x="58667" y="0"/>
                    <a:pt x="131036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25263790" name="TextBox 31"/>
            <p:cNvSpPr txBox="1"/>
            <p:nvPr/>
          </p:nvSpPr>
          <p:spPr bwMode="auto">
            <a:xfrm rot="0" flipH="0" flipV="0">
              <a:off x="346323" y="2183548"/>
              <a:ext cx="2008792" cy="77252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33670980" name="AutoShape 32"/>
            <p:cNvSpPr/>
            <p:nvPr/>
          </p:nvSpPr>
          <p:spPr bwMode="auto">
            <a:xfrm flipH="0" flipV="0">
              <a:off x="2927667" y="1803692"/>
              <a:ext cx="0" cy="3660377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5729880" name="Freeform 34"/>
            <p:cNvSpPr/>
            <p:nvPr/>
          </p:nvSpPr>
          <p:spPr bwMode="auto">
            <a:xfrm rot="0" flipH="0" flipV="0">
              <a:off x="3500052" y="2330529"/>
              <a:ext cx="2008792" cy="62554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1036" y="0"/>
                  </a:moveTo>
                  <a:lnTo>
                    <a:pt x="780190" y="0"/>
                  </a:lnTo>
                  <a:cubicBezTo>
                    <a:pt x="852559" y="0"/>
                    <a:pt x="911226" y="58667"/>
                    <a:pt x="911226" y="131036"/>
                  </a:cubicBezTo>
                  <a:lnTo>
                    <a:pt x="911226" y="152721"/>
                  </a:lnTo>
                  <a:cubicBezTo>
                    <a:pt x="911226" y="225091"/>
                    <a:pt x="852559" y="283758"/>
                    <a:pt x="780190" y="283758"/>
                  </a:cubicBezTo>
                  <a:lnTo>
                    <a:pt x="131036" y="283758"/>
                  </a:lnTo>
                  <a:cubicBezTo>
                    <a:pt x="58667" y="283758"/>
                    <a:pt x="0" y="225091"/>
                    <a:pt x="0" y="152721"/>
                  </a:cubicBezTo>
                  <a:lnTo>
                    <a:pt x="0" y="131036"/>
                  </a:lnTo>
                  <a:cubicBezTo>
                    <a:pt x="0" y="58667"/>
                    <a:pt x="58667" y="0"/>
                    <a:pt x="13103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3309965" name="TextBox 35"/>
            <p:cNvSpPr txBox="1"/>
            <p:nvPr/>
          </p:nvSpPr>
          <p:spPr bwMode="auto">
            <a:xfrm rot="0" flipH="0" flipV="0">
              <a:off x="3500052" y="2183548"/>
              <a:ext cx="2008792" cy="77252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215745691" name="Freeform 37"/>
            <p:cNvSpPr/>
            <p:nvPr/>
          </p:nvSpPr>
          <p:spPr bwMode="auto">
            <a:xfrm rot="0" flipH="0" flipV="0">
              <a:off x="3500052" y="3171752"/>
              <a:ext cx="2008792" cy="62554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1036" y="0"/>
                  </a:moveTo>
                  <a:lnTo>
                    <a:pt x="780190" y="0"/>
                  </a:lnTo>
                  <a:cubicBezTo>
                    <a:pt x="852559" y="0"/>
                    <a:pt x="911226" y="58667"/>
                    <a:pt x="911226" y="131036"/>
                  </a:cubicBezTo>
                  <a:lnTo>
                    <a:pt x="911226" y="152721"/>
                  </a:lnTo>
                  <a:cubicBezTo>
                    <a:pt x="911226" y="225091"/>
                    <a:pt x="852559" y="283758"/>
                    <a:pt x="780190" y="283758"/>
                  </a:cubicBezTo>
                  <a:lnTo>
                    <a:pt x="131036" y="283758"/>
                  </a:lnTo>
                  <a:cubicBezTo>
                    <a:pt x="58667" y="283758"/>
                    <a:pt x="0" y="225091"/>
                    <a:pt x="0" y="152721"/>
                  </a:cubicBezTo>
                  <a:lnTo>
                    <a:pt x="0" y="131036"/>
                  </a:lnTo>
                  <a:cubicBezTo>
                    <a:pt x="0" y="58667"/>
                    <a:pt x="58667" y="0"/>
                    <a:pt x="13103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6401604" name="TextBox 38"/>
            <p:cNvSpPr txBox="1"/>
            <p:nvPr/>
          </p:nvSpPr>
          <p:spPr bwMode="auto">
            <a:xfrm rot="0" flipH="0" flipV="0">
              <a:off x="3500052" y="3024772"/>
              <a:ext cx="2008792" cy="77252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2115806913" name="TextBox 41"/>
            <p:cNvSpPr txBox="1"/>
            <p:nvPr/>
          </p:nvSpPr>
          <p:spPr bwMode="auto">
            <a:xfrm flipH="0" flipV="0">
              <a:off x="0" y="503558"/>
              <a:ext cx="6026553" cy="40256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67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1007088095" name="TextBox 42"/>
            <p:cNvSpPr txBox="1"/>
            <p:nvPr/>
          </p:nvSpPr>
          <p:spPr bwMode="auto">
            <a:xfrm>
              <a:off x="382308" y="1743136"/>
              <a:ext cx="1938264" cy="40269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67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81187600" name="TextBox 43"/>
            <p:cNvSpPr txBox="1"/>
            <p:nvPr/>
          </p:nvSpPr>
          <p:spPr bwMode="auto">
            <a:xfrm>
              <a:off x="3536036" y="1743136"/>
              <a:ext cx="1938264" cy="40269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67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484259566" name="Rectangle: Rounded Corners 12"/>
            <p:cNvSpPr/>
            <p:nvPr/>
          </p:nvSpPr>
          <p:spPr bwMode="auto">
            <a:xfrm>
              <a:off x="0" y="0"/>
              <a:ext cx="6025114" cy="6288115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0582288" name="TextBox 39"/>
          <p:cNvSpPr txBox="1"/>
          <p:nvPr/>
        </p:nvSpPr>
        <p:spPr bwMode="auto">
          <a:xfrm flipH="0" flipV="0">
            <a:off x="2931756" y="672706"/>
            <a:ext cx="6691089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내부 주소 재사용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26258763" name="Rectangle: Rounded Corners 12"/>
          <p:cNvSpPr/>
          <p:nvPr/>
        </p:nvSpPr>
        <p:spPr bwMode="auto">
          <a:xfrm>
            <a:off x="2931757" y="161631"/>
            <a:ext cx="6689650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741474396" name=""/>
          <p:cNvGrpSpPr/>
          <p:nvPr/>
        </p:nvGrpSpPr>
        <p:grpSpPr bwMode="auto">
          <a:xfrm>
            <a:off x="3310057" y="1900276"/>
            <a:ext cx="5850812" cy="4067728"/>
            <a:chOff x="0" y="0"/>
            <a:chExt cx="5850812" cy="4067728"/>
          </a:xfrm>
        </p:grpSpPr>
        <p:sp>
          <p:nvSpPr>
            <p:cNvPr id="275093922" name="AutoShape 32"/>
            <p:cNvSpPr/>
            <p:nvPr/>
          </p:nvSpPr>
          <p:spPr bwMode="auto">
            <a:xfrm flipH="0" flipV="0">
              <a:off x="2922634" y="71997"/>
              <a:ext cx="0" cy="39957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08909654" name="TextBox 40"/>
            <p:cNvSpPr txBox="1"/>
            <p:nvPr/>
          </p:nvSpPr>
          <p:spPr bwMode="auto">
            <a:xfrm>
              <a:off x="0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836294045" name="TextBox 41"/>
            <p:cNvSpPr txBox="1"/>
            <p:nvPr/>
          </p:nvSpPr>
          <p:spPr bwMode="auto">
            <a:xfrm>
              <a:off x="3621177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157864988" name="Rectangle 1100602255"/>
            <p:cNvSpPr txBox="1"/>
            <p:nvPr/>
          </p:nvSpPr>
          <p:spPr bwMode="auto">
            <a:xfrm rot="0" flipH="0" flipV="0">
              <a:off x="80060" y="676923"/>
              <a:ext cx="232380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166535641" name="Rectangle 1100602255"/>
            <p:cNvSpPr txBox="1"/>
            <p:nvPr/>
          </p:nvSpPr>
          <p:spPr bwMode="auto">
            <a:xfrm rot="0" flipH="0" flipV="0">
              <a:off x="3522000" y="1689424"/>
              <a:ext cx="2324519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922243625" name="Rectangle 1100602255"/>
            <p:cNvSpPr txBox="1"/>
            <p:nvPr/>
          </p:nvSpPr>
          <p:spPr bwMode="auto">
            <a:xfrm rot="0" flipH="0" flipV="0">
              <a:off x="3525572" y="725613"/>
              <a:ext cx="232524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bc1q...acd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117801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3250" y="403543"/>
            <a:ext cx="11845498" cy="614616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7742856" name="TextBox 39"/>
          <p:cNvSpPr txBox="1"/>
          <p:nvPr/>
        </p:nvSpPr>
        <p:spPr bwMode="auto">
          <a:xfrm flipH="0" flipV="0">
            <a:off x="2782927" y="651870"/>
            <a:ext cx="669036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버전 관리 재사용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12916098" name="Rectangle: Rounded Corners 12"/>
          <p:cNvSpPr/>
          <p:nvPr/>
        </p:nvSpPr>
        <p:spPr bwMode="auto">
          <a:xfrm>
            <a:off x="2782928" y="161631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391502690" name=""/>
          <p:cNvGrpSpPr/>
          <p:nvPr/>
        </p:nvGrpSpPr>
        <p:grpSpPr bwMode="auto">
          <a:xfrm>
            <a:off x="3173364" y="1879440"/>
            <a:ext cx="5846880" cy="3909970"/>
            <a:chOff x="0" y="0"/>
            <a:chExt cx="5846880" cy="3909970"/>
          </a:xfrm>
        </p:grpSpPr>
        <p:sp>
          <p:nvSpPr>
            <p:cNvPr id="1005631278" name="AutoShape 32"/>
            <p:cNvSpPr/>
            <p:nvPr/>
          </p:nvSpPr>
          <p:spPr bwMode="auto">
            <a:xfrm flipH="0" flipV="0">
              <a:off x="2922634" y="71998"/>
              <a:ext cx="0" cy="383797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5132988" name="TextBox 40"/>
            <p:cNvSpPr txBox="1"/>
            <p:nvPr/>
          </p:nvSpPr>
          <p:spPr bwMode="auto">
            <a:xfrm flipH="0" flipV="0">
              <a:off x="0" y="0"/>
              <a:ext cx="2380167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655711531" name="TextBox 41"/>
            <p:cNvSpPr txBox="1"/>
            <p:nvPr/>
          </p:nvSpPr>
          <p:spPr bwMode="auto">
            <a:xfrm flipH="0" flipV="0">
              <a:off x="3465892" y="0"/>
              <a:ext cx="2380988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36040630" name="Rectangle 1100602255"/>
            <p:cNvSpPr txBox="1"/>
            <p:nvPr/>
          </p:nvSpPr>
          <p:spPr bwMode="auto">
            <a:xfrm rot="0" flipH="0" flipV="0">
              <a:off x="0" y="772173"/>
              <a:ext cx="2324519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07663526" name="Rectangle 1100602255"/>
            <p:cNvSpPr txBox="1"/>
            <p:nvPr/>
          </p:nvSpPr>
          <p:spPr bwMode="auto">
            <a:xfrm rot="0" flipH="0" flipV="0">
              <a:off x="3521280" y="775744"/>
              <a:ext cx="232524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bc1q...acd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257631225" name="Rectangle 1100602255"/>
            <p:cNvSpPr txBox="1"/>
            <p:nvPr/>
          </p:nvSpPr>
          <p:spPr bwMode="auto">
            <a:xfrm rot="0" flipH="0" flipV="0">
              <a:off x="3520200" y="1940175"/>
              <a:ext cx="232596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bc1p...jjj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4056770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88575" y="395096"/>
            <a:ext cx="12014847" cy="61630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3800204" name="TextBox 39"/>
          <p:cNvSpPr txBox="1"/>
          <p:nvPr/>
        </p:nvSpPr>
        <p:spPr bwMode="auto">
          <a:xfrm flipH="0" flipV="0">
            <a:off x="2746584" y="523878"/>
            <a:ext cx="669036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라운드 번호 결제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58709801" name="Rectangle: Rounded Corners 12"/>
          <p:cNvSpPr/>
          <p:nvPr/>
        </p:nvSpPr>
        <p:spPr bwMode="auto">
          <a:xfrm>
            <a:off x="2746586" y="161631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2067431382" name=""/>
          <p:cNvGrpSpPr/>
          <p:nvPr/>
        </p:nvGrpSpPr>
        <p:grpSpPr bwMode="auto">
          <a:xfrm>
            <a:off x="3098949" y="1825862"/>
            <a:ext cx="5887964" cy="3427767"/>
            <a:chOff x="0" y="0"/>
            <a:chExt cx="5887964" cy="3427767"/>
          </a:xfrm>
        </p:grpSpPr>
        <p:sp>
          <p:nvSpPr>
            <p:cNvPr id="500971898" name="AutoShape 32"/>
            <p:cNvSpPr/>
            <p:nvPr/>
          </p:nvSpPr>
          <p:spPr bwMode="auto">
            <a:xfrm flipH="0" flipV="0">
              <a:off x="2964079" y="71996"/>
              <a:ext cx="0" cy="335577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05931266" name="TextBox 40"/>
            <p:cNvSpPr txBox="1"/>
            <p:nvPr/>
          </p:nvSpPr>
          <p:spPr bwMode="auto">
            <a:xfrm>
              <a:off x="41443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700210893" name="TextBox 41"/>
            <p:cNvSpPr txBox="1"/>
            <p:nvPr/>
          </p:nvSpPr>
          <p:spPr bwMode="auto">
            <a:xfrm>
              <a:off x="3662622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1784886712" name="Rectangle 1100602255"/>
            <p:cNvSpPr txBox="1"/>
            <p:nvPr/>
          </p:nvSpPr>
          <p:spPr bwMode="auto">
            <a:xfrm rot="0" flipH="0" flipV="0">
              <a:off x="0" y="676922"/>
              <a:ext cx="232524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451 458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427683724" name="Rectangle 1100602255"/>
            <p:cNvSpPr txBox="1"/>
            <p:nvPr/>
          </p:nvSpPr>
          <p:spPr bwMode="auto">
            <a:xfrm rot="0" flipH="0" flipV="0">
              <a:off x="3562004" y="695377"/>
              <a:ext cx="232596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248 607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971932492" name="Rectangle 1100602255"/>
            <p:cNvSpPr txBox="1"/>
            <p:nvPr/>
          </p:nvSpPr>
          <p:spPr bwMode="auto">
            <a:xfrm rot="0" flipH="0" flipV="0">
              <a:off x="3561284" y="1800276"/>
              <a:ext cx="232668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1572795" name="TextBox 39"/>
          <p:cNvSpPr txBox="1"/>
          <p:nvPr/>
        </p:nvSpPr>
        <p:spPr bwMode="auto">
          <a:xfrm flipH="0" flipV="0">
            <a:off x="2895413" y="556620"/>
            <a:ext cx="669036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라운드 번호 결제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11539855" name="Rectangle: Rounded Corners 12"/>
          <p:cNvSpPr/>
          <p:nvPr/>
        </p:nvSpPr>
        <p:spPr bwMode="auto">
          <a:xfrm>
            <a:off x="2895414" y="125290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814253215" name=""/>
          <p:cNvGrpSpPr/>
          <p:nvPr/>
        </p:nvGrpSpPr>
        <p:grpSpPr bwMode="auto">
          <a:xfrm>
            <a:off x="3247902" y="1784190"/>
            <a:ext cx="5927717" cy="3796861"/>
            <a:chOff x="0" y="0"/>
            <a:chExt cx="5927717" cy="3796861"/>
          </a:xfrm>
        </p:grpSpPr>
        <p:sp>
          <p:nvSpPr>
            <p:cNvPr id="1716736587" name="Freeform 30"/>
            <p:cNvSpPr/>
            <p:nvPr/>
          </p:nvSpPr>
          <p:spPr bwMode="auto">
            <a:xfrm rot="0" flipH="0" flipV="0">
              <a:off x="0" y="6769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58552689" name="TextBox 31"/>
            <p:cNvSpPr txBox="1"/>
            <p:nvPr/>
          </p:nvSpPr>
          <p:spPr bwMode="auto">
            <a:xfrm rot="0" flipH="0" flipV="0">
              <a:off x="0" y="50815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62,76 €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17493656" name="AutoShape 32"/>
            <p:cNvSpPr/>
            <p:nvPr/>
          </p:nvSpPr>
          <p:spPr bwMode="auto">
            <a:xfrm flipH="0" flipV="0">
              <a:off x="2963954" y="71997"/>
              <a:ext cx="0" cy="372486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29108035" name="Freeform 34"/>
            <p:cNvSpPr/>
            <p:nvPr/>
          </p:nvSpPr>
          <p:spPr bwMode="auto">
            <a:xfrm rot="0" flipH="0" flipV="0">
              <a:off x="3621179" y="6769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37453315" name="TextBox 35"/>
            <p:cNvSpPr txBox="1"/>
            <p:nvPr/>
          </p:nvSpPr>
          <p:spPr bwMode="auto">
            <a:xfrm rot="0" flipH="0" flipV="0">
              <a:off x="3621179" y="50815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41,27 €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60530" name="Freeform 37"/>
            <p:cNvSpPr/>
            <p:nvPr/>
          </p:nvSpPr>
          <p:spPr bwMode="auto">
            <a:xfrm rot="0" flipH="0" flipV="0">
              <a:off x="3621179" y="164283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6943191" name="TextBox 38"/>
            <p:cNvSpPr txBox="1"/>
            <p:nvPr/>
          </p:nvSpPr>
          <p:spPr bwMode="auto">
            <a:xfrm rot="0" flipH="0" flipV="0">
              <a:off x="3621179" y="147406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20 €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34459817" name="TextBox 40"/>
            <p:cNvSpPr txBox="1"/>
            <p:nvPr/>
          </p:nvSpPr>
          <p:spPr bwMode="auto">
            <a:xfrm>
              <a:off x="41318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921916017" name="TextBox 41"/>
            <p:cNvSpPr txBox="1"/>
            <p:nvPr/>
          </p:nvSpPr>
          <p:spPr bwMode="auto">
            <a:xfrm>
              <a:off x="3662498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403388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24405" y="248477"/>
            <a:ext cx="11943187" cy="63610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4419053" name="TextBox 39"/>
          <p:cNvSpPr txBox="1"/>
          <p:nvPr/>
        </p:nvSpPr>
        <p:spPr bwMode="auto">
          <a:xfrm rot="0" flipH="0" flipV="0">
            <a:off x="2859069" y="702469"/>
            <a:ext cx="6691447" cy="46238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fr-FR">
                <a:solidFill>
                  <a:srgbClr val="000000"/>
                </a:solidFill>
                <a:latin typeface="IBM Plex Sans"/>
              </a:rPr>
              <a:t>가장 큰 </a:t>
            </a:r>
            <a:r>
              <a:rPr sz="2600" b="1" lang="en-US">
                <a:solidFill>
                  <a:srgbClr val="000000"/>
                </a:solidFill>
                <a:latin typeface="IBM Plex Sans"/>
              </a:rPr>
              <a:t>출력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73801904" name="Rectangle: Rounded Corners 12"/>
          <p:cNvSpPr/>
          <p:nvPr/>
        </p:nvSpPr>
        <p:spPr bwMode="auto">
          <a:xfrm rot="0" flipH="0" flipV="0">
            <a:off x="2859069" y="196240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463446310" name=""/>
          <p:cNvGrpSpPr/>
          <p:nvPr/>
        </p:nvGrpSpPr>
        <p:grpSpPr bwMode="auto">
          <a:xfrm>
            <a:off x="3227064" y="2004454"/>
            <a:ext cx="5928256" cy="3755189"/>
            <a:chOff x="0" y="0"/>
            <a:chExt cx="5928256" cy="3755189"/>
          </a:xfrm>
        </p:grpSpPr>
        <p:sp>
          <p:nvSpPr>
            <p:cNvPr id="406112845" name="Freeform 30"/>
            <p:cNvSpPr/>
            <p:nvPr/>
          </p:nvSpPr>
          <p:spPr bwMode="auto">
            <a:xfrm rot="0" flipH="0" flipV="0">
              <a:off x="0" y="6769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7349115" name="TextBox 31"/>
            <p:cNvSpPr txBox="1"/>
            <p:nvPr/>
          </p:nvSpPr>
          <p:spPr bwMode="auto">
            <a:xfrm rot="0" flipH="0" flipV="0">
              <a:off x="0" y="50815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451 458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02702759" name="AutoShape 32"/>
            <p:cNvSpPr/>
            <p:nvPr/>
          </p:nvSpPr>
          <p:spPr bwMode="auto">
            <a:xfrm rot="0" flipH="0" flipV="0">
              <a:off x="2963955" y="71997"/>
              <a:ext cx="0" cy="368319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54829998" name="Freeform 34"/>
            <p:cNvSpPr/>
            <p:nvPr/>
          </p:nvSpPr>
          <p:spPr bwMode="auto">
            <a:xfrm rot="0" flipH="0" flipV="0">
              <a:off x="3621180" y="6769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916957619" name="Freeform 37"/>
            <p:cNvSpPr/>
            <p:nvPr/>
          </p:nvSpPr>
          <p:spPr bwMode="auto">
            <a:xfrm rot="0" flipH="0" flipV="0">
              <a:off x="3621180" y="164283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66400223" name="TextBox 40"/>
            <p:cNvSpPr txBox="1"/>
            <p:nvPr/>
          </p:nvSpPr>
          <p:spPr bwMode="auto">
            <a:xfrm rot="0" flipH="0" flipV="0">
              <a:off x="41319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929353228" name="TextBox 41"/>
            <p:cNvSpPr txBox="1"/>
            <p:nvPr/>
          </p:nvSpPr>
          <p:spPr bwMode="auto">
            <a:xfrm rot="0" flipH="0" flipV="0">
              <a:off x="3662497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grpSp>
          <p:nvGrpSpPr>
            <p:cNvPr id="210060542" name=""/>
            <p:cNvGrpSpPr/>
            <p:nvPr/>
          </p:nvGrpSpPr>
          <p:grpSpPr bwMode="auto">
            <a:xfrm rot="0" flipH="0" flipV="0">
              <a:off x="3621718" y="508155"/>
              <a:ext cx="2306538" cy="1852941"/>
              <a:chOff x="0" y="0"/>
              <a:chExt cx="2306538" cy="1852940"/>
            </a:xfrm>
          </p:grpSpPr>
          <p:sp>
            <p:nvSpPr>
              <p:cNvPr id="1792357661" name="TextBox 35"/>
              <p:cNvSpPr txBox="1"/>
              <p:nvPr/>
            </p:nvSpPr>
            <p:spPr bwMode="auto">
              <a:xfrm rot="0" flipH="0" flipV="0">
                <a:off x="0" y="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3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57 814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14816395" name="TextBox 38"/>
              <p:cNvSpPr txBox="1"/>
              <p:nvPr/>
            </p:nvSpPr>
            <p:spPr bwMode="auto">
              <a:xfrm rot="0" flipH="0" flipV="0">
                <a:off x="0" y="96591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390 987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258061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7297" y="391372"/>
            <a:ext cx="11857404" cy="60752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4859171" name="Freeform 77"/>
          <p:cNvSpPr/>
          <p:nvPr/>
        </p:nvSpPr>
        <p:spPr bwMode="auto">
          <a:xfrm>
            <a:off x="8882796" y="3662071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9"/>
                </a:lnTo>
                <a:lnTo>
                  <a:pt x="0" y="1539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7411870" name="AutoShape 78"/>
          <p:cNvSpPr/>
          <p:nvPr/>
        </p:nvSpPr>
        <p:spPr bwMode="auto">
          <a:xfrm flipH="0" flipV="0">
            <a:off x="4570637" y="1890117"/>
            <a:ext cx="4312155" cy="221402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4120496" name="AutoShape 80"/>
          <p:cNvSpPr/>
          <p:nvPr/>
        </p:nvSpPr>
        <p:spPr bwMode="auto">
          <a:xfrm flipV="1">
            <a:off x="5297598" y="4468920"/>
            <a:ext cx="3585197" cy="18866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1366678" name="TextBox 81"/>
          <p:cNvSpPr txBox="1"/>
          <p:nvPr/>
        </p:nvSpPr>
        <p:spPr bwMode="auto">
          <a:xfrm flipH="0" flipV="0">
            <a:off x="7586908" y="5455345"/>
            <a:ext cx="3994969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모든 UTXO의 공통 소유자</a:t>
            </a:r>
            <a:endParaRPr sz="2200">
              <a:latin typeface="IBM Plex Sans"/>
              <a:cs typeface="IBM Plex Sans"/>
            </a:endParaRPr>
          </a:p>
        </p:txBody>
      </p:sp>
      <p:grpSp>
        <p:nvGrpSpPr>
          <p:cNvPr id="1972521092" name=""/>
          <p:cNvGrpSpPr/>
          <p:nvPr/>
        </p:nvGrpSpPr>
        <p:grpSpPr bwMode="auto">
          <a:xfrm>
            <a:off x="686526" y="467132"/>
            <a:ext cx="4976049" cy="6045651"/>
            <a:chOff x="0" y="0"/>
            <a:chExt cx="4976049" cy="6045651"/>
          </a:xfrm>
        </p:grpSpPr>
        <p:sp>
          <p:nvSpPr>
            <p:cNvPr id="1663124744" name="AutoShape 32"/>
            <p:cNvSpPr/>
            <p:nvPr/>
          </p:nvSpPr>
          <p:spPr bwMode="auto">
            <a:xfrm flipH="1">
              <a:off x="2115991" y="724390"/>
              <a:ext cx="0" cy="154960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18047580" name="TextBox 39"/>
            <p:cNvSpPr txBox="1"/>
            <p:nvPr/>
          </p:nvSpPr>
          <p:spPr bwMode="auto">
            <a:xfrm flipH="0" flipV="0">
              <a:off x="0" y="226719"/>
              <a:ext cx="4409519" cy="27950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66725242" name="TextBox 40"/>
            <p:cNvSpPr txBox="1"/>
            <p:nvPr/>
          </p:nvSpPr>
          <p:spPr bwMode="auto">
            <a:xfrm>
              <a:off x="349196" y="667789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10485207" name="TextBox 41"/>
            <p:cNvSpPr txBox="1"/>
            <p:nvPr/>
          </p:nvSpPr>
          <p:spPr bwMode="auto">
            <a:xfrm>
              <a:off x="2538275" y="667789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35985874" name="AutoShape 48"/>
            <p:cNvSpPr/>
            <p:nvPr/>
          </p:nvSpPr>
          <p:spPr bwMode="auto">
            <a:xfrm>
              <a:off x="2822467" y="3644183"/>
              <a:ext cx="0" cy="2133455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24381794" name="TextBox 55"/>
            <p:cNvSpPr txBox="1"/>
            <p:nvPr/>
          </p:nvSpPr>
          <p:spPr bwMode="auto">
            <a:xfrm>
              <a:off x="950085" y="3295339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824839916" name="TextBox 56"/>
            <p:cNvSpPr txBox="1"/>
            <p:nvPr/>
          </p:nvSpPr>
          <p:spPr bwMode="auto">
            <a:xfrm>
              <a:off x="1055675" y="3587581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88094777" name="TextBox 57"/>
            <p:cNvSpPr txBox="1"/>
            <p:nvPr/>
          </p:nvSpPr>
          <p:spPr bwMode="auto">
            <a:xfrm>
              <a:off x="3244753" y="3587581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50641145" name="Rectangle: Rounded Corners 12"/>
            <p:cNvSpPr/>
            <p:nvPr/>
          </p:nvSpPr>
          <p:spPr bwMode="auto">
            <a:xfrm>
              <a:off x="0" y="0"/>
              <a:ext cx="4408080" cy="260441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246372002" name="Rectangle: Rounded Corners 12"/>
            <p:cNvSpPr/>
            <p:nvPr/>
          </p:nvSpPr>
          <p:spPr bwMode="auto">
            <a:xfrm>
              <a:off x="723028" y="3079161"/>
              <a:ext cx="4253022" cy="2966490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959381561" name=""/>
            <p:cNvSpPr txBox="1"/>
            <p:nvPr/>
          </p:nvSpPr>
          <p:spPr bwMode="auto">
            <a:xfrm rot="0" flipH="0" flipV="0">
              <a:off x="2425629" y="1096248"/>
              <a:ext cx="1549936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982685800" name=""/>
            <p:cNvSpPr txBox="1"/>
            <p:nvPr/>
          </p:nvSpPr>
          <p:spPr bwMode="auto">
            <a:xfrm rot="0" flipH="0" flipV="0">
              <a:off x="2429200" y="1620717"/>
              <a:ext cx="1550655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bc1q...acd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975528806" name=""/>
            <p:cNvSpPr txBox="1"/>
            <p:nvPr/>
          </p:nvSpPr>
          <p:spPr bwMode="auto">
            <a:xfrm rot="0" flipH="0" flipV="0">
              <a:off x="349195" y="1125972"/>
              <a:ext cx="1551373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bc1q...0q5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15125700" name=""/>
            <p:cNvSpPr txBox="1"/>
            <p:nvPr/>
          </p:nvSpPr>
          <p:spPr bwMode="auto">
            <a:xfrm rot="0" flipH="0" flipV="0">
              <a:off x="3091186" y="4003662"/>
              <a:ext cx="1551733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55033581" name=""/>
            <p:cNvSpPr txBox="1"/>
            <p:nvPr/>
          </p:nvSpPr>
          <p:spPr bwMode="auto">
            <a:xfrm rot="0" flipH="0" flipV="0">
              <a:off x="3094758" y="4528132"/>
              <a:ext cx="1552092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bc1q...54u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571596745" name=""/>
            <p:cNvSpPr txBox="1"/>
            <p:nvPr/>
          </p:nvSpPr>
          <p:spPr bwMode="auto">
            <a:xfrm rot="0" flipH="0" flipV="0">
              <a:off x="3098329" y="5052601"/>
              <a:ext cx="1552452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bc1q...7xv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813694761" name=""/>
            <p:cNvSpPr txBox="1"/>
            <p:nvPr/>
          </p:nvSpPr>
          <p:spPr bwMode="auto">
            <a:xfrm rot="0" flipH="0" flipV="0">
              <a:off x="943893" y="4014376"/>
              <a:ext cx="1553171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bc1q...j5w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  <p:grpSp>
        <p:nvGrpSpPr>
          <p:cNvPr id="525889987" name=""/>
          <p:cNvGrpSpPr/>
          <p:nvPr/>
        </p:nvGrpSpPr>
        <p:grpSpPr bwMode="auto">
          <a:xfrm>
            <a:off x="6730444" y="315587"/>
            <a:ext cx="4408078" cy="3230707"/>
            <a:chOff x="0" y="0"/>
            <a:chExt cx="4408078" cy="3230707"/>
          </a:xfrm>
        </p:grpSpPr>
        <p:sp>
          <p:nvSpPr>
            <p:cNvPr id="557642523" name="AutoShape 67"/>
            <p:cNvSpPr/>
            <p:nvPr/>
          </p:nvSpPr>
          <p:spPr bwMode="auto">
            <a:xfrm>
              <a:off x="2215373" y="573784"/>
              <a:ext cx="0" cy="154960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28647591" name="TextBox 74"/>
            <p:cNvSpPr txBox="1"/>
            <p:nvPr/>
          </p:nvSpPr>
          <p:spPr bwMode="auto">
            <a:xfrm>
              <a:off x="342988" y="224940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35879630" name="TextBox 75"/>
            <p:cNvSpPr txBox="1"/>
            <p:nvPr/>
          </p:nvSpPr>
          <p:spPr bwMode="auto">
            <a:xfrm>
              <a:off x="448579" y="517183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75558487" name="TextBox 76"/>
            <p:cNvSpPr txBox="1"/>
            <p:nvPr/>
          </p:nvSpPr>
          <p:spPr bwMode="auto">
            <a:xfrm>
              <a:off x="2637657" y="517183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/>
            </a:p>
          </p:txBody>
        </p:sp>
        <p:sp>
          <p:nvSpPr>
            <p:cNvPr id="861531782" name="AutoShape 79"/>
            <p:cNvSpPr/>
            <p:nvPr/>
          </p:nvSpPr>
          <p:spPr bwMode="auto">
            <a:xfrm flipH="1">
              <a:off x="3076528" y="1957592"/>
              <a:ext cx="199334" cy="1273115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00134764" name="Rectangle: Rounded Corners 12"/>
            <p:cNvSpPr/>
            <p:nvPr/>
          </p:nvSpPr>
          <p:spPr bwMode="auto">
            <a:xfrm>
              <a:off x="0" y="0"/>
              <a:ext cx="4408079" cy="2477624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2116012412" name=""/>
            <p:cNvSpPr txBox="1"/>
            <p:nvPr/>
          </p:nvSpPr>
          <p:spPr bwMode="auto">
            <a:xfrm rot="0" flipH="0" flipV="0">
              <a:off x="363896" y="959149"/>
              <a:ext cx="1550655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bc1q...zmk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64308114" name=""/>
            <p:cNvSpPr txBox="1"/>
            <p:nvPr/>
          </p:nvSpPr>
          <p:spPr bwMode="auto">
            <a:xfrm rot="0" flipH="0" flipV="0">
              <a:off x="2535455" y="1461822"/>
              <a:ext cx="1551014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304363623" name=""/>
            <p:cNvSpPr txBox="1"/>
            <p:nvPr/>
          </p:nvSpPr>
          <p:spPr bwMode="auto">
            <a:xfrm rot="0" flipH="0" flipV="0">
              <a:off x="2539026" y="944495"/>
              <a:ext cx="1551733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bc1q...40l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24006244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2" y="152088"/>
            <a:ext cx="8594397" cy="586732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751905373" name=""/>
          <p:cNvSpPr txBox="1"/>
          <p:nvPr/>
        </p:nvSpPr>
        <p:spPr bwMode="auto">
          <a:xfrm rot="0" flipH="0" flipV="0">
            <a:off x="860284" y="6165364"/>
            <a:ext cx="1022262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나카모토, 사토시. (2008).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비트코인: P2P 전자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현금 시스템, 섹션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10: 개인 정보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보호. 출처: https://bitcoin.org/bitcoin.pdf</a:t>
            </a:r>
            <a:endParaRPr sz="1100" i="1">
              <a:latin typeface="IBM Plex Sans"/>
              <a:cs typeface="IBM Plex Sans"/>
            </a:endParaRPr>
          </a:p>
        </p:txBody>
      </p:sp>
      <p:sp>
        <p:nvSpPr>
          <p:cNvPr id="2045461100" name=""/>
          <p:cNvSpPr/>
          <p:nvPr/>
        </p:nvSpPr>
        <p:spPr bwMode="auto">
          <a:xfrm rot="0" flipH="0" flipV="0">
            <a:off x="2206029" y="4520819"/>
            <a:ext cx="8188654" cy="554441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7121274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73030" y="201872"/>
            <a:ext cx="11419063" cy="64542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2889392" name="Freeform 77"/>
          <p:cNvSpPr/>
          <p:nvPr/>
        </p:nvSpPr>
        <p:spPr bwMode="auto">
          <a:xfrm>
            <a:off x="8861960" y="3703743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9"/>
                </a:lnTo>
                <a:lnTo>
                  <a:pt x="0" y="1539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9122913" name="AutoShape 78"/>
          <p:cNvSpPr/>
          <p:nvPr/>
        </p:nvSpPr>
        <p:spPr bwMode="auto">
          <a:xfrm>
            <a:off x="5044717" y="2740167"/>
            <a:ext cx="3817242" cy="14643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6702261" name="AutoShape 80"/>
          <p:cNvSpPr/>
          <p:nvPr/>
        </p:nvSpPr>
        <p:spPr bwMode="auto">
          <a:xfrm flipV="1">
            <a:off x="5719743" y="4544849"/>
            <a:ext cx="3142216" cy="31877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6687574" name="TextBox 81"/>
          <p:cNvSpPr txBox="1"/>
          <p:nvPr/>
        </p:nvSpPr>
        <p:spPr bwMode="auto">
          <a:xfrm>
            <a:off x="7795930" y="5310276"/>
            <a:ext cx="3548214" cy="746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모든 거래의 공통 발신자?</a:t>
            </a:r>
            <a:endParaRPr sz="2200">
              <a:latin typeface="IBM Plex Sans"/>
              <a:cs typeface="IBM Plex Sans"/>
            </a:endParaRPr>
          </a:p>
        </p:txBody>
      </p:sp>
      <p:grpSp>
        <p:nvGrpSpPr>
          <p:cNvPr id="1885996380" name=""/>
          <p:cNvGrpSpPr/>
          <p:nvPr/>
        </p:nvGrpSpPr>
        <p:grpSpPr bwMode="auto">
          <a:xfrm>
            <a:off x="664377" y="626806"/>
            <a:ext cx="4857712" cy="5855829"/>
            <a:chOff x="0" y="0"/>
            <a:chExt cx="4857712" cy="5855829"/>
          </a:xfrm>
        </p:grpSpPr>
        <p:sp>
          <p:nvSpPr>
            <p:cNvPr id="2009815205" name="Freeform 30"/>
            <p:cNvSpPr/>
            <p:nvPr/>
          </p:nvSpPr>
          <p:spPr bwMode="auto">
            <a:xfrm rot="0" flipH="0" flipV="0">
              <a:off x="325531" y="972078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91767893" name="TextBox 31"/>
            <p:cNvSpPr txBox="1"/>
            <p:nvPr/>
          </p:nvSpPr>
          <p:spPr bwMode="auto">
            <a:xfrm rot="0" flipH="0" flipV="0">
              <a:off x="325531" y="913780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665683822" name="AutoShape 32"/>
            <p:cNvSpPr/>
            <p:nvPr/>
          </p:nvSpPr>
          <p:spPr bwMode="auto">
            <a:xfrm flipH="1">
              <a:off x="2117305" y="606388"/>
              <a:ext cx="0" cy="154960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24773782" name="Freeform 34"/>
            <p:cNvSpPr/>
            <p:nvPr/>
          </p:nvSpPr>
          <p:spPr bwMode="auto">
            <a:xfrm rot="0" flipH="0" flipV="0">
              <a:off x="2514610" y="972078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21318600" name="TextBox 35"/>
            <p:cNvSpPr txBox="1"/>
            <p:nvPr/>
          </p:nvSpPr>
          <p:spPr bwMode="auto">
            <a:xfrm rot="0" flipH="0" flipV="0">
              <a:off x="2514610" y="913780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883371969" name="Freeform 37"/>
            <p:cNvSpPr/>
            <p:nvPr/>
          </p:nvSpPr>
          <p:spPr bwMode="auto">
            <a:xfrm rot="0" flipH="0" flipV="0">
              <a:off x="2514610" y="1555989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992608" name="TextBox 38"/>
            <p:cNvSpPr txBox="1"/>
            <p:nvPr/>
          </p:nvSpPr>
          <p:spPr bwMode="auto">
            <a:xfrm rot="0" flipH="0" flipV="0">
              <a:off x="2514610" y="1497692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435538102" name="TextBox 39"/>
            <p:cNvSpPr txBox="1"/>
            <p:nvPr/>
          </p:nvSpPr>
          <p:spPr bwMode="auto">
            <a:xfrm>
              <a:off x="244919" y="257544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600"/>
            </a:p>
          </p:txBody>
        </p:sp>
        <p:sp>
          <p:nvSpPr>
            <p:cNvPr id="1091453382" name="TextBox 40"/>
            <p:cNvSpPr txBox="1"/>
            <p:nvPr/>
          </p:nvSpPr>
          <p:spPr bwMode="auto">
            <a:xfrm>
              <a:off x="350510" y="549789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/>
            </a:p>
          </p:txBody>
        </p:sp>
        <p:sp>
          <p:nvSpPr>
            <p:cNvPr id="874264407" name="TextBox 41"/>
            <p:cNvSpPr txBox="1"/>
            <p:nvPr/>
          </p:nvSpPr>
          <p:spPr bwMode="auto">
            <a:xfrm>
              <a:off x="2539588" y="549789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/>
            </a:p>
          </p:txBody>
        </p:sp>
        <p:sp>
          <p:nvSpPr>
            <p:cNvPr id="1839864436" name="Freeform 46"/>
            <p:cNvSpPr/>
            <p:nvPr/>
          </p:nvSpPr>
          <p:spPr bwMode="auto">
            <a:xfrm rot="0" flipH="0" flipV="0">
              <a:off x="1032009" y="3891870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03206450" name="TextBox 47"/>
            <p:cNvSpPr txBox="1"/>
            <p:nvPr/>
          </p:nvSpPr>
          <p:spPr bwMode="auto">
            <a:xfrm rot="0" flipH="0" flipV="0">
              <a:off x="1032009" y="3833572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488043123" name="AutoShape 48"/>
            <p:cNvSpPr/>
            <p:nvPr/>
          </p:nvSpPr>
          <p:spPr bwMode="auto">
            <a:xfrm>
              <a:off x="2823781" y="3526180"/>
              <a:ext cx="0" cy="2133455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25551693" name="Freeform 50"/>
            <p:cNvSpPr/>
            <p:nvPr/>
          </p:nvSpPr>
          <p:spPr bwMode="auto">
            <a:xfrm rot="0" flipH="0" flipV="0">
              <a:off x="3221085" y="3891870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19530085" name="TextBox 51"/>
            <p:cNvSpPr txBox="1"/>
            <p:nvPr/>
          </p:nvSpPr>
          <p:spPr bwMode="auto">
            <a:xfrm rot="0" flipH="0" flipV="0">
              <a:off x="3221085" y="3833572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811943784" name="Freeform 53"/>
            <p:cNvSpPr/>
            <p:nvPr/>
          </p:nvSpPr>
          <p:spPr bwMode="auto">
            <a:xfrm rot="0" flipH="0" flipV="0">
              <a:off x="3221085" y="4475784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86434630" name="TextBox 54"/>
            <p:cNvSpPr txBox="1"/>
            <p:nvPr/>
          </p:nvSpPr>
          <p:spPr bwMode="auto">
            <a:xfrm rot="0" flipH="0" flipV="0">
              <a:off x="3221085" y="4417486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75312367" name="TextBox 55"/>
            <p:cNvSpPr txBox="1"/>
            <p:nvPr/>
          </p:nvSpPr>
          <p:spPr bwMode="auto">
            <a:xfrm>
              <a:off x="951397" y="3177336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600"/>
            </a:p>
          </p:txBody>
        </p:sp>
        <p:sp>
          <p:nvSpPr>
            <p:cNvPr id="1892614056" name="TextBox 56"/>
            <p:cNvSpPr txBox="1"/>
            <p:nvPr/>
          </p:nvSpPr>
          <p:spPr bwMode="auto">
            <a:xfrm>
              <a:off x="1056988" y="3469581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/>
            </a:p>
          </p:txBody>
        </p:sp>
        <p:sp>
          <p:nvSpPr>
            <p:cNvPr id="1529141483" name="TextBox 57"/>
            <p:cNvSpPr txBox="1"/>
            <p:nvPr/>
          </p:nvSpPr>
          <p:spPr bwMode="auto">
            <a:xfrm>
              <a:off x="3246067" y="3469581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/>
            </a:p>
          </p:txBody>
        </p:sp>
        <p:sp>
          <p:nvSpPr>
            <p:cNvPr id="1226431307" name="Freeform 59"/>
            <p:cNvSpPr/>
            <p:nvPr/>
          </p:nvSpPr>
          <p:spPr bwMode="auto">
            <a:xfrm rot="0" flipH="0" flipV="0">
              <a:off x="3221085" y="5062389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7486488" name="TextBox 60"/>
            <p:cNvSpPr txBox="1"/>
            <p:nvPr/>
          </p:nvSpPr>
          <p:spPr bwMode="auto">
            <a:xfrm rot="0" flipH="0" flipV="0">
              <a:off x="3221085" y="5004091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610363960" name="AutoShape 82"/>
            <p:cNvSpPr/>
            <p:nvPr/>
          </p:nvSpPr>
          <p:spPr bwMode="auto">
            <a:xfrm>
              <a:off x="1022708" y="1406283"/>
              <a:ext cx="0" cy="220587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ysDot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42151523" name="TextBox 83"/>
            <p:cNvSpPr txBox="1"/>
            <p:nvPr/>
          </p:nvSpPr>
          <p:spPr bwMode="auto">
            <a:xfrm>
              <a:off x="224003" y="1579247"/>
              <a:ext cx="1598850" cy="55890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 i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“sequence”: 0x00000834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58228992" name="AutoShape 86"/>
            <p:cNvSpPr/>
            <p:nvPr/>
          </p:nvSpPr>
          <p:spPr bwMode="auto">
            <a:xfrm flipH="1">
              <a:off x="1729186" y="4325169"/>
              <a:ext cx="0" cy="220587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ysDot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39515347" name="TextBox 87"/>
            <p:cNvSpPr txBox="1"/>
            <p:nvPr/>
          </p:nvSpPr>
          <p:spPr bwMode="auto">
            <a:xfrm>
              <a:off x="930481" y="4498134"/>
              <a:ext cx="1598850" cy="55890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 i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“sequence”: 0x00000834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95473240" name="Rectangle: Rounded Corners 12"/>
            <p:cNvSpPr/>
            <p:nvPr/>
          </p:nvSpPr>
          <p:spPr bwMode="auto">
            <a:xfrm>
              <a:off x="0" y="0"/>
              <a:ext cx="4208718" cy="260441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769833900" name="Rectangle: Rounded Corners 12"/>
            <p:cNvSpPr/>
            <p:nvPr/>
          </p:nvSpPr>
          <p:spPr bwMode="auto">
            <a:xfrm>
              <a:off x="819592" y="3032050"/>
              <a:ext cx="4038120" cy="2823779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  <p:grpSp>
        <p:nvGrpSpPr>
          <p:cNvPr id="1656126075" name=""/>
          <p:cNvGrpSpPr/>
          <p:nvPr/>
        </p:nvGrpSpPr>
        <p:grpSpPr bwMode="auto">
          <a:xfrm>
            <a:off x="6797590" y="336182"/>
            <a:ext cx="4208716" cy="3280604"/>
            <a:chOff x="0" y="0"/>
            <a:chExt cx="4208716" cy="3280604"/>
          </a:xfrm>
        </p:grpSpPr>
        <p:sp>
          <p:nvSpPr>
            <p:cNvPr id="1373378584" name="Freeform 65"/>
            <p:cNvSpPr/>
            <p:nvPr/>
          </p:nvSpPr>
          <p:spPr bwMode="auto">
            <a:xfrm rot="0" flipH="0" flipV="0">
              <a:off x="335619" y="960552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60647795" name="TextBox 66"/>
            <p:cNvSpPr txBox="1"/>
            <p:nvPr/>
          </p:nvSpPr>
          <p:spPr bwMode="auto">
            <a:xfrm rot="0" flipH="0" flipV="0">
              <a:off x="335619" y="902254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2137329217" name="AutoShape 67"/>
            <p:cNvSpPr/>
            <p:nvPr/>
          </p:nvSpPr>
          <p:spPr bwMode="auto">
            <a:xfrm>
              <a:off x="2127391" y="594860"/>
              <a:ext cx="0" cy="154960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0563795" name="Freeform 69"/>
            <p:cNvSpPr/>
            <p:nvPr/>
          </p:nvSpPr>
          <p:spPr bwMode="auto">
            <a:xfrm rot="0" flipH="0" flipV="0">
              <a:off x="2524695" y="960552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42832747" name="TextBox 70"/>
            <p:cNvSpPr txBox="1"/>
            <p:nvPr/>
          </p:nvSpPr>
          <p:spPr bwMode="auto">
            <a:xfrm rot="0" flipH="0" flipV="0">
              <a:off x="2524695" y="902254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764939123" name="Freeform 72"/>
            <p:cNvSpPr/>
            <p:nvPr/>
          </p:nvSpPr>
          <p:spPr bwMode="auto">
            <a:xfrm rot="0" flipH="0" flipV="0">
              <a:off x="2524695" y="1544465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98915464" name="TextBox 73"/>
            <p:cNvSpPr txBox="1"/>
            <p:nvPr/>
          </p:nvSpPr>
          <p:spPr bwMode="auto">
            <a:xfrm rot="0" flipH="0" flipV="0">
              <a:off x="2524695" y="1486167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895011526" name="TextBox 74"/>
            <p:cNvSpPr txBox="1"/>
            <p:nvPr/>
          </p:nvSpPr>
          <p:spPr bwMode="auto">
            <a:xfrm>
              <a:off x="255006" y="246016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600"/>
            </a:p>
          </p:txBody>
        </p:sp>
        <p:sp>
          <p:nvSpPr>
            <p:cNvPr id="33485352" name="TextBox 75"/>
            <p:cNvSpPr txBox="1"/>
            <p:nvPr/>
          </p:nvSpPr>
          <p:spPr bwMode="auto">
            <a:xfrm>
              <a:off x="360597" y="538258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/>
            </a:p>
          </p:txBody>
        </p:sp>
        <p:sp>
          <p:nvSpPr>
            <p:cNvPr id="1662808809" name="TextBox 76"/>
            <p:cNvSpPr txBox="1"/>
            <p:nvPr/>
          </p:nvSpPr>
          <p:spPr bwMode="auto">
            <a:xfrm>
              <a:off x="2549675" y="538258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/>
            </a:p>
          </p:txBody>
        </p:sp>
        <p:sp>
          <p:nvSpPr>
            <p:cNvPr id="1583397168" name="AutoShape 79"/>
            <p:cNvSpPr/>
            <p:nvPr/>
          </p:nvSpPr>
          <p:spPr bwMode="auto">
            <a:xfrm>
              <a:off x="2360147" y="2335476"/>
              <a:ext cx="234910" cy="945128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30344576" name="AutoShape 84"/>
            <p:cNvSpPr/>
            <p:nvPr/>
          </p:nvSpPr>
          <p:spPr bwMode="auto">
            <a:xfrm flipH="1">
              <a:off x="1032796" y="1395009"/>
              <a:ext cx="0" cy="220587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ysDot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85176625" name="TextBox 85"/>
            <p:cNvSpPr txBox="1"/>
            <p:nvPr/>
          </p:nvSpPr>
          <p:spPr bwMode="auto">
            <a:xfrm>
              <a:off x="234089" y="1567973"/>
              <a:ext cx="1598850" cy="55890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 i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“sequence”: 0x00000834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34617986" name="Rectangle: Rounded Corners 12"/>
            <p:cNvSpPr/>
            <p:nvPr/>
          </p:nvSpPr>
          <p:spPr bwMode="auto">
            <a:xfrm>
              <a:off x="0" y="0"/>
              <a:ext cx="4208717" cy="2604411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19166672" name=""/>
          <p:cNvGrpSpPr/>
          <p:nvPr/>
        </p:nvGrpSpPr>
        <p:grpSpPr bwMode="auto">
          <a:xfrm>
            <a:off x="565929" y="658648"/>
            <a:ext cx="10572166" cy="5651955"/>
            <a:chOff x="0" y="0"/>
            <a:chExt cx="10572166" cy="5651955"/>
          </a:xfrm>
        </p:grpSpPr>
        <p:sp>
          <p:nvSpPr>
            <p:cNvPr id="1216726200" name="TextBox 32"/>
            <p:cNvSpPr txBox="1"/>
            <p:nvPr/>
          </p:nvSpPr>
          <p:spPr bwMode="auto">
            <a:xfrm flipH="0" flipV="0">
              <a:off x="3903948" y="343968"/>
              <a:ext cx="6668218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/>
            </a:p>
          </p:txBody>
        </p:sp>
        <p:sp>
          <p:nvSpPr>
            <p:cNvPr id="1947707609" name="TextBox 33"/>
            <p:cNvSpPr txBox="1"/>
            <p:nvPr/>
          </p:nvSpPr>
          <p:spPr bwMode="auto">
            <a:xfrm>
              <a:off x="4356747" y="1050641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687589927" name="AutoShape 34"/>
            <p:cNvSpPr/>
            <p:nvPr/>
          </p:nvSpPr>
          <p:spPr bwMode="auto">
            <a:xfrm>
              <a:off x="7279380" y="1122637"/>
              <a:ext cx="0" cy="434093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05601102" name="TextBox 38"/>
            <p:cNvSpPr txBox="1"/>
            <p:nvPr/>
          </p:nvSpPr>
          <p:spPr bwMode="auto">
            <a:xfrm>
              <a:off x="7977924" y="1050641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92260850" name="Freeform 48"/>
            <p:cNvSpPr/>
            <p:nvPr/>
          </p:nvSpPr>
          <p:spPr bwMode="auto">
            <a:xfrm>
              <a:off x="2560591" y="1243787"/>
              <a:ext cx="931060" cy="4138050"/>
            </a:xfrm>
            <a:custGeom>
              <a:avLst/>
              <a:gdLst/>
              <a:ahLst/>
              <a:cxnLst/>
              <a:rect l="l" t="t" r="r" b="b"/>
              <a:pathLst>
                <a:path w="931062" h="4138052" fill="norm" stroke="1" extrusionOk="0">
                  <a:moveTo>
                    <a:pt x="0" y="0"/>
                  </a:moveTo>
                  <a:lnTo>
                    <a:pt x="931062" y="0"/>
                  </a:lnTo>
                  <a:lnTo>
                    <a:pt x="931062" y="4138053"/>
                  </a:lnTo>
                  <a:lnTo>
                    <a:pt x="0" y="41380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09403491" name="TextBox 49"/>
            <p:cNvSpPr txBox="1"/>
            <p:nvPr/>
          </p:nvSpPr>
          <p:spPr bwMode="auto">
            <a:xfrm>
              <a:off x="0" y="2614140"/>
              <a:ext cx="2430837" cy="14633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ct val="100000"/>
                </a:lnSpc>
                <a:defRPr/>
              </a:pPr>
              <a:r>
                <a:rPr lang="en-US" sz="2600" b="1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Common Input Ownership Heuristic</a:t>
              </a:r>
              <a:endParaRPr lang="en-US" sz="2600" b="1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ct val="100000"/>
                </a:lnSpc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23606690" name="Rectangle: Rounded Corners 12"/>
            <p:cNvSpPr/>
            <p:nvPr/>
          </p:nvSpPr>
          <p:spPr bwMode="auto">
            <a:xfrm>
              <a:off x="3903948" y="0"/>
              <a:ext cx="6667499" cy="5651955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404244252" name=""/>
            <p:cNvGrpSpPr/>
            <p:nvPr/>
          </p:nvGrpSpPr>
          <p:grpSpPr bwMode="auto">
            <a:xfrm>
              <a:off x="4283245" y="1681581"/>
              <a:ext cx="5915720" cy="3729737"/>
              <a:chOff x="0" y="0"/>
              <a:chExt cx="5915720" cy="3729737"/>
            </a:xfrm>
          </p:grpSpPr>
          <p:sp>
            <p:nvSpPr>
              <p:cNvPr id="629231680" name="Rectangle 1100602255"/>
              <p:cNvSpPr txBox="1"/>
              <p:nvPr/>
            </p:nvSpPr>
            <p:spPr bwMode="auto">
              <a:xfrm rot="0" flipH="0" flipV="0">
                <a:off x="0" y="0"/>
                <a:ext cx="232668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451 458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266107183" name="Rectangle 1100602255"/>
              <p:cNvSpPr txBox="1"/>
              <p:nvPr/>
            </p:nvSpPr>
            <p:spPr bwMode="auto">
              <a:xfrm rot="0" flipH="0" flipV="0">
                <a:off x="3571" y="970954"/>
                <a:ext cx="232740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627229816" name="Rectangle 1100602255"/>
              <p:cNvSpPr txBox="1"/>
              <p:nvPr/>
            </p:nvSpPr>
            <p:spPr bwMode="auto">
              <a:xfrm rot="0" flipH="0" flipV="0">
                <a:off x="7142" y="1941908"/>
                <a:ext cx="232812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8 414 070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54007692" name="Rectangle 1100602255"/>
              <p:cNvSpPr txBox="1"/>
              <p:nvPr/>
            </p:nvSpPr>
            <p:spPr bwMode="auto">
              <a:xfrm rot="0" flipH="0" flipV="0">
                <a:off x="10713" y="2912862"/>
                <a:ext cx="232884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21 478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985039765" name="Rectangle 1100602255"/>
              <p:cNvSpPr txBox="1"/>
              <p:nvPr/>
            </p:nvSpPr>
            <p:spPr bwMode="auto">
              <a:xfrm rot="0" flipH="0" flipV="0">
                <a:off x="3586160" y="14285"/>
                <a:ext cx="2329560" cy="816875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8 928 864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3706786" name=""/>
          <p:cNvGrpSpPr/>
          <p:nvPr/>
        </p:nvGrpSpPr>
        <p:grpSpPr bwMode="auto">
          <a:xfrm>
            <a:off x="915984" y="139482"/>
            <a:ext cx="10041120" cy="6609783"/>
            <a:chOff x="0" y="0"/>
            <a:chExt cx="10041120" cy="6609783"/>
          </a:xfrm>
        </p:grpSpPr>
        <p:sp>
          <p:nvSpPr>
            <p:cNvPr id="107392216" name="Freeform 60"/>
            <p:cNvSpPr/>
            <p:nvPr/>
          </p:nvSpPr>
          <p:spPr bwMode="auto">
            <a:xfrm>
              <a:off x="1846584" y="1503127"/>
              <a:ext cx="1049656" cy="4665146"/>
            </a:xfrm>
            <a:custGeom>
              <a:avLst/>
              <a:gdLst/>
              <a:ahLst/>
              <a:cxnLst/>
              <a:rect l="l" t="t" r="r" b="b"/>
              <a:pathLst>
                <a:path w="1049658" h="4665148" fill="norm" stroke="1" extrusionOk="0">
                  <a:moveTo>
                    <a:pt x="0" y="0"/>
                  </a:moveTo>
                  <a:lnTo>
                    <a:pt x="1049658" y="0"/>
                  </a:lnTo>
                  <a:lnTo>
                    <a:pt x="1049658" y="4665148"/>
                  </a:lnTo>
                  <a:lnTo>
                    <a:pt x="0" y="46651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26509302" name="Freeform 61"/>
            <p:cNvSpPr/>
            <p:nvPr/>
          </p:nvSpPr>
          <p:spPr bwMode="auto">
            <a:xfrm>
              <a:off x="0" y="3528506"/>
              <a:ext cx="602867" cy="614387"/>
            </a:xfrm>
            <a:custGeom>
              <a:avLst/>
              <a:gdLst/>
              <a:ahLst/>
              <a:cxnLst/>
              <a:rect l="l" t="t" r="r" b="b"/>
              <a:pathLst>
                <a:path w="602869" h="614389" fill="norm" stroke="1" extrusionOk="0">
                  <a:moveTo>
                    <a:pt x="0" y="0"/>
                  </a:moveTo>
                  <a:lnTo>
                    <a:pt x="602869" y="0"/>
                  </a:lnTo>
                  <a:lnTo>
                    <a:pt x="602869" y="614390"/>
                  </a:lnTo>
                  <a:lnTo>
                    <a:pt x="0" y="6143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24394610" name="TextBox 62"/>
            <p:cNvSpPr txBox="1"/>
            <p:nvPr/>
          </p:nvSpPr>
          <p:spPr bwMode="auto">
            <a:xfrm flipH="0" flipV="0">
              <a:off x="3283579" y="384395"/>
              <a:ext cx="6757541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40503271" name="TextBox 63"/>
            <p:cNvSpPr txBox="1"/>
            <p:nvPr/>
          </p:nvSpPr>
          <p:spPr bwMode="auto">
            <a:xfrm>
              <a:off x="3882852" y="1239895"/>
              <a:ext cx="2224982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7812891" name="TextBox 64"/>
            <p:cNvSpPr txBox="1"/>
            <p:nvPr/>
          </p:nvSpPr>
          <p:spPr bwMode="auto">
            <a:xfrm>
              <a:off x="7280787" y="1239895"/>
              <a:ext cx="2224982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79538263" name="TextBox 65"/>
            <p:cNvSpPr txBox="1"/>
            <p:nvPr/>
          </p:nvSpPr>
          <p:spPr bwMode="auto">
            <a:xfrm>
              <a:off x="764793" y="3582972"/>
              <a:ext cx="92094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/>
            </a:p>
          </p:txBody>
        </p:sp>
        <p:sp>
          <p:nvSpPr>
            <p:cNvPr id="1403786288" name="Rectangle: Rounded Corners 12"/>
            <p:cNvSpPr/>
            <p:nvPr/>
          </p:nvSpPr>
          <p:spPr bwMode="auto">
            <a:xfrm>
              <a:off x="3283580" y="0"/>
              <a:ext cx="6756102" cy="6609784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845524528" name=""/>
            <p:cNvGrpSpPr/>
            <p:nvPr/>
          </p:nvGrpSpPr>
          <p:grpSpPr bwMode="auto">
            <a:xfrm>
              <a:off x="3808452" y="1948170"/>
              <a:ext cx="5771542" cy="4428561"/>
              <a:chOff x="0" y="0"/>
              <a:chExt cx="5771542" cy="4428561"/>
            </a:xfrm>
          </p:grpSpPr>
          <p:sp>
            <p:nvSpPr>
              <p:cNvPr id="1243198938" name="AutoShape 32"/>
              <p:cNvSpPr/>
              <p:nvPr/>
            </p:nvSpPr>
            <p:spPr bwMode="auto">
              <a:xfrm flipH="0" flipV="0">
                <a:off x="2848203" y="54822"/>
                <a:ext cx="0" cy="4293389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091736964" name="Rectangle 1100602255"/>
              <p:cNvSpPr txBox="1"/>
              <p:nvPr/>
            </p:nvSpPr>
            <p:spPr bwMode="auto">
              <a:xfrm rot="0" flipH="0" flipV="0">
                <a:off x="0" y="0"/>
                <a:ext cx="232740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083519365" name="Rectangle 1100602255"/>
              <p:cNvSpPr txBox="1"/>
              <p:nvPr/>
            </p:nvSpPr>
            <p:spPr bwMode="auto">
              <a:xfrm rot="0" flipH="0" flipV="0">
                <a:off x="3571" y="896539"/>
                <a:ext cx="232812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102 000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828828254" name="Rectangle 1100602255"/>
              <p:cNvSpPr txBox="1"/>
              <p:nvPr/>
            </p:nvSpPr>
            <p:spPr bwMode="auto">
              <a:xfrm rot="0" flipH="0" flipV="0">
                <a:off x="7142" y="1793079"/>
                <a:ext cx="232884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602749907" name="Rectangle 1100602255"/>
              <p:cNvSpPr txBox="1"/>
              <p:nvPr/>
            </p:nvSpPr>
            <p:spPr bwMode="auto">
              <a:xfrm rot="0" flipH="0" flipV="0">
                <a:off x="10713" y="2715147"/>
                <a:ext cx="232956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102 000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483728921" name="Rectangle 1100602255"/>
              <p:cNvSpPr txBox="1"/>
              <p:nvPr/>
            </p:nvSpPr>
            <p:spPr bwMode="auto">
              <a:xfrm rot="0" flipH="0" flipV="0">
                <a:off x="14284" y="3611686"/>
                <a:ext cx="233028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254223354" name="Rectangle 1100602255"/>
              <p:cNvSpPr txBox="1"/>
              <p:nvPr/>
            </p:nvSpPr>
            <p:spPr bwMode="auto">
              <a:xfrm rot="0" flipH="0" flipV="0">
                <a:off x="3437331" y="2689861"/>
                <a:ext cx="2330280" cy="816875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40925399" name="Rectangle 1100602255"/>
              <p:cNvSpPr txBox="1"/>
              <p:nvPr/>
            </p:nvSpPr>
            <p:spPr bwMode="auto">
              <a:xfrm rot="0" flipH="0" flipV="0">
                <a:off x="3440902" y="3586401"/>
                <a:ext cx="2330640" cy="816875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310990157" name="Rectangle 1100602255"/>
              <p:cNvSpPr txBox="1"/>
              <p:nvPr/>
            </p:nvSpPr>
            <p:spPr bwMode="auto">
              <a:xfrm rot="0" flipH="0" flipV="0">
                <a:off x="3426617" y="21375"/>
                <a:ext cx="2327760" cy="816875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311030365" name="Rectangle 1100602255"/>
              <p:cNvSpPr txBox="1"/>
              <p:nvPr/>
            </p:nvSpPr>
            <p:spPr bwMode="auto">
              <a:xfrm rot="0" flipH="0" flipV="0">
                <a:off x="3430189" y="896539"/>
                <a:ext cx="2328840" cy="816875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2040782126" name="Rectangle 1100602255"/>
              <p:cNvSpPr txBox="1"/>
              <p:nvPr/>
            </p:nvSpPr>
            <p:spPr bwMode="auto">
              <a:xfrm rot="0" flipH="0" flipV="0">
                <a:off x="3433761" y="1793079"/>
                <a:ext cx="2329200" cy="816875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18284381" name=""/>
          <p:cNvGrpSpPr/>
          <p:nvPr/>
        </p:nvGrpSpPr>
        <p:grpSpPr bwMode="auto">
          <a:xfrm>
            <a:off x="484616" y="417627"/>
            <a:ext cx="11123151" cy="6275200"/>
            <a:chOff x="0" y="0"/>
            <a:chExt cx="11123151" cy="6275200"/>
          </a:xfrm>
        </p:grpSpPr>
        <p:sp>
          <p:nvSpPr>
            <p:cNvPr id="491878585" name="AutoShape 32"/>
            <p:cNvSpPr/>
            <p:nvPr/>
          </p:nvSpPr>
          <p:spPr bwMode="auto">
            <a:xfrm>
              <a:off x="8855312" y="957804"/>
              <a:ext cx="0" cy="277388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829131" name="Freeform 60"/>
            <p:cNvSpPr/>
            <p:nvPr/>
          </p:nvSpPr>
          <p:spPr bwMode="auto">
            <a:xfrm>
              <a:off x="6553800" y="4735344"/>
              <a:ext cx="1403194" cy="1539856"/>
            </a:xfrm>
            <a:custGeom>
              <a:avLst/>
              <a:gdLst/>
              <a:ahLst/>
              <a:cxnLst/>
              <a:rect l="l" t="t" r="r" b="b"/>
              <a:pathLst>
                <a:path w="1403196" h="1539858" fill="norm" stroke="1" extrusionOk="0">
                  <a:moveTo>
                    <a:pt x="0" y="0"/>
                  </a:moveTo>
                  <a:lnTo>
                    <a:pt x="1403196" y="0"/>
                  </a:lnTo>
                  <a:lnTo>
                    <a:pt x="1403196" y="1539858"/>
                  </a:lnTo>
                  <a:lnTo>
                    <a:pt x="0" y="1539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46127955" name="AutoShape 61"/>
            <p:cNvSpPr/>
            <p:nvPr/>
          </p:nvSpPr>
          <p:spPr bwMode="auto">
            <a:xfrm>
              <a:off x="5282406" y="2712889"/>
              <a:ext cx="1680884" cy="66369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8019697" name="AutoShape 62"/>
            <p:cNvSpPr/>
            <p:nvPr/>
          </p:nvSpPr>
          <p:spPr bwMode="auto">
            <a:xfrm>
              <a:off x="2375692" y="2159565"/>
              <a:ext cx="4585680" cy="27136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72634170" name="AutoShape 63"/>
            <p:cNvSpPr/>
            <p:nvPr/>
          </p:nvSpPr>
          <p:spPr bwMode="auto">
            <a:xfrm>
              <a:off x="4052934" y="1023273"/>
              <a:ext cx="2935017" cy="443286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72191622" name="AutoShape 64"/>
            <p:cNvSpPr/>
            <p:nvPr/>
          </p:nvSpPr>
          <p:spPr bwMode="auto">
            <a:xfrm flipV="1">
              <a:off x="3687751" y="3497609"/>
              <a:ext cx="3285316" cy="326574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15199411" name="TextBox 65"/>
            <p:cNvSpPr txBox="1"/>
            <p:nvPr/>
          </p:nvSpPr>
          <p:spPr bwMode="auto">
            <a:xfrm flipH="0" flipV="0">
              <a:off x="6553800" y="303647"/>
              <a:ext cx="4569352" cy="29538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 sz="1600"/>
            </a:p>
          </p:txBody>
        </p:sp>
        <p:sp>
          <p:nvSpPr>
            <p:cNvPr id="235478865" name="TextBox 66"/>
            <p:cNvSpPr txBox="1"/>
            <p:nvPr/>
          </p:nvSpPr>
          <p:spPr bwMode="auto">
            <a:xfrm flipH="0" flipV="0">
              <a:off x="6987732" y="910216"/>
              <a:ext cx="1592418" cy="29538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42809746" name="TextBox 67"/>
            <p:cNvSpPr txBox="1"/>
            <p:nvPr/>
          </p:nvSpPr>
          <p:spPr bwMode="auto">
            <a:xfrm flipH="0" flipV="0">
              <a:off x="9187120" y="910216"/>
              <a:ext cx="1537808" cy="29538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3070038" name="AutoShape 68"/>
            <p:cNvSpPr/>
            <p:nvPr/>
          </p:nvSpPr>
          <p:spPr bwMode="auto">
            <a:xfrm>
              <a:off x="5282406" y="4169651"/>
              <a:ext cx="1271394" cy="860671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34187052" name="Rectangle: Rounded Corners 12"/>
            <p:cNvSpPr/>
            <p:nvPr/>
          </p:nvSpPr>
          <p:spPr bwMode="auto">
            <a:xfrm>
              <a:off x="6553798" y="74541"/>
              <a:ext cx="4568634" cy="4095106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722324752" name=""/>
            <p:cNvGrpSpPr/>
            <p:nvPr/>
          </p:nvGrpSpPr>
          <p:grpSpPr bwMode="auto">
            <a:xfrm>
              <a:off x="7014826" y="1299847"/>
              <a:ext cx="3844566" cy="2301223"/>
              <a:chOff x="0" y="0"/>
              <a:chExt cx="3844566" cy="2301223"/>
            </a:xfrm>
          </p:grpSpPr>
          <p:sp>
            <p:nvSpPr>
              <p:cNvPr id="855765366" name=""/>
              <p:cNvSpPr txBox="1"/>
              <p:nvPr/>
            </p:nvSpPr>
            <p:spPr bwMode="auto">
              <a:xfrm rot="0" flipH="0" flipV="0">
                <a:off x="0" y="0"/>
                <a:ext cx="1669182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451 458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55335215" name=""/>
              <p:cNvSpPr txBox="1"/>
              <p:nvPr/>
            </p:nvSpPr>
            <p:spPr bwMode="auto">
              <a:xfrm rot="0" flipH="0" flipV="0">
                <a:off x="3570" y="524468"/>
                <a:ext cx="1669955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75512759" name=""/>
              <p:cNvSpPr txBox="1"/>
              <p:nvPr/>
            </p:nvSpPr>
            <p:spPr bwMode="auto">
              <a:xfrm rot="0" flipH="0" flipV="0">
                <a:off x="7140" y="1048938"/>
                <a:ext cx="1670728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8 414 070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628828350" name=""/>
              <p:cNvSpPr txBox="1"/>
              <p:nvPr/>
            </p:nvSpPr>
            <p:spPr bwMode="auto">
              <a:xfrm rot="0" flipH="0" flipV="0">
                <a:off x="10711" y="1871065"/>
                <a:ext cx="1671501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21 478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762354328" name=""/>
              <p:cNvSpPr txBox="1"/>
              <p:nvPr/>
            </p:nvSpPr>
            <p:spPr bwMode="auto">
              <a:xfrm rot="0" flipH="0" flipV="0">
                <a:off x="2172291" y="14285"/>
                <a:ext cx="1672274" cy="430157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8 928 864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385209415" name=""/>
            <p:cNvGrpSpPr/>
            <p:nvPr/>
          </p:nvGrpSpPr>
          <p:grpSpPr bwMode="auto">
            <a:xfrm>
              <a:off x="0" y="0"/>
              <a:ext cx="6125169" cy="4944730"/>
              <a:chOff x="0" y="0"/>
              <a:chExt cx="6125169" cy="4944730"/>
            </a:xfrm>
          </p:grpSpPr>
          <p:sp>
            <p:nvSpPr>
              <p:cNvPr id="261187345" name="Freeform 46"/>
              <p:cNvSpPr/>
              <p:nvPr/>
            </p:nvSpPr>
            <p:spPr bwMode="auto">
              <a:xfrm rot="0" flipH="0" flipV="0">
                <a:off x="0" y="0"/>
                <a:ext cx="6125170" cy="4944731"/>
              </a:xfrm>
              <a:custGeom>
                <a:avLst/>
                <a:gdLst/>
                <a:ahLst/>
                <a:cxnLst/>
                <a:rect l="l" t="t" r="r" b="b"/>
                <a:pathLst>
                  <a:path w="2419822" h="1953475" fill="norm" stroke="1" extrusionOk="0">
                    <a:moveTo>
                      <a:pt x="1209911" y="0"/>
                    </a:moveTo>
                    <a:cubicBezTo>
                      <a:pt x="541696" y="0"/>
                      <a:pt x="0" y="437300"/>
                      <a:pt x="0" y="976737"/>
                    </a:cubicBezTo>
                    <a:cubicBezTo>
                      <a:pt x="0" y="1516175"/>
                      <a:pt x="541696" y="1953475"/>
                      <a:pt x="1209911" y="1953475"/>
                    </a:cubicBezTo>
                    <a:cubicBezTo>
                      <a:pt x="1878126" y="1953475"/>
                      <a:pt x="2419822" y="1516175"/>
                      <a:pt x="2419822" y="976737"/>
                    </a:cubicBezTo>
                    <a:cubicBezTo>
                      <a:pt x="2419822" y="437300"/>
                      <a:pt x="1878126" y="0"/>
                      <a:pt x="120991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FF5C00"/>
                </a:solidFill>
                <a:prstDash val="dash"/>
                <a:miter/>
              </a:ln>
            </p:spPr>
          </p:sp>
          <p:sp>
            <p:nvSpPr>
              <p:cNvPr id="649614819" name="TextBox 47"/>
              <p:cNvSpPr txBox="1"/>
              <p:nvPr/>
            </p:nvSpPr>
            <p:spPr bwMode="auto">
              <a:xfrm rot="0" flipH="0" flipV="0">
                <a:off x="574229" y="367122"/>
                <a:ext cx="4976699" cy="411403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endParaRPr/>
              </a:p>
            </p:txBody>
          </p:sp>
          <p:sp>
            <p:nvSpPr>
              <p:cNvPr id="1065941108" name="Freeform 49"/>
              <p:cNvSpPr/>
              <p:nvPr/>
            </p:nvSpPr>
            <p:spPr bwMode="auto">
              <a:xfrm rot="0" flipH="0" flipV="0">
                <a:off x="2279602" y="632028"/>
                <a:ext cx="1773327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1096352" h="318183" fill="norm" stroke="1" extrusionOk="0">
                    <a:moveTo>
                      <a:pt x="17463" y="0"/>
                    </a:moveTo>
                    <a:lnTo>
                      <a:pt x="1078889" y="0"/>
                    </a:lnTo>
                    <a:cubicBezTo>
                      <a:pt x="1088534" y="0"/>
                      <a:pt x="1096352" y="7818"/>
                      <a:pt x="1096352" y="17463"/>
                    </a:cubicBezTo>
                    <a:lnTo>
                      <a:pt x="1096352" y="300720"/>
                    </a:lnTo>
                    <a:cubicBezTo>
                      <a:pt x="1096352" y="305352"/>
                      <a:pt x="1094512" y="309793"/>
                      <a:pt x="1091237" y="313068"/>
                    </a:cubicBezTo>
                    <a:cubicBezTo>
                      <a:pt x="1087962" y="316343"/>
                      <a:pt x="1083521" y="318183"/>
                      <a:pt x="1078889" y="318183"/>
                    </a:cubicBezTo>
                    <a:lnTo>
                      <a:pt x="17463" y="318183"/>
                    </a:lnTo>
                    <a:cubicBezTo>
                      <a:pt x="12832" y="318183"/>
                      <a:pt x="8390" y="316343"/>
                      <a:pt x="5115" y="313068"/>
                    </a:cubicBezTo>
                    <a:cubicBezTo>
                      <a:pt x="1840" y="309793"/>
                      <a:pt x="0" y="305352"/>
                      <a:pt x="0" y="300720"/>
                    </a:cubicBezTo>
                    <a:lnTo>
                      <a:pt x="0" y="17463"/>
                    </a:lnTo>
                    <a:cubicBezTo>
                      <a:pt x="0" y="12832"/>
                      <a:pt x="1840" y="8390"/>
                      <a:pt x="5115" y="5115"/>
                    </a:cubicBezTo>
                    <a:cubicBezTo>
                      <a:pt x="8390" y="1840"/>
                      <a:pt x="12832" y="0"/>
                      <a:pt x="1746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784911783" name="TextBox 50"/>
              <p:cNvSpPr txBox="1"/>
              <p:nvPr/>
            </p:nvSpPr>
            <p:spPr bwMode="auto">
              <a:xfrm rot="0" flipH="0" flipV="0">
                <a:off x="2279602" y="539589"/>
                <a:ext cx="1773327" cy="60709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</a:t>
                </a:r>
                <a:endParaRPr/>
              </a:p>
            </p:txBody>
          </p:sp>
          <p:sp>
            <p:nvSpPr>
              <p:cNvPr id="1680229428" name="Freeform 52"/>
              <p:cNvSpPr/>
              <p:nvPr/>
            </p:nvSpPr>
            <p:spPr bwMode="auto">
              <a:xfrm rot="0" flipH="0" flipV="0">
                <a:off x="602361" y="1896989"/>
                <a:ext cx="1773327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1096352" h="318183" fill="norm" stroke="1" extrusionOk="0">
                    <a:moveTo>
                      <a:pt x="17463" y="0"/>
                    </a:moveTo>
                    <a:lnTo>
                      <a:pt x="1078889" y="0"/>
                    </a:lnTo>
                    <a:cubicBezTo>
                      <a:pt x="1088534" y="0"/>
                      <a:pt x="1096352" y="7818"/>
                      <a:pt x="1096352" y="17463"/>
                    </a:cubicBezTo>
                    <a:lnTo>
                      <a:pt x="1096352" y="300720"/>
                    </a:lnTo>
                    <a:cubicBezTo>
                      <a:pt x="1096352" y="305352"/>
                      <a:pt x="1094512" y="309793"/>
                      <a:pt x="1091237" y="313068"/>
                    </a:cubicBezTo>
                    <a:cubicBezTo>
                      <a:pt x="1087962" y="316343"/>
                      <a:pt x="1083521" y="318183"/>
                      <a:pt x="1078889" y="318183"/>
                    </a:cubicBezTo>
                    <a:lnTo>
                      <a:pt x="17463" y="318183"/>
                    </a:lnTo>
                    <a:cubicBezTo>
                      <a:pt x="12832" y="318183"/>
                      <a:pt x="8390" y="316343"/>
                      <a:pt x="5115" y="313068"/>
                    </a:cubicBezTo>
                    <a:cubicBezTo>
                      <a:pt x="1840" y="309793"/>
                      <a:pt x="0" y="305352"/>
                      <a:pt x="0" y="300720"/>
                    </a:cubicBezTo>
                    <a:lnTo>
                      <a:pt x="0" y="17463"/>
                    </a:lnTo>
                    <a:cubicBezTo>
                      <a:pt x="0" y="12832"/>
                      <a:pt x="1840" y="8390"/>
                      <a:pt x="5115" y="5115"/>
                    </a:cubicBezTo>
                    <a:cubicBezTo>
                      <a:pt x="8390" y="1840"/>
                      <a:pt x="12832" y="0"/>
                      <a:pt x="1746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814328697" name="TextBox 53"/>
              <p:cNvSpPr txBox="1"/>
              <p:nvPr/>
            </p:nvSpPr>
            <p:spPr bwMode="auto">
              <a:xfrm rot="0" flipH="0" flipV="0">
                <a:off x="602361" y="1804550"/>
                <a:ext cx="1773327" cy="60709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</a:t>
                </a:r>
                <a:endParaRPr/>
              </a:p>
            </p:txBody>
          </p:sp>
          <p:sp>
            <p:nvSpPr>
              <p:cNvPr id="1661759949" name="Freeform 55"/>
              <p:cNvSpPr/>
              <p:nvPr/>
            </p:nvSpPr>
            <p:spPr bwMode="auto">
              <a:xfrm rot="0" flipH="0" flipV="0">
                <a:off x="3509074" y="2420550"/>
                <a:ext cx="1773327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1096352" h="318183" fill="norm" stroke="1" extrusionOk="0">
                    <a:moveTo>
                      <a:pt x="17463" y="0"/>
                    </a:moveTo>
                    <a:lnTo>
                      <a:pt x="1078889" y="0"/>
                    </a:lnTo>
                    <a:cubicBezTo>
                      <a:pt x="1088534" y="0"/>
                      <a:pt x="1096352" y="7818"/>
                      <a:pt x="1096352" y="17463"/>
                    </a:cubicBezTo>
                    <a:lnTo>
                      <a:pt x="1096352" y="300720"/>
                    </a:lnTo>
                    <a:cubicBezTo>
                      <a:pt x="1096352" y="305352"/>
                      <a:pt x="1094512" y="309793"/>
                      <a:pt x="1091237" y="313068"/>
                    </a:cubicBezTo>
                    <a:cubicBezTo>
                      <a:pt x="1087962" y="316343"/>
                      <a:pt x="1083521" y="318183"/>
                      <a:pt x="1078889" y="318183"/>
                    </a:cubicBezTo>
                    <a:lnTo>
                      <a:pt x="17463" y="318183"/>
                    </a:lnTo>
                    <a:cubicBezTo>
                      <a:pt x="12832" y="318183"/>
                      <a:pt x="8390" y="316343"/>
                      <a:pt x="5115" y="313068"/>
                    </a:cubicBezTo>
                    <a:cubicBezTo>
                      <a:pt x="1840" y="309793"/>
                      <a:pt x="0" y="305352"/>
                      <a:pt x="0" y="300720"/>
                    </a:cubicBezTo>
                    <a:lnTo>
                      <a:pt x="0" y="17463"/>
                    </a:lnTo>
                    <a:cubicBezTo>
                      <a:pt x="0" y="12832"/>
                      <a:pt x="1840" y="8390"/>
                      <a:pt x="5115" y="5115"/>
                    </a:cubicBezTo>
                    <a:cubicBezTo>
                      <a:pt x="8390" y="1840"/>
                      <a:pt x="12832" y="0"/>
                      <a:pt x="1746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306167298" name="TextBox 56"/>
              <p:cNvSpPr txBox="1"/>
              <p:nvPr/>
            </p:nvSpPr>
            <p:spPr bwMode="auto">
              <a:xfrm rot="0" flipH="0" flipV="0">
                <a:off x="3509074" y="2328110"/>
                <a:ext cx="1773327" cy="60709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</a:t>
                </a:r>
                <a:endParaRPr/>
              </a:p>
            </p:txBody>
          </p:sp>
          <p:sp>
            <p:nvSpPr>
              <p:cNvPr id="1103541374" name="Freeform 58"/>
              <p:cNvSpPr/>
              <p:nvPr/>
            </p:nvSpPr>
            <p:spPr bwMode="auto">
              <a:xfrm rot="0" flipH="0" flipV="0">
                <a:off x="1914422" y="3654994"/>
                <a:ext cx="1773327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1096352" h="318183" fill="norm" stroke="1" extrusionOk="0">
                    <a:moveTo>
                      <a:pt x="17463" y="0"/>
                    </a:moveTo>
                    <a:lnTo>
                      <a:pt x="1078889" y="0"/>
                    </a:lnTo>
                    <a:cubicBezTo>
                      <a:pt x="1088534" y="0"/>
                      <a:pt x="1096352" y="7818"/>
                      <a:pt x="1096352" y="17463"/>
                    </a:cubicBezTo>
                    <a:lnTo>
                      <a:pt x="1096352" y="300720"/>
                    </a:lnTo>
                    <a:cubicBezTo>
                      <a:pt x="1096352" y="305352"/>
                      <a:pt x="1094512" y="309793"/>
                      <a:pt x="1091237" y="313068"/>
                    </a:cubicBezTo>
                    <a:cubicBezTo>
                      <a:pt x="1087962" y="316343"/>
                      <a:pt x="1083521" y="318183"/>
                      <a:pt x="1078889" y="318183"/>
                    </a:cubicBezTo>
                    <a:lnTo>
                      <a:pt x="17463" y="318183"/>
                    </a:lnTo>
                    <a:cubicBezTo>
                      <a:pt x="12832" y="318183"/>
                      <a:pt x="8390" y="316343"/>
                      <a:pt x="5115" y="313068"/>
                    </a:cubicBezTo>
                    <a:cubicBezTo>
                      <a:pt x="1840" y="309793"/>
                      <a:pt x="0" y="305352"/>
                      <a:pt x="0" y="300720"/>
                    </a:cubicBezTo>
                    <a:lnTo>
                      <a:pt x="0" y="17463"/>
                    </a:lnTo>
                    <a:cubicBezTo>
                      <a:pt x="0" y="12832"/>
                      <a:pt x="1840" y="8390"/>
                      <a:pt x="5115" y="5115"/>
                    </a:cubicBezTo>
                    <a:cubicBezTo>
                      <a:pt x="8390" y="1840"/>
                      <a:pt x="12832" y="0"/>
                      <a:pt x="1746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843228943" name="TextBox 59"/>
              <p:cNvSpPr txBox="1"/>
              <p:nvPr/>
            </p:nvSpPr>
            <p:spPr bwMode="auto">
              <a:xfrm rot="0" flipH="0" flipV="0">
                <a:off x="1914422" y="3562555"/>
                <a:ext cx="1773327" cy="60709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</a:t>
                </a: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90055916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2" y="152088"/>
            <a:ext cx="8594397" cy="586732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907320206" name=""/>
          <p:cNvSpPr txBox="1"/>
          <p:nvPr/>
        </p:nvSpPr>
        <p:spPr bwMode="auto">
          <a:xfrm rot="0" flipH="0" flipV="0">
            <a:off x="860284" y="6165364"/>
            <a:ext cx="1022262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나카모토, 사토시. (2008).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비트코인: P2P 전자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현금 시스템, 섹션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10: 개인 정보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보호. 출처: https://bitcoin.org/bitcoin.pdf</a:t>
            </a:r>
            <a:endParaRPr sz="1100" i="1">
              <a:latin typeface="IBM Plex Sans"/>
              <a:cs typeface="IBM Plex Sans"/>
            </a:endParaRPr>
          </a:p>
        </p:txBody>
      </p:sp>
      <p:sp>
        <p:nvSpPr>
          <p:cNvPr id="722621469" name=""/>
          <p:cNvSpPr/>
          <p:nvPr/>
        </p:nvSpPr>
        <p:spPr bwMode="auto">
          <a:xfrm rot="0" flipH="0" flipV="0">
            <a:off x="2206030" y="4862014"/>
            <a:ext cx="8188656" cy="909850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6749401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14778" y="91144"/>
            <a:ext cx="9623532" cy="66757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9374781" name="Freeform 26"/>
          <p:cNvSpPr/>
          <p:nvPr/>
        </p:nvSpPr>
        <p:spPr bwMode="auto">
          <a:xfrm rot="-10799952">
            <a:off x="7702132" y="629021"/>
            <a:ext cx="721670" cy="3207431"/>
          </a:xfrm>
          <a:custGeom>
            <a:avLst/>
            <a:gdLst/>
            <a:ahLst/>
            <a:cxnLst/>
            <a:rect l="l" t="t" r="r" b="b"/>
            <a:pathLst>
              <a:path w="721672" h="3207433" fill="norm" stroke="1" extrusionOk="0">
                <a:moveTo>
                  <a:pt x="0" y="0"/>
                </a:moveTo>
                <a:lnTo>
                  <a:pt x="721672" y="0"/>
                </a:lnTo>
                <a:lnTo>
                  <a:pt x="721672" y="3207433"/>
                </a:lnTo>
                <a:lnTo>
                  <a:pt x="0" y="32074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4073027" name="Freeform 28"/>
          <p:cNvSpPr/>
          <p:nvPr/>
        </p:nvSpPr>
        <p:spPr bwMode="auto">
          <a:xfrm rot="0" flipH="0" flipV="0">
            <a:off x="8911858" y="1426946"/>
            <a:ext cx="2026386" cy="1611577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299371130" name="TextBox 29"/>
          <p:cNvSpPr txBox="1"/>
          <p:nvPr/>
        </p:nvSpPr>
        <p:spPr bwMode="auto">
          <a:xfrm rot="0" flipH="0" flipV="0">
            <a:off x="8911858" y="1398868"/>
            <a:ext cx="2026386" cy="163966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724"/>
              </a:lnSpc>
              <a:defRPr/>
            </a:pPr>
            <a:endParaRPr/>
          </a:p>
        </p:txBody>
      </p:sp>
      <p:sp>
        <p:nvSpPr>
          <p:cNvPr id="970007124" name="Freeform 30"/>
          <p:cNvSpPr/>
          <p:nvPr/>
        </p:nvSpPr>
        <p:spPr bwMode="auto">
          <a:xfrm>
            <a:off x="10257472" y="1568926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2"/>
                </a:lnTo>
                <a:lnTo>
                  <a:pt x="0" y="5852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5212734" name="Freeform 31"/>
          <p:cNvSpPr/>
          <p:nvPr/>
        </p:nvSpPr>
        <p:spPr bwMode="auto">
          <a:xfrm>
            <a:off x="9701802" y="1568926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2"/>
                </a:lnTo>
                <a:lnTo>
                  <a:pt x="0" y="5852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3827681" name="Freeform 32"/>
          <p:cNvSpPr/>
          <p:nvPr/>
        </p:nvSpPr>
        <p:spPr bwMode="auto">
          <a:xfrm>
            <a:off x="9141922" y="1568926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2"/>
                </a:lnTo>
                <a:lnTo>
                  <a:pt x="0" y="58521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71379" name="Freeform 33"/>
          <p:cNvSpPr/>
          <p:nvPr/>
        </p:nvSpPr>
        <p:spPr bwMode="auto">
          <a:xfrm>
            <a:off x="10257472" y="2304991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1"/>
                </a:lnTo>
                <a:lnTo>
                  <a:pt x="0" y="58521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9009720" name="Freeform 34"/>
          <p:cNvSpPr/>
          <p:nvPr/>
        </p:nvSpPr>
        <p:spPr bwMode="auto">
          <a:xfrm>
            <a:off x="9701802" y="2304991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1"/>
                </a:lnTo>
                <a:lnTo>
                  <a:pt x="0" y="58521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5230505" name="Freeform 35"/>
          <p:cNvSpPr/>
          <p:nvPr/>
        </p:nvSpPr>
        <p:spPr bwMode="auto">
          <a:xfrm>
            <a:off x="9141922" y="2304991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1"/>
                </a:lnTo>
                <a:lnTo>
                  <a:pt x="0" y="58521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3642753" name="Freeform 36"/>
          <p:cNvSpPr/>
          <p:nvPr/>
        </p:nvSpPr>
        <p:spPr bwMode="auto">
          <a:xfrm>
            <a:off x="9794541" y="4651699"/>
            <a:ext cx="1114539" cy="1223088"/>
          </a:xfrm>
          <a:custGeom>
            <a:avLst/>
            <a:gdLst/>
            <a:ahLst/>
            <a:cxnLst/>
            <a:rect l="l" t="t" r="r" b="b"/>
            <a:pathLst>
              <a:path w="1114541" h="1223090" fill="norm" stroke="1" extrusionOk="0">
                <a:moveTo>
                  <a:pt x="0" y="0"/>
                </a:moveTo>
                <a:lnTo>
                  <a:pt x="1114541" y="0"/>
                </a:lnTo>
                <a:lnTo>
                  <a:pt x="1114541" y="1223089"/>
                </a:lnTo>
                <a:lnTo>
                  <a:pt x="0" y="122308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7463058" name="Freeform 37"/>
          <p:cNvSpPr/>
          <p:nvPr/>
        </p:nvSpPr>
        <p:spPr bwMode="auto">
          <a:xfrm>
            <a:off x="10153327" y="4778734"/>
            <a:ext cx="396967" cy="352803"/>
          </a:xfrm>
          <a:custGeom>
            <a:avLst/>
            <a:gdLst/>
            <a:ahLst/>
            <a:cxnLst/>
            <a:rect l="l" t="t" r="r" b="b"/>
            <a:pathLst>
              <a:path w="396969" h="352806" fill="norm" stroke="1" extrusionOk="0">
                <a:moveTo>
                  <a:pt x="0" y="0"/>
                </a:moveTo>
                <a:lnTo>
                  <a:pt x="396969" y="0"/>
                </a:lnTo>
                <a:lnTo>
                  <a:pt x="396969" y="352806"/>
                </a:lnTo>
                <a:lnTo>
                  <a:pt x="0" y="35280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1943257" name="Freeform 39"/>
          <p:cNvSpPr/>
          <p:nvPr/>
        </p:nvSpPr>
        <p:spPr bwMode="auto">
          <a:xfrm rot="-5225546" flipH="1">
            <a:off x="1003360" y="3710332"/>
            <a:ext cx="981039" cy="350721"/>
          </a:xfrm>
          <a:custGeom>
            <a:avLst/>
            <a:gdLst/>
            <a:ahLst/>
            <a:cxnLst/>
            <a:rect l="l" t="t" r="r" b="b"/>
            <a:pathLst>
              <a:path w="981041" h="350722" fill="norm" stroke="1" extrusionOk="0">
                <a:moveTo>
                  <a:pt x="981041" y="0"/>
                </a:moveTo>
                <a:lnTo>
                  <a:pt x="0" y="0"/>
                </a:lnTo>
                <a:lnTo>
                  <a:pt x="0" y="350723"/>
                </a:lnTo>
                <a:lnTo>
                  <a:pt x="981041" y="350723"/>
                </a:lnTo>
                <a:lnTo>
                  <a:pt x="981041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1880165" name="Freeform 40"/>
          <p:cNvSpPr/>
          <p:nvPr/>
        </p:nvSpPr>
        <p:spPr bwMode="auto">
          <a:xfrm>
            <a:off x="8836483" y="5150917"/>
            <a:ext cx="579819" cy="347890"/>
          </a:xfrm>
          <a:custGeom>
            <a:avLst/>
            <a:gdLst/>
            <a:ahLst/>
            <a:cxnLst/>
            <a:rect l="l" t="t" r="r" b="b"/>
            <a:pathLst>
              <a:path w="579821" h="347892" fill="norm" stroke="1" extrusionOk="0">
                <a:moveTo>
                  <a:pt x="0" y="0"/>
                </a:moveTo>
                <a:lnTo>
                  <a:pt x="579821" y="0"/>
                </a:lnTo>
                <a:lnTo>
                  <a:pt x="579821" y="347893"/>
                </a:lnTo>
                <a:lnTo>
                  <a:pt x="0" y="34789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3495936" name="Freeform 42"/>
          <p:cNvSpPr/>
          <p:nvPr/>
        </p:nvSpPr>
        <p:spPr bwMode="auto">
          <a:xfrm rot="0" flipH="0" flipV="0">
            <a:off x="1800373" y="310571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86862951" name="TextBox 43"/>
          <p:cNvSpPr txBox="1"/>
          <p:nvPr/>
        </p:nvSpPr>
        <p:spPr bwMode="auto">
          <a:xfrm rot="0" flipH="0" flipV="0">
            <a:off x="1800373" y="305140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bC1Q...ACD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35518107" name="Freeform 45"/>
          <p:cNvSpPr/>
          <p:nvPr/>
        </p:nvSpPr>
        <p:spPr bwMode="auto">
          <a:xfrm rot="0" flipH="0" flipV="0">
            <a:off x="1112374" y="629020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33511211" name="TextBox 46"/>
          <p:cNvSpPr txBox="1"/>
          <p:nvPr/>
        </p:nvSpPr>
        <p:spPr bwMode="auto">
          <a:xfrm rot="0" flipH="0" flipV="0">
            <a:off x="1112374" y="574709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bC1Q...S3U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83880929" name="Freeform 48"/>
          <p:cNvSpPr/>
          <p:nvPr/>
        </p:nvSpPr>
        <p:spPr bwMode="auto">
          <a:xfrm rot="0" flipH="0" flipV="0">
            <a:off x="1021238" y="1965132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48358128" name="TextBox 49"/>
          <p:cNvSpPr txBox="1"/>
          <p:nvPr/>
        </p:nvSpPr>
        <p:spPr bwMode="auto">
          <a:xfrm rot="0" flipH="0" flipV="0">
            <a:off x="1021238" y="1910821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bC1Q...RLT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94640394" name="AutoShape 50"/>
          <p:cNvSpPr/>
          <p:nvPr/>
        </p:nvSpPr>
        <p:spPr bwMode="auto">
          <a:xfrm flipH="0" flipV="1">
            <a:off x="1684541" y="1033535"/>
            <a:ext cx="63541" cy="93159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6870068" name="AutoShape 51"/>
          <p:cNvSpPr/>
          <p:nvPr/>
        </p:nvSpPr>
        <p:spPr bwMode="auto">
          <a:xfrm flipH="0" flipV="0">
            <a:off x="1808909" y="2369648"/>
            <a:ext cx="460656" cy="67436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9125019" name="Freeform 53"/>
          <p:cNvSpPr/>
          <p:nvPr/>
        </p:nvSpPr>
        <p:spPr bwMode="auto">
          <a:xfrm rot="0" flipH="0" flipV="0">
            <a:off x="1191870" y="4500844"/>
            <a:ext cx="5211244" cy="1962733"/>
          </a:xfrm>
          <a:custGeom>
            <a:avLst/>
            <a:gdLst/>
            <a:ahLst/>
            <a:cxnLst/>
            <a:rect l="l" t="t" r="r" b="b"/>
            <a:pathLst>
              <a:path w="1299920" h="489595" fill="norm" stroke="1" extrusionOk="0">
                <a:moveTo>
                  <a:pt x="22284" y="0"/>
                </a:moveTo>
                <a:lnTo>
                  <a:pt x="1277635" y="0"/>
                </a:lnTo>
                <a:cubicBezTo>
                  <a:pt x="1283546" y="0"/>
                  <a:pt x="1289214" y="2348"/>
                  <a:pt x="1293393" y="6527"/>
                </a:cubicBezTo>
                <a:cubicBezTo>
                  <a:pt x="1297572" y="10706"/>
                  <a:pt x="1299920" y="16374"/>
                  <a:pt x="1299920" y="22284"/>
                </a:cubicBezTo>
                <a:lnTo>
                  <a:pt x="1299920" y="467310"/>
                </a:lnTo>
                <a:cubicBezTo>
                  <a:pt x="1299920" y="473221"/>
                  <a:pt x="1297572" y="478889"/>
                  <a:pt x="1293393" y="483068"/>
                </a:cubicBezTo>
                <a:cubicBezTo>
                  <a:pt x="1289214" y="487247"/>
                  <a:pt x="1283546" y="489595"/>
                  <a:pt x="1277635" y="489595"/>
                </a:cubicBezTo>
                <a:lnTo>
                  <a:pt x="22284" y="489595"/>
                </a:lnTo>
                <a:cubicBezTo>
                  <a:pt x="16374" y="489595"/>
                  <a:pt x="10706" y="487247"/>
                  <a:pt x="6527" y="483068"/>
                </a:cubicBezTo>
                <a:cubicBezTo>
                  <a:pt x="2348" y="478889"/>
                  <a:pt x="0" y="473221"/>
                  <a:pt x="0" y="467310"/>
                </a:cubicBezTo>
                <a:lnTo>
                  <a:pt x="0" y="22284"/>
                </a:lnTo>
                <a:cubicBezTo>
                  <a:pt x="0" y="16374"/>
                  <a:pt x="2348" y="10706"/>
                  <a:pt x="6527" y="6527"/>
                </a:cubicBezTo>
                <a:cubicBezTo>
                  <a:pt x="10706" y="2348"/>
                  <a:pt x="16374" y="0"/>
                  <a:pt x="22284" y="0"/>
                </a:cubicBezTo>
                <a:close/>
              </a:path>
            </a:pathLst>
          </a:custGeom>
          <a:blipFill>
            <a:blip r:embed="rId14"/>
            <a:srcRect l="0" t="2549" r="0" b="2549"/>
            <a:stretch/>
          </a:blipFill>
        </p:spPr>
        <p:txBody>
          <a:bodyPr/>
          <a:p/>
        </p:txBody>
      </p:sp>
      <p:sp>
        <p:nvSpPr>
          <p:cNvPr id="679035900" name="Freeform 56"/>
          <p:cNvSpPr/>
          <p:nvPr/>
        </p:nvSpPr>
        <p:spPr bwMode="auto">
          <a:xfrm rot="0" flipH="0" flipV="0">
            <a:off x="2050998" y="1237942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76192737" name="TextBox 57"/>
          <p:cNvSpPr txBox="1"/>
          <p:nvPr/>
        </p:nvSpPr>
        <p:spPr bwMode="auto">
          <a:xfrm rot="0" flipH="0" flipV="0">
            <a:off x="2050998" y="1183631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bC1Q...YGR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7474029" name="Freeform 59"/>
          <p:cNvSpPr/>
          <p:nvPr/>
        </p:nvSpPr>
        <p:spPr bwMode="auto">
          <a:xfrm rot="0" flipH="0" flipV="0">
            <a:off x="2833012" y="2043729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66284407" name="TextBox 60"/>
          <p:cNvSpPr txBox="1"/>
          <p:nvPr/>
        </p:nvSpPr>
        <p:spPr bwMode="auto">
          <a:xfrm rot="0" flipH="0" flipV="0">
            <a:off x="2833012" y="1989418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bC1Q...ZR9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05181746" name="AutoShape 61"/>
          <p:cNvSpPr/>
          <p:nvPr/>
        </p:nvSpPr>
        <p:spPr bwMode="auto">
          <a:xfrm flipH="1" flipV="0">
            <a:off x="2499531" y="1642457"/>
            <a:ext cx="173830" cy="12954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4854611" name="AutoShape 62"/>
          <p:cNvSpPr/>
          <p:nvPr/>
        </p:nvSpPr>
        <p:spPr bwMode="auto">
          <a:xfrm flipH="1" flipV="0">
            <a:off x="2776609" y="2448246"/>
            <a:ext cx="509239" cy="59576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6661376" name="AutoShape 63"/>
          <p:cNvSpPr/>
          <p:nvPr/>
        </p:nvSpPr>
        <p:spPr bwMode="auto">
          <a:xfrm flipH="0" flipV="1">
            <a:off x="3007101" y="2737680"/>
            <a:ext cx="1289453" cy="40053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8944226" name="Freeform 65"/>
          <p:cNvSpPr/>
          <p:nvPr/>
        </p:nvSpPr>
        <p:spPr bwMode="auto">
          <a:xfrm rot="0" flipH="0" flipV="0">
            <a:off x="4385331" y="231824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96124614" name="TextBox 66"/>
          <p:cNvSpPr txBox="1"/>
          <p:nvPr/>
        </p:nvSpPr>
        <p:spPr bwMode="auto">
          <a:xfrm rot="0" flipH="0" flipV="0">
            <a:off x="4385331" y="226393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bc1q...wxu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48718949" name="Freeform 68"/>
          <p:cNvSpPr/>
          <p:nvPr/>
        </p:nvSpPr>
        <p:spPr bwMode="auto">
          <a:xfrm rot="0" flipH="0" flipV="0">
            <a:off x="3910857" y="97540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30698309" name="TextBox 69"/>
          <p:cNvSpPr txBox="1"/>
          <p:nvPr/>
        </p:nvSpPr>
        <p:spPr bwMode="auto">
          <a:xfrm rot="0" flipH="0" flipV="0">
            <a:off x="3910857" y="92109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bc1q...sgq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57484319" name="Freeform 71"/>
          <p:cNvSpPr/>
          <p:nvPr/>
        </p:nvSpPr>
        <p:spPr bwMode="auto">
          <a:xfrm rot="0" flipH="0" flipV="0">
            <a:off x="6058010" y="1874784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18576179" name="TextBox 72"/>
          <p:cNvSpPr txBox="1"/>
          <p:nvPr/>
        </p:nvSpPr>
        <p:spPr bwMode="auto">
          <a:xfrm rot="0" flipH="0" flipV="0">
            <a:off x="6058010" y="1820473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bc1q...qrc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54389908" name="Freeform 74"/>
          <p:cNvSpPr/>
          <p:nvPr/>
        </p:nvSpPr>
        <p:spPr bwMode="auto">
          <a:xfrm rot="0" flipH="0" flipV="0">
            <a:off x="6403115" y="318465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0443286" name="TextBox 75"/>
          <p:cNvSpPr txBox="1"/>
          <p:nvPr/>
        </p:nvSpPr>
        <p:spPr bwMode="auto">
          <a:xfrm rot="0" flipH="0" flipV="0">
            <a:off x="6403115" y="313034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bC1Q...CE0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4754443" name="AutoShape 76"/>
          <p:cNvSpPr/>
          <p:nvPr/>
        </p:nvSpPr>
        <p:spPr bwMode="auto">
          <a:xfrm flipH="0" flipV="0">
            <a:off x="5037815" y="1377653"/>
            <a:ext cx="1001611" cy="38959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0914286" name="AutoShape 77"/>
          <p:cNvSpPr/>
          <p:nvPr/>
        </p:nvSpPr>
        <p:spPr bwMode="auto">
          <a:xfrm flipH="1" flipV="1">
            <a:off x="4641077" y="1442999"/>
            <a:ext cx="322291" cy="87524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2839997" name="AutoShape 78"/>
          <p:cNvSpPr/>
          <p:nvPr/>
        </p:nvSpPr>
        <p:spPr bwMode="auto">
          <a:xfrm flipH="0" flipV="0">
            <a:off x="6760807" y="2279299"/>
            <a:ext cx="190588" cy="82641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3560628" name="Freeform 80"/>
          <p:cNvSpPr/>
          <p:nvPr/>
        </p:nvSpPr>
        <p:spPr bwMode="auto">
          <a:xfrm rot="0" flipH="0" flipV="0">
            <a:off x="4560363" y="3138212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98196327" name="TextBox 81"/>
          <p:cNvSpPr txBox="1"/>
          <p:nvPr/>
        </p:nvSpPr>
        <p:spPr bwMode="auto">
          <a:xfrm rot="0" flipH="0" flipV="0">
            <a:off x="4560363" y="3083901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bc1q...wxe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57039829" name="AutoShape 82"/>
          <p:cNvSpPr/>
          <p:nvPr/>
        </p:nvSpPr>
        <p:spPr bwMode="auto">
          <a:xfrm flipH="0" flipV="0">
            <a:off x="5078014" y="2722757"/>
            <a:ext cx="88680" cy="32125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298215" name="Freeform 84"/>
          <p:cNvSpPr/>
          <p:nvPr/>
        </p:nvSpPr>
        <p:spPr bwMode="auto">
          <a:xfrm rot="0" flipH="0" flipV="0">
            <a:off x="5920548" y="773147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52214058" name="TextBox 85"/>
          <p:cNvSpPr txBox="1"/>
          <p:nvPr/>
        </p:nvSpPr>
        <p:spPr bwMode="auto">
          <a:xfrm rot="0" flipH="0" flipV="0">
            <a:off x="5920548" y="718836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bC1Q...6TR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37024625" name="AutoShape 86"/>
          <p:cNvSpPr/>
          <p:nvPr/>
        </p:nvSpPr>
        <p:spPr bwMode="auto">
          <a:xfrm flipH="1" flipV="1">
            <a:off x="6595293" y="1177663"/>
            <a:ext cx="86986" cy="69711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1961695" name="Freeform 87"/>
          <p:cNvSpPr/>
          <p:nvPr/>
        </p:nvSpPr>
        <p:spPr bwMode="auto">
          <a:xfrm rot="5399942">
            <a:off x="10290112" y="3675450"/>
            <a:ext cx="981039" cy="350721"/>
          </a:xfrm>
          <a:custGeom>
            <a:avLst/>
            <a:gdLst/>
            <a:ahLst/>
            <a:cxnLst/>
            <a:rect l="l" t="t" r="r" b="b"/>
            <a:pathLst>
              <a:path w="981041" h="350722" fill="norm" stroke="1" extrusionOk="0">
                <a:moveTo>
                  <a:pt x="0" y="0"/>
                </a:moveTo>
                <a:lnTo>
                  <a:pt x="981041" y="0"/>
                </a:lnTo>
                <a:lnTo>
                  <a:pt x="981041" y="350722"/>
                </a:lnTo>
                <a:lnTo>
                  <a:pt x="0" y="350722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1018066" name="Freeform 88"/>
          <p:cNvSpPr/>
          <p:nvPr/>
        </p:nvSpPr>
        <p:spPr bwMode="auto">
          <a:xfrm rot="10402106" flipH="1">
            <a:off x="6562105" y="5969442"/>
            <a:ext cx="981039" cy="350721"/>
          </a:xfrm>
          <a:custGeom>
            <a:avLst/>
            <a:gdLst/>
            <a:ahLst/>
            <a:cxnLst/>
            <a:rect l="l" t="t" r="r" b="b"/>
            <a:pathLst>
              <a:path w="981041" h="350722" fill="norm" stroke="1" extrusionOk="0">
                <a:moveTo>
                  <a:pt x="981041" y="0"/>
                </a:moveTo>
                <a:lnTo>
                  <a:pt x="0" y="0"/>
                </a:lnTo>
                <a:lnTo>
                  <a:pt x="0" y="350723"/>
                </a:lnTo>
                <a:lnTo>
                  <a:pt x="981041" y="350723"/>
                </a:lnTo>
                <a:lnTo>
                  <a:pt x="981041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948473507" name=""/>
          <p:cNvGrpSpPr/>
          <p:nvPr/>
        </p:nvGrpSpPr>
        <p:grpSpPr bwMode="auto">
          <a:xfrm>
            <a:off x="7088838" y="4651698"/>
            <a:ext cx="1625715" cy="1223087"/>
            <a:chOff x="0" y="0"/>
            <a:chExt cx="1625715" cy="1223087"/>
          </a:xfrm>
        </p:grpSpPr>
        <p:sp>
          <p:nvSpPr>
            <p:cNvPr id="700402326" name="Freeform 38"/>
            <p:cNvSpPr/>
            <p:nvPr/>
          </p:nvSpPr>
          <p:spPr bwMode="auto">
            <a:xfrm>
              <a:off x="254864" y="0"/>
              <a:ext cx="1114539" cy="1223088"/>
            </a:xfrm>
            <a:custGeom>
              <a:avLst/>
              <a:gdLst/>
              <a:ahLst/>
              <a:cxnLst/>
              <a:rect l="l" t="t" r="r" b="b"/>
              <a:pathLst>
                <a:path w="1114541" h="1223090" fill="norm" stroke="1" extrusionOk="0">
                  <a:moveTo>
                    <a:pt x="0" y="0"/>
                  </a:moveTo>
                  <a:lnTo>
                    <a:pt x="1114541" y="0"/>
                  </a:lnTo>
                  <a:lnTo>
                    <a:pt x="1114541" y="1223089"/>
                  </a:lnTo>
                  <a:lnTo>
                    <a:pt x="0" y="12230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54266549" name="TextBox 54"/>
            <p:cNvSpPr txBox="1"/>
            <p:nvPr/>
          </p:nvSpPr>
          <p:spPr bwMode="auto">
            <a:xfrm>
              <a:off x="0" y="693500"/>
              <a:ext cx="1625715" cy="4141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57"/>
                </a:lnSpc>
                <a:defRPr/>
              </a:pPr>
              <a:r>
                <a:rPr lang="en-US" sz="2200" b="1" i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Loïc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3477741" name=""/>
          <p:cNvPicPr>
            <a:picLocks noChangeAspect="1"/>
          </p:cNvPicPr>
          <p:nvPr/>
        </p:nvPicPr>
        <p:blipFill>
          <a:blip r:embed="rId3"/>
          <a:srcRect l="0" t="7561" r="0" b="7096"/>
          <a:stretch/>
        </p:blipFill>
        <p:spPr bwMode="auto">
          <a:xfrm flipH="0" flipV="0">
            <a:off x="6093" y="518583"/>
            <a:ext cx="12179808" cy="58525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6486346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32212" y="1360256"/>
            <a:ext cx="7210073" cy="39880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1007503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70784" y="602316"/>
            <a:ext cx="10050431" cy="56533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825250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70784" y="602316"/>
            <a:ext cx="10050431" cy="56533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0894294" name="TextBox 32"/>
          <p:cNvSpPr txBox="1"/>
          <p:nvPr/>
        </p:nvSpPr>
        <p:spPr bwMode="auto">
          <a:xfrm flipH="0" flipV="0">
            <a:off x="2605719" y="598293"/>
            <a:ext cx="6978333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거래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27179427" name="Rectangle: Rounded Corners 12"/>
          <p:cNvSpPr/>
          <p:nvPr/>
        </p:nvSpPr>
        <p:spPr bwMode="auto">
          <a:xfrm>
            <a:off x="2605720" y="250237"/>
            <a:ext cx="6977614" cy="6388270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308015980" name=""/>
          <p:cNvGrpSpPr/>
          <p:nvPr/>
        </p:nvGrpSpPr>
        <p:grpSpPr bwMode="auto">
          <a:xfrm>
            <a:off x="3065979" y="1900276"/>
            <a:ext cx="6055725" cy="3412885"/>
            <a:chOff x="0" y="0"/>
            <a:chExt cx="6055725" cy="3412885"/>
          </a:xfrm>
        </p:grpSpPr>
        <p:sp>
          <p:nvSpPr>
            <p:cNvPr id="377423585" name="TextBox 33"/>
            <p:cNvSpPr txBox="1"/>
            <p:nvPr/>
          </p:nvSpPr>
          <p:spPr bwMode="auto">
            <a:xfrm flipH="0" flipV="0">
              <a:off x="0" y="0"/>
              <a:ext cx="2361552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24565941" name="AutoShape 34"/>
            <p:cNvSpPr/>
            <p:nvPr/>
          </p:nvSpPr>
          <p:spPr bwMode="auto">
            <a:xfrm flipH="0" flipV="0">
              <a:off x="2922634" y="71997"/>
              <a:ext cx="0" cy="334088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2421248" name="TextBox 35"/>
            <p:cNvSpPr txBox="1"/>
            <p:nvPr/>
          </p:nvSpPr>
          <p:spPr bwMode="auto">
            <a:xfrm flipH="0" flipV="0">
              <a:off x="3569249" y="0"/>
              <a:ext cx="2329920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88151567" name="Rectangle 1100602255"/>
            <p:cNvSpPr txBox="1"/>
            <p:nvPr/>
          </p:nvSpPr>
          <p:spPr bwMode="auto">
            <a:xfrm rot="0" flipH="0" flipV="0">
              <a:off x="32351" y="786260"/>
              <a:ext cx="232848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ScriptSig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351905177" name="Rectangle 1100602255"/>
            <p:cNvSpPr txBox="1"/>
            <p:nvPr/>
          </p:nvSpPr>
          <p:spPr bwMode="auto">
            <a:xfrm rot="0" flipH="0" flipV="0">
              <a:off x="3569249" y="801632"/>
              <a:ext cx="232920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ScriptPubKey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117854884" name="Freeform 40"/>
            <p:cNvSpPr/>
            <p:nvPr/>
          </p:nvSpPr>
          <p:spPr bwMode="auto">
            <a:xfrm>
              <a:off x="2063155" y="484201"/>
              <a:ext cx="445806" cy="700676"/>
            </a:xfrm>
            <a:custGeom>
              <a:avLst/>
              <a:gdLst/>
              <a:ahLst/>
              <a:cxnLst/>
              <a:rect l="l" t="t" r="r" b="b"/>
              <a:pathLst>
                <a:path w="445807" h="700679" fill="norm" stroke="1" extrusionOk="0">
                  <a:moveTo>
                    <a:pt x="0" y="0"/>
                  </a:moveTo>
                  <a:lnTo>
                    <a:pt x="445807" y="0"/>
                  </a:lnTo>
                  <a:lnTo>
                    <a:pt x="445807" y="700679"/>
                  </a:lnTo>
                  <a:lnTo>
                    <a:pt x="0" y="7006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78650678" name="Freeform 39"/>
            <p:cNvSpPr/>
            <p:nvPr/>
          </p:nvSpPr>
          <p:spPr bwMode="auto">
            <a:xfrm>
              <a:off x="5609919" y="550280"/>
              <a:ext cx="445806" cy="634599"/>
            </a:xfrm>
            <a:custGeom>
              <a:avLst/>
              <a:gdLst/>
              <a:ahLst/>
              <a:cxnLst/>
              <a:rect l="l" t="t" r="r" b="b"/>
              <a:pathLst>
                <a:path w="445807" h="634601" fill="norm" stroke="1" extrusionOk="0">
                  <a:moveTo>
                    <a:pt x="0" y="0"/>
                  </a:moveTo>
                  <a:lnTo>
                    <a:pt x="445807" y="0"/>
                  </a:lnTo>
                  <a:lnTo>
                    <a:pt x="445807" y="634601"/>
                  </a:lnTo>
                  <a:lnTo>
                    <a:pt x="0" y="6346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3306019" name="Rectangle 867144088"/>
          <p:cNvSpPr txBox="1"/>
          <p:nvPr/>
        </p:nvSpPr>
        <p:spPr bwMode="auto">
          <a:xfrm rot="0" flipH="0" flipV="0">
            <a:off x="402673" y="2360750"/>
            <a:ext cx="3694860" cy="1068479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클래식 지출 공개 키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grpSp>
        <p:nvGrpSpPr>
          <p:cNvPr id="1318762257" name=""/>
          <p:cNvGrpSpPr/>
          <p:nvPr/>
        </p:nvGrpSpPr>
        <p:grpSpPr bwMode="auto">
          <a:xfrm>
            <a:off x="4333218" y="2377753"/>
            <a:ext cx="7254777" cy="3911154"/>
            <a:chOff x="0" y="0"/>
            <a:chExt cx="7254777" cy="3911154"/>
          </a:xfrm>
        </p:grpSpPr>
        <p:sp>
          <p:nvSpPr>
            <p:cNvPr id="769108029" name="AutoShape 29"/>
            <p:cNvSpPr/>
            <p:nvPr/>
          </p:nvSpPr>
          <p:spPr bwMode="auto">
            <a:xfrm flipV="1">
              <a:off x="776945" y="3113767"/>
              <a:ext cx="0" cy="27756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662434063" name="AutoShape 39"/>
            <p:cNvSpPr/>
            <p:nvPr/>
          </p:nvSpPr>
          <p:spPr bwMode="auto">
            <a:xfrm flipV="1">
              <a:off x="2677172" y="3113767"/>
              <a:ext cx="0" cy="27756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095320742" name="AutoShape 46"/>
            <p:cNvSpPr/>
            <p:nvPr/>
          </p:nvSpPr>
          <p:spPr bwMode="auto">
            <a:xfrm flipV="1">
              <a:off x="776945" y="2231762"/>
              <a:ext cx="940754" cy="27497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780837341" name="AutoShape 47"/>
            <p:cNvSpPr/>
            <p:nvPr/>
          </p:nvSpPr>
          <p:spPr bwMode="auto">
            <a:xfrm flipH="1" flipV="1">
              <a:off x="1717701" y="2231762"/>
              <a:ext cx="959467" cy="27497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887584634" name="AutoShape 48"/>
            <p:cNvSpPr/>
            <p:nvPr/>
          </p:nvSpPr>
          <p:spPr bwMode="auto">
            <a:xfrm flipH="0" flipV="1">
              <a:off x="1717700" y="1159602"/>
              <a:ext cx="1636698" cy="471407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46753798" name="AutoShape 52"/>
            <p:cNvSpPr/>
            <p:nvPr/>
          </p:nvSpPr>
          <p:spPr bwMode="auto">
            <a:xfrm flipH="1" flipV="1">
              <a:off x="4579151" y="3113767"/>
              <a:ext cx="0" cy="29798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482824036" name="AutoShape 62"/>
            <p:cNvSpPr/>
            <p:nvPr/>
          </p:nvSpPr>
          <p:spPr bwMode="auto">
            <a:xfrm flipV="1">
              <a:off x="6479377" y="3113767"/>
              <a:ext cx="0" cy="29798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915770541" name="AutoShape 66"/>
            <p:cNvSpPr/>
            <p:nvPr/>
          </p:nvSpPr>
          <p:spPr bwMode="auto">
            <a:xfrm flipV="1">
              <a:off x="4579151" y="2231762"/>
              <a:ext cx="940754" cy="27497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32921482" name="AutoShape 67"/>
            <p:cNvSpPr/>
            <p:nvPr/>
          </p:nvSpPr>
          <p:spPr bwMode="auto">
            <a:xfrm flipH="1" flipV="1">
              <a:off x="5519908" y="2231762"/>
              <a:ext cx="959467" cy="27497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41374381" name="AutoShape 68"/>
            <p:cNvSpPr/>
            <p:nvPr/>
          </p:nvSpPr>
          <p:spPr bwMode="auto">
            <a:xfrm flipH="1" flipV="1">
              <a:off x="3962378" y="1159602"/>
              <a:ext cx="1557526" cy="471407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0822095" name="Rectangle 867144088"/>
            <p:cNvSpPr txBox="1"/>
            <p:nvPr/>
          </p:nvSpPr>
          <p:spPr bwMode="auto">
            <a:xfrm rot="0" flipH="0" flipV="0">
              <a:off x="1643455" y="0"/>
              <a:ext cx="3695580" cy="1068479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360000" rIns="91440" bIns="360000" numCol="1" spcCol="0" rtlCol="0" fromWordArt="0" anchor="ctr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Merkle Root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636084147" name=""/>
            <p:cNvSpPr txBox="1"/>
            <p:nvPr/>
          </p:nvSpPr>
          <p:spPr bwMode="auto">
            <a:xfrm rot="0" flipH="0" flipV="0">
              <a:off x="925772" y="1631011"/>
              <a:ext cx="1552811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(A,B)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325167536" name=""/>
            <p:cNvSpPr txBox="1"/>
            <p:nvPr/>
          </p:nvSpPr>
          <p:spPr bwMode="auto">
            <a:xfrm rot="0" flipH="0" flipV="0">
              <a:off x="4798875" y="1634584"/>
              <a:ext cx="1553530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(C,D)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120400118" name=""/>
            <p:cNvSpPr txBox="1"/>
            <p:nvPr/>
          </p:nvSpPr>
          <p:spPr bwMode="auto">
            <a:xfrm rot="0" flipH="0" flipV="0">
              <a:off x="0" y="2581147"/>
              <a:ext cx="1554249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(A)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992232431" name=""/>
            <p:cNvSpPr txBox="1"/>
            <p:nvPr/>
          </p:nvSpPr>
          <p:spPr bwMode="auto">
            <a:xfrm rot="0" flipH="0" flipV="0">
              <a:off x="1899682" y="2581147"/>
              <a:ext cx="1555328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(B)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717185277" name=""/>
            <p:cNvSpPr txBox="1"/>
            <p:nvPr/>
          </p:nvSpPr>
          <p:spPr bwMode="auto">
            <a:xfrm rot="0" flipH="0" flipV="0">
              <a:off x="18452" y="3507633"/>
              <a:ext cx="1554968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A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613012428" name=""/>
            <p:cNvSpPr txBox="1"/>
            <p:nvPr/>
          </p:nvSpPr>
          <p:spPr bwMode="auto">
            <a:xfrm rot="0" flipH="0" flipV="0">
              <a:off x="1882376" y="3511204"/>
              <a:ext cx="1556047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B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967981260" name=""/>
            <p:cNvSpPr txBox="1"/>
            <p:nvPr/>
          </p:nvSpPr>
          <p:spPr bwMode="auto">
            <a:xfrm rot="0" flipH="0" flipV="0">
              <a:off x="3798687" y="2584718"/>
              <a:ext cx="1555328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(C)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703206378" name=""/>
            <p:cNvSpPr txBox="1"/>
            <p:nvPr/>
          </p:nvSpPr>
          <p:spPr bwMode="auto">
            <a:xfrm rot="0" flipH="0" flipV="0">
              <a:off x="5698370" y="2584718"/>
              <a:ext cx="1556407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(D)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124255784" name=""/>
            <p:cNvSpPr txBox="1"/>
            <p:nvPr/>
          </p:nvSpPr>
          <p:spPr bwMode="auto">
            <a:xfrm rot="0" flipH="0" flipV="0">
              <a:off x="3817141" y="3511204"/>
              <a:ext cx="1556047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C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35145414" name=""/>
            <p:cNvSpPr txBox="1"/>
            <p:nvPr/>
          </p:nvSpPr>
          <p:spPr bwMode="auto">
            <a:xfrm rot="0" flipH="0" flipV="0">
              <a:off x="5681064" y="3514774"/>
              <a:ext cx="1557126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D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  <p:grpSp>
        <p:nvGrpSpPr>
          <p:cNvPr id="676874226" name=""/>
          <p:cNvGrpSpPr/>
          <p:nvPr/>
        </p:nvGrpSpPr>
        <p:grpSpPr bwMode="auto">
          <a:xfrm>
            <a:off x="1993090" y="557284"/>
            <a:ext cx="5976459" cy="1708268"/>
            <a:chOff x="0" y="0"/>
            <a:chExt cx="5976459" cy="1708268"/>
          </a:xfrm>
        </p:grpSpPr>
        <p:sp>
          <p:nvSpPr>
            <p:cNvPr id="2109627148" name="AutoShape 75"/>
            <p:cNvSpPr/>
            <p:nvPr/>
          </p:nvSpPr>
          <p:spPr bwMode="auto">
            <a:xfrm flipH="0" flipV="1">
              <a:off x="0" y="1236884"/>
              <a:ext cx="2674901" cy="47138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408141315" name="AutoShape 76"/>
            <p:cNvSpPr/>
            <p:nvPr/>
          </p:nvSpPr>
          <p:spPr bwMode="auto">
            <a:xfrm flipH="1" flipV="1">
              <a:off x="3303146" y="1236884"/>
              <a:ext cx="2673313" cy="47138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344990304" name=""/>
            <p:cNvSpPr txBox="1"/>
            <p:nvPr/>
          </p:nvSpPr>
          <p:spPr bwMode="auto">
            <a:xfrm rot="0" flipH="0" flipV="0">
              <a:off x="491729" y="0"/>
              <a:ext cx="4832186" cy="94267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720000" tIns="288000" rIns="720000" bIns="288000" numCol="1" spcCol="0" rtlCol="0" fromWordArt="0" anchor="ctr" anchorCtr="0" forceAA="0" upright="0" compatLnSpc="0">
              <a:spAutoFit/>
            </a:bodyPr>
            <a:p>
              <a:pPr algn="ctr">
                <a:defRPr/>
              </a:pPr>
              <a:r>
                <a:rPr lang="en-US" sz="18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Tweaked public key</a:t>
              </a:r>
              <a:endParaRPr sz="18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46216658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2" y="152088"/>
            <a:ext cx="8594397" cy="586732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872422982" name=""/>
          <p:cNvSpPr txBox="1"/>
          <p:nvPr/>
        </p:nvSpPr>
        <p:spPr bwMode="auto">
          <a:xfrm rot="0" flipH="0" flipV="0">
            <a:off x="860284" y="6165364"/>
            <a:ext cx="1022262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나카모토, 사토시. (2008).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비트코인: P2P 전자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현금 시스템, 섹션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10: 개인 정보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보호. 출처: https://bitcoin.org/bitcoin.pdf</a:t>
            </a:r>
            <a:endParaRPr sz="1100" i="1">
              <a:latin typeface="IBM Plex Sans"/>
              <a:cs typeface="IBM Plex Sans"/>
            </a:endParaRPr>
          </a:p>
        </p:txBody>
      </p:sp>
      <p:sp>
        <p:nvSpPr>
          <p:cNvPr id="1822950331" name=""/>
          <p:cNvSpPr/>
          <p:nvPr/>
        </p:nvSpPr>
        <p:spPr bwMode="auto">
          <a:xfrm rot="0" flipH="0" flipV="0">
            <a:off x="2206029" y="4606119"/>
            <a:ext cx="8188654" cy="483357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5679718" name="Freeform 77"/>
          <p:cNvSpPr/>
          <p:nvPr/>
        </p:nvSpPr>
        <p:spPr bwMode="auto">
          <a:xfrm>
            <a:off x="8861960" y="3735240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9"/>
                </a:lnTo>
                <a:lnTo>
                  <a:pt x="0" y="1539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2018105" name="AutoShape 78"/>
          <p:cNvSpPr/>
          <p:nvPr/>
        </p:nvSpPr>
        <p:spPr bwMode="auto">
          <a:xfrm>
            <a:off x="4340760" y="2064588"/>
            <a:ext cx="4521198" cy="2112727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0040049" name="AutoShape 79"/>
          <p:cNvSpPr/>
          <p:nvPr/>
        </p:nvSpPr>
        <p:spPr bwMode="auto">
          <a:xfrm flipH="1">
            <a:off x="9786138" y="2346351"/>
            <a:ext cx="199334" cy="1273115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4436749" name="AutoShape 80"/>
          <p:cNvSpPr/>
          <p:nvPr/>
        </p:nvSpPr>
        <p:spPr bwMode="auto">
          <a:xfrm flipV="1">
            <a:off x="5276763" y="4542090"/>
            <a:ext cx="3585197" cy="18866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4184470" name="TextBox 81"/>
          <p:cNvSpPr txBox="1"/>
          <p:nvPr/>
        </p:nvSpPr>
        <p:spPr bwMode="auto">
          <a:xfrm flipH="0" flipV="0">
            <a:off x="7421113" y="5341772"/>
            <a:ext cx="43254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모든 UTXO의 공통 소유자</a:t>
            </a:r>
            <a:endParaRPr sz="2200">
              <a:latin typeface="IBM Plex Sans"/>
              <a:cs typeface="IBM Plex Sans"/>
            </a:endParaRPr>
          </a:p>
        </p:txBody>
      </p:sp>
      <p:grpSp>
        <p:nvGrpSpPr>
          <p:cNvPr id="1934642749" name=""/>
          <p:cNvGrpSpPr/>
          <p:nvPr/>
        </p:nvGrpSpPr>
        <p:grpSpPr bwMode="auto">
          <a:xfrm>
            <a:off x="664377" y="555963"/>
            <a:ext cx="4937047" cy="6045948"/>
            <a:chOff x="0" y="0"/>
            <a:chExt cx="4937047" cy="6045948"/>
          </a:xfrm>
        </p:grpSpPr>
        <p:sp>
          <p:nvSpPr>
            <p:cNvPr id="808362757" name="Freeform 30"/>
            <p:cNvSpPr/>
            <p:nvPr/>
          </p:nvSpPr>
          <p:spPr bwMode="auto">
            <a:xfrm rot="0" flipH="0" flipV="0">
              <a:off x="325531" y="1074417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15925431" name="TextBox 31"/>
            <p:cNvSpPr txBox="1"/>
            <p:nvPr/>
          </p:nvSpPr>
          <p:spPr bwMode="auto">
            <a:xfrm rot="0" flipH="0" flipV="0">
              <a:off x="325531" y="1016120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bc1q...0q5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17733346" name="AutoShape 32"/>
            <p:cNvSpPr/>
            <p:nvPr/>
          </p:nvSpPr>
          <p:spPr bwMode="auto">
            <a:xfrm flipH="1">
              <a:off x="2117305" y="708727"/>
              <a:ext cx="0" cy="154960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94850067" name="Freeform 34"/>
            <p:cNvSpPr/>
            <p:nvPr/>
          </p:nvSpPr>
          <p:spPr bwMode="auto">
            <a:xfrm rot="0" flipH="0" flipV="0">
              <a:off x="2514610" y="1074417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01261020" name="TextBox 35"/>
            <p:cNvSpPr txBox="1"/>
            <p:nvPr/>
          </p:nvSpPr>
          <p:spPr bwMode="auto">
            <a:xfrm rot="0" flipH="0" flipV="0">
              <a:off x="2514610" y="1016120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72041907" name="Freeform 37"/>
            <p:cNvSpPr/>
            <p:nvPr/>
          </p:nvSpPr>
          <p:spPr bwMode="auto">
            <a:xfrm rot="0" flipH="0" flipV="0">
              <a:off x="2514610" y="1658329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399892" name="TextBox 38"/>
            <p:cNvSpPr txBox="1"/>
            <p:nvPr/>
          </p:nvSpPr>
          <p:spPr bwMode="auto">
            <a:xfrm rot="0" flipH="0" flipV="0">
              <a:off x="2514610" y="1600032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bc1q...acd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88437562" name="TextBox 39"/>
            <p:cNvSpPr txBox="1"/>
            <p:nvPr/>
          </p:nvSpPr>
          <p:spPr bwMode="auto">
            <a:xfrm>
              <a:off x="266118" y="359884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64628243" name="TextBox 40"/>
            <p:cNvSpPr txBox="1"/>
            <p:nvPr/>
          </p:nvSpPr>
          <p:spPr bwMode="auto">
            <a:xfrm>
              <a:off x="371710" y="652129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/>
            </a:p>
          </p:txBody>
        </p:sp>
        <p:sp>
          <p:nvSpPr>
            <p:cNvPr id="559834554" name="TextBox 41"/>
            <p:cNvSpPr txBox="1"/>
            <p:nvPr/>
          </p:nvSpPr>
          <p:spPr bwMode="auto">
            <a:xfrm>
              <a:off x="2560789" y="652129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90509916" name="Freeform 46"/>
            <p:cNvSpPr/>
            <p:nvPr/>
          </p:nvSpPr>
          <p:spPr bwMode="auto">
            <a:xfrm rot="0" flipH="0" flipV="0">
              <a:off x="1032009" y="3994209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65085172" name="TextBox 47"/>
            <p:cNvSpPr txBox="1"/>
            <p:nvPr/>
          </p:nvSpPr>
          <p:spPr bwMode="auto">
            <a:xfrm rot="0" flipH="0" flipV="0">
              <a:off x="1032009" y="3935913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bc1q...j5w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10772595" name="AutoShape 48"/>
            <p:cNvSpPr/>
            <p:nvPr/>
          </p:nvSpPr>
          <p:spPr bwMode="auto">
            <a:xfrm>
              <a:off x="2823781" y="3628517"/>
              <a:ext cx="0" cy="2133455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68561772" name="Freeform 50"/>
            <p:cNvSpPr/>
            <p:nvPr/>
          </p:nvSpPr>
          <p:spPr bwMode="auto">
            <a:xfrm rot="0" flipH="0" flipV="0">
              <a:off x="3221085" y="3994209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33145133" name="TextBox 51"/>
            <p:cNvSpPr txBox="1"/>
            <p:nvPr/>
          </p:nvSpPr>
          <p:spPr bwMode="auto">
            <a:xfrm rot="0" flipH="0" flipV="0">
              <a:off x="3221085" y="3935913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22864174" name="Freeform 53"/>
            <p:cNvSpPr/>
            <p:nvPr/>
          </p:nvSpPr>
          <p:spPr bwMode="auto">
            <a:xfrm rot="0" flipH="0" flipV="0">
              <a:off x="3221085" y="4578123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22953396" name="TextBox 54"/>
            <p:cNvSpPr txBox="1"/>
            <p:nvPr/>
          </p:nvSpPr>
          <p:spPr bwMode="auto">
            <a:xfrm rot="0" flipH="0" flipV="0">
              <a:off x="3221085" y="4519827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bc1q...54u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17409562" name="TextBox 55"/>
            <p:cNvSpPr txBox="1"/>
            <p:nvPr/>
          </p:nvSpPr>
          <p:spPr bwMode="auto">
            <a:xfrm>
              <a:off x="972596" y="3279676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84507527" name="TextBox 56"/>
            <p:cNvSpPr txBox="1"/>
            <p:nvPr/>
          </p:nvSpPr>
          <p:spPr bwMode="auto">
            <a:xfrm>
              <a:off x="1078187" y="3571920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/>
            </a:p>
          </p:txBody>
        </p:sp>
        <p:sp>
          <p:nvSpPr>
            <p:cNvPr id="1928704454" name="TextBox 57"/>
            <p:cNvSpPr txBox="1"/>
            <p:nvPr/>
          </p:nvSpPr>
          <p:spPr bwMode="auto">
            <a:xfrm>
              <a:off x="3267264" y="3571920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/>
            </a:p>
          </p:txBody>
        </p:sp>
        <p:sp>
          <p:nvSpPr>
            <p:cNvPr id="2042353812" name="Freeform 59"/>
            <p:cNvSpPr/>
            <p:nvPr/>
          </p:nvSpPr>
          <p:spPr bwMode="auto">
            <a:xfrm rot="0" flipH="0" flipV="0">
              <a:off x="3221085" y="5164728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3530081" name="TextBox 60"/>
            <p:cNvSpPr txBox="1"/>
            <p:nvPr/>
          </p:nvSpPr>
          <p:spPr bwMode="auto">
            <a:xfrm rot="0" flipH="0" flipV="0">
              <a:off x="3221085" y="5106431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bc1q...7xv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79156791" name="Rectangle: Rounded Corners 12"/>
            <p:cNvSpPr/>
            <p:nvPr/>
          </p:nvSpPr>
          <p:spPr bwMode="auto">
            <a:xfrm>
              <a:off x="0" y="0"/>
              <a:ext cx="4275173" cy="252148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720014500" name="Rectangle: Rounded Corners 12"/>
            <p:cNvSpPr/>
            <p:nvPr/>
          </p:nvSpPr>
          <p:spPr bwMode="auto">
            <a:xfrm>
              <a:off x="708836" y="2990406"/>
              <a:ext cx="4228211" cy="305554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  <p:grpSp>
        <p:nvGrpSpPr>
          <p:cNvPr id="1300748824" name=""/>
          <p:cNvGrpSpPr/>
          <p:nvPr/>
        </p:nvGrpSpPr>
        <p:grpSpPr bwMode="auto">
          <a:xfrm>
            <a:off x="6911005" y="292808"/>
            <a:ext cx="4075812" cy="2521482"/>
            <a:chOff x="0" y="0"/>
            <a:chExt cx="4075812" cy="2521482"/>
          </a:xfrm>
        </p:grpSpPr>
        <p:sp>
          <p:nvSpPr>
            <p:cNvPr id="374828168" name="Freeform 65"/>
            <p:cNvSpPr/>
            <p:nvPr/>
          </p:nvSpPr>
          <p:spPr bwMode="auto">
            <a:xfrm rot="0" flipH="0" flipV="0">
              <a:off x="222204" y="1035419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99447489" name="TextBox 66"/>
            <p:cNvSpPr txBox="1"/>
            <p:nvPr/>
          </p:nvSpPr>
          <p:spPr bwMode="auto">
            <a:xfrm rot="0" flipH="0" flipV="0">
              <a:off x="222204" y="977122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bc1q...zmk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74554452" name="AutoShape 67"/>
            <p:cNvSpPr/>
            <p:nvPr/>
          </p:nvSpPr>
          <p:spPr bwMode="auto">
            <a:xfrm flipH="1">
              <a:off x="2013976" y="669732"/>
              <a:ext cx="0" cy="154960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50880138" name="Freeform 69"/>
            <p:cNvSpPr/>
            <p:nvPr/>
          </p:nvSpPr>
          <p:spPr bwMode="auto">
            <a:xfrm rot="0" flipH="0" flipV="0">
              <a:off x="2411280" y="1035419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29248051" name="TextBox 70"/>
            <p:cNvSpPr txBox="1"/>
            <p:nvPr/>
          </p:nvSpPr>
          <p:spPr bwMode="auto">
            <a:xfrm rot="0" flipH="0" flipV="0">
              <a:off x="2411280" y="977122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bc1q...40l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84696100" name="Freeform 72"/>
            <p:cNvSpPr/>
            <p:nvPr/>
          </p:nvSpPr>
          <p:spPr bwMode="auto">
            <a:xfrm rot="0" flipH="0" flipV="0">
              <a:off x="2411280" y="1619335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87200447" name="TextBox 73"/>
            <p:cNvSpPr txBox="1"/>
            <p:nvPr/>
          </p:nvSpPr>
          <p:spPr bwMode="auto">
            <a:xfrm rot="0" flipH="0" flipV="0">
              <a:off x="2411280" y="1561038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21097892" name="TextBox 74"/>
            <p:cNvSpPr txBox="1"/>
            <p:nvPr/>
          </p:nvSpPr>
          <p:spPr bwMode="auto">
            <a:xfrm>
              <a:off x="162790" y="320888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600"/>
            </a:p>
          </p:txBody>
        </p:sp>
        <p:sp>
          <p:nvSpPr>
            <p:cNvPr id="487793495" name="TextBox 75"/>
            <p:cNvSpPr txBox="1"/>
            <p:nvPr/>
          </p:nvSpPr>
          <p:spPr bwMode="auto">
            <a:xfrm>
              <a:off x="268383" y="613131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08668420" name="TextBox 76"/>
            <p:cNvSpPr txBox="1"/>
            <p:nvPr/>
          </p:nvSpPr>
          <p:spPr bwMode="auto">
            <a:xfrm>
              <a:off x="2436259" y="613131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389370" name="Rectangle: Rounded Corners 12"/>
            <p:cNvSpPr/>
            <p:nvPr/>
          </p:nvSpPr>
          <p:spPr bwMode="auto">
            <a:xfrm>
              <a:off x="0" y="0"/>
              <a:ext cx="4075812" cy="2521483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2672148" name="TextBox 39"/>
          <p:cNvSpPr txBox="1"/>
          <p:nvPr/>
        </p:nvSpPr>
        <p:spPr bwMode="auto">
          <a:xfrm flipH="0" flipV="0">
            <a:off x="2635830" y="593447"/>
            <a:ext cx="675682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내부 주소 재사용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16511448" name="Rectangle: Rounded Corners 12"/>
          <p:cNvSpPr/>
          <p:nvPr/>
        </p:nvSpPr>
        <p:spPr bwMode="auto">
          <a:xfrm>
            <a:off x="2635831" y="256467"/>
            <a:ext cx="6756103" cy="634396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244661198" name=""/>
          <p:cNvGrpSpPr/>
          <p:nvPr/>
        </p:nvGrpSpPr>
        <p:grpSpPr bwMode="auto">
          <a:xfrm>
            <a:off x="3003824" y="1821015"/>
            <a:ext cx="5927717" cy="3998161"/>
            <a:chOff x="0" y="0"/>
            <a:chExt cx="5927717" cy="3998161"/>
          </a:xfrm>
        </p:grpSpPr>
        <p:sp>
          <p:nvSpPr>
            <p:cNvPr id="570560900" name="Freeform 30"/>
            <p:cNvSpPr/>
            <p:nvPr/>
          </p:nvSpPr>
          <p:spPr bwMode="auto">
            <a:xfrm rot="0" flipH="0" flipV="0">
              <a:off x="0" y="67692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62831326" name="TextBox 31"/>
            <p:cNvSpPr txBox="1"/>
            <p:nvPr/>
          </p:nvSpPr>
          <p:spPr bwMode="auto">
            <a:xfrm rot="0" flipH="0" flipV="0">
              <a:off x="0" y="508158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2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6802784" name="AutoShape 32"/>
            <p:cNvSpPr/>
            <p:nvPr/>
          </p:nvSpPr>
          <p:spPr bwMode="auto">
            <a:xfrm flipH="0" flipV="0">
              <a:off x="2963953" y="72000"/>
              <a:ext cx="0" cy="392616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89527347" name="Freeform 34"/>
            <p:cNvSpPr/>
            <p:nvPr/>
          </p:nvSpPr>
          <p:spPr bwMode="auto">
            <a:xfrm rot="0" flipH="0" flipV="0">
              <a:off x="3621178" y="67692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6095404" name="TextBox 35"/>
            <p:cNvSpPr txBox="1"/>
            <p:nvPr/>
          </p:nvSpPr>
          <p:spPr bwMode="auto">
            <a:xfrm rot="0" flipH="0" flipV="0">
              <a:off x="3621178" y="508158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2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bc1q...acd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2915135" name="Freeform 37"/>
            <p:cNvSpPr/>
            <p:nvPr/>
          </p:nvSpPr>
          <p:spPr bwMode="auto">
            <a:xfrm rot="0" flipH="0" flipV="0">
              <a:off x="3621178" y="164283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05869423" name="TextBox 38"/>
            <p:cNvSpPr txBox="1"/>
            <p:nvPr/>
          </p:nvSpPr>
          <p:spPr bwMode="auto">
            <a:xfrm rot="0" flipH="0" flipV="0">
              <a:off x="3621178" y="1474069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2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56803264" name="TextBox 40"/>
            <p:cNvSpPr txBox="1"/>
            <p:nvPr/>
          </p:nvSpPr>
          <p:spPr bwMode="auto">
            <a:xfrm>
              <a:off x="41319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95174361" name="TextBox 41"/>
            <p:cNvSpPr txBox="1"/>
            <p:nvPr/>
          </p:nvSpPr>
          <p:spPr bwMode="auto">
            <a:xfrm>
              <a:off x="3662496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882447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453896"/>
            <a:ext cx="12191999" cy="59502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5294592" name="Freeform 29"/>
          <p:cNvSpPr/>
          <p:nvPr/>
        </p:nvSpPr>
        <p:spPr bwMode="auto">
          <a:xfrm>
            <a:off x="5088981" y="3038079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5511106" name="Freeform 30"/>
          <p:cNvSpPr/>
          <p:nvPr/>
        </p:nvSpPr>
        <p:spPr bwMode="auto">
          <a:xfrm>
            <a:off x="7590807" y="1308919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8735500" name="Freeform 31"/>
          <p:cNvSpPr/>
          <p:nvPr/>
        </p:nvSpPr>
        <p:spPr bwMode="auto">
          <a:xfrm>
            <a:off x="7933513" y="1308919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289046" name="Freeform 32"/>
          <p:cNvSpPr/>
          <p:nvPr/>
        </p:nvSpPr>
        <p:spPr bwMode="auto">
          <a:xfrm>
            <a:off x="7590807" y="2534214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6792065" name="Freeform 33"/>
          <p:cNvSpPr/>
          <p:nvPr/>
        </p:nvSpPr>
        <p:spPr bwMode="auto">
          <a:xfrm>
            <a:off x="7933513" y="2534214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0941830" name="Freeform 34"/>
          <p:cNvSpPr/>
          <p:nvPr/>
        </p:nvSpPr>
        <p:spPr bwMode="auto">
          <a:xfrm>
            <a:off x="7590807" y="3755543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2188779" name="Freeform 35"/>
          <p:cNvSpPr/>
          <p:nvPr/>
        </p:nvSpPr>
        <p:spPr bwMode="auto">
          <a:xfrm>
            <a:off x="7933513" y="3755543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1317263" name="AutoShape 36"/>
          <p:cNvSpPr/>
          <p:nvPr/>
        </p:nvSpPr>
        <p:spPr bwMode="auto">
          <a:xfrm flipH="1">
            <a:off x="3658661" y="3493564"/>
            <a:ext cx="1270770" cy="0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4290025" name="AutoShape 37"/>
          <p:cNvSpPr/>
          <p:nvPr/>
        </p:nvSpPr>
        <p:spPr bwMode="auto">
          <a:xfrm flipH="1" flipV="1">
            <a:off x="5774391" y="3493564"/>
            <a:ext cx="1816416" cy="717462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7502623" name="AutoShape 38"/>
          <p:cNvSpPr/>
          <p:nvPr/>
        </p:nvSpPr>
        <p:spPr bwMode="auto">
          <a:xfrm flipH="1">
            <a:off x="5774391" y="1764406"/>
            <a:ext cx="1816416" cy="1729157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2408949" name="AutoShape 39"/>
          <p:cNvSpPr/>
          <p:nvPr/>
        </p:nvSpPr>
        <p:spPr bwMode="auto">
          <a:xfrm flipH="1">
            <a:off x="5774391" y="2989699"/>
            <a:ext cx="1816416" cy="503865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7779744" name="Freeform 40"/>
          <p:cNvSpPr/>
          <p:nvPr/>
        </p:nvSpPr>
        <p:spPr bwMode="auto">
          <a:xfrm>
            <a:off x="7590807" y="4980838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592594" name="Freeform 41"/>
          <p:cNvSpPr/>
          <p:nvPr/>
        </p:nvSpPr>
        <p:spPr bwMode="auto">
          <a:xfrm>
            <a:off x="7933513" y="4980838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4519301" name="AutoShape 42"/>
          <p:cNvSpPr/>
          <p:nvPr/>
        </p:nvSpPr>
        <p:spPr bwMode="auto">
          <a:xfrm flipH="1">
            <a:off x="8921243" y="5436321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7275349" name="TextBox 43"/>
          <p:cNvSpPr txBox="1"/>
          <p:nvPr/>
        </p:nvSpPr>
        <p:spPr bwMode="auto">
          <a:xfrm>
            <a:off x="10250306" y="5199696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bc1p...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560171871" name="AutoShape 44"/>
          <p:cNvSpPr/>
          <p:nvPr/>
        </p:nvSpPr>
        <p:spPr bwMode="auto">
          <a:xfrm flipH="1">
            <a:off x="8921243" y="4211029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7218526" name="TextBox 45"/>
          <p:cNvSpPr txBox="1"/>
          <p:nvPr/>
        </p:nvSpPr>
        <p:spPr bwMode="auto">
          <a:xfrm>
            <a:off x="10250306" y="3974401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bc1p...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809345237" name="AutoShape 46"/>
          <p:cNvSpPr/>
          <p:nvPr/>
        </p:nvSpPr>
        <p:spPr bwMode="auto">
          <a:xfrm flipH="1">
            <a:off x="8921243" y="2985300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7898664" name="TextBox 47"/>
          <p:cNvSpPr txBox="1"/>
          <p:nvPr/>
        </p:nvSpPr>
        <p:spPr bwMode="auto">
          <a:xfrm>
            <a:off x="10250306" y="2748676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bc1p...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944122551" name="AutoShape 48"/>
          <p:cNvSpPr/>
          <p:nvPr/>
        </p:nvSpPr>
        <p:spPr bwMode="auto">
          <a:xfrm flipH="1">
            <a:off x="8921243" y="1764406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0120099" name="TextBox 49"/>
          <p:cNvSpPr txBox="1"/>
          <p:nvPr/>
        </p:nvSpPr>
        <p:spPr bwMode="auto">
          <a:xfrm>
            <a:off x="10250306" y="1527779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bc1p...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988641016" name="AutoShape 50"/>
          <p:cNvSpPr/>
          <p:nvPr/>
        </p:nvSpPr>
        <p:spPr bwMode="auto">
          <a:xfrm flipH="1" flipV="1">
            <a:off x="5774391" y="3493564"/>
            <a:ext cx="1816416" cy="1942758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3571799" name=""/>
          <p:cNvSpPr txBox="1"/>
          <p:nvPr/>
        </p:nvSpPr>
        <p:spPr bwMode="auto">
          <a:xfrm rot="0" flipH="0" flipV="0">
            <a:off x="433125" y="2158644"/>
            <a:ext cx="3025394" cy="2508153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0" rIns="91440" bIns="720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 i="0" u="none" lang="en-US">
                <a:solidFill>
                  <a:schemeClr val="bg1"/>
                </a:solidFill>
                <a:latin typeface="Arial"/>
              </a:rPr>
              <a:t>토끼 사토시 피자 수학 미소 계곡 계란 피아노 휴일 가을 안녕하세요 언덕</a:t>
            </a: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93904164" name=""/>
          <p:cNvGrpSpPr/>
          <p:nvPr/>
        </p:nvGrpSpPr>
        <p:grpSpPr bwMode="auto">
          <a:xfrm>
            <a:off x="538194" y="934035"/>
            <a:ext cx="11086213" cy="4944730"/>
            <a:chOff x="0" y="0"/>
            <a:chExt cx="11086213" cy="4944730"/>
          </a:xfrm>
        </p:grpSpPr>
        <p:sp>
          <p:nvSpPr>
            <p:cNvPr id="1260228525" name="AutoShape 32"/>
            <p:cNvSpPr/>
            <p:nvPr/>
          </p:nvSpPr>
          <p:spPr bwMode="auto">
            <a:xfrm>
              <a:off x="8855311" y="1228488"/>
              <a:ext cx="0" cy="277388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71567279" name="Freeform 34"/>
            <p:cNvSpPr/>
            <p:nvPr/>
          </p:nvSpPr>
          <p:spPr bwMode="auto">
            <a:xfrm rot="0" flipH="0" flipV="0">
              <a:off x="0" y="0"/>
              <a:ext cx="6125170" cy="4944731"/>
            </a:xfrm>
            <a:custGeom>
              <a:avLst/>
              <a:gdLst/>
              <a:ahLst/>
              <a:cxnLst/>
              <a:rect l="l" t="t" r="r" b="b"/>
              <a:pathLst>
                <a:path w="2419822" h="1953475" fill="norm" stroke="1" extrusionOk="0">
                  <a:moveTo>
                    <a:pt x="1209911" y="0"/>
                  </a:moveTo>
                  <a:cubicBezTo>
                    <a:pt x="541696" y="0"/>
                    <a:pt x="0" y="437300"/>
                    <a:pt x="0" y="976737"/>
                  </a:cubicBezTo>
                  <a:cubicBezTo>
                    <a:pt x="0" y="1516175"/>
                    <a:pt x="541696" y="1953475"/>
                    <a:pt x="1209911" y="1953475"/>
                  </a:cubicBezTo>
                  <a:cubicBezTo>
                    <a:pt x="1878126" y="1953475"/>
                    <a:pt x="2419822" y="1516175"/>
                    <a:pt x="2419822" y="976737"/>
                  </a:cubicBezTo>
                  <a:cubicBezTo>
                    <a:pt x="2419822" y="437300"/>
                    <a:pt x="1878126" y="0"/>
                    <a:pt x="120991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FF5C00"/>
              </a:solidFill>
              <a:prstDash val="dash"/>
              <a:miter/>
            </a:ln>
          </p:spPr>
        </p:sp>
        <p:sp>
          <p:nvSpPr>
            <p:cNvPr id="1412158746" name="TextBox 35"/>
            <p:cNvSpPr txBox="1"/>
            <p:nvPr/>
          </p:nvSpPr>
          <p:spPr bwMode="auto">
            <a:xfrm rot="0" flipH="0" flipV="0">
              <a:off x="574228" y="367122"/>
              <a:ext cx="4976699" cy="41140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976913050" name="AutoShape 48"/>
            <p:cNvSpPr/>
            <p:nvPr/>
          </p:nvSpPr>
          <p:spPr bwMode="auto">
            <a:xfrm flipH="0" flipV="0">
              <a:off x="4985846" y="1161242"/>
              <a:ext cx="1890270" cy="515898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42753995" name="TextBox 49"/>
            <p:cNvSpPr txBox="1"/>
            <p:nvPr/>
          </p:nvSpPr>
          <p:spPr bwMode="auto">
            <a:xfrm flipH="0" flipV="0">
              <a:off x="6676695" y="723159"/>
              <a:ext cx="4409519" cy="29538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1668183930" name="TextBox 50"/>
            <p:cNvSpPr txBox="1"/>
            <p:nvPr/>
          </p:nvSpPr>
          <p:spPr bwMode="auto">
            <a:xfrm flipH="0" flipV="0">
              <a:off x="6987733" y="1180901"/>
              <a:ext cx="1597753" cy="29538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82545845" name="TextBox 51"/>
            <p:cNvSpPr txBox="1"/>
            <p:nvPr/>
          </p:nvSpPr>
          <p:spPr bwMode="auto">
            <a:xfrm>
              <a:off x="9301684" y="1180902"/>
              <a:ext cx="1422525" cy="29550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3965062" name="TextBox 55"/>
            <p:cNvSpPr txBox="1"/>
            <p:nvPr/>
          </p:nvSpPr>
          <p:spPr bwMode="auto">
            <a:xfrm>
              <a:off x="2203744" y="212472"/>
              <a:ext cx="1718769" cy="32027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8"/>
                </a:lnSpc>
                <a:defRPr/>
              </a:pPr>
              <a:r>
                <a:rPr lang="en-US" sz="18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UTXOs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84716186" name="AutoShape 68"/>
            <p:cNvSpPr/>
            <p:nvPr/>
          </p:nvSpPr>
          <p:spPr bwMode="auto">
            <a:xfrm flipH="1" flipV="0">
              <a:off x="4690909" y="2658411"/>
              <a:ext cx="4679501" cy="142883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27867704" name="Rectangle: Rounded Corners 12"/>
            <p:cNvSpPr/>
            <p:nvPr/>
          </p:nvSpPr>
          <p:spPr bwMode="auto">
            <a:xfrm>
              <a:off x="6676695" y="462375"/>
              <a:ext cx="4408080" cy="3906169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434429689" name=""/>
            <p:cNvGrpSpPr/>
            <p:nvPr/>
          </p:nvGrpSpPr>
          <p:grpSpPr bwMode="auto">
            <a:xfrm>
              <a:off x="7105658" y="1659272"/>
              <a:ext cx="3805081" cy="958196"/>
              <a:chOff x="0" y="0"/>
              <a:chExt cx="3805081" cy="958196"/>
            </a:xfrm>
          </p:grpSpPr>
          <p:sp>
            <p:nvSpPr>
              <p:cNvPr id="610192571" name=""/>
              <p:cNvSpPr txBox="1"/>
              <p:nvPr/>
            </p:nvSpPr>
            <p:spPr bwMode="auto">
              <a:xfrm rot="0" flipH="0" flipV="0">
                <a:off x="0" y="0"/>
                <a:ext cx="1479106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451 458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56928740" name=""/>
              <p:cNvSpPr txBox="1"/>
              <p:nvPr/>
            </p:nvSpPr>
            <p:spPr bwMode="auto">
              <a:xfrm rot="0" flipH="0" flipV="0">
                <a:off x="2161578" y="3569"/>
                <a:ext cx="1643502" cy="430157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249 400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824161872" name=""/>
              <p:cNvSpPr txBox="1"/>
              <p:nvPr/>
            </p:nvSpPr>
            <p:spPr bwMode="auto">
              <a:xfrm rot="0" flipH="0" flipV="0">
                <a:off x="2165149" y="528039"/>
                <a:ext cx="1639212" cy="430157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200 000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32990609" name=""/>
            <p:cNvGrpSpPr/>
            <p:nvPr/>
          </p:nvGrpSpPr>
          <p:grpSpPr bwMode="auto">
            <a:xfrm>
              <a:off x="474318" y="845448"/>
              <a:ext cx="5366966" cy="3523091"/>
              <a:chOff x="0" y="0"/>
              <a:chExt cx="5366966" cy="3523091"/>
            </a:xfrm>
          </p:grpSpPr>
          <p:sp>
            <p:nvSpPr>
              <p:cNvPr id="1141834351" name=""/>
              <p:cNvSpPr txBox="1"/>
              <p:nvPr/>
            </p:nvSpPr>
            <p:spPr bwMode="auto">
              <a:xfrm rot="0" flipH="0" flipV="0">
                <a:off x="2468408" y="3092934"/>
                <a:ext cx="1637031" cy="430157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249 400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192108625" name=""/>
              <p:cNvSpPr txBox="1"/>
              <p:nvPr/>
            </p:nvSpPr>
            <p:spPr bwMode="auto">
              <a:xfrm rot="0" flipH="0" flipV="0">
                <a:off x="666154" y="2605374"/>
                <a:ext cx="1637750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190 000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827724743" name=""/>
              <p:cNvSpPr txBox="1"/>
              <p:nvPr/>
            </p:nvSpPr>
            <p:spPr bwMode="auto">
              <a:xfrm rot="0" flipH="0" flipV="0">
                <a:off x="0" y="1492734"/>
                <a:ext cx="1638470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101 784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361630081" name=""/>
              <p:cNvSpPr txBox="1"/>
              <p:nvPr/>
            </p:nvSpPr>
            <p:spPr bwMode="auto">
              <a:xfrm rot="0" flipH="0" flipV="0">
                <a:off x="301225" y="156850"/>
                <a:ext cx="1639189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702484007" name=""/>
              <p:cNvSpPr txBox="1"/>
              <p:nvPr/>
            </p:nvSpPr>
            <p:spPr bwMode="auto">
              <a:xfrm rot="0" flipH="0" flipV="0">
                <a:off x="1867494" y="830150"/>
                <a:ext cx="1639908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8 414 070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977364773" name=""/>
              <p:cNvSpPr txBox="1"/>
              <p:nvPr/>
            </p:nvSpPr>
            <p:spPr bwMode="auto">
              <a:xfrm rot="0" flipH="0" flipV="0">
                <a:off x="2605838" y="2071720"/>
                <a:ext cx="1640627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75 041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694395180" name=""/>
              <p:cNvSpPr txBox="1"/>
              <p:nvPr/>
            </p:nvSpPr>
            <p:spPr bwMode="auto">
              <a:xfrm rot="0" flipH="0" flipV="0">
                <a:off x="3725620" y="1331151"/>
                <a:ext cx="1641346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21 478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359775194" name=""/>
              <p:cNvSpPr txBox="1"/>
              <p:nvPr/>
            </p:nvSpPr>
            <p:spPr bwMode="auto">
              <a:xfrm rot="0" flipH="0" flipV="0">
                <a:off x="2776692" y="0"/>
                <a:ext cx="1642785" cy="446346"/>
              </a:xfrm>
              <a:prstGeom prst="flowChartAlternateProcess">
                <a:avLst/>
              </a:prstGeom>
              <a:solidFill>
                <a:srgbClr val="FFAE8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lnSpc>
                    <a:spcPts val="2034"/>
                  </a:lnSpc>
                  <a:defRPr/>
                </a:pPr>
                <a:r>
                  <a:rPr lang="en-US" sz="1600" b="1" i="0" u="none" strike="noStrike" cap="none" spc="0">
                    <a:solidFill>
                      <a:srgbClr val="FFFFFF">
                        <a:alpha val="49804"/>
                      </a:srgbClr>
                    </a:solidFill>
                    <a:latin typeface="IBM Plex Sans"/>
                    <a:ea typeface="IBM Plex Sans"/>
                    <a:cs typeface="IBM Plex Sans"/>
                  </a:rPr>
                  <a:t>451 458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6449645" name="Freeform 45"/>
          <p:cNvSpPr/>
          <p:nvPr/>
        </p:nvSpPr>
        <p:spPr bwMode="auto">
          <a:xfrm rot="0" flipH="0" flipV="0">
            <a:off x="2372289" y="1837708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31184258" name="TextBox 46"/>
          <p:cNvSpPr txBox="1"/>
          <p:nvPr/>
        </p:nvSpPr>
        <p:spPr bwMode="auto">
          <a:xfrm rot="0" flipH="0" flipV="0">
            <a:off x="2372289" y="1741271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소파 구매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시 변경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97580694" name="Freeform 48"/>
          <p:cNvSpPr/>
          <p:nvPr/>
        </p:nvSpPr>
        <p:spPr bwMode="auto">
          <a:xfrm rot="0" flipH="0" flipV="0">
            <a:off x="2372289" y="2649135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67745878" name="TextBox 49"/>
          <p:cNvSpPr txBox="1"/>
          <p:nvPr/>
        </p:nvSpPr>
        <p:spPr bwMode="auto">
          <a:xfrm rot="0" flipH="0" flipV="0">
            <a:off x="2372289" y="2552699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Exchange.com 출금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77569403" name="Freeform 51"/>
          <p:cNvSpPr/>
          <p:nvPr/>
        </p:nvSpPr>
        <p:spPr bwMode="auto">
          <a:xfrm rot="0" flipH="0" flipV="0">
            <a:off x="2372289" y="3462205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33419722" name="TextBox 52"/>
          <p:cNvSpPr txBox="1"/>
          <p:nvPr/>
        </p:nvSpPr>
        <p:spPr bwMode="auto">
          <a:xfrm rot="0" flipH="0" flipV="0">
            <a:off x="2372289" y="3365770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고객 David </a:t>
            </a:r>
            <a:r>
              <a:rPr sz="1400" b="1" i="1" lang="en-US">
                <a:solidFill>
                  <a:srgbClr val="FFFFFF"/>
                </a:solidFill>
                <a:latin typeface="IBM Plex Sans"/>
              </a:rPr>
              <a:t>결제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58648207" name="Freeform 54"/>
          <p:cNvSpPr/>
          <p:nvPr/>
        </p:nvSpPr>
        <p:spPr bwMode="auto">
          <a:xfrm rot="0" flipH="0" flipV="0">
            <a:off x="2372289" y="4275277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40980147" name="TextBox 55"/>
          <p:cNvSpPr txBox="1"/>
          <p:nvPr/>
        </p:nvSpPr>
        <p:spPr bwMode="auto">
          <a:xfrm rot="0" flipH="0" flipV="0">
            <a:off x="2372289" y="4178840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컴퓨터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구매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79756304" name="Freeform 57"/>
          <p:cNvSpPr/>
          <p:nvPr/>
        </p:nvSpPr>
        <p:spPr bwMode="auto">
          <a:xfrm rot="0" flipH="0" flipV="0">
            <a:off x="2372289" y="5088348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02828748" name="TextBox 58"/>
          <p:cNvSpPr txBox="1"/>
          <p:nvPr/>
        </p:nvSpPr>
        <p:spPr bwMode="auto">
          <a:xfrm rot="0" flipH="0" flipV="0">
            <a:off x="2372289" y="4991912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Charles에서 P2P 구매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17424162" name="AutoShape 59"/>
          <p:cNvSpPr/>
          <p:nvPr/>
        </p:nvSpPr>
        <p:spPr bwMode="auto">
          <a:xfrm flipV="1">
            <a:off x="5960068" y="2033911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7014576" name="AutoShape 60"/>
          <p:cNvSpPr/>
          <p:nvPr/>
        </p:nvSpPr>
        <p:spPr bwMode="auto">
          <a:xfrm flipV="1">
            <a:off x="5960068" y="2845337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1585011" name="AutoShape 61"/>
          <p:cNvSpPr/>
          <p:nvPr/>
        </p:nvSpPr>
        <p:spPr bwMode="auto">
          <a:xfrm flipV="1">
            <a:off x="5960068" y="3658409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0468040" name="AutoShape 62"/>
          <p:cNvSpPr/>
          <p:nvPr/>
        </p:nvSpPr>
        <p:spPr bwMode="auto">
          <a:xfrm flipV="1">
            <a:off x="5960068" y="4471480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7176123" name="AutoShape 63"/>
          <p:cNvSpPr/>
          <p:nvPr/>
        </p:nvSpPr>
        <p:spPr bwMode="auto">
          <a:xfrm flipV="1">
            <a:off x="5960068" y="5284551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1427972" name="TextBox 64"/>
          <p:cNvSpPr txBox="1"/>
          <p:nvPr/>
        </p:nvSpPr>
        <p:spPr bwMode="auto">
          <a:xfrm flipH="0" flipV="0">
            <a:off x="2614280" y="470817"/>
            <a:ext cx="6973547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지갑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19797158" name="TextBox 65"/>
          <p:cNvSpPr txBox="1"/>
          <p:nvPr/>
        </p:nvSpPr>
        <p:spPr bwMode="auto">
          <a:xfrm flipH="0" flipV="0">
            <a:off x="2686450" y="1223956"/>
            <a:ext cx="3275057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레이블</a:t>
            </a:r>
            <a:endParaRPr/>
          </a:p>
        </p:txBody>
      </p:sp>
      <p:sp>
        <p:nvSpPr>
          <p:cNvPr id="245178550" name="TextBox 66"/>
          <p:cNvSpPr txBox="1"/>
          <p:nvPr/>
        </p:nvSpPr>
        <p:spPr bwMode="auto">
          <a:xfrm flipH="0" flipV="0">
            <a:off x="6313506" y="1223956"/>
            <a:ext cx="3275042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UTXO</a:t>
            </a:r>
            <a:endParaRPr/>
          </a:p>
        </p:txBody>
      </p:sp>
      <p:sp>
        <p:nvSpPr>
          <p:cNvPr id="144421289" name="Freeform 71"/>
          <p:cNvSpPr/>
          <p:nvPr/>
        </p:nvSpPr>
        <p:spPr bwMode="auto">
          <a:xfrm rot="0" flipH="0" flipV="0">
            <a:off x="2372289" y="5901420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68912239" name="TextBox 72"/>
          <p:cNvSpPr txBox="1"/>
          <p:nvPr/>
        </p:nvSpPr>
        <p:spPr bwMode="auto">
          <a:xfrm rot="0" flipH="0" flipV="0">
            <a:off x="2372289" y="5804982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앨리스에서 P2P 구매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12176622" name="AutoShape 73"/>
          <p:cNvSpPr/>
          <p:nvPr/>
        </p:nvSpPr>
        <p:spPr bwMode="auto">
          <a:xfrm flipV="1">
            <a:off x="5960068" y="6097620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6608452" name="Rectangle: Rounded Corners 12"/>
          <p:cNvSpPr/>
          <p:nvPr/>
        </p:nvSpPr>
        <p:spPr bwMode="auto">
          <a:xfrm flipH="0" flipV="0">
            <a:off x="1992766" y="246398"/>
            <a:ext cx="8219414" cy="6434329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329211321" name=""/>
          <p:cNvSpPr/>
          <p:nvPr/>
        </p:nvSpPr>
        <p:spPr bwMode="auto">
          <a:xfrm rot="0" flipH="0" flipV="0">
            <a:off x="2755486" y="3565286"/>
            <a:ext cx="3048211" cy="266697"/>
          </a:xfrm>
          <a:prstGeom prst="rect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096958423" name="TextBox 55"/>
          <p:cNvSpPr txBox="1"/>
          <p:nvPr/>
        </p:nvSpPr>
        <p:spPr bwMode="auto">
          <a:xfrm flipH="0" flipV="0">
            <a:off x="2866235" y="3576170"/>
            <a:ext cx="2634353" cy="197616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고객 David에게 결제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1095534739" name=""/>
          <p:cNvGrpSpPr/>
          <p:nvPr/>
        </p:nvGrpSpPr>
        <p:grpSpPr bwMode="auto">
          <a:xfrm>
            <a:off x="6313505" y="1547619"/>
            <a:ext cx="3273601" cy="4867524"/>
            <a:chOff x="0" y="0"/>
            <a:chExt cx="3273601" cy="4867524"/>
          </a:xfrm>
        </p:grpSpPr>
        <p:sp>
          <p:nvSpPr>
            <p:cNvPr id="1839033302" name="Freeform 30"/>
            <p:cNvSpPr/>
            <p:nvPr/>
          </p:nvSpPr>
          <p:spPr bwMode="auto">
            <a:xfrm rot="0" flipH="0" flipV="0">
              <a:off x="0" y="168764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07844880" name="TextBox 31"/>
            <p:cNvSpPr txBox="1"/>
            <p:nvPr/>
          </p:nvSpPr>
          <p:spPr bwMode="auto">
            <a:xfrm rot="0" flipH="0" flipV="0">
              <a:off x="0" y="0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50 120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958586095" name="Freeform 33"/>
            <p:cNvSpPr/>
            <p:nvPr/>
          </p:nvSpPr>
          <p:spPr bwMode="auto">
            <a:xfrm rot="0" flipH="0" flipV="0">
              <a:off x="0" y="980190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331411174" name="TextBox 34"/>
            <p:cNvSpPr txBox="1"/>
            <p:nvPr/>
          </p:nvSpPr>
          <p:spPr bwMode="auto">
            <a:xfrm rot="0" flipH="0" flipV="0">
              <a:off x="0" y="811425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037125576" name="Freeform 36"/>
            <p:cNvSpPr/>
            <p:nvPr/>
          </p:nvSpPr>
          <p:spPr bwMode="auto">
            <a:xfrm rot="0" flipH="0" flipV="0">
              <a:off x="0" y="1793262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134265768" name="TextBox 37"/>
            <p:cNvSpPr txBox="1"/>
            <p:nvPr/>
          </p:nvSpPr>
          <p:spPr bwMode="auto">
            <a:xfrm rot="0" flipH="0" flipV="0">
              <a:off x="0" y="1624496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314 054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2418358" name="Freeform 39"/>
            <p:cNvSpPr/>
            <p:nvPr/>
          </p:nvSpPr>
          <p:spPr bwMode="auto">
            <a:xfrm rot="0" flipH="0" flipV="0">
              <a:off x="0" y="2606333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067767283" name="TextBox 40"/>
            <p:cNvSpPr txBox="1"/>
            <p:nvPr/>
          </p:nvSpPr>
          <p:spPr bwMode="auto">
            <a:xfrm rot="0" flipH="0" flipV="0">
              <a:off x="0" y="2437569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82 147</a:t>
              </a:r>
              <a:r>
                <a:rPr lang="fr-FR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 </a:t>
              </a: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72589800" name="Freeform 42"/>
            <p:cNvSpPr/>
            <p:nvPr/>
          </p:nvSpPr>
          <p:spPr bwMode="auto">
            <a:xfrm rot="0" flipH="0" flipV="0">
              <a:off x="0" y="3419403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345522934" name="TextBox 43"/>
            <p:cNvSpPr txBox="1"/>
            <p:nvPr/>
          </p:nvSpPr>
          <p:spPr bwMode="auto">
            <a:xfrm rot="0" flipH="0" flipV="0">
              <a:off x="0" y="3250638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178 640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038303706" name="Freeform 68"/>
            <p:cNvSpPr/>
            <p:nvPr/>
          </p:nvSpPr>
          <p:spPr bwMode="auto">
            <a:xfrm rot="0" flipH="0" flipV="0">
              <a:off x="0" y="4232475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497149068" name="TextBox 69"/>
            <p:cNvSpPr txBox="1"/>
            <p:nvPr/>
          </p:nvSpPr>
          <p:spPr bwMode="auto">
            <a:xfrm rot="0" flipH="0" flipV="0">
              <a:off x="0" y="4063710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500 000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879508" name="Freeform 45"/>
          <p:cNvSpPr/>
          <p:nvPr/>
        </p:nvSpPr>
        <p:spPr bwMode="auto">
          <a:xfrm rot="0" flipH="0" flipV="0">
            <a:off x="2458280" y="1846598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47595026" name="TextBox 46"/>
          <p:cNvSpPr txBox="1"/>
          <p:nvPr/>
        </p:nvSpPr>
        <p:spPr bwMode="auto">
          <a:xfrm rot="0" flipH="0" flipV="0">
            <a:off x="2458280" y="1750163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KYC 없음 - 소파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구매 시 변경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53093586" name="Freeform 48"/>
          <p:cNvSpPr/>
          <p:nvPr/>
        </p:nvSpPr>
        <p:spPr bwMode="auto">
          <a:xfrm rot="0" flipH="0" flipV="0">
            <a:off x="2458280" y="2658028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50082901" name="TextBox 49"/>
          <p:cNvSpPr txBox="1"/>
          <p:nvPr/>
        </p:nvSpPr>
        <p:spPr bwMode="auto">
          <a:xfrm rot="0" flipH="0" flipV="0">
            <a:off x="2458280" y="2561593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KYC -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Exchange.com 출금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522330119" name="Freeform 51"/>
          <p:cNvSpPr/>
          <p:nvPr/>
        </p:nvSpPr>
        <p:spPr bwMode="auto">
          <a:xfrm rot="0" flipH="0" flipV="0">
            <a:off x="2458280" y="3471097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68156214" name="TextBox 52"/>
          <p:cNvSpPr txBox="1"/>
          <p:nvPr/>
        </p:nvSpPr>
        <p:spPr bwMode="auto">
          <a:xfrm rot="0" flipH="0" flipV="0">
            <a:off x="2458280" y="3374662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KYC - 고객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데이비드 결제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73573120" name="Freeform 54"/>
          <p:cNvSpPr/>
          <p:nvPr/>
        </p:nvSpPr>
        <p:spPr bwMode="auto">
          <a:xfrm rot="0" flipH="0" flipV="0">
            <a:off x="2458280" y="4284170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19548586" name="TextBox 55"/>
          <p:cNvSpPr txBox="1"/>
          <p:nvPr/>
        </p:nvSpPr>
        <p:spPr bwMode="auto">
          <a:xfrm rot="0" flipH="0" flipV="0">
            <a:off x="2458280" y="4187733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KYC 없음 -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컴퓨터 구매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02619005" name="Freeform 57"/>
          <p:cNvSpPr/>
          <p:nvPr/>
        </p:nvSpPr>
        <p:spPr bwMode="auto">
          <a:xfrm rot="0" flipH="0" flipV="0">
            <a:off x="2458280" y="5097240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30167238" name="TextBox 58"/>
          <p:cNvSpPr txBox="1"/>
          <p:nvPr/>
        </p:nvSpPr>
        <p:spPr bwMode="auto">
          <a:xfrm rot="0" flipH="0" flipV="0">
            <a:off x="2458280" y="5000804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KYC 없음 -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Charles에서 P2P 구매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80855325" name="TextBox 64"/>
          <p:cNvSpPr txBox="1"/>
          <p:nvPr/>
        </p:nvSpPr>
        <p:spPr bwMode="auto">
          <a:xfrm flipH="0" flipV="0">
            <a:off x="2749881" y="479711"/>
            <a:ext cx="698219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지갑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43374011" name="TextBox 65"/>
          <p:cNvSpPr txBox="1"/>
          <p:nvPr/>
        </p:nvSpPr>
        <p:spPr bwMode="auto">
          <a:xfrm flipH="0" flipV="0">
            <a:off x="2410782" y="1232847"/>
            <a:ext cx="365718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레이블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19530908" name="TextBox 66"/>
          <p:cNvSpPr txBox="1"/>
          <p:nvPr/>
        </p:nvSpPr>
        <p:spPr bwMode="auto">
          <a:xfrm flipH="0" flipV="0">
            <a:off x="6419959" y="1232848"/>
            <a:ext cx="3310679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UTXO</a:t>
            </a:r>
            <a:endParaRPr/>
          </a:p>
        </p:txBody>
      </p:sp>
      <p:sp>
        <p:nvSpPr>
          <p:cNvPr id="1021334987" name="Freeform 71"/>
          <p:cNvSpPr/>
          <p:nvPr/>
        </p:nvSpPr>
        <p:spPr bwMode="auto">
          <a:xfrm rot="0" flipH="0" flipV="0">
            <a:off x="2458280" y="5910313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13387291" name="TextBox 72"/>
          <p:cNvSpPr txBox="1"/>
          <p:nvPr/>
        </p:nvSpPr>
        <p:spPr bwMode="auto">
          <a:xfrm rot="0" flipH="0" flipV="0">
            <a:off x="2458280" y="5813874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KYC 없음 -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Alice에서 P2P 구매하기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44728492" name="Rectangle: Rounded Corners 12"/>
          <p:cNvSpPr/>
          <p:nvPr/>
        </p:nvSpPr>
        <p:spPr bwMode="auto">
          <a:xfrm flipH="0" flipV="0">
            <a:off x="2083716" y="214972"/>
            <a:ext cx="8219413" cy="647402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716542886" name=""/>
          <p:cNvSpPr/>
          <p:nvPr/>
        </p:nvSpPr>
        <p:spPr bwMode="auto">
          <a:xfrm rot="0" flipH="0" flipV="0">
            <a:off x="2904262" y="3568212"/>
            <a:ext cx="2792634" cy="209547"/>
          </a:xfrm>
          <a:prstGeom prst="rect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762470740" name="TextBox 55"/>
          <p:cNvSpPr txBox="1"/>
          <p:nvPr/>
        </p:nvSpPr>
        <p:spPr bwMode="auto">
          <a:xfrm flipH="0" flipV="0">
            <a:off x="2762130" y="3467303"/>
            <a:ext cx="2869781" cy="420744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KYC - 고객 David에게 결제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25453045" name=""/>
          <p:cNvGrpSpPr/>
          <p:nvPr/>
        </p:nvGrpSpPr>
        <p:grpSpPr bwMode="auto">
          <a:xfrm>
            <a:off x="6066524" y="1556510"/>
            <a:ext cx="3627040" cy="4867526"/>
            <a:chOff x="0" y="0"/>
            <a:chExt cx="3627040" cy="4867526"/>
          </a:xfrm>
        </p:grpSpPr>
        <p:sp>
          <p:nvSpPr>
            <p:cNvPr id="1829630538" name="Freeform 30"/>
            <p:cNvSpPr/>
            <p:nvPr/>
          </p:nvSpPr>
          <p:spPr bwMode="auto">
            <a:xfrm rot="0" flipH="0" flipV="0">
              <a:off x="353439" y="168766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445980440" name="TextBox 31"/>
            <p:cNvSpPr txBox="1"/>
            <p:nvPr/>
          </p:nvSpPr>
          <p:spPr bwMode="auto">
            <a:xfrm rot="0" flipH="0" flipV="0">
              <a:off x="353439" y="0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50 120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42194145" name="Freeform 33"/>
            <p:cNvSpPr/>
            <p:nvPr/>
          </p:nvSpPr>
          <p:spPr bwMode="auto">
            <a:xfrm rot="0" flipH="0" flipV="0">
              <a:off x="353439" y="980192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727888647" name="TextBox 34"/>
            <p:cNvSpPr txBox="1"/>
            <p:nvPr/>
          </p:nvSpPr>
          <p:spPr bwMode="auto">
            <a:xfrm rot="0" flipH="0" flipV="0">
              <a:off x="353439" y="811426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6567225" name="Freeform 36"/>
            <p:cNvSpPr/>
            <p:nvPr/>
          </p:nvSpPr>
          <p:spPr bwMode="auto">
            <a:xfrm rot="0" flipH="0" flipV="0">
              <a:off x="353439" y="1793265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423814907" name="TextBox 37"/>
            <p:cNvSpPr txBox="1"/>
            <p:nvPr/>
          </p:nvSpPr>
          <p:spPr bwMode="auto">
            <a:xfrm rot="0" flipH="0" flipV="0">
              <a:off x="353439" y="1624498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314 054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683062420" name="Freeform 39"/>
            <p:cNvSpPr/>
            <p:nvPr/>
          </p:nvSpPr>
          <p:spPr bwMode="auto">
            <a:xfrm rot="0" flipH="0" flipV="0">
              <a:off x="353439" y="2606335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605049058" name="TextBox 40"/>
            <p:cNvSpPr txBox="1"/>
            <p:nvPr/>
          </p:nvSpPr>
          <p:spPr bwMode="auto">
            <a:xfrm rot="0" flipH="0" flipV="0">
              <a:off x="353439" y="2437569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82 147</a:t>
              </a:r>
              <a:r>
                <a:rPr lang="fr-FR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 </a:t>
              </a: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38387036" name="Freeform 42"/>
            <p:cNvSpPr/>
            <p:nvPr/>
          </p:nvSpPr>
          <p:spPr bwMode="auto">
            <a:xfrm rot="0" flipH="0" flipV="0">
              <a:off x="353439" y="3419406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514149887" name="TextBox 43"/>
            <p:cNvSpPr txBox="1"/>
            <p:nvPr/>
          </p:nvSpPr>
          <p:spPr bwMode="auto">
            <a:xfrm rot="0" flipH="0" flipV="0">
              <a:off x="353439" y="3250641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178 640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114130042" name="AutoShape 59"/>
            <p:cNvSpPr/>
            <p:nvPr/>
          </p:nvSpPr>
          <p:spPr bwMode="auto">
            <a:xfrm flipV="1">
              <a:off x="0" y="486291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746747730" name="AutoShape 60"/>
            <p:cNvSpPr/>
            <p:nvPr/>
          </p:nvSpPr>
          <p:spPr bwMode="auto">
            <a:xfrm flipV="1">
              <a:off x="0" y="1297717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018735572" name="AutoShape 61"/>
            <p:cNvSpPr/>
            <p:nvPr/>
          </p:nvSpPr>
          <p:spPr bwMode="auto">
            <a:xfrm flipV="1">
              <a:off x="0" y="2110790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253420701" name="AutoShape 62"/>
            <p:cNvSpPr/>
            <p:nvPr/>
          </p:nvSpPr>
          <p:spPr bwMode="auto">
            <a:xfrm flipV="1">
              <a:off x="0" y="2923860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46267123" name="AutoShape 63"/>
            <p:cNvSpPr/>
            <p:nvPr/>
          </p:nvSpPr>
          <p:spPr bwMode="auto">
            <a:xfrm flipV="1">
              <a:off x="0" y="3736932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70249898" name="Freeform 68"/>
            <p:cNvSpPr/>
            <p:nvPr/>
          </p:nvSpPr>
          <p:spPr bwMode="auto">
            <a:xfrm rot="0" flipH="0" flipV="0">
              <a:off x="353439" y="4232477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2107002275" name="TextBox 69"/>
            <p:cNvSpPr txBox="1"/>
            <p:nvPr/>
          </p:nvSpPr>
          <p:spPr bwMode="auto">
            <a:xfrm rot="0" flipH="0" flipV="0">
              <a:off x="353439" y="4063711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953155411" name="AutoShape 73"/>
            <p:cNvSpPr/>
            <p:nvPr/>
          </p:nvSpPr>
          <p:spPr bwMode="auto">
            <a:xfrm flipV="1">
              <a:off x="0" y="4550002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1808359" name="Freeform 26"/>
          <p:cNvSpPr/>
          <p:nvPr/>
        </p:nvSpPr>
        <p:spPr bwMode="auto">
          <a:xfrm>
            <a:off x="809951" y="4205196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5775769" name="Freeform 28"/>
          <p:cNvSpPr/>
          <p:nvPr/>
        </p:nvSpPr>
        <p:spPr bwMode="auto">
          <a:xfrm>
            <a:off x="9935368" y="4205196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3971654" name="AutoShape 29"/>
          <p:cNvSpPr/>
          <p:nvPr/>
        </p:nvSpPr>
        <p:spPr bwMode="auto">
          <a:xfrm>
            <a:off x="1757240" y="1517410"/>
            <a:ext cx="841761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3150272" name="AutoShape 30"/>
          <p:cNvSpPr/>
          <p:nvPr/>
        </p:nvSpPr>
        <p:spPr bwMode="auto">
          <a:xfrm>
            <a:off x="1996731" y="4856376"/>
            <a:ext cx="793863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8037359" name="Freeform 31"/>
          <p:cNvSpPr/>
          <p:nvPr/>
        </p:nvSpPr>
        <p:spPr bwMode="auto">
          <a:xfrm>
            <a:off x="5523324" y="375957"/>
            <a:ext cx="884278" cy="884278"/>
          </a:xfrm>
          <a:custGeom>
            <a:avLst/>
            <a:gdLst/>
            <a:ahLst/>
            <a:cxnLst/>
            <a:rect l="l" t="t" r="r" b="b"/>
            <a:pathLst>
              <a:path w="884280" h="884280" fill="norm" stroke="1" extrusionOk="0">
                <a:moveTo>
                  <a:pt x="0" y="0"/>
                </a:moveTo>
                <a:lnTo>
                  <a:pt x="884280" y="0"/>
                </a:lnTo>
                <a:lnTo>
                  <a:pt x="884280" y="884280"/>
                </a:lnTo>
                <a:lnTo>
                  <a:pt x="0" y="8842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946026" name="Freeform 32"/>
          <p:cNvSpPr/>
          <p:nvPr/>
        </p:nvSpPr>
        <p:spPr bwMode="auto">
          <a:xfrm>
            <a:off x="1049442" y="1047048"/>
            <a:ext cx="707797" cy="940725"/>
          </a:xfrm>
          <a:custGeom>
            <a:avLst/>
            <a:gdLst/>
            <a:ahLst/>
            <a:cxnLst/>
            <a:rect l="l" t="t" r="r" b="b"/>
            <a:pathLst>
              <a:path w="707799" h="940726" fill="norm" stroke="1" extrusionOk="0">
                <a:moveTo>
                  <a:pt x="0" y="0"/>
                </a:moveTo>
                <a:lnTo>
                  <a:pt x="707799" y="0"/>
                </a:lnTo>
                <a:lnTo>
                  <a:pt x="707799" y="940727"/>
                </a:lnTo>
                <a:lnTo>
                  <a:pt x="0" y="9407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2874390" name="Freeform 33"/>
          <p:cNvSpPr/>
          <p:nvPr/>
        </p:nvSpPr>
        <p:spPr bwMode="auto">
          <a:xfrm>
            <a:off x="10174858" y="1047048"/>
            <a:ext cx="707797" cy="940725"/>
          </a:xfrm>
          <a:custGeom>
            <a:avLst/>
            <a:gdLst/>
            <a:ahLst/>
            <a:cxnLst/>
            <a:rect l="l" t="t" r="r" b="b"/>
            <a:pathLst>
              <a:path w="707799" h="940726" fill="norm" stroke="1" extrusionOk="0">
                <a:moveTo>
                  <a:pt x="0" y="0"/>
                </a:moveTo>
                <a:lnTo>
                  <a:pt x="707799" y="0"/>
                </a:lnTo>
                <a:lnTo>
                  <a:pt x="707799" y="940727"/>
                </a:lnTo>
                <a:lnTo>
                  <a:pt x="0" y="9407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6257726" name="AutoShape 34"/>
          <p:cNvSpPr/>
          <p:nvPr/>
        </p:nvSpPr>
        <p:spPr bwMode="auto">
          <a:xfrm>
            <a:off x="1403341" y="1987776"/>
            <a:ext cx="0" cy="221742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0026748" name="AutoShape 35"/>
          <p:cNvSpPr/>
          <p:nvPr/>
        </p:nvSpPr>
        <p:spPr bwMode="auto">
          <a:xfrm flipH="1">
            <a:off x="10528758" y="1987776"/>
            <a:ext cx="0" cy="221742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4937891" name="Freeform 36"/>
          <p:cNvSpPr/>
          <p:nvPr/>
        </p:nvSpPr>
        <p:spPr bwMode="auto">
          <a:xfrm>
            <a:off x="10303010" y="4599813"/>
            <a:ext cx="451494" cy="145041"/>
          </a:xfrm>
          <a:custGeom>
            <a:avLst/>
            <a:gdLst/>
            <a:ahLst/>
            <a:cxnLst/>
            <a:rect l="l" t="t" r="r" b="b"/>
            <a:pathLst>
              <a:path w="451495" h="145043" fill="norm" stroke="1" extrusionOk="0">
                <a:moveTo>
                  <a:pt x="0" y="0"/>
                </a:moveTo>
                <a:lnTo>
                  <a:pt x="451496" y="0"/>
                </a:lnTo>
                <a:lnTo>
                  <a:pt x="451496" y="145043"/>
                </a:lnTo>
                <a:lnTo>
                  <a:pt x="0" y="1450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8032140" name="AutoShape 37"/>
          <p:cNvSpPr/>
          <p:nvPr/>
        </p:nvSpPr>
        <p:spPr bwMode="auto">
          <a:xfrm>
            <a:off x="1757240" y="1646902"/>
            <a:ext cx="8178125" cy="299235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5044707" name="Freeform 38"/>
          <p:cNvSpPr/>
          <p:nvPr/>
        </p:nvSpPr>
        <p:spPr bwMode="auto">
          <a:xfrm>
            <a:off x="5531224" y="2456811"/>
            <a:ext cx="869649" cy="483742"/>
          </a:xfrm>
          <a:custGeom>
            <a:avLst/>
            <a:gdLst/>
            <a:ahLst/>
            <a:cxnLst/>
            <a:rect l="l" t="t" r="r" b="b"/>
            <a:pathLst>
              <a:path w="869651" h="483744" fill="norm" stroke="1" extrusionOk="0">
                <a:moveTo>
                  <a:pt x="0" y="0"/>
                </a:moveTo>
                <a:lnTo>
                  <a:pt x="869651" y="0"/>
                </a:lnTo>
                <a:lnTo>
                  <a:pt x="869651" y="483743"/>
                </a:lnTo>
                <a:lnTo>
                  <a:pt x="0" y="48374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420294024" name=""/>
          <p:cNvPicPr>
            <a:picLocks noChangeAspect="1"/>
          </p:cNvPicPr>
          <p:nvPr/>
        </p:nvPicPr>
        <p:blipFill>
          <a:blip r:embed="rId10"/>
          <a:srcRect l="0" t="22164" r="4849" b="29991"/>
          <a:stretch/>
        </p:blipFill>
        <p:spPr bwMode="auto">
          <a:xfrm rot="2570643" flipH="0" flipV="0">
            <a:off x="4990909" y="5407566"/>
            <a:ext cx="1775199" cy="8926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2453002" name="Freeform 26"/>
          <p:cNvSpPr/>
          <p:nvPr/>
        </p:nvSpPr>
        <p:spPr bwMode="auto">
          <a:xfrm>
            <a:off x="2524730" y="2111025"/>
            <a:ext cx="810803" cy="3603577"/>
          </a:xfrm>
          <a:custGeom>
            <a:avLst/>
            <a:gdLst/>
            <a:ahLst/>
            <a:cxnLst/>
            <a:rect l="l" t="t" r="r" b="b"/>
            <a:pathLst>
              <a:path w="810806" h="3603580" fill="norm" stroke="1" extrusionOk="0">
                <a:moveTo>
                  <a:pt x="0" y="0"/>
                </a:moveTo>
                <a:lnTo>
                  <a:pt x="810806" y="0"/>
                </a:lnTo>
                <a:lnTo>
                  <a:pt x="810806" y="3603580"/>
                </a:lnTo>
                <a:lnTo>
                  <a:pt x="0" y="36035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2326730" name="Freeform 27"/>
          <p:cNvSpPr/>
          <p:nvPr/>
        </p:nvSpPr>
        <p:spPr bwMode="auto">
          <a:xfrm>
            <a:off x="702434" y="3142886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8"/>
                </a:lnTo>
                <a:lnTo>
                  <a:pt x="0" y="15398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220413449" name=""/>
          <p:cNvGrpSpPr/>
          <p:nvPr/>
        </p:nvGrpSpPr>
        <p:grpSpPr bwMode="auto">
          <a:xfrm>
            <a:off x="3637528" y="460326"/>
            <a:ext cx="7577029" cy="5923904"/>
            <a:chOff x="0" y="0"/>
            <a:chExt cx="7577029" cy="5923904"/>
          </a:xfrm>
        </p:grpSpPr>
        <p:sp>
          <p:nvSpPr>
            <p:cNvPr id="336299039" name="AutoShape 34"/>
            <p:cNvSpPr/>
            <p:nvPr/>
          </p:nvSpPr>
          <p:spPr bwMode="auto">
            <a:xfrm>
              <a:off x="3708598" y="1345504"/>
              <a:ext cx="0" cy="432603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17292934" name="TextBox 47"/>
            <p:cNvSpPr txBox="1"/>
            <p:nvPr/>
          </p:nvSpPr>
          <p:spPr bwMode="auto">
            <a:xfrm>
              <a:off x="621929" y="345303"/>
              <a:ext cx="6174415" cy="4608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25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5628750" name="TextBox 48"/>
            <p:cNvSpPr txBox="1"/>
            <p:nvPr/>
          </p:nvSpPr>
          <p:spPr bwMode="auto">
            <a:xfrm>
              <a:off x="795996" y="1273558"/>
              <a:ext cx="2217348" cy="4608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25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248205246" name="TextBox 49"/>
            <p:cNvSpPr txBox="1"/>
            <p:nvPr/>
          </p:nvSpPr>
          <p:spPr bwMode="auto">
            <a:xfrm>
              <a:off x="4404742" y="1294322"/>
              <a:ext cx="2217348" cy="4608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25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533037791" name="Rectangle: Rounded Corners 12"/>
            <p:cNvSpPr/>
            <p:nvPr/>
          </p:nvSpPr>
          <p:spPr bwMode="auto">
            <a:xfrm>
              <a:off x="0" y="0"/>
              <a:ext cx="7577030" cy="5923905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260998110" name=""/>
            <p:cNvGrpSpPr/>
            <p:nvPr/>
          </p:nvGrpSpPr>
          <p:grpSpPr bwMode="auto">
            <a:xfrm>
              <a:off x="754821" y="1824952"/>
              <a:ext cx="5907362" cy="3747741"/>
              <a:chOff x="0" y="0"/>
              <a:chExt cx="5907362" cy="3747741"/>
            </a:xfrm>
          </p:grpSpPr>
          <p:sp>
            <p:nvSpPr>
              <p:cNvPr id="1077671625" name="Freeform 32"/>
              <p:cNvSpPr/>
              <p:nvPr/>
            </p:nvSpPr>
            <p:spPr bwMode="auto">
              <a:xfrm rot="0" flipH="0" flipV="0">
                <a:off x="0" y="144164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854469286" name="TextBox 33"/>
              <p:cNvSpPr txBox="1"/>
              <p:nvPr/>
            </p:nvSpPr>
            <p:spPr bwMode="auto">
              <a:xfrm rot="0" flipH="0" flipV="0">
                <a:off x="0" y="0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354551642" name="Freeform 36"/>
              <p:cNvSpPr/>
              <p:nvPr/>
            </p:nvSpPr>
            <p:spPr bwMode="auto">
              <a:xfrm rot="0" flipH="0" flipV="0">
                <a:off x="0" y="1106759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97144335" name="TextBox 37"/>
              <p:cNvSpPr txBox="1"/>
              <p:nvPr/>
            </p:nvSpPr>
            <p:spPr bwMode="auto">
              <a:xfrm rot="0" flipH="0" flipV="0">
                <a:off x="0" y="962595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739790401" name="Freeform 39"/>
              <p:cNvSpPr/>
              <p:nvPr/>
            </p:nvSpPr>
            <p:spPr bwMode="auto">
              <a:xfrm rot="0" flipH="0" flipV="0">
                <a:off x="184" y="2069353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404539674" name="TextBox 40"/>
              <p:cNvSpPr txBox="1"/>
              <p:nvPr/>
            </p:nvSpPr>
            <p:spPr bwMode="auto">
              <a:xfrm rot="0" flipH="0" flipV="0">
                <a:off x="184" y="1925188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565752471" name="Freeform 42"/>
              <p:cNvSpPr/>
              <p:nvPr/>
            </p:nvSpPr>
            <p:spPr bwMode="auto">
              <a:xfrm rot="0" flipH="0" flipV="0">
                <a:off x="184" y="3031949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689117497" name="TextBox 43"/>
              <p:cNvSpPr txBox="1"/>
              <p:nvPr/>
            </p:nvSpPr>
            <p:spPr bwMode="auto">
              <a:xfrm rot="0" flipH="0" flipV="0">
                <a:off x="184" y="2887785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681800784" name="Freeform 45"/>
              <p:cNvSpPr/>
              <p:nvPr/>
            </p:nvSpPr>
            <p:spPr bwMode="auto">
              <a:xfrm rot="0" flipH="0" flipV="0">
                <a:off x="3608743" y="144164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661339358" name="TextBox 46"/>
              <p:cNvSpPr txBox="1"/>
              <p:nvPr/>
            </p:nvSpPr>
            <p:spPr bwMode="auto">
              <a:xfrm rot="0" flipH="0" flipV="0">
                <a:off x="3608743" y="0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350 000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9109215" name="Freeform 51"/>
              <p:cNvSpPr/>
              <p:nvPr/>
            </p:nvSpPr>
            <p:spPr bwMode="auto">
              <a:xfrm rot="0" flipH="0" flipV="0">
                <a:off x="3608743" y="1099958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139150590" name="TextBox 52"/>
              <p:cNvSpPr txBox="1"/>
              <p:nvPr/>
            </p:nvSpPr>
            <p:spPr bwMode="auto">
              <a:xfrm rot="0" flipH="0" flipV="0">
                <a:off x="3608743" y="955793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0950119" name=""/>
          <p:cNvGrpSpPr/>
          <p:nvPr/>
        </p:nvGrpSpPr>
        <p:grpSpPr bwMode="auto">
          <a:xfrm>
            <a:off x="538196" y="384886"/>
            <a:ext cx="11106927" cy="6275199"/>
            <a:chOff x="0" y="0"/>
            <a:chExt cx="11106927" cy="6275199"/>
          </a:xfrm>
        </p:grpSpPr>
        <p:sp>
          <p:nvSpPr>
            <p:cNvPr id="987541237" name="AutoShape 32"/>
            <p:cNvSpPr/>
            <p:nvPr/>
          </p:nvSpPr>
          <p:spPr bwMode="auto">
            <a:xfrm flipH="0" flipV="0">
              <a:off x="8929723" y="1181045"/>
              <a:ext cx="0" cy="2556605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00803732" name="Freeform 46"/>
            <p:cNvSpPr/>
            <p:nvPr/>
          </p:nvSpPr>
          <p:spPr bwMode="auto">
            <a:xfrm rot="0" flipH="0" flipV="0">
              <a:off x="1823295" y="632025"/>
              <a:ext cx="3000375" cy="514651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7463" y="0"/>
                  </a:moveTo>
                  <a:lnTo>
                    <a:pt x="1078889" y="0"/>
                  </a:lnTo>
                  <a:cubicBezTo>
                    <a:pt x="1088534" y="0"/>
                    <a:pt x="1096352" y="7818"/>
                    <a:pt x="1096352" y="17463"/>
                  </a:cubicBezTo>
                  <a:lnTo>
                    <a:pt x="1096352" y="300720"/>
                  </a:lnTo>
                  <a:cubicBezTo>
                    <a:pt x="1096352" y="305352"/>
                    <a:pt x="1094512" y="309793"/>
                    <a:pt x="1091237" y="313068"/>
                  </a:cubicBezTo>
                  <a:cubicBezTo>
                    <a:pt x="1087962" y="316343"/>
                    <a:pt x="1083521" y="318183"/>
                    <a:pt x="1078889" y="318183"/>
                  </a:cubicBezTo>
                  <a:lnTo>
                    <a:pt x="17463" y="318183"/>
                  </a:lnTo>
                  <a:cubicBezTo>
                    <a:pt x="12832" y="318183"/>
                    <a:pt x="8390" y="316343"/>
                    <a:pt x="5115" y="313068"/>
                  </a:cubicBezTo>
                  <a:cubicBezTo>
                    <a:pt x="1840" y="309793"/>
                    <a:pt x="0" y="305352"/>
                    <a:pt x="0" y="300720"/>
                  </a:cubicBezTo>
                  <a:lnTo>
                    <a:pt x="0" y="17463"/>
                  </a:lnTo>
                  <a:cubicBezTo>
                    <a:pt x="0" y="12832"/>
                    <a:pt x="1840" y="8390"/>
                    <a:pt x="5115" y="5115"/>
                  </a:cubicBezTo>
                  <a:cubicBezTo>
                    <a:pt x="8390" y="1840"/>
                    <a:pt x="12832" y="0"/>
                    <a:pt x="17463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54477369" name="TextBox 47"/>
            <p:cNvSpPr txBox="1"/>
            <p:nvPr/>
          </p:nvSpPr>
          <p:spPr bwMode="auto">
            <a:xfrm rot="0" flipH="0" flipV="0">
              <a:off x="1823295" y="539586"/>
              <a:ext cx="3000375" cy="60708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900" b="1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Transaction</a:t>
              </a:r>
              <a:endParaRPr/>
            </a:p>
          </p:txBody>
        </p:sp>
        <p:sp>
          <p:nvSpPr>
            <p:cNvPr id="1793970635" name="Freeform 49"/>
            <p:cNvSpPr/>
            <p:nvPr/>
          </p:nvSpPr>
          <p:spPr bwMode="auto">
            <a:xfrm rot="0" flipH="0" flipV="0">
              <a:off x="146051" y="1896987"/>
              <a:ext cx="3000375" cy="514651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7463" y="0"/>
                  </a:moveTo>
                  <a:lnTo>
                    <a:pt x="1078889" y="0"/>
                  </a:lnTo>
                  <a:cubicBezTo>
                    <a:pt x="1088534" y="0"/>
                    <a:pt x="1096352" y="7818"/>
                    <a:pt x="1096352" y="17463"/>
                  </a:cubicBezTo>
                  <a:lnTo>
                    <a:pt x="1096352" y="300720"/>
                  </a:lnTo>
                  <a:cubicBezTo>
                    <a:pt x="1096352" y="305352"/>
                    <a:pt x="1094512" y="309793"/>
                    <a:pt x="1091237" y="313068"/>
                  </a:cubicBezTo>
                  <a:cubicBezTo>
                    <a:pt x="1087962" y="316343"/>
                    <a:pt x="1083521" y="318183"/>
                    <a:pt x="1078889" y="318183"/>
                  </a:cubicBezTo>
                  <a:lnTo>
                    <a:pt x="17463" y="318183"/>
                  </a:lnTo>
                  <a:cubicBezTo>
                    <a:pt x="12832" y="318183"/>
                    <a:pt x="8390" y="316343"/>
                    <a:pt x="5115" y="313068"/>
                  </a:cubicBezTo>
                  <a:cubicBezTo>
                    <a:pt x="1840" y="309793"/>
                    <a:pt x="0" y="305352"/>
                    <a:pt x="0" y="300720"/>
                  </a:cubicBezTo>
                  <a:lnTo>
                    <a:pt x="0" y="17463"/>
                  </a:lnTo>
                  <a:cubicBezTo>
                    <a:pt x="0" y="12832"/>
                    <a:pt x="1840" y="8390"/>
                    <a:pt x="5115" y="5115"/>
                  </a:cubicBezTo>
                  <a:cubicBezTo>
                    <a:pt x="8390" y="1840"/>
                    <a:pt x="12832" y="0"/>
                    <a:pt x="17463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43700327" name="TextBox 50"/>
            <p:cNvSpPr txBox="1"/>
            <p:nvPr/>
          </p:nvSpPr>
          <p:spPr bwMode="auto">
            <a:xfrm rot="0" flipH="0" flipV="0">
              <a:off x="146051" y="1804548"/>
              <a:ext cx="3000375" cy="60708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900" b="1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Transaction</a:t>
              </a:r>
              <a:endParaRPr/>
            </a:p>
          </p:txBody>
        </p:sp>
        <p:sp>
          <p:nvSpPr>
            <p:cNvPr id="307416580" name="Freeform 52"/>
            <p:cNvSpPr/>
            <p:nvPr/>
          </p:nvSpPr>
          <p:spPr bwMode="auto">
            <a:xfrm rot="0" flipH="0" flipV="0">
              <a:off x="3052767" y="2420548"/>
              <a:ext cx="3000375" cy="514651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7463" y="0"/>
                  </a:moveTo>
                  <a:lnTo>
                    <a:pt x="1078889" y="0"/>
                  </a:lnTo>
                  <a:cubicBezTo>
                    <a:pt x="1088534" y="0"/>
                    <a:pt x="1096352" y="7818"/>
                    <a:pt x="1096352" y="17463"/>
                  </a:cubicBezTo>
                  <a:lnTo>
                    <a:pt x="1096352" y="300720"/>
                  </a:lnTo>
                  <a:cubicBezTo>
                    <a:pt x="1096352" y="305352"/>
                    <a:pt x="1094512" y="309793"/>
                    <a:pt x="1091237" y="313068"/>
                  </a:cubicBezTo>
                  <a:cubicBezTo>
                    <a:pt x="1087962" y="316343"/>
                    <a:pt x="1083521" y="318183"/>
                    <a:pt x="1078889" y="318183"/>
                  </a:cubicBezTo>
                  <a:lnTo>
                    <a:pt x="17463" y="318183"/>
                  </a:lnTo>
                  <a:cubicBezTo>
                    <a:pt x="12832" y="318183"/>
                    <a:pt x="8390" y="316343"/>
                    <a:pt x="5115" y="313068"/>
                  </a:cubicBezTo>
                  <a:cubicBezTo>
                    <a:pt x="1840" y="309793"/>
                    <a:pt x="0" y="305352"/>
                    <a:pt x="0" y="300720"/>
                  </a:cubicBezTo>
                  <a:lnTo>
                    <a:pt x="0" y="17463"/>
                  </a:lnTo>
                  <a:cubicBezTo>
                    <a:pt x="0" y="12832"/>
                    <a:pt x="1840" y="8390"/>
                    <a:pt x="5115" y="5115"/>
                  </a:cubicBezTo>
                  <a:cubicBezTo>
                    <a:pt x="8390" y="1840"/>
                    <a:pt x="12832" y="0"/>
                    <a:pt x="17463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13212181" name="TextBox 53"/>
            <p:cNvSpPr txBox="1"/>
            <p:nvPr/>
          </p:nvSpPr>
          <p:spPr bwMode="auto">
            <a:xfrm rot="0" flipH="0" flipV="0">
              <a:off x="3052767" y="2328109"/>
              <a:ext cx="3000375" cy="60708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900" b="1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Transaction</a:t>
              </a:r>
              <a:endParaRPr/>
            </a:p>
          </p:txBody>
        </p:sp>
        <p:sp>
          <p:nvSpPr>
            <p:cNvPr id="995001547" name="Freeform 55"/>
            <p:cNvSpPr/>
            <p:nvPr/>
          </p:nvSpPr>
          <p:spPr bwMode="auto">
            <a:xfrm rot="0" flipH="0" flipV="0">
              <a:off x="1458111" y="3654992"/>
              <a:ext cx="3000375" cy="514651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7463" y="0"/>
                  </a:moveTo>
                  <a:lnTo>
                    <a:pt x="1078889" y="0"/>
                  </a:lnTo>
                  <a:cubicBezTo>
                    <a:pt x="1088534" y="0"/>
                    <a:pt x="1096352" y="7818"/>
                    <a:pt x="1096352" y="17463"/>
                  </a:cubicBezTo>
                  <a:lnTo>
                    <a:pt x="1096352" y="300720"/>
                  </a:lnTo>
                  <a:cubicBezTo>
                    <a:pt x="1096352" y="305352"/>
                    <a:pt x="1094512" y="309793"/>
                    <a:pt x="1091237" y="313068"/>
                  </a:cubicBezTo>
                  <a:cubicBezTo>
                    <a:pt x="1087962" y="316343"/>
                    <a:pt x="1083521" y="318183"/>
                    <a:pt x="1078889" y="318183"/>
                  </a:cubicBezTo>
                  <a:lnTo>
                    <a:pt x="17463" y="318183"/>
                  </a:lnTo>
                  <a:cubicBezTo>
                    <a:pt x="12832" y="318183"/>
                    <a:pt x="8390" y="316343"/>
                    <a:pt x="5115" y="313068"/>
                  </a:cubicBezTo>
                  <a:cubicBezTo>
                    <a:pt x="1840" y="309793"/>
                    <a:pt x="0" y="305352"/>
                    <a:pt x="0" y="300720"/>
                  </a:cubicBezTo>
                  <a:lnTo>
                    <a:pt x="0" y="17463"/>
                  </a:lnTo>
                  <a:cubicBezTo>
                    <a:pt x="0" y="12832"/>
                    <a:pt x="1840" y="8390"/>
                    <a:pt x="5115" y="5115"/>
                  </a:cubicBezTo>
                  <a:cubicBezTo>
                    <a:pt x="8390" y="1840"/>
                    <a:pt x="12832" y="0"/>
                    <a:pt x="17463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77354933" name="TextBox 56"/>
            <p:cNvSpPr txBox="1"/>
            <p:nvPr/>
          </p:nvSpPr>
          <p:spPr bwMode="auto">
            <a:xfrm rot="0" flipH="0" flipV="0">
              <a:off x="1458111" y="3562553"/>
              <a:ext cx="3000375" cy="60708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900" b="1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Transaction</a:t>
              </a:r>
              <a:endParaRPr/>
            </a:p>
          </p:txBody>
        </p:sp>
        <p:sp>
          <p:nvSpPr>
            <p:cNvPr id="1028206115" name="Freeform 57"/>
            <p:cNvSpPr/>
            <p:nvPr/>
          </p:nvSpPr>
          <p:spPr bwMode="auto">
            <a:xfrm>
              <a:off x="6553800" y="4735343"/>
              <a:ext cx="1403194" cy="1539856"/>
            </a:xfrm>
            <a:custGeom>
              <a:avLst/>
              <a:gdLst/>
              <a:ahLst/>
              <a:cxnLst/>
              <a:rect l="l" t="t" r="r" b="b"/>
              <a:pathLst>
                <a:path w="1403196" h="1539858" fill="norm" stroke="1" extrusionOk="0">
                  <a:moveTo>
                    <a:pt x="0" y="0"/>
                  </a:moveTo>
                  <a:lnTo>
                    <a:pt x="1403196" y="0"/>
                  </a:lnTo>
                  <a:lnTo>
                    <a:pt x="1403196" y="1539858"/>
                  </a:lnTo>
                  <a:lnTo>
                    <a:pt x="0" y="1539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8826603" name="AutoShape 58"/>
            <p:cNvSpPr/>
            <p:nvPr/>
          </p:nvSpPr>
          <p:spPr bwMode="auto">
            <a:xfrm>
              <a:off x="5282404" y="2712888"/>
              <a:ext cx="1680884" cy="66369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65206201" name="AutoShape 59"/>
            <p:cNvSpPr/>
            <p:nvPr/>
          </p:nvSpPr>
          <p:spPr bwMode="auto">
            <a:xfrm>
              <a:off x="2375692" y="2159564"/>
              <a:ext cx="4585680" cy="27136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4058749" name="AutoShape 60"/>
            <p:cNvSpPr/>
            <p:nvPr/>
          </p:nvSpPr>
          <p:spPr bwMode="auto">
            <a:xfrm>
              <a:off x="4052932" y="1023271"/>
              <a:ext cx="2935017" cy="443286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65283819" name="AutoShape 61"/>
            <p:cNvSpPr/>
            <p:nvPr/>
          </p:nvSpPr>
          <p:spPr bwMode="auto">
            <a:xfrm flipV="1">
              <a:off x="3687750" y="3497607"/>
              <a:ext cx="3285316" cy="326574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14033632" name="TextBox 62"/>
            <p:cNvSpPr txBox="1"/>
            <p:nvPr/>
          </p:nvSpPr>
          <p:spPr bwMode="auto">
            <a:xfrm>
              <a:off x="6876119" y="601302"/>
              <a:ext cx="3959822" cy="29550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 sz="2200"/>
            </a:p>
          </p:txBody>
        </p:sp>
        <p:sp>
          <p:nvSpPr>
            <p:cNvPr id="847034035" name="TextBox 63"/>
            <p:cNvSpPr txBox="1"/>
            <p:nvPr/>
          </p:nvSpPr>
          <p:spPr bwMode="auto">
            <a:xfrm>
              <a:off x="7062147" y="1133458"/>
              <a:ext cx="1422525" cy="29550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/>
            </a:p>
          </p:txBody>
        </p:sp>
        <p:sp>
          <p:nvSpPr>
            <p:cNvPr id="722702297" name="TextBox 64"/>
            <p:cNvSpPr txBox="1"/>
            <p:nvPr/>
          </p:nvSpPr>
          <p:spPr bwMode="auto">
            <a:xfrm>
              <a:off x="9301682" y="1133458"/>
              <a:ext cx="1422525" cy="29550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82202512" name="AutoShape 65"/>
            <p:cNvSpPr/>
            <p:nvPr/>
          </p:nvSpPr>
          <p:spPr bwMode="auto">
            <a:xfrm>
              <a:off x="5282404" y="4169649"/>
              <a:ext cx="1271394" cy="860671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57521930" name="Freeform 67"/>
            <p:cNvSpPr/>
            <p:nvPr/>
          </p:nvSpPr>
          <p:spPr bwMode="auto">
            <a:xfrm rot="0" flipH="0" flipV="0">
              <a:off x="0" y="0"/>
              <a:ext cx="6125170" cy="4944731"/>
            </a:xfrm>
            <a:custGeom>
              <a:avLst/>
              <a:gdLst/>
              <a:ahLst/>
              <a:cxnLst/>
              <a:rect l="l" t="t" r="r" b="b"/>
              <a:pathLst>
                <a:path w="2419822" h="1953475" fill="norm" stroke="1" extrusionOk="0">
                  <a:moveTo>
                    <a:pt x="1209911" y="0"/>
                  </a:moveTo>
                  <a:cubicBezTo>
                    <a:pt x="541696" y="0"/>
                    <a:pt x="0" y="437300"/>
                    <a:pt x="0" y="976737"/>
                  </a:cubicBezTo>
                  <a:cubicBezTo>
                    <a:pt x="0" y="1516175"/>
                    <a:pt x="541696" y="1953475"/>
                    <a:pt x="1209911" y="1953475"/>
                  </a:cubicBezTo>
                  <a:cubicBezTo>
                    <a:pt x="1878126" y="1953475"/>
                    <a:pt x="2419822" y="1516175"/>
                    <a:pt x="2419822" y="976737"/>
                  </a:cubicBezTo>
                  <a:cubicBezTo>
                    <a:pt x="2419822" y="437300"/>
                    <a:pt x="1878126" y="0"/>
                    <a:pt x="120991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FF5C00"/>
              </a:solidFill>
              <a:prstDash val="dash"/>
              <a:miter/>
            </a:ln>
          </p:spPr>
          <p:txBody>
            <a:bodyPr/>
            <a:p>
              <a:pPr>
                <a:defRPr/>
              </a:pPr>
              <a:endParaRPr/>
            </a:p>
          </p:txBody>
        </p:sp>
        <p:sp>
          <p:nvSpPr>
            <p:cNvPr id="523388977" name="Rectangle: Rounded Corners 12"/>
            <p:cNvSpPr/>
            <p:nvPr/>
          </p:nvSpPr>
          <p:spPr bwMode="auto">
            <a:xfrm>
              <a:off x="6654544" y="223181"/>
              <a:ext cx="4452382" cy="3869577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121441036" name=""/>
            <p:cNvGrpSpPr/>
            <p:nvPr/>
          </p:nvGrpSpPr>
          <p:grpSpPr bwMode="auto">
            <a:xfrm>
              <a:off x="7035743" y="1505971"/>
              <a:ext cx="3713425" cy="2372268"/>
              <a:chOff x="0" y="0"/>
              <a:chExt cx="3713425" cy="2372268"/>
            </a:xfrm>
          </p:grpSpPr>
          <p:sp>
            <p:nvSpPr>
              <p:cNvPr id="1733468421" name="Freeform 30"/>
              <p:cNvSpPr/>
              <p:nvPr/>
            </p:nvSpPr>
            <p:spPr bwMode="auto">
              <a:xfrm rot="0" flipH="0" flipV="0">
                <a:off x="0" y="61623"/>
                <a:ext cx="1820286" cy="4589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502327741" name="TextBox 31"/>
              <p:cNvSpPr txBox="1"/>
              <p:nvPr/>
            </p:nvSpPr>
            <p:spPr bwMode="auto">
              <a:xfrm rot="0" flipH="0" flipV="0">
                <a:off x="0" y="0"/>
                <a:ext cx="1820286" cy="52060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191685038" name="Freeform 34"/>
              <p:cNvSpPr/>
              <p:nvPr/>
            </p:nvSpPr>
            <p:spPr bwMode="auto">
              <a:xfrm rot="0" flipH="0" flipV="0">
                <a:off x="0" y="678844"/>
                <a:ext cx="1820286" cy="4589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656073496" name="TextBox 35"/>
              <p:cNvSpPr txBox="1"/>
              <p:nvPr/>
            </p:nvSpPr>
            <p:spPr bwMode="auto">
              <a:xfrm rot="0" flipH="0" flipV="0">
                <a:off x="0" y="617221"/>
                <a:ext cx="1820286" cy="52060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89540909" name="Freeform 37"/>
              <p:cNvSpPr/>
              <p:nvPr/>
            </p:nvSpPr>
            <p:spPr bwMode="auto">
              <a:xfrm rot="0" flipH="0" flipV="0">
                <a:off x="117" y="1296067"/>
                <a:ext cx="1820286" cy="4589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041084323" name="TextBox 38"/>
              <p:cNvSpPr txBox="1"/>
              <p:nvPr/>
            </p:nvSpPr>
            <p:spPr bwMode="auto">
              <a:xfrm rot="0" flipH="0" flipV="0">
                <a:off x="117" y="1234442"/>
                <a:ext cx="1820286" cy="52060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826235541" name="Freeform 40"/>
              <p:cNvSpPr/>
              <p:nvPr/>
            </p:nvSpPr>
            <p:spPr bwMode="auto">
              <a:xfrm rot="0" flipH="0" flipV="0">
                <a:off x="117" y="1913289"/>
                <a:ext cx="1820286" cy="4589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5466420" name="TextBox 41"/>
              <p:cNvSpPr txBox="1"/>
              <p:nvPr/>
            </p:nvSpPr>
            <p:spPr bwMode="auto">
              <a:xfrm rot="0" flipH="0" flipV="0">
                <a:off x="117" y="1851666"/>
                <a:ext cx="1820286" cy="52060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85638069" name="Freeform 43"/>
              <p:cNvSpPr/>
              <p:nvPr/>
            </p:nvSpPr>
            <p:spPr bwMode="auto">
              <a:xfrm rot="0" flipH="0" flipV="0">
                <a:off x="2239536" y="61623"/>
                <a:ext cx="1473889" cy="4589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812506320" name="TextBox 44"/>
              <p:cNvSpPr txBox="1"/>
              <p:nvPr/>
            </p:nvSpPr>
            <p:spPr bwMode="auto">
              <a:xfrm rot="0" flipH="0" flipV="0">
                <a:off x="2239536" y="0"/>
                <a:ext cx="1473889" cy="5206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383980002" name="Freeform 70"/>
              <p:cNvSpPr/>
              <p:nvPr/>
            </p:nvSpPr>
            <p:spPr bwMode="auto">
              <a:xfrm rot="0" flipH="0" flipV="0">
                <a:off x="2239536" y="674483"/>
                <a:ext cx="1473889" cy="4589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61599959" name="TextBox 71"/>
              <p:cNvSpPr txBox="1"/>
              <p:nvPr/>
            </p:nvSpPr>
            <p:spPr bwMode="auto">
              <a:xfrm rot="0" flipH="0" flipV="0">
                <a:off x="2239536" y="612860"/>
                <a:ext cx="1473889" cy="5206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49911735" name=""/>
          <p:cNvGrpSpPr/>
          <p:nvPr/>
        </p:nvGrpSpPr>
        <p:grpSpPr bwMode="auto">
          <a:xfrm>
            <a:off x="182858" y="158094"/>
            <a:ext cx="9912335" cy="5952796"/>
            <a:chOff x="0" y="0"/>
            <a:chExt cx="9912335" cy="5952796"/>
          </a:xfrm>
        </p:grpSpPr>
        <p:sp>
          <p:nvSpPr>
            <p:cNvPr id="1590968088" name="AutoShape 32"/>
            <p:cNvSpPr/>
            <p:nvPr/>
          </p:nvSpPr>
          <p:spPr bwMode="auto">
            <a:xfrm>
              <a:off x="7388086" y="766648"/>
              <a:ext cx="0" cy="3050969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2524006" name="Freeform 40"/>
            <p:cNvSpPr/>
            <p:nvPr/>
          </p:nvSpPr>
          <p:spPr bwMode="auto">
            <a:xfrm rot="0" flipH="0" flipV="0">
              <a:off x="1201662" y="1163374"/>
              <a:ext cx="1950471" cy="566064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5877" y="0"/>
                  </a:moveTo>
                  <a:lnTo>
                    <a:pt x="1080475" y="0"/>
                  </a:lnTo>
                  <a:cubicBezTo>
                    <a:pt x="1089244" y="0"/>
                    <a:pt x="1096352" y="7108"/>
                    <a:pt x="1096352" y="15877"/>
                  </a:cubicBezTo>
                  <a:lnTo>
                    <a:pt x="1096352" y="302306"/>
                  </a:lnTo>
                  <a:cubicBezTo>
                    <a:pt x="1096352" y="311075"/>
                    <a:pt x="1089244" y="318183"/>
                    <a:pt x="1080475" y="318183"/>
                  </a:cubicBezTo>
                  <a:lnTo>
                    <a:pt x="15877" y="318183"/>
                  </a:lnTo>
                  <a:cubicBezTo>
                    <a:pt x="7108" y="318183"/>
                    <a:pt x="0" y="311075"/>
                    <a:pt x="0" y="302306"/>
                  </a:cubicBezTo>
                  <a:lnTo>
                    <a:pt x="0" y="15877"/>
                  </a:lnTo>
                  <a:cubicBezTo>
                    <a:pt x="0" y="7108"/>
                    <a:pt x="7108" y="0"/>
                    <a:pt x="1587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66096319" name="TextBox 41"/>
            <p:cNvSpPr txBox="1"/>
            <p:nvPr/>
          </p:nvSpPr>
          <p:spPr bwMode="auto">
            <a:xfrm rot="0" flipH="0" flipV="0">
              <a:off x="1201662" y="1061700"/>
              <a:ext cx="1950471" cy="667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Bisq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47139620" name="Freeform 43"/>
            <p:cNvSpPr/>
            <p:nvPr/>
          </p:nvSpPr>
          <p:spPr bwMode="auto">
            <a:xfrm rot="0" flipH="0" flipV="0">
              <a:off x="1201662" y="1835271"/>
              <a:ext cx="1950471" cy="566064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5877" y="0"/>
                  </a:moveTo>
                  <a:lnTo>
                    <a:pt x="1080475" y="0"/>
                  </a:lnTo>
                  <a:cubicBezTo>
                    <a:pt x="1089244" y="0"/>
                    <a:pt x="1096352" y="7108"/>
                    <a:pt x="1096352" y="15877"/>
                  </a:cubicBezTo>
                  <a:lnTo>
                    <a:pt x="1096352" y="302306"/>
                  </a:lnTo>
                  <a:cubicBezTo>
                    <a:pt x="1096352" y="311075"/>
                    <a:pt x="1089244" y="318183"/>
                    <a:pt x="1080475" y="318183"/>
                  </a:cubicBezTo>
                  <a:lnTo>
                    <a:pt x="15877" y="318183"/>
                  </a:lnTo>
                  <a:cubicBezTo>
                    <a:pt x="7108" y="318183"/>
                    <a:pt x="0" y="311075"/>
                    <a:pt x="0" y="302306"/>
                  </a:cubicBezTo>
                  <a:lnTo>
                    <a:pt x="0" y="15877"/>
                  </a:lnTo>
                  <a:cubicBezTo>
                    <a:pt x="0" y="7108"/>
                    <a:pt x="7108" y="0"/>
                    <a:pt x="1587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32483039" name="TextBox 44"/>
            <p:cNvSpPr txBox="1"/>
            <p:nvPr/>
          </p:nvSpPr>
          <p:spPr bwMode="auto">
            <a:xfrm rot="0" flipH="0" flipV="0">
              <a:off x="1201662" y="1733598"/>
              <a:ext cx="1950471" cy="667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Exchange.kyc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332487231" name="Freeform 45"/>
            <p:cNvSpPr/>
            <p:nvPr/>
          </p:nvSpPr>
          <p:spPr bwMode="auto">
            <a:xfrm>
              <a:off x="1405216" y="4259119"/>
              <a:ext cx="1543365" cy="1693677"/>
            </a:xfrm>
            <a:custGeom>
              <a:avLst/>
              <a:gdLst/>
              <a:ahLst/>
              <a:cxnLst/>
              <a:rect l="l" t="t" r="r" b="b"/>
              <a:pathLst>
                <a:path w="1543365" h="1693679" fill="norm" stroke="1" extrusionOk="0">
                  <a:moveTo>
                    <a:pt x="0" y="0"/>
                  </a:moveTo>
                  <a:lnTo>
                    <a:pt x="1543366" y="0"/>
                  </a:lnTo>
                  <a:lnTo>
                    <a:pt x="1543366" y="1693680"/>
                  </a:lnTo>
                  <a:lnTo>
                    <a:pt x="0" y="1693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51870154" name="AutoShape 46"/>
            <p:cNvSpPr/>
            <p:nvPr/>
          </p:nvSpPr>
          <p:spPr bwMode="auto">
            <a:xfrm>
              <a:off x="3152137" y="2119492"/>
              <a:ext cx="2152774" cy="262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19361352" name="AutoShape 47"/>
            <p:cNvSpPr/>
            <p:nvPr/>
          </p:nvSpPr>
          <p:spPr bwMode="auto">
            <a:xfrm flipV="1">
              <a:off x="3152137" y="1444672"/>
              <a:ext cx="2152773" cy="1192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6358337" name="TextBox 48"/>
            <p:cNvSpPr txBox="1"/>
            <p:nvPr/>
          </p:nvSpPr>
          <p:spPr bwMode="auto">
            <a:xfrm>
              <a:off x="5211185" y="378339"/>
              <a:ext cx="4355238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 sz="1800"/>
            </a:p>
          </p:txBody>
        </p:sp>
        <p:sp>
          <p:nvSpPr>
            <p:cNvPr id="481200022" name="TextBox 49"/>
            <p:cNvSpPr txBox="1"/>
            <p:nvPr/>
          </p:nvSpPr>
          <p:spPr bwMode="auto">
            <a:xfrm>
              <a:off x="5333948" y="718113"/>
              <a:ext cx="1564482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879251796" name="TextBox 50"/>
            <p:cNvSpPr txBox="1"/>
            <p:nvPr/>
          </p:nvSpPr>
          <p:spPr bwMode="auto">
            <a:xfrm>
              <a:off x="7879048" y="718113"/>
              <a:ext cx="1564482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6779563" name="AutoShape 51"/>
            <p:cNvSpPr/>
            <p:nvPr/>
          </p:nvSpPr>
          <p:spPr bwMode="auto">
            <a:xfrm flipH="1">
              <a:off x="2176899" y="2401338"/>
              <a:ext cx="0" cy="1727363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12658024" name="AutoShape 55"/>
            <p:cNvSpPr/>
            <p:nvPr/>
          </p:nvSpPr>
          <p:spPr bwMode="auto">
            <a:xfrm flipH="1">
              <a:off x="103531" y="1446407"/>
              <a:ext cx="1098130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28826225" name="TextBox 56"/>
            <p:cNvSpPr txBox="1"/>
            <p:nvPr/>
          </p:nvSpPr>
          <p:spPr bwMode="auto">
            <a:xfrm>
              <a:off x="0" y="756064"/>
              <a:ext cx="4355238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UTXOs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52873874" name="AutoShape 57"/>
            <p:cNvSpPr/>
            <p:nvPr/>
          </p:nvSpPr>
          <p:spPr bwMode="auto">
            <a:xfrm>
              <a:off x="103531" y="5105959"/>
              <a:ext cx="1301684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90233727" name="AutoShape 58"/>
            <p:cNvSpPr/>
            <p:nvPr/>
          </p:nvSpPr>
          <p:spPr bwMode="auto">
            <a:xfrm>
              <a:off x="103531" y="1446407"/>
              <a:ext cx="0" cy="365955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36711770" name="Rectangle: Rounded Corners 12"/>
            <p:cNvSpPr/>
            <p:nvPr/>
          </p:nvSpPr>
          <p:spPr bwMode="auto">
            <a:xfrm>
              <a:off x="4795418" y="0"/>
              <a:ext cx="5116917" cy="4259119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756206735" name=""/>
            <p:cNvGrpSpPr/>
            <p:nvPr/>
          </p:nvGrpSpPr>
          <p:grpSpPr bwMode="auto">
            <a:xfrm>
              <a:off x="5304910" y="1124032"/>
              <a:ext cx="4459493" cy="1251482"/>
              <a:chOff x="0" y="0"/>
              <a:chExt cx="4459493" cy="1251482"/>
            </a:xfrm>
          </p:grpSpPr>
          <p:sp>
            <p:nvSpPr>
              <p:cNvPr id="1954140277" name="Freeform 30"/>
              <p:cNvSpPr/>
              <p:nvPr/>
            </p:nvSpPr>
            <p:spPr bwMode="auto">
              <a:xfrm rot="0" flipH="0" flipV="0">
                <a:off x="0" y="67777"/>
                <a:ext cx="1914395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019993458" name="TextBox 31"/>
              <p:cNvSpPr txBox="1"/>
              <p:nvPr/>
            </p:nvSpPr>
            <p:spPr bwMode="auto">
              <a:xfrm rot="0" flipH="0" flipV="0">
                <a:off x="0" y="0"/>
                <a:ext cx="1914395" cy="572603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428019791" name="Freeform 34"/>
              <p:cNvSpPr/>
              <p:nvPr/>
            </p:nvSpPr>
            <p:spPr bwMode="auto">
              <a:xfrm rot="0" flipH="0" flipV="0">
                <a:off x="0" y="746656"/>
                <a:ext cx="1914395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65113394" name="TextBox 35"/>
              <p:cNvSpPr txBox="1"/>
              <p:nvPr/>
            </p:nvSpPr>
            <p:spPr bwMode="auto">
              <a:xfrm rot="0" flipH="0" flipV="0">
                <a:off x="0" y="678878"/>
                <a:ext cx="1914395" cy="572603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259239213" name="Freeform 37"/>
              <p:cNvSpPr/>
              <p:nvPr/>
            </p:nvSpPr>
            <p:spPr bwMode="auto">
              <a:xfrm rot="0" flipH="0" flipV="0">
                <a:off x="2545097" y="67777"/>
                <a:ext cx="1914395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674452803" name="TextBox 38"/>
              <p:cNvSpPr txBox="1"/>
              <p:nvPr/>
            </p:nvSpPr>
            <p:spPr bwMode="auto">
              <a:xfrm rot="0" flipH="0" flipV="0">
                <a:off x="2545097" y="0"/>
                <a:ext cx="1914395" cy="572603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86819551" name="Freeform 53"/>
              <p:cNvSpPr/>
              <p:nvPr/>
            </p:nvSpPr>
            <p:spPr bwMode="auto">
              <a:xfrm rot="0" flipH="0" flipV="0">
                <a:off x="2545097" y="741859"/>
                <a:ext cx="1914395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323986938" name="TextBox 54"/>
              <p:cNvSpPr txBox="1"/>
              <p:nvPr/>
            </p:nvSpPr>
            <p:spPr bwMode="auto">
              <a:xfrm rot="0" flipH="0" flipV="0">
                <a:off x="2545097" y="674081"/>
                <a:ext cx="1914395" cy="572603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4849624" name="Freeform 28"/>
          <p:cNvSpPr/>
          <p:nvPr/>
        </p:nvSpPr>
        <p:spPr bwMode="auto">
          <a:xfrm rot="0" flipH="0" flipV="0">
            <a:off x="1939563" y="1698313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20954455" name="TextBox 29"/>
          <p:cNvSpPr txBox="1"/>
          <p:nvPr/>
        </p:nvSpPr>
        <p:spPr bwMode="auto">
          <a:xfrm rot="0" flipH="0" flipV="0">
            <a:off x="1983436" y="1714766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5295293" name="Freeform 30"/>
          <p:cNvSpPr/>
          <p:nvPr/>
        </p:nvSpPr>
        <p:spPr bwMode="auto">
          <a:xfrm rot="0" flipH="0" flipV="0">
            <a:off x="2000327" y="1759077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292165530" name="AutoShape 31"/>
          <p:cNvSpPr/>
          <p:nvPr/>
        </p:nvSpPr>
        <p:spPr bwMode="auto">
          <a:xfrm flipH="1" flipV="1">
            <a:off x="2871247" y="1163607"/>
            <a:ext cx="1235430" cy="630240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9334322" name="Freeform 34"/>
          <p:cNvSpPr/>
          <p:nvPr/>
        </p:nvSpPr>
        <p:spPr bwMode="auto">
          <a:xfrm rot="0" flipH="0" flipV="0">
            <a:off x="2558743" y="92764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93410497" name="TextBox 35"/>
          <p:cNvSpPr txBox="1"/>
          <p:nvPr/>
        </p:nvSpPr>
        <p:spPr bwMode="auto">
          <a:xfrm rot="0" flipH="0" flipV="0">
            <a:off x="2588040" y="93863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41743220" name="Freeform 36"/>
          <p:cNvSpPr/>
          <p:nvPr/>
        </p:nvSpPr>
        <p:spPr bwMode="auto">
          <a:xfrm rot="0" flipH="0" flipV="0">
            <a:off x="2599317" y="96821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430073023" name="AutoShape 37"/>
          <p:cNvSpPr/>
          <p:nvPr/>
        </p:nvSpPr>
        <p:spPr bwMode="auto">
          <a:xfrm flipV="1">
            <a:off x="4574666" y="1287770"/>
            <a:ext cx="553100" cy="43950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542069" name="Freeform 40"/>
          <p:cNvSpPr/>
          <p:nvPr/>
        </p:nvSpPr>
        <p:spPr bwMode="auto">
          <a:xfrm rot="0" flipH="0" flipV="0">
            <a:off x="4106676" y="1679224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35828586" name="TextBox 41"/>
          <p:cNvSpPr txBox="1"/>
          <p:nvPr/>
        </p:nvSpPr>
        <p:spPr bwMode="auto">
          <a:xfrm rot="0" flipH="0" flipV="0">
            <a:off x="4150549" y="1695677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65740263" name="Freeform 42"/>
          <p:cNvSpPr/>
          <p:nvPr/>
        </p:nvSpPr>
        <p:spPr bwMode="auto">
          <a:xfrm rot="0" flipH="0" flipV="0">
            <a:off x="4167440" y="1739988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55960672" name="Freeform 45"/>
          <p:cNvSpPr/>
          <p:nvPr/>
        </p:nvSpPr>
        <p:spPr bwMode="auto">
          <a:xfrm rot="0" flipH="0" flipV="0">
            <a:off x="5127768" y="100735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35263502" name="TextBox 46"/>
          <p:cNvSpPr txBox="1"/>
          <p:nvPr/>
        </p:nvSpPr>
        <p:spPr bwMode="auto">
          <a:xfrm rot="0" flipH="0" flipV="0">
            <a:off x="5157065" y="101834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63083497" name="Freeform 47"/>
          <p:cNvSpPr/>
          <p:nvPr/>
        </p:nvSpPr>
        <p:spPr bwMode="auto">
          <a:xfrm rot="0" flipH="0" flipV="0">
            <a:off x="5168342" y="1047929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479007431" name="AutoShape 48"/>
          <p:cNvSpPr/>
          <p:nvPr/>
        </p:nvSpPr>
        <p:spPr bwMode="auto">
          <a:xfrm flipH="1">
            <a:off x="2322889" y="1240149"/>
            <a:ext cx="292387" cy="458162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1467289" name="Freeform 51"/>
          <p:cNvSpPr/>
          <p:nvPr/>
        </p:nvSpPr>
        <p:spPr bwMode="auto">
          <a:xfrm rot="0" flipH="0" flipV="0">
            <a:off x="1548551" y="836440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42785801" name="TextBox 52"/>
          <p:cNvSpPr txBox="1"/>
          <p:nvPr/>
        </p:nvSpPr>
        <p:spPr bwMode="auto">
          <a:xfrm rot="0" flipH="0" flipV="0">
            <a:off x="1577847" y="847427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5325248" name="Freeform 53"/>
          <p:cNvSpPr/>
          <p:nvPr/>
        </p:nvSpPr>
        <p:spPr bwMode="auto">
          <a:xfrm rot="0" flipH="0" flipV="0">
            <a:off x="1589126" y="87701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997276202" name="AutoShape 54"/>
          <p:cNvSpPr/>
          <p:nvPr/>
        </p:nvSpPr>
        <p:spPr bwMode="auto">
          <a:xfrm>
            <a:off x="1782755" y="1148945"/>
            <a:ext cx="274068" cy="549369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1753090" name="Freeform 57"/>
          <p:cNvSpPr/>
          <p:nvPr/>
        </p:nvSpPr>
        <p:spPr bwMode="auto">
          <a:xfrm rot="0" flipH="0" flipV="0">
            <a:off x="991530" y="103280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77594417" name="TextBox 58"/>
          <p:cNvSpPr txBox="1"/>
          <p:nvPr/>
        </p:nvSpPr>
        <p:spPr bwMode="auto">
          <a:xfrm rot="0" flipH="0" flipV="0">
            <a:off x="1020827" y="104378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8177259" name="Freeform 59"/>
          <p:cNvSpPr/>
          <p:nvPr/>
        </p:nvSpPr>
        <p:spPr bwMode="auto">
          <a:xfrm rot="0" flipH="0" flipV="0">
            <a:off x="1032104" y="107337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1274410521" name="AutoShape 60"/>
          <p:cNvSpPr/>
          <p:nvPr/>
        </p:nvSpPr>
        <p:spPr bwMode="auto">
          <a:xfrm>
            <a:off x="1304035" y="1302271"/>
            <a:ext cx="635527" cy="46048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8604609" name="Freeform 63"/>
          <p:cNvSpPr/>
          <p:nvPr/>
        </p:nvSpPr>
        <p:spPr bwMode="auto">
          <a:xfrm rot="0" flipH="0" flipV="0">
            <a:off x="991530" y="169831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7989559" name="TextBox 64"/>
          <p:cNvSpPr txBox="1"/>
          <p:nvPr/>
        </p:nvSpPr>
        <p:spPr bwMode="auto">
          <a:xfrm rot="0" flipH="0" flipV="0">
            <a:off x="1020827" y="170930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39925606" name="Freeform 65"/>
          <p:cNvSpPr/>
          <p:nvPr/>
        </p:nvSpPr>
        <p:spPr bwMode="auto">
          <a:xfrm rot="0" flipH="0" flipV="0">
            <a:off x="1032104" y="173888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187816441" name="AutoShape 66"/>
          <p:cNvSpPr/>
          <p:nvPr/>
        </p:nvSpPr>
        <p:spPr bwMode="auto">
          <a:xfrm>
            <a:off x="1304035" y="1866407"/>
            <a:ext cx="635527" cy="48164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7359492" name="AutoShape 67"/>
          <p:cNvSpPr/>
          <p:nvPr/>
        </p:nvSpPr>
        <p:spPr bwMode="auto">
          <a:xfrm flipH="1">
            <a:off x="1833164" y="2166303"/>
            <a:ext cx="289777" cy="133961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4303662" name="Freeform 70"/>
          <p:cNvSpPr/>
          <p:nvPr/>
        </p:nvSpPr>
        <p:spPr bwMode="auto">
          <a:xfrm rot="0" flipH="0" flipV="0">
            <a:off x="1548551" y="350591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27942893" name="TextBox 71"/>
          <p:cNvSpPr txBox="1"/>
          <p:nvPr/>
        </p:nvSpPr>
        <p:spPr bwMode="auto">
          <a:xfrm rot="0" flipH="0" flipV="0">
            <a:off x="1592424" y="3522370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766409251" name="Freeform 72"/>
          <p:cNvSpPr/>
          <p:nvPr/>
        </p:nvSpPr>
        <p:spPr bwMode="auto">
          <a:xfrm rot="0" flipH="0" flipV="0">
            <a:off x="1609315" y="3566681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296330604" name="AutoShape 73"/>
          <p:cNvSpPr/>
          <p:nvPr/>
        </p:nvSpPr>
        <p:spPr bwMode="auto">
          <a:xfrm flipV="1">
            <a:off x="2016540" y="3638378"/>
            <a:ext cx="2393544" cy="92492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6597244" name="Freeform 76"/>
          <p:cNvSpPr/>
          <p:nvPr/>
        </p:nvSpPr>
        <p:spPr bwMode="auto">
          <a:xfrm rot="0" flipH="0" flipV="0">
            <a:off x="4410087" y="3395340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45679758" name="TextBox 77"/>
          <p:cNvSpPr txBox="1"/>
          <p:nvPr/>
        </p:nvSpPr>
        <p:spPr bwMode="auto">
          <a:xfrm rot="0" flipH="0" flipV="0">
            <a:off x="4453960" y="3411792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18809734" name="Freeform 78"/>
          <p:cNvSpPr/>
          <p:nvPr/>
        </p:nvSpPr>
        <p:spPr bwMode="auto">
          <a:xfrm rot="0" flipH="0" flipV="0">
            <a:off x="4470851" y="3456103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99854986" name="Freeform 81"/>
          <p:cNvSpPr/>
          <p:nvPr/>
        </p:nvSpPr>
        <p:spPr bwMode="auto">
          <a:xfrm rot="0" flipH="0" flipV="0">
            <a:off x="2796408" y="266263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81331111" name="TextBox 82"/>
          <p:cNvSpPr txBox="1"/>
          <p:nvPr/>
        </p:nvSpPr>
        <p:spPr bwMode="auto">
          <a:xfrm rot="0" flipH="0" flipV="0">
            <a:off x="2825704" y="2673618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21063374" name="Freeform 83"/>
          <p:cNvSpPr/>
          <p:nvPr/>
        </p:nvSpPr>
        <p:spPr bwMode="auto">
          <a:xfrm rot="0" flipH="0" flipV="0">
            <a:off x="2836981" y="270320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1482033490" name="AutoShape 84"/>
          <p:cNvSpPr/>
          <p:nvPr/>
        </p:nvSpPr>
        <p:spPr bwMode="auto">
          <a:xfrm flipV="1">
            <a:off x="2016540" y="2941874"/>
            <a:ext cx="779865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7285403" name="Freeform 87"/>
          <p:cNvSpPr/>
          <p:nvPr/>
        </p:nvSpPr>
        <p:spPr bwMode="auto">
          <a:xfrm rot="0" flipH="0" flipV="0">
            <a:off x="3799755" y="2506379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27386731" name="TextBox 88"/>
          <p:cNvSpPr txBox="1"/>
          <p:nvPr/>
        </p:nvSpPr>
        <p:spPr bwMode="auto">
          <a:xfrm rot="0" flipH="0" flipV="0">
            <a:off x="3829052" y="2517366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96927587" name="Freeform 89"/>
          <p:cNvSpPr/>
          <p:nvPr/>
        </p:nvSpPr>
        <p:spPr bwMode="auto">
          <a:xfrm rot="0" flipH="0" flipV="0">
            <a:off x="3840329" y="2546953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244924046" name="AutoShape 90"/>
          <p:cNvSpPr/>
          <p:nvPr/>
        </p:nvSpPr>
        <p:spPr bwMode="auto">
          <a:xfrm flipH="1" flipV="1">
            <a:off x="4067223" y="2818882"/>
            <a:ext cx="410306" cy="5764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907961" name="Freeform 93"/>
          <p:cNvSpPr/>
          <p:nvPr/>
        </p:nvSpPr>
        <p:spPr bwMode="auto">
          <a:xfrm rot="0" flipH="0" flipV="0">
            <a:off x="5915098" y="1446583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01385327" name="TextBox 94"/>
          <p:cNvSpPr txBox="1"/>
          <p:nvPr/>
        </p:nvSpPr>
        <p:spPr bwMode="auto">
          <a:xfrm rot="0" flipH="0" flipV="0">
            <a:off x="5958971" y="1463036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71075760" name="Freeform 95"/>
          <p:cNvSpPr/>
          <p:nvPr/>
        </p:nvSpPr>
        <p:spPr bwMode="auto">
          <a:xfrm rot="0" flipH="0" flipV="0">
            <a:off x="5975861" y="1507347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486049920" name="AutoShape 96"/>
          <p:cNvSpPr/>
          <p:nvPr/>
        </p:nvSpPr>
        <p:spPr bwMode="auto">
          <a:xfrm flipV="1">
            <a:off x="4824795" y="1914575"/>
            <a:ext cx="1143585" cy="1480765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8764457" name="Freeform 99"/>
          <p:cNvSpPr/>
          <p:nvPr/>
        </p:nvSpPr>
        <p:spPr bwMode="auto">
          <a:xfrm rot="0" flipH="0" flipV="0">
            <a:off x="6610848" y="836440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76121234" name="TextBox 100"/>
          <p:cNvSpPr txBox="1"/>
          <p:nvPr/>
        </p:nvSpPr>
        <p:spPr bwMode="auto">
          <a:xfrm rot="0" flipH="0" flipV="0">
            <a:off x="6640144" y="847427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82219060" name="Freeform 101"/>
          <p:cNvSpPr/>
          <p:nvPr/>
        </p:nvSpPr>
        <p:spPr bwMode="auto">
          <a:xfrm rot="0" flipH="0" flipV="0">
            <a:off x="6651423" y="87701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364210164" name="AutoShape 102"/>
          <p:cNvSpPr/>
          <p:nvPr/>
        </p:nvSpPr>
        <p:spPr bwMode="auto">
          <a:xfrm flipV="1">
            <a:off x="6359318" y="1148945"/>
            <a:ext cx="267402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7168993" name="Freeform 105"/>
          <p:cNvSpPr/>
          <p:nvPr/>
        </p:nvSpPr>
        <p:spPr bwMode="auto">
          <a:xfrm rot="0" flipH="0" flipV="0">
            <a:off x="6923351" y="143240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53742372" name="TextBox 106"/>
          <p:cNvSpPr txBox="1"/>
          <p:nvPr/>
        </p:nvSpPr>
        <p:spPr bwMode="auto">
          <a:xfrm rot="0" flipH="0" flipV="0">
            <a:off x="6952647" y="144338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55964668" name="Freeform 107"/>
          <p:cNvSpPr/>
          <p:nvPr/>
        </p:nvSpPr>
        <p:spPr bwMode="auto">
          <a:xfrm rot="0" flipH="0" flipV="0">
            <a:off x="6963926" y="147297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497485660" name="AutoShape 108"/>
          <p:cNvSpPr/>
          <p:nvPr/>
        </p:nvSpPr>
        <p:spPr bwMode="auto">
          <a:xfrm flipV="1">
            <a:off x="6383088" y="1604091"/>
            <a:ext cx="540262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4530183" name="Freeform 111"/>
          <p:cNvSpPr/>
          <p:nvPr/>
        </p:nvSpPr>
        <p:spPr bwMode="auto">
          <a:xfrm rot="0" flipH="0" flipV="0">
            <a:off x="6767100" y="2294101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7956305" name="TextBox 112"/>
          <p:cNvSpPr txBox="1"/>
          <p:nvPr/>
        </p:nvSpPr>
        <p:spPr bwMode="auto">
          <a:xfrm rot="0" flipH="0" flipV="0">
            <a:off x="6796396" y="2305088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43299530" name="Freeform 113"/>
          <p:cNvSpPr/>
          <p:nvPr/>
        </p:nvSpPr>
        <p:spPr bwMode="auto">
          <a:xfrm rot="0" flipH="0" flipV="0">
            <a:off x="6807673" y="233467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859242646" name="AutoShape 114"/>
          <p:cNvSpPr/>
          <p:nvPr/>
        </p:nvSpPr>
        <p:spPr bwMode="auto">
          <a:xfrm>
            <a:off x="6383088" y="1913219"/>
            <a:ext cx="384012" cy="3817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9295530" name="Freeform 117"/>
          <p:cNvSpPr/>
          <p:nvPr/>
        </p:nvSpPr>
        <p:spPr bwMode="auto">
          <a:xfrm rot="0" flipH="0" flipV="0">
            <a:off x="6299110" y="325257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97181702" name="TextBox 118"/>
          <p:cNvSpPr txBox="1"/>
          <p:nvPr/>
        </p:nvSpPr>
        <p:spPr bwMode="auto">
          <a:xfrm rot="0" flipH="0" flipV="0">
            <a:off x="6342983" y="3269031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07328149" name="Freeform 119"/>
          <p:cNvSpPr/>
          <p:nvPr/>
        </p:nvSpPr>
        <p:spPr bwMode="auto">
          <a:xfrm rot="0" flipH="0" flipV="0">
            <a:off x="6359874" y="3313342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1423417481" name="AutoShape 120"/>
          <p:cNvSpPr/>
          <p:nvPr/>
        </p:nvSpPr>
        <p:spPr bwMode="auto">
          <a:xfrm>
            <a:off x="6198848" y="1914575"/>
            <a:ext cx="284500" cy="133800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7243550" name="Freeform 121"/>
          <p:cNvSpPr/>
          <p:nvPr/>
        </p:nvSpPr>
        <p:spPr bwMode="auto">
          <a:xfrm rot="-10799952">
            <a:off x="7321580" y="683757"/>
            <a:ext cx="774636" cy="3442834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4381627" name="Freeform 123"/>
          <p:cNvSpPr/>
          <p:nvPr/>
        </p:nvSpPr>
        <p:spPr bwMode="auto">
          <a:xfrm rot="0" flipH="0" flipV="0">
            <a:off x="8620092" y="1540246"/>
            <a:ext cx="2175106" cy="1729855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818669387" name="TextBox 124"/>
          <p:cNvSpPr txBox="1"/>
          <p:nvPr/>
        </p:nvSpPr>
        <p:spPr bwMode="auto">
          <a:xfrm rot="0" flipH="0" flipV="0">
            <a:off x="8620092" y="1510107"/>
            <a:ext cx="2175106" cy="176000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871"/>
              </a:lnSpc>
              <a:defRPr/>
            </a:pPr>
            <a:endParaRPr/>
          </a:p>
        </p:txBody>
      </p:sp>
      <p:sp>
        <p:nvSpPr>
          <p:cNvPr id="1158190994" name="Freeform 125"/>
          <p:cNvSpPr/>
          <p:nvPr/>
        </p:nvSpPr>
        <p:spPr bwMode="auto">
          <a:xfrm>
            <a:off x="10064465" y="1692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9121641" name="Freeform 126"/>
          <p:cNvSpPr/>
          <p:nvPr/>
        </p:nvSpPr>
        <p:spPr bwMode="auto">
          <a:xfrm>
            <a:off x="9468013" y="1692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7434999" name="Freeform 127"/>
          <p:cNvSpPr/>
          <p:nvPr/>
        </p:nvSpPr>
        <p:spPr bwMode="auto">
          <a:xfrm>
            <a:off x="8867041" y="1692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2967682" name="Freeform 128"/>
          <p:cNvSpPr/>
          <p:nvPr/>
        </p:nvSpPr>
        <p:spPr bwMode="auto">
          <a:xfrm>
            <a:off x="10064465" y="2482733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9900913" name="Freeform 129"/>
          <p:cNvSpPr/>
          <p:nvPr/>
        </p:nvSpPr>
        <p:spPr bwMode="auto">
          <a:xfrm>
            <a:off x="9468013" y="2482733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9229779" name="Freeform 130"/>
          <p:cNvSpPr/>
          <p:nvPr/>
        </p:nvSpPr>
        <p:spPr bwMode="auto">
          <a:xfrm>
            <a:off x="8867041" y="2482733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0890654" name="Freeform 131"/>
          <p:cNvSpPr/>
          <p:nvPr/>
        </p:nvSpPr>
        <p:spPr bwMode="auto">
          <a:xfrm rot="7235047">
            <a:off x="8271563" y="4302133"/>
            <a:ext cx="1983807" cy="709210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0917653" name="Freeform 132"/>
          <p:cNvSpPr/>
          <p:nvPr/>
        </p:nvSpPr>
        <p:spPr bwMode="auto">
          <a:xfrm>
            <a:off x="6340267" y="4688568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5573982" name="Freeform 133"/>
          <p:cNvSpPr/>
          <p:nvPr/>
        </p:nvSpPr>
        <p:spPr bwMode="auto">
          <a:xfrm>
            <a:off x="6874587" y="4877754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1457336" name="Freeform 28"/>
          <p:cNvSpPr/>
          <p:nvPr/>
        </p:nvSpPr>
        <p:spPr bwMode="auto">
          <a:xfrm rot="0" flipH="0" flipV="0">
            <a:off x="2642716" y="2151889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78232142" name="TextBox 29"/>
          <p:cNvSpPr txBox="1"/>
          <p:nvPr/>
        </p:nvSpPr>
        <p:spPr bwMode="auto">
          <a:xfrm rot="0" flipH="0" flipV="0">
            <a:off x="2684734" y="2167646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72064499" name="Freeform 30"/>
          <p:cNvSpPr/>
          <p:nvPr/>
        </p:nvSpPr>
        <p:spPr bwMode="auto">
          <a:xfrm rot="0" flipH="0" flipV="0">
            <a:off x="2700910" y="2210082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435065708" name="AutoShape 31"/>
          <p:cNvSpPr/>
          <p:nvPr/>
        </p:nvSpPr>
        <p:spPr bwMode="auto">
          <a:xfrm flipV="1">
            <a:off x="1274186" y="953010"/>
            <a:ext cx="1069241" cy="805878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1274329" name="Freeform 34"/>
          <p:cNvSpPr/>
          <p:nvPr/>
        </p:nvSpPr>
        <p:spPr bwMode="auto">
          <a:xfrm rot="0" flipH="0" flipV="0">
            <a:off x="2343427" y="690581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02203576" name="TextBox 35"/>
          <p:cNvSpPr txBox="1"/>
          <p:nvPr/>
        </p:nvSpPr>
        <p:spPr bwMode="auto">
          <a:xfrm rot="0" flipH="0" flipV="0">
            <a:off x="2371485" y="701103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61557039" name="Freeform 36"/>
          <p:cNvSpPr/>
          <p:nvPr/>
        </p:nvSpPr>
        <p:spPr bwMode="auto">
          <a:xfrm rot="0" flipH="0" flipV="0">
            <a:off x="2382287" y="729441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779425273" name="Freeform 39"/>
          <p:cNvSpPr/>
          <p:nvPr/>
        </p:nvSpPr>
        <p:spPr bwMode="auto">
          <a:xfrm rot="0" flipH="0" flipV="0">
            <a:off x="825985" y="1703689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2400139" name="TextBox 40"/>
          <p:cNvSpPr txBox="1"/>
          <p:nvPr/>
        </p:nvSpPr>
        <p:spPr bwMode="auto">
          <a:xfrm rot="0" flipH="0" flipV="0">
            <a:off x="868003" y="1719446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48534708" name="Freeform 41"/>
          <p:cNvSpPr/>
          <p:nvPr/>
        </p:nvSpPr>
        <p:spPr bwMode="auto">
          <a:xfrm rot="0" flipH="0" flipV="0">
            <a:off x="884179" y="1761882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319920054" name="AutoShape 42"/>
          <p:cNvSpPr/>
          <p:nvPr/>
        </p:nvSpPr>
        <p:spPr bwMode="auto">
          <a:xfrm>
            <a:off x="2529489" y="989868"/>
            <a:ext cx="282789" cy="116201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3920880" name="Freeform 45"/>
          <p:cNvSpPr/>
          <p:nvPr/>
        </p:nvSpPr>
        <p:spPr bwMode="auto">
          <a:xfrm rot="0" flipH="0" flipV="0">
            <a:off x="4571779" y="1095603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23062608" name="TextBox 46"/>
          <p:cNvSpPr txBox="1"/>
          <p:nvPr/>
        </p:nvSpPr>
        <p:spPr bwMode="auto">
          <a:xfrm rot="0" flipH="0" flipV="0">
            <a:off x="4599837" y="1106125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18660875" name="Freeform 47"/>
          <p:cNvSpPr/>
          <p:nvPr/>
        </p:nvSpPr>
        <p:spPr bwMode="auto">
          <a:xfrm rot="0" flipH="0" flipV="0">
            <a:off x="4610639" y="1134463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854500520" name="AutoShape 48"/>
          <p:cNvSpPr/>
          <p:nvPr/>
        </p:nvSpPr>
        <p:spPr bwMode="auto">
          <a:xfrm flipH="1">
            <a:off x="3090916" y="1336485"/>
            <a:ext cx="1480862" cy="90287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2550479" name="Freeform 51"/>
          <p:cNvSpPr/>
          <p:nvPr/>
        </p:nvSpPr>
        <p:spPr bwMode="auto">
          <a:xfrm rot="0" flipH="0" flipV="0">
            <a:off x="4011156" y="58717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84147933" name="TextBox 52"/>
          <p:cNvSpPr txBox="1"/>
          <p:nvPr/>
        </p:nvSpPr>
        <p:spPr bwMode="auto">
          <a:xfrm rot="0" flipH="0" flipV="0">
            <a:off x="4039213" y="597698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02836892" name="Freeform 53"/>
          <p:cNvSpPr/>
          <p:nvPr/>
        </p:nvSpPr>
        <p:spPr bwMode="auto">
          <a:xfrm rot="0" flipH="0" flipV="0">
            <a:off x="4050015" y="626036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1626146520" name="AutoShape 54"/>
          <p:cNvSpPr/>
          <p:nvPr/>
        </p:nvSpPr>
        <p:spPr bwMode="auto">
          <a:xfrm flipH="1">
            <a:off x="3043724" y="886464"/>
            <a:ext cx="998943" cy="1265423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6373669" name="Freeform 57"/>
          <p:cNvSpPr/>
          <p:nvPr/>
        </p:nvSpPr>
        <p:spPr bwMode="auto">
          <a:xfrm rot="0" flipH="0" flipV="0">
            <a:off x="3200932" y="49418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69322123" name="TextBox 58"/>
          <p:cNvSpPr txBox="1"/>
          <p:nvPr/>
        </p:nvSpPr>
        <p:spPr bwMode="auto">
          <a:xfrm rot="0" flipH="0" flipV="0">
            <a:off x="3228990" y="504707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87936240" name="Freeform 59"/>
          <p:cNvSpPr/>
          <p:nvPr/>
        </p:nvSpPr>
        <p:spPr bwMode="auto">
          <a:xfrm rot="0" flipH="0" flipV="0">
            <a:off x="3239792" y="533046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616364199" name="AutoShape 60"/>
          <p:cNvSpPr/>
          <p:nvPr/>
        </p:nvSpPr>
        <p:spPr bwMode="auto">
          <a:xfrm flipH="1">
            <a:off x="2929403" y="793475"/>
            <a:ext cx="379377" cy="1358412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1110960" name="AutoShape 61"/>
          <p:cNvSpPr/>
          <p:nvPr/>
        </p:nvSpPr>
        <p:spPr bwMode="auto">
          <a:xfrm>
            <a:off x="3090916" y="2461839"/>
            <a:ext cx="1406406" cy="538778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2187405" name="Freeform 64"/>
          <p:cNvSpPr/>
          <p:nvPr/>
        </p:nvSpPr>
        <p:spPr bwMode="auto">
          <a:xfrm rot="0" flipH="0" flipV="0">
            <a:off x="4497323" y="2862369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68998017" name="TextBox 65"/>
          <p:cNvSpPr txBox="1"/>
          <p:nvPr/>
        </p:nvSpPr>
        <p:spPr bwMode="auto">
          <a:xfrm rot="0" flipH="0" flipV="0">
            <a:off x="4539341" y="2878125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06583261" name="Freeform 66"/>
          <p:cNvSpPr/>
          <p:nvPr/>
        </p:nvSpPr>
        <p:spPr bwMode="auto">
          <a:xfrm rot="0" flipH="0" flipV="0">
            <a:off x="4555517" y="2920561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2136810717" name="AutoShape 67"/>
          <p:cNvSpPr/>
          <p:nvPr/>
        </p:nvSpPr>
        <p:spPr bwMode="auto">
          <a:xfrm flipV="1">
            <a:off x="4841615" y="1445030"/>
            <a:ext cx="760153" cy="1417338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8909622" name="Freeform 70"/>
          <p:cNvSpPr/>
          <p:nvPr/>
        </p:nvSpPr>
        <p:spPr bwMode="auto">
          <a:xfrm rot="0" flipH="0" flipV="0">
            <a:off x="5497859" y="996831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54095086" name="TextBox 71"/>
          <p:cNvSpPr txBox="1"/>
          <p:nvPr/>
        </p:nvSpPr>
        <p:spPr bwMode="auto">
          <a:xfrm rot="0" flipH="0" flipV="0">
            <a:off x="5539877" y="1012587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60439669" name="Freeform 72"/>
          <p:cNvSpPr/>
          <p:nvPr/>
        </p:nvSpPr>
        <p:spPr bwMode="auto">
          <a:xfrm rot="0" flipH="0" flipV="0">
            <a:off x="5556052" y="1055023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1259831591" name="Freeform 75"/>
          <p:cNvSpPr/>
          <p:nvPr/>
        </p:nvSpPr>
        <p:spPr bwMode="auto">
          <a:xfrm rot="0" flipH="0" flipV="0">
            <a:off x="5527648" y="3000618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48259335" name="TextBox 76"/>
          <p:cNvSpPr txBox="1"/>
          <p:nvPr/>
        </p:nvSpPr>
        <p:spPr bwMode="auto">
          <a:xfrm rot="0" flipH="0" flipV="0">
            <a:off x="5555706" y="3011140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96995408" name="Freeform 77"/>
          <p:cNvSpPr/>
          <p:nvPr/>
        </p:nvSpPr>
        <p:spPr bwMode="auto">
          <a:xfrm rot="0" flipH="0" flipV="0">
            <a:off x="5566508" y="3039478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1628589744" name="AutoShape 78"/>
          <p:cNvSpPr/>
          <p:nvPr/>
        </p:nvSpPr>
        <p:spPr bwMode="auto">
          <a:xfrm>
            <a:off x="4945523" y="3101426"/>
            <a:ext cx="582125" cy="3884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3308368" name="Freeform 81"/>
          <p:cNvSpPr/>
          <p:nvPr/>
        </p:nvSpPr>
        <p:spPr bwMode="auto">
          <a:xfrm rot="0" flipH="0" flipV="0">
            <a:off x="6697518" y="690581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59560950" name="TextBox 82"/>
          <p:cNvSpPr txBox="1"/>
          <p:nvPr/>
        </p:nvSpPr>
        <p:spPr bwMode="auto">
          <a:xfrm rot="0" flipH="0" flipV="0">
            <a:off x="6725576" y="701103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71531499" name="Freeform 83"/>
          <p:cNvSpPr/>
          <p:nvPr/>
        </p:nvSpPr>
        <p:spPr bwMode="auto">
          <a:xfrm rot="0" flipH="0" flipV="0">
            <a:off x="6736378" y="729441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946266227" name="AutoShape 84"/>
          <p:cNvSpPr/>
          <p:nvPr/>
        </p:nvSpPr>
        <p:spPr bwMode="auto">
          <a:xfrm flipV="1">
            <a:off x="5946059" y="890856"/>
            <a:ext cx="751458" cy="25425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0666198" name="Freeform 87"/>
          <p:cNvSpPr/>
          <p:nvPr/>
        </p:nvSpPr>
        <p:spPr bwMode="auto">
          <a:xfrm rot="0" flipH="0" flipV="0">
            <a:off x="6623064" y="2048584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73436989" name="TextBox 88"/>
          <p:cNvSpPr txBox="1"/>
          <p:nvPr/>
        </p:nvSpPr>
        <p:spPr bwMode="auto">
          <a:xfrm rot="0" flipH="0" flipV="0">
            <a:off x="6665081" y="2064341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41506649" name="Freeform 89"/>
          <p:cNvSpPr/>
          <p:nvPr/>
        </p:nvSpPr>
        <p:spPr bwMode="auto">
          <a:xfrm rot="0" flipH="0" flipV="0">
            <a:off x="6681256" y="2106777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595928253" name="AutoShape 90"/>
          <p:cNvSpPr/>
          <p:nvPr/>
        </p:nvSpPr>
        <p:spPr bwMode="auto">
          <a:xfrm>
            <a:off x="5946059" y="1430402"/>
            <a:ext cx="677003" cy="632809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2323533" name="Freeform 93"/>
          <p:cNvSpPr/>
          <p:nvPr/>
        </p:nvSpPr>
        <p:spPr bwMode="auto">
          <a:xfrm rot="0" flipH="0" flipV="0">
            <a:off x="7690234" y="89085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28897940" name="TextBox 94"/>
          <p:cNvSpPr txBox="1"/>
          <p:nvPr/>
        </p:nvSpPr>
        <p:spPr bwMode="auto">
          <a:xfrm rot="0" flipH="0" flipV="0">
            <a:off x="7718292" y="901377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70560" name="Freeform 95"/>
          <p:cNvSpPr/>
          <p:nvPr/>
        </p:nvSpPr>
        <p:spPr bwMode="auto">
          <a:xfrm rot="0" flipH="0" flipV="0">
            <a:off x="7729094" y="929715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237363738" name="AutoShape 96"/>
          <p:cNvSpPr/>
          <p:nvPr/>
        </p:nvSpPr>
        <p:spPr bwMode="auto">
          <a:xfrm flipV="1">
            <a:off x="7027711" y="1190145"/>
            <a:ext cx="691605" cy="8584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9694997" name="Freeform 99"/>
          <p:cNvSpPr/>
          <p:nvPr/>
        </p:nvSpPr>
        <p:spPr bwMode="auto">
          <a:xfrm rot="0" flipH="0" flipV="0">
            <a:off x="7989522" y="1394892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80056319" name="TextBox 100"/>
          <p:cNvSpPr txBox="1"/>
          <p:nvPr/>
        </p:nvSpPr>
        <p:spPr bwMode="auto">
          <a:xfrm rot="0" flipH="0" flipV="0">
            <a:off x="8017580" y="1405413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58367135" name="Freeform 101"/>
          <p:cNvSpPr/>
          <p:nvPr/>
        </p:nvSpPr>
        <p:spPr bwMode="auto">
          <a:xfrm rot="0" flipH="0" flipV="0">
            <a:off x="8028382" y="1433751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495138183" name="AutoShape 102"/>
          <p:cNvSpPr/>
          <p:nvPr/>
        </p:nvSpPr>
        <p:spPr bwMode="auto">
          <a:xfrm flipV="1">
            <a:off x="7071264" y="1628872"/>
            <a:ext cx="918258" cy="51751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1476710" name="Freeform 105"/>
          <p:cNvSpPr/>
          <p:nvPr/>
        </p:nvSpPr>
        <p:spPr bwMode="auto">
          <a:xfrm rot="0" flipH="0" flipV="0">
            <a:off x="8075529" y="225811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48116987" name="TextBox 106"/>
          <p:cNvSpPr txBox="1"/>
          <p:nvPr/>
        </p:nvSpPr>
        <p:spPr bwMode="auto">
          <a:xfrm rot="0" flipH="0" flipV="0">
            <a:off x="8103586" y="2268638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72223546" name="Freeform 107"/>
          <p:cNvSpPr/>
          <p:nvPr/>
        </p:nvSpPr>
        <p:spPr bwMode="auto">
          <a:xfrm rot="0" flipH="0" flipV="0">
            <a:off x="8114388" y="2296976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1414228436" name="AutoShape 108"/>
          <p:cNvSpPr/>
          <p:nvPr/>
        </p:nvSpPr>
        <p:spPr bwMode="auto">
          <a:xfrm>
            <a:off x="7071264" y="2294652"/>
            <a:ext cx="1004265" cy="9843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8934789" name="Freeform 111"/>
          <p:cNvSpPr/>
          <p:nvPr/>
        </p:nvSpPr>
        <p:spPr bwMode="auto">
          <a:xfrm rot="0" flipH="0" flipV="0">
            <a:off x="7627330" y="2975672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75249026" name="TextBox 112"/>
          <p:cNvSpPr txBox="1"/>
          <p:nvPr/>
        </p:nvSpPr>
        <p:spPr bwMode="auto">
          <a:xfrm rot="0" flipH="0" flipV="0">
            <a:off x="7669348" y="2991428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92511352" name="Freeform 113"/>
          <p:cNvSpPr/>
          <p:nvPr/>
        </p:nvSpPr>
        <p:spPr bwMode="auto">
          <a:xfrm rot="0" flipH="0" flipV="0">
            <a:off x="7685524" y="3033865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1725270110" name="AutoShape 114"/>
          <p:cNvSpPr/>
          <p:nvPr/>
        </p:nvSpPr>
        <p:spPr bwMode="auto">
          <a:xfrm>
            <a:off x="7071264" y="2479562"/>
            <a:ext cx="556065" cy="51333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5994630" name="Freeform 115"/>
          <p:cNvSpPr/>
          <p:nvPr/>
        </p:nvSpPr>
        <p:spPr bwMode="auto">
          <a:xfrm rot="-10799952">
            <a:off x="8302898" y="609496"/>
            <a:ext cx="741879" cy="3297241"/>
          </a:xfrm>
          <a:custGeom>
            <a:avLst/>
            <a:gdLst/>
            <a:ahLst/>
            <a:cxnLst/>
            <a:rect l="l" t="t" r="r" b="b"/>
            <a:pathLst>
              <a:path w="741880" h="3297243" fill="norm" stroke="1" extrusionOk="0">
                <a:moveTo>
                  <a:pt x="0" y="0"/>
                </a:moveTo>
                <a:lnTo>
                  <a:pt x="741879" y="0"/>
                </a:lnTo>
                <a:lnTo>
                  <a:pt x="741879" y="3297243"/>
                </a:lnTo>
                <a:lnTo>
                  <a:pt x="0" y="3297243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0102374" name="Freeform 117"/>
          <p:cNvSpPr/>
          <p:nvPr/>
        </p:nvSpPr>
        <p:spPr bwMode="auto">
          <a:xfrm rot="0" flipH="0" flipV="0">
            <a:off x="9394318" y="1429764"/>
            <a:ext cx="2083123" cy="1656702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660057763" name="TextBox 118"/>
          <p:cNvSpPr txBox="1"/>
          <p:nvPr/>
        </p:nvSpPr>
        <p:spPr bwMode="auto">
          <a:xfrm rot="0" flipH="0" flipV="0">
            <a:off x="9394318" y="1400900"/>
            <a:ext cx="2083123" cy="168557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724"/>
              </a:lnSpc>
              <a:defRPr/>
            </a:pPr>
            <a:endParaRPr/>
          </a:p>
        </p:txBody>
      </p:sp>
      <p:sp>
        <p:nvSpPr>
          <p:cNvPr id="1552220117" name="Freeform 119"/>
          <p:cNvSpPr/>
          <p:nvPr/>
        </p:nvSpPr>
        <p:spPr bwMode="auto">
          <a:xfrm>
            <a:off x="10777610" y="1575720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8"/>
                </a:lnTo>
                <a:lnTo>
                  <a:pt x="0" y="601598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2500222" name="Freeform 120"/>
          <p:cNvSpPr/>
          <p:nvPr/>
        </p:nvSpPr>
        <p:spPr bwMode="auto">
          <a:xfrm>
            <a:off x="10206380" y="1575720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8"/>
                </a:lnTo>
                <a:lnTo>
                  <a:pt x="0" y="601598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9379443" name="Freeform 121"/>
          <p:cNvSpPr/>
          <p:nvPr/>
        </p:nvSpPr>
        <p:spPr bwMode="auto">
          <a:xfrm>
            <a:off x="9630823" y="1575720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8"/>
                </a:lnTo>
                <a:lnTo>
                  <a:pt x="0" y="601598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8111296" name="Freeform 122"/>
          <p:cNvSpPr/>
          <p:nvPr/>
        </p:nvSpPr>
        <p:spPr bwMode="auto">
          <a:xfrm>
            <a:off x="10777610" y="2332394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9"/>
                </a:lnTo>
                <a:lnTo>
                  <a:pt x="0" y="601599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1916495" name="Freeform 123"/>
          <p:cNvSpPr/>
          <p:nvPr/>
        </p:nvSpPr>
        <p:spPr bwMode="auto">
          <a:xfrm>
            <a:off x="10206380" y="2332394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9"/>
                </a:lnTo>
                <a:lnTo>
                  <a:pt x="0" y="601599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8513973" name="Freeform 124"/>
          <p:cNvSpPr/>
          <p:nvPr/>
        </p:nvSpPr>
        <p:spPr bwMode="auto">
          <a:xfrm>
            <a:off x="9630823" y="2332394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9"/>
                </a:lnTo>
                <a:lnTo>
                  <a:pt x="0" y="601599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6170636" name="Freeform 125"/>
          <p:cNvSpPr/>
          <p:nvPr/>
        </p:nvSpPr>
        <p:spPr bwMode="auto">
          <a:xfrm rot="7235047">
            <a:off x="9060527" y="4074855"/>
            <a:ext cx="1899915" cy="679218"/>
          </a:xfrm>
          <a:custGeom>
            <a:avLst/>
            <a:gdLst/>
            <a:ahLst/>
            <a:cxnLst/>
            <a:rect l="l" t="t" r="r" b="b"/>
            <a:pathLst>
              <a:path w="1899917" h="679220" fill="norm" stroke="1" extrusionOk="0">
                <a:moveTo>
                  <a:pt x="0" y="0"/>
                </a:moveTo>
                <a:lnTo>
                  <a:pt x="1899917" y="0"/>
                </a:lnTo>
                <a:lnTo>
                  <a:pt x="1899917" y="679221"/>
                </a:lnTo>
                <a:lnTo>
                  <a:pt x="0" y="679221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3881543" name="Freeform 126"/>
          <p:cNvSpPr/>
          <p:nvPr/>
        </p:nvSpPr>
        <p:spPr bwMode="auto">
          <a:xfrm>
            <a:off x="7210904" y="4444948"/>
            <a:ext cx="1589630" cy="1744452"/>
          </a:xfrm>
          <a:custGeom>
            <a:avLst/>
            <a:gdLst/>
            <a:ahLst/>
            <a:cxnLst/>
            <a:rect l="l" t="t" r="r" b="b"/>
            <a:pathLst>
              <a:path w="1589632" h="1744452" fill="norm" stroke="1" extrusionOk="0">
                <a:moveTo>
                  <a:pt x="0" y="0"/>
                </a:moveTo>
                <a:lnTo>
                  <a:pt x="1589632" y="0"/>
                </a:lnTo>
                <a:lnTo>
                  <a:pt x="1589632" y="1744452"/>
                </a:lnTo>
                <a:lnTo>
                  <a:pt x="0" y="174445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3600252" name="Freeform 127"/>
          <p:cNvSpPr/>
          <p:nvPr/>
        </p:nvSpPr>
        <p:spPr bwMode="auto">
          <a:xfrm>
            <a:off x="7722628" y="4626134"/>
            <a:ext cx="566181" cy="503193"/>
          </a:xfrm>
          <a:custGeom>
            <a:avLst/>
            <a:gdLst/>
            <a:ahLst/>
            <a:cxnLst/>
            <a:rect l="l" t="t" r="r" b="b"/>
            <a:pathLst>
              <a:path w="566183" h="503195" fill="norm" stroke="1" extrusionOk="0">
                <a:moveTo>
                  <a:pt x="0" y="0"/>
                </a:moveTo>
                <a:lnTo>
                  <a:pt x="566183" y="0"/>
                </a:lnTo>
                <a:lnTo>
                  <a:pt x="566183" y="503196"/>
                </a:lnTo>
                <a:lnTo>
                  <a:pt x="0" y="503196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1841387" name="Freeform 128"/>
          <p:cNvSpPr/>
          <p:nvPr/>
        </p:nvSpPr>
        <p:spPr bwMode="auto">
          <a:xfrm>
            <a:off x="3910651" y="4444948"/>
            <a:ext cx="1589630" cy="1744452"/>
          </a:xfrm>
          <a:custGeom>
            <a:avLst/>
            <a:gdLst/>
            <a:ahLst/>
            <a:cxnLst/>
            <a:rect l="l" t="t" r="r" b="b"/>
            <a:pathLst>
              <a:path w="1589632" h="1744452" fill="norm" stroke="1" extrusionOk="0">
                <a:moveTo>
                  <a:pt x="0" y="0"/>
                </a:moveTo>
                <a:lnTo>
                  <a:pt x="1589632" y="0"/>
                </a:lnTo>
                <a:lnTo>
                  <a:pt x="1589632" y="1744452"/>
                </a:lnTo>
                <a:lnTo>
                  <a:pt x="0" y="1744452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5871667" name="Freeform 129"/>
          <p:cNvSpPr/>
          <p:nvPr/>
        </p:nvSpPr>
        <p:spPr bwMode="auto">
          <a:xfrm>
            <a:off x="5946059" y="5069082"/>
            <a:ext cx="826977" cy="496185"/>
          </a:xfrm>
          <a:custGeom>
            <a:avLst/>
            <a:gdLst/>
            <a:ahLst/>
            <a:cxnLst/>
            <a:rect l="l" t="t" r="r" b="b"/>
            <a:pathLst>
              <a:path w="826979" h="496187" fill="norm" stroke="1" extrusionOk="0">
                <a:moveTo>
                  <a:pt x="0" y="0"/>
                </a:moveTo>
                <a:lnTo>
                  <a:pt x="826979" y="0"/>
                </a:lnTo>
                <a:lnTo>
                  <a:pt x="826979" y="496187"/>
                </a:lnTo>
                <a:lnTo>
                  <a:pt x="0" y="496187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1722905" name="TextBox 130"/>
          <p:cNvSpPr txBox="1"/>
          <p:nvPr/>
        </p:nvSpPr>
        <p:spPr bwMode="auto">
          <a:xfrm>
            <a:off x="3857893" y="6203593"/>
            <a:ext cx="1670833" cy="357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1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Bob</a:t>
            </a:r>
            <a:endParaRPr/>
          </a:p>
        </p:txBody>
      </p:sp>
      <p:sp>
        <p:nvSpPr>
          <p:cNvPr id="64130918" name="Freeform 132"/>
          <p:cNvSpPr/>
          <p:nvPr/>
        </p:nvSpPr>
        <p:spPr bwMode="auto">
          <a:xfrm rot="0" flipH="0" flipV="0">
            <a:off x="606944" y="5008284"/>
            <a:ext cx="886279" cy="617778"/>
          </a:xfrm>
          <a:custGeom>
            <a:avLst/>
            <a:gdLst/>
            <a:ahLst/>
            <a:cxnLst/>
            <a:rect l="l" t="t" r="r" b="b"/>
            <a:pathLst>
              <a:path w="365597" h="254839" fill="norm" stroke="1" extrusionOk="0">
                <a:moveTo>
                  <a:pt x="104823" y="0"/>
                </a:moveTo>
                <a:lnTo>
                  <a:pt x="260774" y="0"/>
                </a:lnTo>
                <a:cubicBezTo>
                  <a:pt x="318666" y="0"/>
                  <a:pt x="365597" y="46931"/>
                  <a:pt x="365597" y="104823"/>
                </a:cubicBezTo>
                <a:lnTo>
                  <a:pt x="365597" y="150015"/>
                </a:lnTo>
                <a:cubicBezTo>
                  <a:pt x="365597" y="177816"/>
                  <a:pt x="354553" y="204478"/>
                  <a:pt x="334895" y="224137"/>
                </a:cubicBezTo>
                <a:cubicBezTo>
                  <a:pt x="315237" y="243795"/>
                  <a:pt x="288574" y="254839"/>
                  <a:pt x="260774" y="254839"/>
                </a:cubicBezTo>
                <a:lnTo>
                  <a:pt x="104823" y="254839"/>
                </a:lnTo>
                <a:cubicBezTo>
                  <a:pt x="77022" y="254839"/>
                  <a:pt x="50360" y="243795"/>
                  <a:pt x="30702" y="224137"/>
                </a:cubicBezTo>
                <a:cubicBezTo>
                  <a:pt x="11044" y="204478"/>
                  <a:pt x="0" y="177816"/>
                  <a:pt x="0" y="150015"/>
                </a:cubicBezTo>
                <a:lnTo>
                  <a:pt x="0" y="104823"/>
                </a:lnTo>
                <a:cubicBezTo>
                  <a:pt x="0" y="77022"/>
                  <a:pt x="11044" y="50360"/>
                  <a:pt x="30702" y="30702"/>
                </a:cubicBezTo>
                <a:cubicBezTo>
                  <a:pt x="50360" y="11044"/>
                  <a:pt x="77022" y="0"/>
                  <a:pt x="10482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94864207" name="TextBox 133"/>
          <p:cNvSpPr txBox="1"/>
          <p:nvPr/>
        </p:nvSpPr>
        <p:spPr bwMode="auto">
          <a:xfrm rot="0" flipH="0" flipV="0">
            <a:off x="606944" y="4846654"/>
            <a:ext cx="886279" cy="77941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KYC</a:t>
            </a:r>
            <a:endParaRPr/>
          </a:p>
        </p:txBody>
      </p:sp>
      <p:sp>
        <p:nvSpPr>
          <p:cNvPr id="945166553" name="AutoShape 134"/>
          <p:cNvSpPr/>
          <p:nvPr/>
        </p:nvSpPr>
        <p:spPr bwMode="auto">
          <a:xfrm flipH="1">
            <a:off x="1050086" y="2151890"/>
            <a:ext cx="0" cy="2856393"/>
          </a:xfrm>
          <a:prstGeom prst="line">
            <a:avLst/>
          </a:prstGeom>
          <a:ln w="666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7357258" name="AutoShape 135"/>
          <p:cNvSpPr/>
          <p:nvPr/>
        </p:nvSpPr>
        <p:spPr bwMode="auto">
          <a:xfrm flipH="1" flipV="1">
            <a:off x="1493228" y="5317174"/>
            <a:ext cx="2417422" cy="0"/>
          </a:xfrm>
          <a:prstGeom prst="line">
            <a:avLst/>
          </a:prstGeom>
          <a:ln w="666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0758504" name="Freeform 88"/>
          <p:cNvSpPr/>
          <p:nvPr/>
        </p:nvSpPr>
        <p:spPr bwMode="auto">
          <a:xfrm rot="0" flipH="0" flipV="0">
            <a:off x="7616418" y="1088253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629016818" name="TextBox 89"/>
          <p:cNvSpPr txBox="1"/>
          <p:nvPr/>
        </p:nvSpPr>
        <p:spPr bwMode="auto">
          <a:xfrm rot="0" flipH="0" flipV="0">
            <a:off x="7643219" y="1098304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20999214" name="Freeform 90"/>
          <p:cNvSpPr/>
          <p:nvPr/>
        </p:nvSpPr>
        <p:spPr bwMode="auto">
          <a:xfrm rot="0" flipH="0" flipV="0">
            <a:off x="7653537" y="1125371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710401856" name="AutoShape 91"/>
          <p:cNvSpPr/>
          <p:nvPr/>
        </p:nvSpPr>
        <p:spPr bwMode="auto">
          <a:xfrm flipV="1">
            <a:off x="6983570" y="1374136"/>
            <a:ext cx="660628" cy="819990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5093876" name="Freeform 94"/>
          <p:cNvSpPr/>
          <p:nvPr/>
        </p:nvSpPr>
        <p:spPr bwMode="auto">
          <a:xfrm rot="0" flipH="0" flipV="0">
            <a:off x="7902301" y="1569711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399916332" name="TextBox 95"/>
          <p:cNvSpPr txBox="1"/>
          <p:nvPr/>
        </p:nvSpPr>
        <p:spPr bwMode="auto">
          <a:xfrm rot="0" flipH="0" flipV="0">
            <a:off x="7929102" y="1579762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17925226" name="Freeform 96"/>
          <p:cNvSpPr/>
          <p:nvPr/>
        </p:nvSpPr>
        <p:spPr bwMode="auto">
          <a:xfrm rot="0" flipH="0" flipV="0">
            <a:off x="7939418" y="1606829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976593311" name="AutoShape 97"/>
          <p:cNvSpPr/>
          <p:nvPr/>
        </p:nvSpPr>
        <p:spPr bwMode="auto">
          <a:xfrm flipV="1">
            <a:off x="7025171" y="1793213"/>
            <a:ext cx="877131" cy="494334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6850834" name="Freeform 100"/>
          <p:cNvSpPr/>
          <p:nvPr/>
        </p:nvSpPr>
        <p:spPr bwMode="auto">
          <a:xfrm rot="0" flipH="0" flipV="0">
            <a:off x="7984454" y="2394274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785802934" name="TextBox 101"/>
          <p:cNvSpPr txBox="1"/>
          <p:nvPr/>
        </p:nvSpPr>
        <p:spPr bwMode="auto">
          <a:xfrm rot="0" flipH="0" flipV="0">
            <a:off x="8011255" y="2404325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303330724" name="Freeform 102"/>
          <p:cNvSpPr/>
          <p:nvPr/>
        </p:nvSpPr>
        <p:spPr bwMode="auto">
          <a:xfrm rot="0" flipH="0" flipV="0">
            <a:off x="8021572" y="2431392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945429632" name="AutoShape 103"/>
          <p:cNvSpPr/>
          <p:nvPr/>
        </p:nvSpPr>
        <p:spPr bwMode="auto">
          <a:xfrm>
            <a:off x="7025171" y="2429172"/>
            <a:ext cx="959283" cy="94032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5783374" name="Freeform 106"/>
          <p:cNvSpPr/>
          <p:nvPr/>
        </p:nvSpPr>
        <p:spPr bwMode="auto">
          <a:xfrm rot="0" flipH="0" flipV="0">
            <a:off x="7556330" y="3079689"/>
            <a:ext cx="428121" cy="4281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>
              <a:alpha val="14902"/>
            </a:srgbClr>
          </a:solidFill>
        </p:spPr>
        <p:txBody>
          <a:bodyPr/>
          <a:p/>
        </p:txBody>
      </p:sp>
      <p:sp>
        <p:nvSpPr>
          <p:cNvPr id="1557110114" name="TextBox 107"/>
          <p:cNvSpPr txBox="1"/>
          <p:nvPr/>
        </p:nvSpPr>
        <p:spPr bwMode="auto">
          <a:xfrm rot="0" flipH="0" flipV="0">
            <a:off x="7596466" y="3094741"/>
            <a:ext cx="347848" cy="3729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997622647" name="Freeform 108"/>
          <p:cNvSpPr/>
          <p:nvPr/>
        </p:nvSpPr>
        <p:spPr bwMode="auto">
          <a:xfrm rot="0" flipH="0" flipV="0">
            <a:off x="7611917" y="3135276"/>
            <a:ext cx="316945" cy="316945"/>
          </a:xfrm>
          <a:custGeom>
            <a:avLst/>
            <a:gdLst/>
            <a:ahLst/>
            <a:cxnLst/>
            <a:rect l="l" t="t" r="r" b="b"/>
            <a:pathLst>
              <a:path w="422597" h="422597" fill="norm" stroke="1" extrusionOk="0">
                <a:moveTo>
                  <a:pt x="0" y="0"/>
                </a:moveTo>
                <a:lnTo>
                  <a:pt x="422598" y="0"/>
                </a:lnTo>
                <a:lnTo>
                  <a:pt x="422598" y="422598"/>
                </a:lnTo>
                <a:lnTo>
                  <a:pt x="0" y="4225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398133569" name="AutoShape 109"/>
          <p:cNvSpPr/>
          <p:nvPr/>
        </p:nvSpPr>
        <p:spPr bwMode="auto">
          <a:xfrm>
            <a:off x="7025171" y="2605800"/>
            <a:ext cx="531158" cy="490338"/>
          </a:xfrm>
          <a:prstGeom prst="line">
            <a:avLst/>
          </a:prstGeom>
          <a:ln w="47625" cap="flat">
            <a:solidFill>
              <a:srgbClr val="FF5C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5193882" name="Freeform 110"/>
          <p:cNvSpPr/>
          <p:nvPr/>
        </p:nvSpPr>
        <p:spPr bwMode="auto">
          <a:xfrm rot="-10799952">
            <a:off x="8201640" y="819494"/>
            <a:ext cx="708651" cy="3149556"/>
          </a:xfrm>
          <a:custGeom>
            <a:avLst/>
            <a:gdLst/>
            <a:ahLst/>
            <a:cxnLst/>
            <a:rect l="l" t="t" r="r" b="b"/>
            <a:pathLst>
              <a:path w="708651" h="3149558" fill="norm" stroke="1" extrusionOk="0">
                <a:moveTo>
                  <a:pt x="0" y="0"/>
                </a:moveTo>
                <a:lnTo>
                  <a:pt x="708650" y="0"/>
                </a:lnTo>
                <a:lnTo>
                  <a:pt x="708650" y="3149558"/>
                </a:lnTo>
                <a:lnTo>
                  <a:pt x="0" y="314955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7432222" name="Freeform 112"/>
          <p:cNvSpPr/>
          <p:nvPr/>
        </p:nvSpPr>
        <p:spPr bwMode="auto">
          <a:xfrm rot="0" flipH="0" flipV="0">
            <a:off x="9244174" y="1603022"/>
            <a:ext cx="1989819" cy="1582497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2137176009" name="TextBox 113"/>
          <p:cNvSpPr txBox="1"/>
          <p:nvPr/>
        </p:nvSpPr>
        <p:spPr bwMode="auto">
          <a:xfrm rot="0" flipH="0" flipV="0">
            <a:off x="9244174" y="1575451"/>
            <a:ext cx="1989819" cy="161007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580"/>
              </a:lnSpc>
              <a:defRPr/>
            </a:pPr>
            <a:endParaRPr/>
          </a:p>
        </p:txBody>
      </p:sp>
      <p:sp>
        <p:nvSpPr>
          <p:cNvPr id="1232254325" name="Freeform 114"/>
          <p:cNvSpPr/>
          <p:nvPr/>
        </p:nvSpPr>
        <p:spPr bwMode="auto">
          <a:xfrm>
            <a:off x="10565507" y="1742441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2"/>
                </a:lnTo>
                <a:lnTo>
                  <a:pt x="0" y="57465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5801109" name="Freeform 115"/>
          <p:cNvSpPr/>
          <p:nvPr/>
        </p:nvSpPr>
        <p:spPr bwMode="auto">
          <a:xfrm>
            <a:off x="10019864" y="1742441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6" y="0"/>
                </a:lnTo>
                <a:lnTo>
                  <a:pt x="432366" y="574652"/>
                </a:lnTo>
                <a:lnTo>
                  <a:pt x="0" y="57465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8755801" name="Freeform 116"/>
          <p:cNvSpPr/>
          <p:nvPr/>
        </p:nvSpPr>
        <p:spPr bwMode="auto">
          <a:xfrm>
            <a:off x="9470086" y="1742441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2"/>
                </a:lnTo>
                <a:lnTo>
                  <a:pt x="0" y="57465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037367" name="Freeform 117"/>
          <p:cNvSpPr/>
          <p:nvPr/>
        </p:nvSpPr>
        <p:spPr bwMode="auto">
          <a:xfrm>
            <a:off x="10565507" y="2465225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3"/>
                </a:lnTo>
                <a:lnTo>
                  <a:pt x="0" y="57465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3626951" name="Freeform 118"/>
          <p:cNvSpPr/>
          <p:nvPr/>
        </p:nvSpPr>
        <p:spPr bwMode="auto">
          <a:xfrm>
            <a:off x="10019864" y="2465225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6" y="0"/>
                </a:lnTo>
                <a:lnTo>
                  <a:pt x="432366" y="574653"/>
                </a:lnTo>
                <a:lnTo>
                  <a:pt x="0" y="57465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0348320" name="Freeform 119"/>
          <p:cNvSpPr/>
          <p:nvPr/>
        </p:nvSpPr>
        <p:spPr bwMode="auto">
          <a:xfrm>
            <a:off x="9470086" y="2465225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3"/>
                </a:lnTo>
                <a:lnTo>
                  <a:pt x="0" y="57465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1165269" name="Freeform 120"/>
          <p:cNvSpPr/>
          <p:nvPr/>
        </p:nvSpPr>
        <p:spPr bwMode="auto">
          <a:xfrm rot="7235047">
            <a:off x="8925334" y="4129641"/>
            <a:ext cx="1814817" cy="648796"/>
          </a:xfrm>
          <a:custGeom>
            <a:avLst/>
            <a:gdLst/>
            <a:ahLst/>
            <a:cxnLst/>
            <a:rect l="l" t="t" r="r" b="b"/>
            <a:pathLst>
              <a:path w="1814819" h="648798" fill="norm" stroke="1" extrusionOk="0">
                <a:moveTo>
                  <a:pt x="0" y="0"/>
                </a:moveTo>
                <a:lnTo>
                  <a:pt x="1814819" y="0"/>
                </a:lnTo>
                <a:lnTo>
                  <a:pt x="1814819" y="648798"/>
                </a:lnTo>
                <a:lnTo>
                  <a:pt x="0" y="648798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8397460" name="Freeform 121"/>
          <p:cNvSpPr/>
          <p:nvPr/>
        </p:nvSpPr>
        <p:spPr bwMode="auto">
          <a:xfrm>
            <a:off x="7158557" y="4483157"/>
            <a:ext cx="1518430" cy="1666315"/>
          </a:xfrm>
          <a:custGeom>
            <a:avLst/>
            <a:gdLst/>
            <a:ahLst/>
            <a:cxnLst/>
            <a:rect l="l" t="t" r="r" b="b"/>
            <a:pathLst>
              <a:path w="1518432" h="1666317" fill="norm" stroke="1" extrusionOk="0">
                <a:moveTo>
                  <a:pt x="0" y="0"/>
                </a:moveTo>
                <a:lnTo>
                  <a:pt x="1518431" y="0"/>
                </a:lnTo>
                <a:lnTo>
                  <a:pt x="1518431" y="1666317"/>
                </a:lnTo>
                <a:lnTo>
                  <a:pt x="0" y="166631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2487392" name="Freeform 122"/>
          <p:cNvSpPr/>
          <p:nvPr/>
        </p:nvSpPr>
        <p:spPr bwMode="auto">
          <a:xfrm>
            <a:off x="7647361" y="4656227"/>
            <a:ext cx="540822" cy="480654"/>
          </a:xfrm>
          <a:custGeom>
            <a:avLst/>
            <a:gdLst/>
            <a:ahLst/>
            <a:cxnLst/>
            <a:rect l="l" t="t" r="r" b="b"/>
            <a:pathLst>
              <a:path w="540824" h="480657" fill="norm" stroke="1" extrusionOk="0">
                <a:moveTo>
                  <a:pt x="0" y="0"/>
                </a:moveTo>
                <a:lnTo>
                  <a:pt x="540823" y="0"/>
                </a:lnTo>
                <a:lnTo>
                  <a:pt x="540823" y="480657"/>
                </a:lnTo>
                <a:lnTo>
                  <a:pt x="0" y="480657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828111343" name=""/>
          <p:cNvGrpSpPr/>
          <p:nvPr/>
        </p:nvGrpSpPr>
        <p:grpSpPr bwMode="auto">
          <a:xfrm>
            <a:off x="850392" y="709349"/>
            <a:ext cx="6174774" cy="5786551"/>
            <a:chOff x="0" y="0"/>
            <a:chExt cx="6174774" cy="5786551"/>
          </a:xfrm>
        </p:grpSpPr>
        <p:sp>
          <p:nvSpPr>
            <p:cNvPr id="272686784" name="AutoShape 26"/>
            <p:cNvSpPr/>
            <p:nvPr/>
          </p:nvSpPr>
          <p:spPr bwMode="auto">
            <a:xfrm flipV="1">
              <a:off x="637354" y="438273"/>
              <a:ext cx="1021349" cy="76978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21522775" name="Freeform 29"/>
            <p:cNvSpPr/>
            <p:nvPr/>
          </p:nvSpPr>
          <p:spPr bwMode="auto">
            <a:xfrm rot="0" flipH="0" flipV="0">
              <a:off x="1658704" y="187598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6655822" name="TextBox 30"/>
            <p:cNvSpPr txBox="1"/>
            <p:nvPr/>
          </p:nvSpPr>
          <p:spPr bwMode="auto">
            <a:xfrm rot="0" flipH="0" flipV="0">
              <a:off x="1685505" y="197649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346380641" name="Freeform 31"/>
            <p:cNvSpPr/>
            <p:nvPr/>
          </p:nvSpPr>
          <p:spPr bwMode="auto">
            <a:xfrm rot="0" flipH="0" flipV="0">
              <a:off x="1695822" y="224715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/>
            </a:blipFill>
          </p:spPr>
        </p:sp>
        <p:sp>
          <p:nvSpPr>
            <p:cNvPr id="906702395" name="Freeform 34"/>
            <p:cNvSpPr/>
            <p:nvPr/>
          </p:nvSpPr>
          <p:spPr bwMode="auto">
            <a:xfrm rot="0" flipH="0" flipV="0">
              <a:off x="209232" y="1155328"/>
              <a:ext cx="428121" cy="428121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70414185" name="TextBox 35"/>
            <p:cNvSpPr txBox="1"/>
            <p:nvPr/>
          </p:nvSpPr>
          <p:spPr bwMode="auto">
            <a:xfrm rot="0" flipH="0" flipV="0">
              <a:off x="249366" y="1170380"/>
              <a:ext cx="347848" cy="3729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4"/>
                </a:lnSpc>
                <a:defRPr/>
              </a:pPr>
              <a:endParaRPr/>
            </a:p>
          </p:txBody>
        </p:sp>
        <p:sp>
          <p:nvSpPr>
            <p:cNvPr id="1703945643" name="Freeform 36"/>
            <p:cNvSpPr/>
            <p:nvPr/>
          </p:nvSpPr>
          <p:spPr bwMode="auto">
            <a:xfrm rot="0" flipH="0" flipV="0">
              <a:off x="264817" y="1210914"/>
              <a:ext cx="316945" cy="316945"/>
            </a:xfrm>
            <a:custGeom>
              <a:avLst/>
              <a:gdLst/>
              <a:ahLst/>
              <a:cxnLst/>
              <a:rect l="l" t="t" r="r" b="b"/>
              <a:pathLst>
                <a:path w="422597" h="422597" fill="norm" stroke="1" extrusionOk="0">
                  <a:moveTo>
                    <a:pt x="0" y="0"/>
                  </a:moveTo>
                  <a:lnTo>
                    <a:pt x="422598" y="0"/>
                  </a:lnTo>
                  <a:lnTo>
                    <a:pt x="422598" y="422598"/>
                  </a:lnTo>
                  <a:lnTo>
                    <a:pt x="0" y="4225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/>
            </a:blipFill>
          </p:spPr>
        </p:sp>
        <p:sp>
          <p:nvSpPr>
            <p:cNvPr id="388168600" name="AutoShape 37"/>
            <p:cNvSpPr/>
            <p:nvPr/>
          </p:nvSpPr>
          <p:spPr bwMode="auto">
            <a:xfrm>
              <a:off x="1920520" y="473481"/>
              <a:ext cx="525105" cy="631425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54151804" name="Freeform 40"/>
            <p:cNvSpPr/>
            <p:nvPr/>
          </p:nvSpPr>
          <p:spPr bwMode="auto">
            <a:xfrm rot="0" flipH="0" flipV="0">
              <a:off x="3671451" y="443774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04713874" name="TextBox 41"/>
            <p:cNvSpPr txBox="1"/>
            <p:nvPr/>
          </p:nvSpPr>
          <p:spPr bwMode="auto">
            <a:xfrm rot="0" flipH="0" flipV="0">
              <a:off x="3698250" y="453825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735619366" name="Freeform 42"/>
            <p:cNvSpPr/>
            <p:nvPr/>
          </p:nvSpPr>
          <p:spPr bwMode="auto">
            <a:xfrm rot="0" flipH="0" flipV="0">
              <a:off x="3708567" y="480892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/>
            </a:blipFill>
          </p:spPr>
        </p:sp>
        <p:sp>
          <p:nvSpPr>
            <p:cNvPr id="1695559890" name="AutoShape 43"/>
            <p:cNvSpPr/>
            <p:nvPr/>
          </p:nvSpPr>
          <p:spPr bwMode="auto">
            <a:xfrm flipH="1">
              <a:off x="2974252" y="674882"/>
              <a:ext cx="697196" cy="430024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41085634" name="Freeform 46"/>
            <p:cNvSpPr/>
            <p:nvPr/>
          </p:nvSpPr>
          <p:spPr bwMode="auto">
            <a:xfrm rot="0" flipH="0" flipV="0">
              <a:off x="3251733" y="88824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98278682" name="TextBox 47"/>
            <p:cNvSpPr txBox="1"/>
            <p:nvPr/>
          </p:nvSpPr>
          <p:spPr bwMode="auto">
            <a:xfrm rot="0" flipH="0" flipV="0">
              <a:off x="3278534" y="98875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24101471" name="Freeform 48"/>
            <p:cNvSpPr/>
            <p:nvPr/>
          </p:nvSpPr>
          <p:spPr bwMode="auto">
            <a:xfrm rot="0" flipH="0" flipV="0">
              <a:off x="3288852" y="125942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/>
            </a:blipFill>
          </p:spPr>
        </p:sp>
        <p:sp>
          <p:nvSpPr>
            <p:cNvPr id="1769888747" name="AutoShape 49"/>
            <p:cNvSpPr/>
            <p:nvPr/>
          </p:nvSpPr>
          <p:spPr bwMode="auto">
            <a:xfrm flipH="1">
              <a:off x="2777243" y="374707"/>
              <a:ext cx="516350" cy="730197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8379127" name="Freeform 52"/>
            <p:cNvSpPr/>
            <p:nvPr/>
          </p:nvSpPr>
          <p:spPr bwMode="auto">
            <a:xfrm rot="0" flipH="0" flipV="0">
              <a:off x="2477799" y="0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04113325" name="TextBox 53"/>
            <p:cNvSpPr txBox="1"/>
            <p:nvPr/>
          </p:nvSpPr>
          <p:spPr bwMode="auto">
            <a:xfrm rot="0" flipH="0" flipV="0">
              <a:off x="2504601" y="10050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289018496" name="Freeform 54"/>
            <p:cNvSpPr/>
            <p:nvPr/>
          </p:nvSpPr>
          <p:spPr bwMode="auto">
            <a:xfrm rot="0" flipH="0" flipV="0">
              <a:off x="2514916" y="37118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/>
            </a:blipFill>
          </p:spPr>
        </p:sp>
        <p:sp>
          <p:nvSpPr>
            <p:cNvPr id="1292799287" name="AutoShape 55"/>
            <p:cNvSpPr/>
            <p:nvPr/>
          </p:nvSpPr>
          <p:spPr bwMode="auto">
            <a:xfrm>
              <a:off x="2621241" y="285883"/>
              <a:ext cx="2854" cy="819022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435813" name="AutoShape 56"/>
            <p:cNvSpPr/>
            <p:nvPr/>
          </p:nvSpPr>
          <p:spPr bwMode="auto">
            <a:xfrm>
              <a:off x="2868250" y="1535926"/>
              <a:ext cx="847874" cy="750713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26830473" name="Freeform 59"/>
            <p:cNvSpPr/>
            <p:nvPr/>
          </p:nvSpPr>
          <p:spPr bwMode="auto">
            <a:xfrm rot="0" flipH="0" flipV="0">
              <a:off x="3716127" y="2262110"/>
              <a:ext cx="428121" cy="428121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>
                <a:alpha val="14902"/>
              </a:srgbClr>
            </a:solidFill>
          </p:spPr>
        </p:sp>
        <p:sp>
          <p:nvSpPr>
            <p:cNvPr id="2125436754" name="TextBox 60"/>
            <p:cNvSpPr txBox="1"/>
            <p:nvPr/>
          </p:nvSpPr>
          <p:spPr bwMode="auto">
            <a:xfrm rot="0" flipH="0" flipV="0">
              <a:off x="3756261" y="2277162"/>
              <a:ext cx="347848" cy="3729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4"/>
                </a:lnSpc>
                <a:defRPr/>
              </a:pPr>
              <a:endParaRPr/>
            </a:p>
          </p:txBody>
        </p:sp>
        <p:sp>
          <p:nvSpPr>
            <p:cNvPr id="697429390" name="Freeform 61"/>
            <p:cNvSpPr/>
            <p:nvPr/>
          </p:nvSpPr>
          <p:spPr bwMode="auto">
            <a:xfrm rot="0" flipH="0" flipV="0">
              <a:off x="3771712" y="2317698"/>
              <a:ext cx="316945" cy="316945"/>
            </a:xfrm>
            <a:custGeom>
              <a:avLst/>
              <a:gdLst/>
              <a:ahLst/>
              <a:cxnLst/>
              <a:rect l="l" t="t" r="r" b="b"/>
              <a:pathLst>
                <a:path w="422597" h="422597" fill="norm" stroke="1" extrusionOk="0">
                  <a:moveTo>
                    <a:pt x="0" y="0"/>
                  </a:moveTo>
                  <a:lnTo>
                    <a:pt x="422598" y="0"/>
                  </a:lnTo>
                  <a:lnTo>
                    <a:pt x="422598" y="422598"/>
                  </a:lnTo>
                  <a:lnTo>
                    <a:pt x="0" y="4225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>
                <a:alphaModFix amt="15000"/>
              </a:blip>
              <a:stretch/>
            </a:blipFill>
          </p:spPr>
        </p:sp>
        <p:sp>
          <p:nvSpPr>
            <p:cNvPr id="854330437" name="AutoShape 62"/>
            <p:cNvSpPr/>
            <p:nvPr/>
          </p:nvSpPr>
          <p:spPr bwMode="auto">
            <a:xfrm flipV="1">
              <a:off x="4044996" y="908255"/>
              <a:ext cx="726105" cy="1353854"/>
            </a:xfrm>
            <a:prstGeom prst="line">
              <a:avLst/>
            </a:prstGeom>
            <a:grpFill/>
            <a:ln w="47625" cap="flat">
              <a:solidFill>
                <a:srgbClr val="FF5C00">
                  <a:alpha val="14902"/>
                </a:srgbClr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40055071" name="Freeform 65"/>
            <p:cNvSpPr/>
            <p:nvPr/>
          </p:nvSpPr>
          <p:spPr bwMode="auto">
            <a:xfrm rot="0" flipH="0" flipV="0">
              <a:off x="4671846" y="480130"/>
              <a:ext cx="428121" cy="428121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>
                <a:alpha val="14902"/>
              </a:srgbClr>
            </a:solidFill>
          </p:spPr>
        </p:sp>
        <p:sp>
          <p:nvSpPr>
            <p:cNvPr id="1569747599" name="TextBox 66"/>
            <p:cNvSpPr txBox="1"/>
            <p:nvPr/>
          </p:nvSpPr>
          <p:spPr bwMode="auto">
            <a:xfrm rot="0" flipH="0" flipV="0">
              <a:off x="4711982" y="495182"/>
              <a:ext cx="347848" cy="3729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4"/>
                </a:lnSpc>
                <a:defRPr/>
              </a:pPr>
              <a:endParaRPr/>
            </a:p>
          </p:txBody>
        </p:sp>
        <p:sp>
          <p:nvSpPr>
            <p:cNvPr id="569184111" name="Freeform 67"/>
            <p:cNvSpPr/>
            <p:nvPr/>
          </p:nvSpPr>
          <p:spPr bwMode="auto">
            <a:xfrm rot="0" flipH="0" flipV="0">
              <a:off x="4727432" y="535716"/>
              <a:ext cx="316945" cy="316945"/>
            </a:xfrm>
            <a:custGeom>
              <a:avLst/>
              <a:gdLst/>
              <a:ahLst/>
              <a:cxnLst/>
              <a:rect l="l" t="t" r="r" b="b"/>
              <a:pathLst>
                <a:path w="422597" h="422597" fill="norm" stroke="1" extrusionOk="0">
                  <a:moveTo>
                    <a:pt x="0" y="0"/>
                  </a:moveTo>
                  <a:lnTo>
                    <a:pt x="422598" y="0"/>
                  </a:lnTo>
                  <a:lnTo>
                    <a:pt x="422598" y="422598"/>
                  </a:lnTo>
                  <a:lnTo>
                    <a:pt x="0" y="4225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>
                <a:alphaModFix amt="15000"/>
              </a:blip>
              <a:stretch/>
            </a:blipFill>
          </p:spPr>
        </p:sp>
        <p:sp>
          <p:nvSpPr>
            <p:cNvPr id="1009077700" name="Freeform 70"/>
            <p:cNvSpPr/>
            <p:nvPr/>
          </p:nvSpPr>
          <p:spPr bwMode="auto">
            <a:xfrm rot="0" flipH="0" flipV="0">
              <a:off x="4700304" y="2394168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14902"/>
              </a:srgbClr>
            </a:solidFill>
          </p:spPr>
        </p:sp>
        <p:sp>
          <p:nvSpPr>
            <p:cNvPr id="1116857459" name="TextBox 71"/>
            <p:cNvSpPr txBox="1"/>
            <p:nvPr/>
          </p:nvSpPr>
          <p:spPr bwMode="auto">
            <a:xfrm rot="0" flipH="0" flipV="0">
              <a:off x="4727103" y="2404219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823907674" name="Freeform 72"/>
            <p:cNvSpPr/>
            <p:nvPr/>
          </p:nvSpPr>
          <p:spPr bwMode="auto">
            <a:xfrm rot="0" flipH="0" flipV="0">
              <a:off x="4737420" y="2431286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>
                <a:alphaModFix amt="15000"/>
              </a:blip>
              <a:stretch/>
            </a:blipFill>
          </p:spPr>
        </p:sp>
        <p:sp>
          <p:nvSpPr>
            <p:cNvPr id="683075848" name="AutoShape 73"/>
            <p:cNvSpPr/>
            <p:nvPr/>
          </p:nvSpPr>
          <p:spPr bwMode="auto">
            <a:xfrm>
              <a:off x="4144251" y="2490459"/>
              <a:ext cx="556051" cy="37108"/>
            </a:xfrm>
            <a:prstGeom prst="line">
              <a:avLst/>
            </a:prstGeom>
            <a:grpFill/>
            <a:ln w="19050" cap="flat">
              <a:solidFill>
                <a:srgbClr val="000000">
                  <a:alpha val="14902"/>
                </a:srgbClr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5138473" name="Freeform 76"/>
            <p:cNvSpPr/>
            <p:nvPr/>
          </p:nvSpPr>
          <p:spPr bwMode="auto">
            <a:xfrm rot="0" flipH="0" flipV="0">
              <a:off x="5817773" y="187598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14902"/>
              </a:srgbClr>
            </a:solidFill>
          </p:spPr>
        </p:sp>
        <p:sp>
          <p:nvSpPr>
            <p:cNvPr id="1993434949" name="TextBox 77"/>
            <p:cNvSpPr txBox="1"/>
            <p:nvPr/>
          </p:nvSpPr>
          <p:spPr bwMode="auto">
            <a:xfrm rot="0" flipH="0" flipV="0">
              <a:off x="5844574" y="197649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682356488" name="Freeform 78"/>
            <p:cNvSpPr/>
            <p:nvPr/>
          </p:nvSpPr>
          <p:spPr bwMode="auto">
            <a:xfrm rot="0" flipH="0" flipV="0">
              <a:off x="5854890" y="224715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>
                <a:alphaModFix amt="15000"/>
              </a:blip>
              <a:stretch/>
            </a:blipFill>
          </p:spPr>
        </p:sp>
        <p:sp>
          <p:nvSpPr>
            <p:cNvPr id="187340794" name="AutoShape 79"/>
            <p:cNvSpPr/>
            <p:nvPr/>
          </p:nvSpPr>
          <p:spPr bwMode="auto">
            <a:xfrm flipV="1">
              <a:off x="5099972" y="378903"/>
              <a:ext cx="717800" cy="242862"/>
            </a:xfrm>
            <a:prstGeom prst="line">
              <a:avLst/>
            </a:prstGeom>
            <a:grpFill/>
            <a:ln w="19050" cap="flat">
              <a:solidFill>
                <a:srgbClr val="000000">
                  <a:alpha val="14902"/>
                </a:srgbClr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84724882" name="Freeform 82"/>
            <p:cNvSpPr/>
            <p:nvPr/>
          </p:nvSpPr>
          <p:spPr bwMode="auto">
            <a:xfrm rot="0" flipH="0" flipV="0">
              <a:off x="5746653" y="1484775"/>
              <a:ext cx="428121" cy="428121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>
                <a:alpha val="14902"/>
              </a:srgbClr>
            </a:solidFill>
          </p:spPr>
        </p:sp>
        <p:sp>
          <p:nvSpPr>
            <p:cNvPr id="1368767637" name="TextBox 83"/>
            <p:cNvSpPr txBox="1"/>
            <p:nvPr/>
          </p:nvSpPr>
          <p:spPr bwMode="auto">
            <a:xfrm rot="0" flipH="0" flipV="0">
              <a:off x="5786789" y="1499827"/>
              <a:ext cx="347848" cy="3729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4"/>
                </a:lnSpc>
                <a:defRPr/>
              </a:pPr>
              <a:endParaRPr/>
            </a:p>
          </p:txBody>
        </p:sp>
        <p:sp>
          <p:nvSpPr>
            <p:cNvPr id="1507617420" name="Freeform 84"/>
            <p:cNvSpPr/>
            <p:nvPr/>
          </p:nvSpPr>
          <p:spPr bwMode="auto">
            <a:xfrm rot="0" flipH="0" flipV="0">
              <a:off x="5802239" y="1540362"/>
              <a:ext cx="316945" cy="316945"/>
            </a:xfrm>
            <a:custGeom>
              <a:avLst/>
              <a:gdLst/>
              <a:ahLst/>
              <a:cxnLst/>
              <a:rect l="l" t="t" r="r" b="b"/>
              <a:pathLst>
                <a:path w="422597" h="422597" fill="norm" stroke="1" extrusionOk="0">
                  <a:moveTo>
                    <a:pt x="0" y="0"/>
                  </a:moveTo>
                  <a:lnTo>
                    <a:pt x="422598" y="0"/>
                  </a:lnTo>
                  <a:lnTo>
                    <a:pt x="422598" y="422598"/>
                  </a:lnTo>
                  <a:lnTo>
                    <a:pt x="0" y="4225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>
                <a:alphaModFix amt="15000"/>
              </a:blip>
              <a:stretch/>
            </a:blipFill>
          </p:spPr>
        </p:sp>
        <p:sp>
          <p:nvSpPr>
            <p:cNvPr id="440328764" name="AutoShape 85"/>
            <p:cNvSpPr/>
            <p:nvPr/>
          </p:nvSpPr>
          <p:spPr bwMode="auto">
            <a:xfrm>
              <a:off x="5099972" y="894283"/>
              <a:ext cx="646679" cy="604467"/>
            </a:xfrm>
            <a:prstGeom prst="line">
              <a:avLst/>
            </a:prstGeom>
            <a:grpFill/>
            <a:ln w="47625" cap="flat">
              <a:solidFill>
                <a:srgbClr val="FF5C00">
                  <a:alpha val="14902"/>
                </a:srgbClr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0885524" name="Freeform 123"/>
            <p:cNvSpPr/>
            <p:nvPr/>
          </p:nvSpPr>
          <p:spPr bwMode="auto">
            <a:xfrm>
              <a:off x="3155729" y="3773806"/>
              <a:ext cx="1518430" cy="1666315"/>
            </a:xfrm>
            <a:custGeom>
              <a:avLst/>
              <a:gdLst/>
              <a:ahLst/>
              <a:cxnLst/>
              <a:rect l="l" t="t" r="r" b="b"/>
              <a:pathLst>
                <a:path w="1518432" h="1666317" fill="norm" stroke="1" extrusionOk="0">
                  <a:moveTo>
                    <a:pt x="0" y="0"/>
                  </a:moveTo>
                  <a:lnTo>
                    <a:pt x="1518432" y="0"/>
                  </a:lnTo>
                  <a:lnTo>
                    <a:pt x="1518432" y="1666317"/>
                  </a:lnTo>
                  <a:lnTo>
                    <a:pt x="0" y="16663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6969170" name="Freeform 124"/>
            <p:cNvSpPr/>
            <p:nvPr/>
          </p:nvSpPr>
          <p:spPr bwMode="auto">
            <a:xfrm>
              <a:off x="5099972" y="4369982"/>
              <a:ext cx="789936" cy="473961"/>
            </a:xfrm>
            <a:custGeom>
              <a:avLst/>
              <a:gdLst/>
              <a:ahLst/>
              <a:cxnLst/>
              <a:rect l="l" t="t" r="r" b="b"/>
              <a:pathLst>
                <a:path w="789938" h="473963" fill="norm" stroke="1" extrusionOk="0">
                  <a:moveTo>
                    <a:pt x="0" y="0"/>
                  </a:moveTo>
                  <a:lnTo>
                    <a:pt x="789938" y="0"/>
                  </a:lnTo>
                  <a:lnTo>
                    <a:pt x="789938" y="473963"/>
                  </a:lnTo>
                  <a:lnTo>
                    <a:pt x="0" y="4739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0654129" name="Freeform 126"/>
            <p:cNvSpPr/>
            <p:nvPr/>
          </p:nvSpPr>
          <p:spPr bwMode="auto">
            <a:xfrm rot="0" flipH="0" flipV="0">
              <a:off x="0" y="4311906"/>
              <a:ext cx="846585" cy="590108"/>
            </a:xfrm>
            <a:custGeom>
              <a:avLst/>
              <a:gdLst/>
              <a:ahLst/>
              <a:cxnLst/>
              <a:rect l="l" t="t" r="r" b="b"/>
              <a:pathLst>
                <a:path w="365597" h="254839" fill="norm" stroke="1" extrusionOk="0">
                  <a:moveTo>
                    <a:pt x="109739" y="0"/>
                  </a:moveTo>
                  <a:lnTo>
                    <a:pt x="255858" y="0"/>
                  </a:lnTo>
                  <a:cubicBezTo>
                    <a:pt x="316465" y="0"/>
                    <a:pt x="365597" y="49132"/>
                    <a:pt x="365597" y="109739"/>
                  </a:cubicBezTo>
                  <a:lnTo>
                    <a:pt x="365597" y="145100"/>
                  </a:lnTo>
                  <a:cubicBezTo>
                    <a:pt x="365597" y="174205"/>
                    <a:pt x="354035" y="202117"/>
                    <a:pt x="333455" y="222697"/>
                  </a:cubicBezTo>
                  <a:cubicBezTo>
                    <a:pt x="312875" y="243277"/>
                    <a:pt x="284963" y="254839"/>
                    <a:pt x="255858" y="254839"/>
                  </a:cubicBezTo>
                  <a:lnTo>
                    <a:pt x="109739" y="254839"/>
                  </a:lnTo>
                  <a:cubicBezTo>
                    <a:pt x="80634" y="254839"/>
                    <a:pt x="52722" y="243277"/>
                    <a:pt x="32142" y="222697"/>
                  </a:cubicBezTo>
                  <a:cubicBezTo>
                    <a:pt x="11562" y="202117"/>
                    <a:pt x="0" y="174205"/>
                    <a:pt x="0" y="145100"/>
                  </a:cubicBezTo>
                  <a:lnTo>
                    <a:pt x="0" y="109739"/>
                  </a:lnTo>
                  <a:cubicBezTo>
                    <a:pt x="0" y="80634"/>
                    <a:pt x="11562" y="52722"/>
                    <a:pt x="32142" y="32142"/>
                  </a:cubicBezTo>
                  <a:cubicBezTo>
                    <a:pt x="52722" y="11562"/>
                    <a:pt x="80634" y="0"/>
                    <a:pt x="1097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9371933" name="TextBox 127"/>
            <p:cNvSpPr txBox="1"/>
            <p:nvPr/>
          </p:nvSpPr>
          <p:spPr bwMode="auto">
            <a:xfrm rot="0" flipH="0" flipV="0">
              <a:off x="0" y="4157516"/>
              <a:ext cx="846585" cy="74450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199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KYC</a:t>
              </a:r>
              <a:endParaRPr/>
            </a:p>
          </p:txBody>
        </p:sp>
        <p:sp>
          <p:nvSpPr>
            <p:cNvPr id="143835757" name="AutoShape 128"/>
            <p:cNvSpPr/>
            <p:nvPr/>
          </p:nvSpPr>
          <p:spPr bwMode="auto">
            <a:xfrm>
              <a:off x="423292" y="1583454"/>
              <a:ext cx="0" cy="2728453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0998628" name="AutoShape 129"/>
            <p:cNvSpPr/>
            <p:nvPr/>
          </p:nvSpPr>
          <p:spPr bwMode="auto">
            <a:xfrm flipH="1">
              <a:off x="846586" y="4606965"/>
              <a:ext cx="230914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0954150" name="Freeform 131"/>
            <p:cNvSpPr/>
            <p:nvPr/>
          </p:nvSpPr>
          <p:spPr bwMode="auto">
            <a:xfrm rot="0" flipH="0" flipV="0">
              <a:off x="1230855" y="1104905"/>
              <a:ext cx="1924871" cy="431019"/>
            </a:xfrm>
            <a:custGeom>
              <a:avLst/>
              <a:gdLst/>
              <a:ahLst/>
              <a:cxnLst/>
              <a:rect l="l" t="t" r="r" b="b"/>
              <a:pathLst>
                <a:path w="458522" h="186135" fill="norm" stroke="1" extrusionOk="0">
                  <a:moveTo>
                    <a:pt x="87499" y="0"/>
                  </a:moveTo>
                  <a:lnTo>
                    <a:pt x="371024" y="0"/>
                  </a:lnTo>
                  <a:cubicBezTo>
                    <a:pt x="419348" y="0"/>
                    <a:pt x="458522" y="39174"/>
                    <a:pt x="458522" y="87499"/>
                  </a:cubicBezTo>
                  <a:lnTo>
                    <a:pt x="458522" y="98636"/>
                  </a:lnTo>
                  <a:cubicBezTo>
                    <a:pt x="458522" y="146960"/>
                    <a:pt x="419348" y="186135"/>
                    <a:pt x="371024" y="186135"/>
                  </a:cubicBezTo>
                  <a:lnTo>
                    <a:pt x="87499" y="186135"/>
                  </a:lnTo>
                  <a:cubicBezTo>
                    <a:pt x="39174" y="186135"/>
                    <a:pt x="0" y="146960"/>
                    <a:pt x="0" y="98636"/>
                  </a:cubicBezTo>
                  <a:lnTo>
                    <a:pt x="0" y="87499"/>
                  </a:lnTo>
                  <a:cubicBezTo>
                    <a:pt x="0" y="39174"/>
                    <a:pt x="39174" y="0"/>
                    <a:pt x="8749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18701675" name="TextBox 132"/>
            <p:cNvSpPr txBox="1"/>
            <p:nvPr/>
          </p:nvSpPr>
          <p:spPr bwMode="auto">
            <a:xfrm rot="0" flipH="0" flipV="0">
              <a:off x="1230855" y="1016685"/>
              <a:ext cx="1924871" cy="519248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1400"/>
            </a:p>
          </p:txBody>
        </p:sp>
        <p:sp>
          <p:nvSpPr>
            <p:cNvPr id="1880343056" name="Freeform 135"/>
            <p:cNvSpPr/>
            <p:nvPr/>
          </p:nvSpPr>
          <p:spPr bwMode="auto">
            <a:xfrm rot="0" flipH="0" flipV="0">
              <a:off x="3759112" y="1060774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7863833" name="TextBox 136"/>
            <p:cNvSpPr txBox="1"/>
            <p:nvPr/>
          </p:nvSpPr>
          <p:spPr bwMode="auto">
            <a:xfrm rot="0" flipH="0" flipV="0">
              <a:off x="3785913" y="1070825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909237054" name="Freeform 137"/>
            <p:cNvSpPr/>
            <p:nvPr/>
          </p:nvSpPr>
          <p:spPr bwMode="auto">
            <a:xfrm rot="0" flipH="0" flipV="0">
              <a:off x="3796230" y="1097892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9"/>
              <a:stretch/>
            </a:blipFill>
          </p:spPr>
        </p:sp>
        <p:sp>
          <p:nvSpPr>
            <p:cNvPr id="840550895" name="AutoShape 138"/>
            <p:cNvSpPr/>
            <p:nvPr/>
          </p:nvSpPr>
          <p:spPr bwMode="auto">
            <a:xfrm flipH="1">
              <a:off x="3155729" y="1216777"/>
              <a:ext cx="603380" cy="5513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48485928" name="Freeform 141"/>
            <p:cNvSpPr/>
            <p:nvPr/>
          </p:nvSpPr>
          <p:spPr bwMode="auto">
            <a:xfrm rot="0" flipH="0" flipV="0">
              <a:off x="2715201" y="2340222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39911072" name="TextBox 142"/>
            <p:cNvSpPr txBox="1"/>
            <p:nvPr/>
          </p:nvSpPr>
          <p:spPr bwMode="auto">
            <a:xfrm rot="0" flipH="0" flipV="0">
              <a:off x="2742000" y="2350273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913945719" name="Freeform 143"/>
            <p:cNvSpPr/>
            <p:nvPr/>
          </p:nvSpPr>
          <p:spPr bwMode="auto">
            <a:xfrm rot="0" flipH="0" flipV="0">
              <a:off x="2752317" y="2377341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/>
              <a:stretch/>
            </a:blipFill>
          </p:spPr>
        </p:sp>
        <p:sp>
          <p:nvSpPr>
            <p:cNvPr id="1433978222" name="AutoShape 144"/>
            <p:cNvSpPr/>
            <p:nvPr/>
          </p:nvSpPr>
          <p:spPr bwMode="auto">
            <a:xfrm flipH="1" flipV="1">
              <a:off x="2668088" y="1535926"/>
              <a:ext cx="161372" cy="804296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43530621" name="Freeform 147"/>
            <p:cNvSpPr/>
            <p:nvPr/>
          </p:nvSpPr>
          <p:spPr bwMode="auto">
            <a:xfrm rot="0" flipH="0" flipV="0">
              <a:off x="1868067" y="2330526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29469008" name="TextBox 148"/>
            <p:cNvSpPr txBox="1"/>
            <p:nvPr/>
          </p:nvSpPr>
          <p:spPr bwMode="auto">
            <a:xfrm rot="0" flipH="0" flipV="0">
              <a:off x="1894869" y="2340577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601589201" name="Freeform 149"/>
            <p:cNvSpPr/>
            <p:nvPr/>
          </p:nvSpPr>
          <p:spPr bwMode="auto">
            <a:xfrm rot="0" flipH="0" flipV="0">
              <a:off x="1905185" y="2367644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1"/>
              <a:stretch/>
            </a:blipFill>
          </p:spPr>
        </p:sp>
        <p:sp>
          <p:nvSpPr>
            <p:cNvPr id="1596929558" name="AutoShape 150"/>
            <p:cNvSpPr/>
            <p:nvPr/>
          </p:nvSpPr>
          <p:spPr bwMode="auto">
            <a:xfrm flipV="1">
              <a:off x="2087104" y="1535926"/>
              <a:ext cx="423013" cy="794601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23865747" name="Freeform 153"/>
            <p:cNvSpPr/>
            <p:nvPr/>
          </p:nvSpPr>
          <p:spPr bwMode="auto">
            <a:xfrm rot="0" flipH="0" flipV="0">
              <a:off x="1364343" y="2100906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7635470" name="TextBox 154"/>
            <p:cNvSpPr txBox="1"/>
            <p:nvPr/>
          </p:nvSpPr>
          <p:spPr bwMode="auto">
            <a:xfrm rot="0" flipH="0" flipV="0">
              <a:off x="1391144" y="2110957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630132254" name="Freeform 155"/>
            <p:cNvSpPr/>
            <p:nvPr/>
          </p:nvSpPr>
          <p:spPr bwMode="auto">
            <a:xfrm rot="0" flipH="0" flipV="0">
              <a:off x="1401461" y="2138024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2"/>
              <a:stretch/>
            </a:blipFill>
          </p:spPr>
        </p:sp>
        <p:sp>
          <p:nvSpPr>
            <p:cNvPr id="535577564" name="AutoShape 156"/>
            <p:cNvSpPr/>
            <p:nvPr/>
          </p:nvSpPr>
          <p:spPr bwMode="auto">
            <a:xfrm flipV="1">
              <a:off x="1650224" y="1535926"/>
              <a:ext cx="713804" cy="589809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69590607" name="Freeform 159"/>
            <p:cNvSpPr/>
            <p:nvPr/>
          </p:nvSpPr>
          <p:spPr bwMode="auto">
            <a:xfrm rot="0" flipH="0" flipV="0">
              <a:off x="2338965" y="2902655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6875690" name="TextBox 160"/>
            <p:cNvSpPr txBox="1"/>
            <p:nvPr/>
          </p:nvSpPr>
          <p:spPr bwMode="auto">
            <a:xfrm rot="0" flipH="0" flipV="0">
              <a:off x="2365767" y="2912706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036362981" name="Freeform 161"/>
            <p:cNvSpPr/>
            <p:nvPr/>
          </p:nvSpPr>
          <p:spPr bwMode="auto">
            <a:xfrm rot="0" flipH="0" flipV="0">
              <a:off x="2376083" y="2939771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3"/>
              <a:stretch/>
            </a:blipFill>
          </p:spPr>
        </p:sp>
        <p:sp>
          <p:nvSpPr>
            <p:cNvPr id="1032508164" name="AutoShape 162"/>
            <p:cNvSpPr/>
            <p:nvPr/>
          </p:nvSpPr>
          <p:spPr bwMode="auto">
            <a:xfrm flipV="1">
              <a:off x="2493750" y="1535926"/>
              <a:ext cx="113240" cy="1366727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80068970" name="Freeform 163"/>
            <p:cNvSpPr/>
            <p:nvPr/>
          </p:nvSpPr>
          <p:spPr bwMode="auto">
            <a:xfrm>
              <a:off x="3118827" y="1698838"/>
              <a:ext cx="345458" cy="345458"/>
            </a:xfrm>
            <a:custGeom>
              <a:avLst/>
              <a:gdLst/>
              <a:ahLst/>
              <a:cxnLst/>
              <a:rect l="l" t="t" r="r" b="b"/>
              <a:pathLst>
                <a:path w="345460" h="345460" fill="norm" stroke="1" extrusionOk="0">
                  <a:moveTo>
                    <a:pt x="0" y="0"/>
                  </a:moveTo>
                  <a:lnTo>
                    <a:pt x="345461" y="0"/>
                  </a:lnTo>
                  <a:lnTo>
                    <a:pt x="345461" y="345461"/>
                  </a:lnTo>
                  <a:lnTo>
                    <a:pt x="0" y="345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45457073" name="TextBox 164"/>
            <p:cNvSpPr txBox="1"/>
            <p:nvPr/>
          </p:nvSpPr>
          <p:spPr bwMode="auto">
            <a:xfrm>
              <a:off x="3105335" y="5461072"/>
              <a:ext cx="1596405" cy="32547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9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4229971" name="Freeform 26"/>
          <p:cNvSpPr/>
          <p:nvPr/>
        </p:nvSpPr>
        <p:spPr bwMode="auto">
          <a:xfrm>
            <a:off x="2003294" y="4021492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0761389" name="Freeform 28"/>
          <p:cNvSpPr/>
          <p:nvPr/>
        </p:nvSpPr>
        <p:spPr bwMode="auto">
          <a:xfrm rot="0" flipH="0" flipV="0">
            <a:off x="5090049" y="622631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865376974" name="Freeform 29"/>
          <p:cNvSpPr/>
          <p:nvPr/>
        </p:nvSpPr>
        <p:spPr bwMode="auto">
          <a:xfrm rot="0" flipH="0" flipV="0">
            <a:off x="5939478" y="711014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096419538" name="Freeform 30"/>
          <p:cNvSpPr/>
          <p:nvPr/>
        </p:nvSpPr>
        <p:spPr bwMode="auto">
          <a:xfrm>
            <a:off x="9535916" y="3714781"/>
            <a:ext cx="545177" cy="613422"/>
          </a:xfrm>
          <a:custGeom>
            <a:avLst/>
            <a:gdLst/>
            <a:ahLst/>
            <a:cxnLst/>
            <a:rect l="l" t="t" r="r" b="b"/>
            <a:pathLst>
              <a:path w="545179" h="613422" fill="norm" stroke="1" extrusionOk="0">
                <a:moveTo>
                  <a:pt x="0" y="0"/>
                </a:moveTo>
                <a:lnTo>
                  <a:pt x="545179" y="0"/>
                </a:lnTo>
                <a:lnTo>
                  <a:pt x="545179" y="613422"/>
                </a:lnTo>
                <a:lnTo>
                  <a:pt x="0" y="6134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592152" name="Freeform 32"/>
          <p:cNvSpPr/>
          <p:nvPr/>
        </p:nvSpPr>
        <p:spPr bwMode="auto">
          <a:xfrm rot="0" flipH="0" flipV="0">
            <a:off x="8176803" y="4021491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1270841977" name="Freeform 33"/>
          <p:cNvSpPr/>
          <p:nvPr/>
        </p:nvSpPr>
        <p:spPr bwMode="auto">
          <a:xfrm rot="0" flipH="0" flipV="0">
            <a:off x="8945971" y="4094122"/>
            <a:ext cx="365952" cy="365951"/>
          </a:xfrm>
          <a:custGeom>
            <a:avLst/>
            <a:gdLst/>
            <a:ahLst/>
            <a:cxnLst/>
            <a:rect l="l" t="t" r="r" b="b"/>
            <a:pathLst>
              <a:path w="487938" h="487938" fill="norm" stroke="1" extrusionOk="0">
                <a:moveTo>
                  <a:pt x="0" y="0"/>
                </a:moveTo>
                <a:lnTo>
                  <a:pt x="487938" y="0"/>
                </a:lnTo>
                <a:lnTo>
                  <a:pt x="487938" y="487938"/>
                </a:lnTo>
                <a:lnTo>
                  <a:pt x="0" y="48793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528484047" name="AutoShape 34"/>
          <p:cNvSpPr/>
          <p:nvPr/>
        </p:nvSpPr>
        <p:spPr bwMode="auto">
          <a:xfrm flipH="1" flipV="1">
            <a:off x="6994341" y="2690110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5460561" name="Freeform 35"/>
          <p:cNvSpPr/>
          <p:nvPr/>
        </p:nvSpPr>
        <p:spPr bwMode="auto">
          <a:xfrm>
            <a:off x="7832270" y="2347755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2995528" name="AutoShape 36"/>
          <p:cNvSpPr/>
          <p:nvPr/>
        </p:nvSpPr>
        <p:spPr bwMode="auto">
          <a:xfrm>
            <a:off x="3662858" y="4932090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2185061" name="Freeform 37"/>
          <p:cNvSpPr/>
          <p:nvPr/>
        </p:nvSpPr>
        <p:spPr bwMode="auto">
          <a:xfrm>
            <a:off x="5613705" y="5118880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094665811" name=""/>
          <p:cNvGrpSpPr/>
          <p:nvPr/>
        </p:nvGrpSpPr>
        <p:grpSpPr bwMode="auto">
          <a:xfrm>
            <a:off x="2370366" y="1041932"/>
            <a:ext cx="2719679" cy="2612920"/>
            <a:chOff x="0" y="0"/>
            <a:chExt cx="2719679" cy="2612920"/>
          </a:xfrm>
        </p:grpSpPr>
        <p:sp>
          <p:nvSpPr>
            <p:cNvPr id="385490098" name="AutoShape 38"/>
            <p:cNvSpPr/>
            <p:nvPr/>
          </p:nvSpPr>
          <p:spPr bwMode="auto">
            <a:xfrm flipV="1">
              <a:off x="462708" y="491296"/>
              <a:ext cx="0" cy="2121624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54957280" name="AutoShape 39"/>
            <p:cNvSpPr/>
            <p:nvPr/>
          </p:nvSpPr>
          <p:spPr bwMode="auto">
            <a:xfrm>
              <a:off x="462708" y="491296"/>
              <a:ext cx="2256971" cy="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6965766" name="Freeform 41"/>
            <p:cNvSpPr/>
            <p:nvPr/>
          </p:nvSpPr>
          <p:spPr bwMode="auto">
            <a:xfrm rot="0" flipH="0" flipV="0">
              <a:off x="0" y="168765"/>
              <a:ext cx="925416" cy="645057"/>
            </a:xfrm>
            <a:custGeom>
              <a:avLst/>
              <a:gdLst/>
              <a:ahLst/>
              <a:cxnLst/>
              <a:rect l="l" t="t" r="r" b="b"/>
              <a:pathLst>
                <a:path w="365597" h="254839" fill="norm" stroke="1" extrusionOk="0">
                  <a:moveTo>
                    <a:pt x="100390" y="0"/>
                  </a:moveTo>
                  <a:lnTo>
                    <a:pt x="265206" y="0"/>
                  </a:lnTo>
                  <a:cubicBezTo>
                    <a:pt x="320651" y="0"/>
                    <a:pt x="365597" y="44946"/>
                    <a:pt x="365597" y="100390"/>
                  </a:cubicBezTo>
                  <a:lnTo>
                    <a:pt x="365597" y="154448"/>
                  </a:lnTo>
                  <a:cubicBezTo>
                    <a:pt x="365597" y="209892"/>
                    <a:pt x="320651" y="254839"/>
                    <a:pt x="265206" y="254839"/>
                  </a:cubicBezTo>
                  <a:lnTo>
                    <a:pt x="100390" y="254839"/>
                  </a:lnTo>
                  <a:cubicBezTo>
                    <a:pt x="44946" y="254839"/>
                    <a:pt x="0" y="209892"/>
                    <a:pt x="0" y="154448"/>
                  </a:cubicBezTo>
                  <a:lnTo>
                    <a:pt x="0" y="100390"/>
                  </a:lnTo>
                  <a:cubicBezTo>
                    <a:pt x="0" y="44946"/>
                    <a:pt x="44946" y="0"/>
                    <a:pt x="10039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18578461" name="TextBox 42"/>
            <p:cNvSpPr txBox="1"/>
            <p:nvPr/>
          </p:nvSpPr>
          <p:spPr bwMode="auto">
            <a:xfrm rot="0" flipH="0" flipV="0">
              <a:off x="0" y="0"/>
              <a:ext cx="925416" cy="8138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KYC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1217591" name="Freeform 26"/>
          <p:cNvSpPr/>
          <p:nvPr/>
        </p:nvSpPr>
        <p:spPr bwMode="auto">
          <a:xfrm>
            <a:off x="2005722" y="40959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5535366" name="Freeform 28"/>
          <p:cNvSpPr/>
          <p:nvPr/>
        </p:nvSpPr>
        <p:spPr bwMode="auto">
          <a:xfrm rot="0" flipH="0" flipV="0">
            <a:off x="5092476" y="697046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580586159" name="AutoShape 30"/>
          <p:cNvSpPr/>
          <p:nvPr/>
        </p:nvSpPr>
        <p:spPr bwMode="auto">
          <a:xfrm flipH="1" flipV="1">
            <a:off x="6996768" y="2764524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4572829" name="Freeform 31"/>
          <p:cNvSpPr/>
          <p:nvPr/>
        </p:nvSpPr>
        <p:spPr bwMode="auto">
          <a:xfrm>
            <a:off x="7834700" y="2422169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906272" name="AutoShape 32"/>
          <p:cNvSpPr/>
          <p:nvPr/>
        </p:nvSpPr>
        <p:spPr bwMode="auto">
          <a:xfrm>
            <a:off x="3665288" y="5006504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1993651" name="Freeform 33"/>
          <p:cNvSpPr/>
          <p:nvPr/>
        </p:nvSpPr>
        <p:spPr bwMode="auto">
          <a:xfrm>
            <a:off x="5616133" y="5193293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0321543" name="AutoShape 34"/>
          <p:cNvSpPr/>
          <p:nvPr/>
        </p:nvSpPr>
        <p:spPr bwMode="auto">
          <a:xfrm flipV="1">
            <a:off x="2835503" y="1607644"/>
            <a:ext cx="0" cy="2121624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9195109" name="Freeform 39"/>
          <p:cNvSpPr/>
          <p:nvPr/>
        </p:nvSpPr>
        <p:spPr bwMode="auto">
          <a:xfrm>
            <a:off x="8419104" y="40959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664291" name="Freeform 40"/>
          <p:cNvSpPr/>
          <p:nvPr/>
        </p:nvSpPr>
        <p:spPr bwMode="auto">
          <a:xfrm>
            <a:off x="4936716" y="4046516"/>
            <a:ext cx="2215813" cy="764725"/>
          </a:xfrm>
          <a:custGeom>
            <a:avLst/>
            <a:gdLst/>
            <a:ahLst/>
            <a:cxnLst/>
            <a:rect l="l" t="t" r="r" b="b"/>
            <a:pathLst>
              <a:path w="2215815" h="764727" fill="norm" stroke="1" extrusionOk="0">
                <a:moveTo>
                  <a:pt x="0" y="0"/>
                </a:moveTo>
                <a:lnTo>
                  <a:pt x="2215815" y="0"/>
                </a:lnTo>
                <a:lnTo>
                  <a:pt x="2215815" y="764727"/>
                </a:lnTo>
                <a:lnTo>
                  <a:pt x="0" y="76472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656785189" name=""/>
          <p:cNvGrpSpPr/>
          <p:nvPr/>
        </p:nvGrpSpPr>
        <p:grpSpPr bwMode="auto">
          <a:xfrm>
            <a:off x="2372796" y="785428"/>
            <a:ext cx="3774540" cy="1144746"/>
            <a:chOff x="0" y="0"/>
            <a:chExt cx="3774540" cy="1144746"/>
          </a:xfrm>
        </p:grpSpPr>
        <p:sp>
          <p:nvSpPr>
            <p:cNvPr id="363000965" name="Freeform 29"/>
            <p:cNvSpPr/>
            <p:nvPr/>
          </p:nvSpPr>
          <p:spPr bwMode="auto">
            <a:xfrm rot="0" flipH="0" flipV="0">
              <a:off x="3569108" y="0"/>
              <a:ext cx="205431" cy="328691"/>
            </a:xfrm>
            <a:custGeom>
              <a:avLst/>
              <a:gdLst/>
              <a:ahLst/>
              <a:cxnLst/>
              <a:rect l="l" t="t" r="r" b="b"/>
              <a:pathLst>
                <a:path w="273910" h="438255" fill="norm" stroke="1" extrusionOk="0">
                  <a:moveTo>
                    <a:pt x="0" y="0"/>
                  </a:moveTo>
                  <a:lnTo>
                    <a:pt x="273910" y="0"/>
                  </a:lnTo>
                  <a:lnTo>
                    <a:pt x="273910" y="438255"/>
                  </a:lnTo>
                  <a:lnTo>
                    <a:pt x="0" y="4382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</p:sp>
        <p:sp>
          <p:nvSpPr>
            <p:cNvPr id="883121899" name="AutoShape 35"/>
            <p:cNvSpPr/>
            <p:nvPr/>
          </p:nvSpPr>
          <p:spPr bwMode="auto">
            <a:xfrm>
              <a:off x="462706" y="822214"/>
              <a:ext cx="2256971" cy="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8451206" name="Freeform 37"/>
            <p:cNvSpPr/>
            <p:nvPr/>
          </p:nvSpPr>
          <p:spPr bwMode="auto">
            <a:xfrm rot="0" flipH="0" flipV="0">
              <a:off x="0" y="499683"/>
              <a:ext cx="925416" cy="645057"/>
            </a:xfrm>
            <a:custGeom>
              <a:avLst/>
              <a:gdLst/>
              <a:ahLst/>
              <a:cxnLst/>
              <a:rect l="l" t="t" r="r" b="b"/>
              <a:pathLst>
                <a:path w="365597" h="254839" fill="norm" stroke="1" extrusionOk="0">
                  <a:moveTo>
                    <a:pt x="100390" y="0"/>
                  </a:moveTo>
                  <a:lnTo>
                    <a:pt x="265206" y="0"/>
                  </a:lnTo>
                  <a:cubicBezTo>
                    <a:pt x="320651" y="0"/>
                    <a:pt x="365597" y="44946"/>
                    <a:pt x="365597" y="100390"/>
                  </a:cubicBezTo>
                  <a:lnTo>
                    <a:pt x="365597" y="154448"/>
                  </a:lnTo>
                  <a:cubicBezTo>
                    <a:pt x="365597" y="209892"/>
                    <a:pt x="320651" y="254839"/>
                    <a:pt x="265206" y="254839"/>
                  </a:cubicBezTo>
                  <a:lnTo>
                    <a:pt x="100390" y="254839"/>
                  </a:lnTo>
                  <a:cubicBezTo>
                    <a:pt x="44946" y="254839"/>
                    <a:pt x="0" y="209892"/>
                    <a:pt x="0" y="154448"/>
                  </a:cubicBezTo>
                  <a:lnTo>
                    <a:pt x="0" y="100390"/>
                  </a:lnTo>
                  <a:cubicBezTo>
                    <a:pt x="0" y="44946"/>
                    <a:pt x="44946" y="0"/>
                    <a:pt x="10039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6782377" name="TextBox 38"/>
            <p:cNvSpPr txBox="1"/>
            <p:nvPr/>
          </p:nvSpPr>
          <p:spPr bwMode="auto">
            <a:xfrm rot="0" flipH="0" flipV="0">
              <a:off x="0" y="330917"/>
              <a:ext cx="925416" cy="8138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KYC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7220744" name="Freeform 26"/>
          <p:cNvSpPr/>
          <p:nvPr/>
        </p:nvSpPr>
        <p:spPr bwMode="auto">
          <a:xfrm>
            <a:off x="1020606" y="2326023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045737" name="AutoShape 27"/>
          <p:cNvSpPr/>
          <p:nvPr/>
        </p:nvSpPr>
        <p:spPr bwMode="auto">
          <a:xfrm flipH="1">
            <a:off x="3636928" y="3192287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4957643" name="Freeform 28"/>
          <p:cNvSpPr/>
          <p:nvPr/>
        </p:nvSpPr>
        <p:spPr bwMode="auto">
          <a:xfrm>
            <a:off x="5401167" y="1698564"/>
            <a:ext cx="1371348" cy="1074792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9" y="0"/>
                </a:lnTo>
                <a:lnTo>
                  <a:pt x="1371349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7267006" name="AutoShape 29"/>
          <p:cNvSpPr/>
          <p:nvPr/>
        </p:nvSpPr>
        <p:spPr bwMode="auto">
          <a:xfrm flipV="1">
            <a:off x="3636928" y="3983520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0860161" name="Freeform 30"/>
          <p:cNvSpPr/>
          <p:nvPr/>
        </p:nvSpPr>
        <p:spPr bwMode="auto">
          <a:xfrm>
            <a:off x="5549039" y="4360100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2629934" name="Freeform 31"/>
          <p:cNvSpPr/>
          <p:nvPr/>
        </p:nvSpPr>
        <p:spPr bwMode="auto">
          <a:xfrm>
            <a:off x="9070135" y="2326023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7482330" name="Freeform 26"/>
          <p:cNvSpPr/>
          <p:nvPr/>
        </p:nvSpPr>
        <p:spPr bwMode="auto">
          <a:xfrm>
            <a:off x="1020605" y="2326021"/>
            <a:ext cx="2082942" cy="2285806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6186662" name="AutoShape 27"/>
          <p:cNvSpPr/>
          <p:nvPr/>
        </p:nvSpPr>
        <p:spPr bwMode="auto">
          <a:xfrm flipH="1">
            <a:off x="3636928" y="3192285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9574939" name="Freeform 28"/>
          <p:cNvSpPr/>
          <p:nvPr/>
        </p:nvSpPr>
        <p:spPr bwMode="auto">
          <a:xfrm>
            <a:off x="5401166" y="1698563"/>
            <a:ext cx="1371348" cy="1074791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9" y="0"/>
                </a:lnTo>
                <a:lnTo>
                  <a:pt x="1371349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1976624" name="AutoShape 29"/>
          <p:cNvSpPr/>
          <p:nvPr/>
        </p:nvSpPr>
        <p:spPr bwMode="auto">
          <a:xfrm flipV="1">
            <a:off x="3636928" y="3983519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9089578" name="Freeform 30"/>
          <p:cNvSpPr/>
          <p:nvPr/>
        </p:nvSpPr>
        <p:spPr bwMode="auto">
          <a:xfrm>
            <a:off x="5549038" y="4360098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1654204" name="Freeform 31"/>
          <p:cNvSpPr/>
          <p:nvPr/>
        </p:nvSpPr>
        <p:spPr bwMode="auto">
          <a:xfrm>
            <a:off x="9070134" y="2326021"/>
            <a:ext cx="2082942" cy="2285806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4349439" name="Freeform 26"/>
          <p:cNvSpPr/>
          <p:nvPr/>
        </p:nvSpPr>
        <p:spPr bwMode="auto">
          <a:xfrm>
            <a:off x="993466" y="2355788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953833" name="AutoShape 27"/>
          <p:cNvSpPr/>
          <p:nvPr/>
        </p:nvSpPr>
        <p:spPr bwMode="auto">
          <a:xfrm flipH="1">
            <a:off x="3609789" y="3222053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2205421" name="Freeform 28"/>
          <p:cNvSpPr/>
          <p:nvPr/>
        </p:nvSpPr>
        <p:spPr bwMode="auto">
          <a:xfrm>
            <a:off x="5374027" y="1728330"/>
            <a:ext cx="1371348" cy="1074792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8" y="0"/>
                </a:lnTo>
                <a:lnTo>
                  <a:pt x="1371348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3571745" name="AutoShape 29"/>
          <p:cNvSpPr/>
          <p:nvPr/>
        </p:nvSpPr>
        <p:spPr bwMode="auto">
          <a:xfrm>
            <a:off x="3609789" y="4013285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9207105" name="Freeform 30"/>
          <p:cNvSpPr/>
          <p:nvPr/>
        </p:nvSpPr>
        <p:spPr bwMode="auto">
          <a:xfrm>
            <a:off x="5521898" y="4389867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0218223" name="Freeform 31"/>
          <p:cNvSpPr/>
          <p:nvPr/>
        </p:nvSpPr>
        <p:spPr bwMode="auto">
          <a:xfrm>
            <a:off x="9066926" y="2355788"/>
            <a:ext cx="2000081" cy="2285807"/>
          </a:xfrm>
          <a:custGeom>
            <a:avLst/>
            <a:gdLst/>
            <a:ahLst/>
            <a:cxnLst/>
            <a:rect l="l" t="t" r="r" b="b"/>
            <a:pathLst>
              <a:path w="2000083" h="2285809" fill="norm" stroke="1" extrusionOk="0">
                <a:moveTo>
                  <a:pt x="0" y="0"/>
                </a:moveTo>
                <a:lnTo>
                  <a:pt x="2000084" y="0"/>
                </a:lnTo>
                <a:lnTo>
                  <a:pt x="200008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6322540" name="Freeform 27"/>
          <p:cNvSpPr/>
          <p:nvPr/>
        </p:nvSpPr>
        <p:spPr bwMode="auto">
          <a:xfrm rot="0" flipH="0" flipV="0">
            <a:off x="3580861" y="1267921"/>
            <a:ext cx="2057400" cy="4091214"/>
          </a:xfrm>
          <a:custGeom>
            <a:avLst/>
            <a:gdLst/>
            <a:ahLst/>
            <a:cxnLst/>
            <a:rect l="l" t="t" r="r" b="b"/>
            <a:pathLst>
              <a:path w="812800" h="1616284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616284"/>
                </a:lnTo>
                <a:lnTo>
                  <a:pt x="0" y="1616284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05373737" name="TextBox 28"/>
          <p:cNvSpPr txBox="1"/>
          <p:nvPr/>
        </p:nvSpPr>
        <p:spPr bwMode="auto">
          <a:xfrm rot="0" flipH="0" flipV="0">
            <a:off x="3580861" y="1171486"/>
            <a:ext cx="2057400" cy="418765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32559239" name="Freeform 30"/>
          <p:cNvSpPr/>
          <p:nvPr/>
        </p:nvSpPr>
        <p:spPr bwMode="auto">
          <a:xfrm rot="0" flipH="0" flipV="0">
            <a:off x="6640767" y="761592"/>
            <a:ext cx="2057400" cy="4597544"/>
          </a:xfrm>
          <a:custGeom>
            <a:avLst/>
            <a:gdLst/>
            <a:ahLst/>
            <a:cxnLst/>
            <a:rect l="l" t="t" r="r" b="b"/>
            <a:pathLst>
              <a:path w="812800" h="1816315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816315"/>
                </a:lnTo>
                <a:lnTo>
                  <a:pt x="0" y="1816315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63893847" name="TextBox 31"/>
          <p:cNvSpPr txBox="1"/>
          <p:nvPr/>
        </p:nvSpPr>
        <p:spPr bwMode="auto">
          <a:xfrm rot="0" flipH="0" flipV="0">
            <a:off x="6640767" y="665157"/>
            <a:ext cx="2057400" cy="469398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103518401" name="TextBox 32"/>
          <p:cNvSpPr txBox="1"/>
          <p:nvPr/>
        </p:nvSpPr>
        <p:spPr bwMode="auto">
          <a:xfrm>
            <a:off x="3580862" y="733018"/>
            <a:ext cx="205847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1" lang="en-US">
                <a:solidFill>
                  <a:srgbClr val="FF5C00"/>
                </a:solidFill>
                <a:latin typeface="IBM Plex Sans"/>
              </a:rPr>
              <a:t>67 975 $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00891135" name="TextBox 33"/>
          <p:cNvSpPr txBox="1"/>
          <p:nvPr/>
        </p:nvSpPr>
        <p:spPr bwMode="auto">
          <a:xfrm>
            <a:off x="6640767" y="226423"/>
            <a:ext cx="205847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1" lang="en-US">
                <a:solidFill>
                  <a:srgbClr val="000000"/>
                </a:solidFill>
                <a:latin typeface="IBM Plex Sans"/>
              </a:rPr>
              <a:t>71 373 $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80374779" name="Freeform 34"/>
          <p:cNvSpPr/>
          <p:nvPr/>
        </p:nvSpPr>
        <p:spPr bwMode="auto">
          <a:xfrm>
            <a:off x="4071758" y="5536968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8638563" name="Freeform 35"/>
          <p:cNvSpPr/>
          <p:nvPr/>
        </p:nvSpPr>
        <p:spPr bwMode="auto">
          <a:xfrm>
            <a:off x="7131663" y="5536968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9418764" name="Freeform 37"/>
          <p:cNvSpPr/>
          <p:nvPr/>
        </p:nvSpPr>
        <p:spPr bwMode="auto">
          <a:xfrm rot="0" flipH="0" flipV="0">
            <a:off x="458065" y="2537476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855664197" name="Freeform 38"/>
          <p:cNvSpPr/>
          <p:nvPr/>
        </p:nvSpPr>
        <p:spPr bwMode="auto">
          <a:xfrm rot="0" flipH="0" flipV="0">
            <a:off x="1227233" y="2610107"/>
            <a:ext cx="365952" cy="365951"/>
          </a:xfrm>
          <a:custGeom>
            <a:avLst/>
            <a:gdLst/>
            <a:ahLst/>
            <a:cxnLst/>
            <a:rect l="l" t="t" r="r" b="b"/>
            <a:pathLst>
              <a:path w="487938" h="487938" fill="norm" stroke="1" extrusionOk="0">
                <a:moveTo>
                  <a:pt x="0" y="0"/>
                </a:moveTo>
                <a:lnTo>
                  <a:pt x="487938" y="0"/>
                </a:lnTo>
                <a:lnTo>
                  <a:pt x="487938" y="487938"/>
                </a:lnTo>
                <a:lnTo>
                  <a:pt x="0" y="4879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98148134" name="AutoShape 39"/>
          <p:cNvSpPr/>
          <p:nvPr/>
        </p:nvSpPr>
        <p:spPr bwMode="auto">
          <a:xfrm flipH="0" flipV="1">
            <a:off x="2362357" y="3448073"/>
            <a:ext cx="109342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2154964" name="AutoShape 40"/>
          <p:cNvSpPr/>
          <p:nvPr/>
        </p:nvSpPr>
        <p:spPr bwMode="auto">
          <a:xfrm flipH="1" flipV="1">
            <a:off x="8795916" y="3481669"/>
            <a:ext cx="1120752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1397104" name="Freeform 41"/>
          <p:cNvSpPr/>
          <p:nvPr/>
        </p:nvSpPr>
        <p:spPr bwMode="auto">
          <a:xfrm>
            <a:off x="9916669" y="2571069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7814865" name="TextBox 42"/>
          <p:cNvSpPr txBox="1"/>
          <p:nvPr/>
        </p:nvSpPr>
        <p:spPr bwMode="auto">
          <a:xfrm>
            <a:off x="9717751" y="4457318"/>
            <a:ext cx="205847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P2P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7192130" name="Freeform 26"/>
          <p:cNvSpPr/>
          <p:nvPr/>
        </p:nvSpPr>
        <p:spPr bwMode="auto">
          <a:xfrm>
            <a:off x="1856894" y="3947078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2421947" name="Freeform 28"/>
          <p:cNvSpPr/>
          <p:nvPr/>
        </p:nvSpPr>
        <p:spPr bwMode="auto">
          <a:xfrm rot="0" flipH="0" flipV="0">
            <a:off x="4943648" y="548218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961895428" name="Freeform 29"/>
          <p:cNvSpPr/>
          <p:nvPr/>
        </p:nvSpPr>
        <p:spPr bwMode="auto">
          <a:xfrm rot="0" flipH="0" flipV="0">
            <a:off x="5793078" y="636600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276270782" name="AutoShape 30"/>
          <p:cNvSpPr/>
          <p:nvPr/>
        </p:nvSpPr>
        <p:spPr bwMode="auto">
          <a:xfrm flipH="1" flipV="1">
            <a:off x="6847940" y="2615696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4468127" name="Freeform 31"/>
          <p:cNvSpPr/>
          <p:nvPr/>
        </p:nvSpPr>
        <p:spPr bwMode="auto">
          <a:xfrm>
            <a:off x="7685872" y="227334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1137768" name="AutoShape 32"/>
          <p:cNvSpPr/>
          <p:nvPr/>
        </p:nvSpPr>
        <p:spPr bwMode="auto">
          <a:xfrm>
            <a:off x="3516460" y="4857676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1987097" name="Freeform 33"/>
          <p:cNvSpPr/>
          <p:nvPr/>
        </p:nvSpPr>
        <p:spPr bwMode="auto">
          <a:xfrm>
            <a:off x="5467305" y="5044466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5947931" name="Freeform 34"/>
          <p:cNvSpPr/>
          <p:nvPr/>
        </p:nvSpPr>
        <p:spPr bwMode="auto">
          <a:xfrm>
            <a:off x="8270275" y="3947078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0744373" name="AutoShape 35"/>
          <p:cNvSpPr/>
          <p:nvPr/>
        </p:nvSpPr>
        <p:spPr bwMode="auto">
          <a:xfrm flipH="1">
            <a:off x="3516460" y="2615696"/>
            <a:ext cx="1427189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5297427" name="Freeform 36"/>
          <p:cNvSpPr/>
          <p:nvPr/>
        </p:nvSpPr>
        <p:spPr bwMode="auto">
          <a:xfrm>
            <a:off x="3022886" y="227334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8951346" name="Freeform 26"/>
          <p:cNvSpPr/>
          <p:nvPr/>
        </p:nvSpPr>
        <p:spPr bwMode="auto">
          <a:xfrm>
            <a:off x="1959555" y="4017899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409837" name="Freeform 28"/>
          <p:cNvSpPr/>
          <p:nvPr/>
        </p:nvSpPr>
        <p:spPr bwMode="auto">
          <a:xfrm rot="0" flipH="0" flipV="0">
            <a:off x="5046309" y="619038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559837691" name="Freeform 29"/>
          <p:cNvSpPr/>
          <p:nvPr/>
        </p:nvSpPr>
        <p:spPr bwMode="auto">
          <a:xfrm rot="0" flipH="0" flipV="0">
            <a:off x="5895739" y="707421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456450271" name="AutoShape 30"/>
          <p:cNvSpPr/>
          <p:nvPr/>
        </p:nvSpPr>
        <p:spPr bwMode="auto">
          <a:xfrm flipH="1" flipV="1">
            <a:off x="6950602" y="2686517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772787" name="Freeform 31"/>
          <p:cNvSpPr/>
          <p:nvPr/>
        </p:nvSpPr>
        <p:spPr bwMode="auto">
          <a:xfrm>
            <a:off x="7788531" y="2344160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1662681" name="AutoShape 32"/>
          <p:cNvSpPr/>
          <p:nvPr/>
        </p:nvSpPr>
        <p:spPr bwMode="auto">
          <a:xfrm>
            <a:off x="3619119" y="4928497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1925692" name="Freeform 33"/>
          <p:cNvSpPr/>
          <p:nvPr/>
        </p:nvSpPr>
        <p:spPr bwMode="auto">
          <a:xfrm>
            <a:off x="5569966" y="5420130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0788089" name="AutoShape 34"/>
          <p:cNvSpPr/>
          <p:nvPr/>
        </p:nvSpPr>
        <p:spPr bwMode="auto">
          <a:xfrm flipH="1">
            <a:off x="3619119" y="2686517"/>
            <a:ext cx="1427189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2323786" name="Freeform 35"/>
          <p:cNvSpPr/>
          <p:nvPr/>
        </p:nvSpPr>
        <p:spPr bwMode="auto">
          <a:xfrm>
            <a:off x="3125547" y="2344160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9" y="0"/>
                </a:lnTo>
                <a:lnTo>
                  <a:pt x="1092609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8048644" name="Freeform 36"/>
          <p:cNvSpPr/>
          <p:nvPr/>
        </p:nvSpPr>
        <p:spPr bwMode="auto">
          <a:xfrm>
            <a:off x="5496491" y="4428961"/>
            <a:ext cx="999072" cy="999072"/>
          </a:xfrm>
          <a:custGeom>
            <a:avLst/>
            <a:gdLst/>
            <a:ahLst/>
            <a:cxnLst/>
            <a:rect l="l" t="t" r="r" b="b"/>
            <a:pathLst>
              <a:path w="999072" h="999072" fill="norm" stroke="1" extrusionOk="0">
                <a:moveTo>
                  <a:pt x="0" y="0"/>
                </a:moveTo>
                <a:lnTo>
                  <a:pt x="999072" y="0"/>
                </a:lnTo>
                <a:lnTo>
                  <a:pt x="999072" y="999072"/>
                </a:lnTo>
                <a:lnTo>
                  <a:pt x="0" y="99907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188949" name="Freeform 37"/>
          <p:cNvSpPr/>
          <p:nvPr/>
        </p:nvSpPr>
        <p:spPr bwMode="auto">
          <a:xfrm>
            <a:off x="8382460" y="4017899"/>
            <a:ext cx="1593544" cy="1821195"/>
          </a:xfrm>
          <a:custGeom>
            <a:avLst/>
            <a:gdLst/>
            <a:ahLst/>
            <a:cxnLst/>
            <a:rect l="l" t="t" r="r" b="b"/>
            <a:pathLst>
              <a:path w="1593546" h="1821195" fill="norm" stroke="1" extrusionOk="0">
                <a:moveTo>
                  <a:pt x="0" y="0"/>
                </a:moveTo>
                <a:lnTo>
                  <a:pt x="1593546" y="0"/>
                </a:lnTo>
                <a:lnTo>
                  <a:pt x="1593546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9855650" name="Freeform 26"/>
          <p:cNvSpPr/>
          <p:nvPr/>
        </p:nvSpPr>
        <p:spPr bwMode="auto">
          <a:xfrm>
            <a:off x="834885" y="267023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5"/>
                </a:lnTo>
                <a:lnTo>
                  <a:pt x="0" y="18211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4969259" name="Freeform 28"/>
          <p:cNvSpPr/>
          <p:nvPr/>
        </p:nvSpPr>
        <p:spPr bwMode="auto">
          <a:xfrm rot="0" flipH="0" flipV="0">
            <a:off x="5091486" y="386953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694155012" name="Freeform 29"/>
          <p:cNvSpPr/>
          <p:nvPr/>
        </p:nvSpPr>
        <p:spPr bwMode="auto">
          <a:xfrm rot="0" flipH="0" flipV="0">
            <a:off x="5940916" y="475335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950951858" name="AutoShape 30"/>
          <p:cNvSpPr/>
          <p:nvPr/>
        </p:nvSpPr>
        <p:spPr bwMode="auto">
          <a:xfrm flipH="1" flipV="1">
            <a:off x="6995778" y="1824259"/>
            <a:ext cx="2393271" cy="132390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0924102" name="Freeform 31"/>
          <p:cNvSpPr/>
          <p:nvPr/>
        </p:nvSpPr>
        <p:spPr bwMode="auto">
          <a:xfrm>
            <a:off x="7995904" y="129755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5340917" name="Freeform 32"/>
          <p:cNvSpPr/>
          <p:nvPr/>
        </p:nvSpPr>
        <p:spPr bwMode="auto">
          <a:xfrm>
            <a:off x="8231531" y="4936786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4066279" name="Freeform 33"/>
          <p:cNvSpPr/>
          <p:nvPr/>
        </p:nvSpPr>
        <p:spPr bwMode="auto">
          <a:xfrm>
            <a:off x="9589941" y="267023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5"/>
                </a:lnTo>
                <a:lnTo>
                  <a:pt x="0" y="182119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3434602" name="Freeform 34"/>
          <p:cNvSpPr/>
          <p:nvPr/>
        </p:nvSpPr>
        <p:spPr bwMode="auto">
          <a:xfrm>
            <a:off x="5110591" y="4491431"/>
            <a:ext cx="1835277" cy="633392"/>
          </a:xfrm>
          <a:custGeom>
            <a:avLst/>
            <a:gdLst/>
            <a:ahLst/>
            <a:cxnLst/>
            <a:rect l="l" t="t" r="r" b="b"/>
            <a:pathLst>
              <a:path w="1835279" h="633395" fill="norm" stroke="1" extrusionOk="0">
                <a:moveTo>
                  <a:pt x="0" y="0"/>
                </a:moveTo>
                <a:lnTo>
                  <a:pt x="1835279" y="0"/>
                </a:lnTo>
                <a:lnTo>
                  <a:pt x="1835279" y="633395"/>
                </a:lnTo>
                <a:lnTo>
                  <a:pt x="0" y="63339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4648103" name="AutoShape 35"/>
          <p:cNvSpPr/>
          <p:nvPr/>
        </p:nvSpPr>
        <p:spPr bwMode="auto">
          <a:xfrm flipH="1">
            <a:off x="2704024" y="1825175"/>
            <a:ext cx="2387460" cy="132299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594164" name="Freeform 36"/>
          <p:cNvSpPr/>
          <p:nvPr/>
        </p:nvSpPr>
        <p:spPr bwMode="auto">
          <a:xfrm>
            <a:off x="2988839" y="129755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9603262" name="Freeform 37"/>
          <p:cNvSpPr/>
          <p:nvPr/>
        </p:nvSpPr>
        <p:spPr bwMode="auto">
          <a:xfrm>
            <a:off x="5000931" y="5045114"/>
            <a:ext cx="2106491" cy="865458"/>
          </a:xfrm>
          <a:custGeom>
            <a:avLst/>
            <a:gdLst/>
            <a:ahLst/>
            <a:cxnLst/>
            <a:rect l="l" t="t" r="r" b="b"/>
            <a:pathLst>
              <a:path w="2106493" h="865459" fill="norm" stroke="1" extrusionOk="0">
                <a:moveTo>
                  <a:pt x="0" y="0"/>
                </a:moveTo>
                <a:lnTo>
                  <a:pt x="2106493" y="0"/>
                </a:lnTo>
                <a:lnTo>
                  <a:pt x="2106493" y="865458"/>
                </a:lnTo>
                <a:lnTo>
                  <a:pt x="0" y="86545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3531632" name="AutoShape 39"/>
          <p:cNvSpPr/>
          <p:nvPr/>
        </p:nvSpPr>
        <p:spPr bwMode="auto">
          <a:xfrm flipV="1">
            <a:off x="7107424" y="4082581"/>
            <a:ext cx="2281626" cy="139526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8376989" name="AutoShape 40"/>
          <p:cNvSpPr/>
          <p:nvPr/>
        </p:nvSpPr>
        <p:spPr bwMode="auto">
          <a:xfrm>
            <a:off x="2704024" y="4082581"/>
            <a:ext cx="2296903" cy="139526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329931" name="Freeform 41"/>
          <p:cNvSpPr/>
          <p:nvPr/>
        </p:nvSpPr>
        <p:spPr bwMode="auto">
          <a:xfrm>
            <a:off x="3051812" y="4936786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873417976" name=""/>
          <p:cNvPicPr>
            <a:picLocks noChangeAspect="1"/>
          </p:cNvPicPr>
          <p:nvPr/>
        </p:nvPicPr>
        <p:blipFill>
          <a:blip r:embed="rId13"/>
          <a:stretch/>
        </p:blipFill>
        <p:spPr bwMode="auto">
          <a:xfrm flipH="0" flipV="0">
            <a:off x="5110590" y="5866741"/>
            <a:ext cx="1996830" cy="6296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4782431" name="Freeform 26"/>
          <p:cNvSpPr/>
          <p:nvPr/>
        </p:nvSpPr>
        <p:spPr bwMode="auto">
          <a:xfrm>
            <a:off x="2080136" y="41981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9361731" name="Freeform 28"/>
          <p:cNvSpPr/>
          <p:nvPr/>
        </p:nvSpPr>
        <p:spPr bwMode="auto">
          <a:xfrm rot="0" flipH="0" flipV="0">
            <a:off x="5166891" y="799246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310338266" name="Freeform 29"/>
          <p:cNvSpPr/>
          <p:nvPr/>
        </p:nvSpPr>
        <p:spPr bwMode="auto">
          <a:xfrm rot="0" flipH="0" flipV="0">
            <a:off x="6016320" y="887628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082179502" name="AutoShape 30"/>
          <p:cNvSpPr/>
          <p:nvPr/>
        </p:nvSpPr>
        <p:spPr bwMode="auto">
          <a:xfrm flipH="1" flipV="1">
            <a:off x="7071183" y="2866724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246081" name="Freeform 31"/>
          <p:cNvSpPr/>
          <p:nvPr/>
        </p:nvSpPr>
        <p:spPr bwMode="auto">
          <a:xfrm>
            <a:off x="7909115" y="2524369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4335538" name="AutoShape 32"/>
          <p:cNvSpPr/>
          <p:nvPr/>
        </p:nvSpPr>
        <p:spPr bwMode="auto">
          <a:xfrm>
            <a:off x="3739702" y="5108704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4958352" name="Freeform 33"/>
          <p:cNvSpPr/>
          <p:nvPr/>
        </p:nvSpPr>
        <p:spPr bwMode="auto">
          <a:xfrm>
            <a:off x="5690547" y="5295494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7987411" name="AutoShape 34"/>
          <p:cNvSpPr/>
          <p:nvPr/>
        </p:nvSpPr>
        <p:spPr bwMode="auto">
          <a:xfrm flipV="1">
            <a:off x="2909917" y="1709844"/>
            <a:ext cx="0" cy="2121624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3496828" name="AutoShape 35"/>
          <p:cNvSpPr/>
          <p:nvPr/>
        </p:nvSpPr>
        <p:spPr bwMode="auto">
          <a:xfrm>
            <a:off x="2909917" y="1709844"/>
            <a:ext cx="2256971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5345579" name="Freeform 39"/>
          <p:cNvSpPr/>
          <p:nvPr/>
        </p:nvSpPr>
        <p:spPr bwMode="auto">
          <a:xfrm>
            <a:off x="8493517" y="41981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6063730" name="Freeform 40"/>
          <p:cNvSpPr/>
          <p:nvPr/>
        </p:nvSpPr>
        <p:spPr bwMode="auto">
          <a:xfrm>
            <a:off x="5011129" y="4148716"/>
            <a:ext cx="2215813" cy="764725"/>
          </a:xfrm>
          <a:custGeom>
            <a:avLst/>
            <a:gdLst/>
            <a:ahLst/>
            <a:cxnLst/>
            <a:rect l="l" t="t" r="r" b="b"/>
            <a:pathLst>
              <a:path w="2215815" h="764727" fill="norm" stroke="1" extrusionOk="0">
                <a:moveTo>
                  <a:pt x="0" y="0"/>
                </a:moveTo>
                <a:lnTo>
                  <a:pt x="2215815" y="0"/>
                </a:lnTo>
                <a:lnTo>
                  <a:pt x="2215815" y="764727"/>
                </a:lnTo>
                <a:lnTo>
                  <a:pt x="0" y="7647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69690503" name=""/>
          <p:cNvGrpSpPr/>
          <p:nvPr/>
        </p:nvGrpSpPr>
        <p:grpSpPr bwMode="auto">
          <a:xfrm>
            <a:off x="2447208" y="1218546"/>
            <a:ext cx="925416" cy="813827"/>
            <a:chOff x="0" y="0"/>
            <a:chExt cx="925416" cy="813827"/>
          </a:xfrm>
        </p:grpSpPr>
        <p:sp>
          <p:nvSpPr>
            <p:cNvPr id="393983788" name="Freeform 37"/>
            <p:cNvSpPr/>
            <p:nvPr/>
          </p:nvSpPr>
          <p:spPr bwMode="auto">
            <a:xfrm rot="0" flipH="0" flipV="0">
              <a:off x="0" y="168765"/>
              <a:ext cx="925416" cy="645057"/>
            </a:xfrm>
            <a:custGeom>
              <a:avLst/>
              <a:gdLst/>
              <a:ahLst/>
              <a:cxnLst/>
              <a:rect l="l" t="t" r="r" b="b"/>
              <a:pathLst>
                <a:path w="365597" h="254839" fill="norm" stroke="1" extrusionOk="0">
                  <a:moveTo>
                    <a:pt x="100390" y="0"/>
                  </a:moveTo>
                  <a:lnTo>
                    <a:pt x="265206" y="0"/>
                  </a:lnTo>
                  <a:cubicBezTo>
                    <a:pt x="320651" y="0"/>
                    <a:pt x="365597" y="44946"/>
                    <a:pt x="365597" y="100390"/>
                  </a:cubicBezTo>
                  <a:lnTo>
                    <a:pt x="365597" y="154448"/>
                  </a:lnTo>
                  <a:cubicBezTo>
                    <a:pt x="365597" y="209892"/>
                    <a:pt x="320651" y="254839"/>
                    <a:pt x="265206" y="254839"/>
                  </a:cubicBezTo>
                  <a:lnTo>
                    <a:pt x="100390" y="254839"/>
                  </a:lnTo>
                  <a:cubicBezTo>
                    <a:pt x="44946" y="254839"/>
                    <a:pt x="0" y="209892"/>
                    <a:pt x="0" y="154448"/>
                  </a:cubicBezTo>
                  <a:lnTo>
                    <a:pt x="0" y="100390"/>
                  </a:lnTo>
                  <a:cubicBezTo>
                    <a:pt x="0" y="44946"/>
                    <a:pt x="44946" y="0"/>
                    <a:pt x="10039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77028264" name="TextBox 38"/>
            <p:cNvSpPr txBox="1"/>
            <p:nvPr/>
          </p:nvSpPr>
          <p:spPr bwMode="auto">
            <a:xfrm rot="0" flipH="0" flipV="0">
              <a:off x="0" y="0"/>
              <a:ext cx="925416" cy="8138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KYC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2470294" name="Freeform 27"/>
          <p:cNvSpPr/>
          <p:nvPr/>
        </p:nvSpPr>
        <p:spPr bwMode="auto">
          <a:xfrm rot="0" flipH="0" flipV="0">
            <a:off x="3580860" y="1267920"/>
            <a:ext cx="2057400" cy="4091213"/>
          </a:xfrm>
          <a:custGeom>
            <a:avLst/>
            <a:gdLst/>
            <a:ahLst/>
            <a:cxnLst/>
            <a:rect l="l" t="t" r="r" b="b"/>
            <a:pathLst>
              <a:path w="812800" h="1616284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616284"/>
                </a:lnTo>
                <a:lnTo>
                  <a:pt x="0" y="1616284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58053587" name="TextBox 28"/>
          <p:cNvSpPr txBox="1"/>
          <p:nvPr/>
        </p:nvSpPr>
        <p:spPr bwMode="auto">
          <a:xfrm rot="0" flipH="0" flipV="0">
            <a:off x="3580860" y="1171485"/>
            <a:ext cx="2057400" cy="418765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292627741" name="Freeform 30"/>
          <p:cNvSpPr/>
          <p:nvPr/>
        </p:nvSpPr>
        <p:spPr bwMode="auto">
          <a:xfrm rot="0" flipH="0" flipV="0">
            <a:off x="6640767" y="761590"/>
            <a:ext cx="2057400" cy="4597543"/>
          </a:xfrm>
          <a:custGeom>
            <a:avLst/>
            <a:gdLst/>
            <a:ahLst/>
            <a:cxnLst/>
            <a:rect l="l" t="t" r="r" b="b"/>
            <a:pathLst>
              <a:path w="812800" h="1816315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816315"/>
                </a:lnTo>
                <a:lnTo>
                  <a:pt x="0" y="1816315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4747814" name="TextBox 31"/>
          <p:cNvSpPr txBox="1"/>
          <p:nvPr/>
        </p:nvSpPr>
        <p:spPr bwMode="auto">
          <a:xfrm rot="0" flipH="0" flipV="0">
            <a:off x="6640767" y="665156"/>
            <a:ext cx="2057400" cy="4693987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397415359" name="TextBox 32"/>
          <p:cNvSpPr txBox="1"/>
          <p:nvPr/>
        </p:nvSpPr>
        <p:spPr bwMode="auto">
          <a:xfrm>
            <a:off x="3580862" y="733017"/>
            <a:ext cx="2058477" cy="462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7"/>
              </a:lnSpc>
              <a:defRPr/>
            </a:pPr>
            <a:r>
              <a:rPr sz="2600" b="1" i="1" lang="en-US">
                <a:solidFill>
                  <a:srgbClr val="FF5C00"/>
                </a:solidFill>
                <a:latin typeface="IBM Plex Sans"/>
              </a:rPr>
              <a:t>67 975 $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21436183" name="TextBox 33"/>
          <p:cNvSpPr txBox="1"/>
          <p:nvPr/>
        </p:nvSpPr>
        <p:spPr bwMode="auto">
          <a:xfrm>
            <a:off x="6640767" y="226422"/>
            <a:ext cx="2058477" cy="462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7"/>
              </a:lnSpc>
              <a:defRPr/>
            </a:pPr>
            <a:r>
              <a:rPr sz="2600" b="1" i="1" lang="en-US">
                <a:solidFill>
                  <a:srgbClr val="000000"/>
                </a:solidFill>
                <a:latin typeface="IBM Plex Sans"/>
              </a:rPr>
              <a:t>71 373 $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49012658" name="Freeform 34"/>
          <p:cNvSpPr/>
          <p:nvPr/>
        </p:nvSpPr>
        <p:spPr bwMode="auto">
          <a:xfrm>
            <a:off x="4071758" y="5536967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4931263" name="Freeform 35"/>
          <p:cNvSpPr/>
          <p:nvPr/>
        </p:nvSpPr>
        <p:spPr bwMode="auto">
          <a:xfrm>
            <a:off x="7131663" y="5536967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8960760" name="Freeform 37"/>
          <p:cNvSpPr/>
          <p:nvPr/>
        </p:nvSpPr>
        <p:spPr bwMode="auto">
          <a:xfrm rot="0" flipH="0" flipV="0">
            <a:off x="458064" y="2537475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604531609" name="Freeform 38"/>
          <p:cNvSpPr/>
          <p:nvPr/>
        </p:nvSpPr>
        <p:spPr bwMode="auto">
          <a:xfrm rot="0" flipH="0" flipV="0">
            <a:off x="1227232" y="2610106"/>
            <a:ext cx="365951" cy="365950"/>
          </a:xfrm>
          <a:custGeom>
            <a:avLst/>
            <a:gdLst/>
            <a:ahLst/>
            <a:cxnLst/>
            <a:rect l="l" t="t" r="r" b="b"/>
            <a:pathLst>
              <a:path w="487938" h="487938" fill="norm" stroke="1" extrusionOk="0">
                <a:moveTo>
                  <a:pt x="0" y="0"/>
                </a:moveTo>
                <a:lnTo>
                  <a:pt x="487938" y="0"/>
                </a:lnTo>
                <a:lnTo>
                  <a:pt x="487938" y="487938"/>
                </a:lnTo>
                <a:lnTo>
                  <a:pt x="0" y="4879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622674487" name="AutoShape 39"/>
          <p:cNvSpPr/>
          <p:nvPr/>
        </p:nvSpPr>
        <p:spPr bwMode="auto">
          <a:xfrm flipH="0" flipV="1">
            <a:off x="2362356" y="3448072"/>
            <a:ext cx="109342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7413532" name="AutoShape 40"/>
          <p:cNvSpPr/>
          <p:nvPr/>
        </p:nvSpPr>
        <p:spPr bwMode="auto">
          <a:xfrm flipH="1" flipV="1">
            <a:off x="8795916" y="3481668"/>
            <a:ext cx="1120752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0904816" name="Freeform 41"/>
          <p:cNvSpPr/>
          <p:nvPr/>
        </p:nvSpPr>
        <p:spPr bwMode="auto">
          <a:xfrm>
            <a:off x="9916669" y="2571068"/>
            <a:ext cx="1659560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8061028" name="TextBox 42"/>
          <p:cNvSpPr txBox="1"/>
          <p:nvPr/>
        </p:nvSpPr>
        <p:spPr bwMode="auto">
          <a:xfrm>
            <a:off x="9717751" y="4457317"/>
            <a:ext cx="2058477" cy="462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7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P2P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007060" name="Freeform 26"/>
          <p:cNvSpPr/>
          <p:nvPr/>
        </p:nvSpPr>
        <p:spPr bwMode="auto">
          <a:xfrm flipH="0" flipV="0">
            <a:off x="1086919" y="1417979"/>
            <a:ext cx="3273756" cy="1129844"/>
          </a:xfrm>
          <a:custGeom>
            <a:avLst/>
            <a:gdLst/>
            <a:ahLst/>
            <a:cxnLst/>
            <a:rect l="l" t="t" r="r" b="b"/>
            <a:pathLst>
              <a:path w="4078640" h="1407628" fill="norm" stroke="1" extrusionOk="0">
                <a:moveTo>
                  <a:pt x="0" y="0"/>
                </a:moveTo>
                <a:lnTo>
                  <a:pt x="4078639" y="0"/>
                </a:lnTo>
                <a:lnTo>
                  <a:pt x="4078639" y="1407629"/>
                </a:lnTo>
                <a:lnTo>
                  <a:pt x="0" y="14076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604507" name="Freeform 27"/>
          <p:cNvSpPr/>
          <p:nvPr/>
        </p:nvSpPr>
        <p:spPr bwMode="auto">
          <a:xfrm flipH="0" flipV="0">
            <a:off x="6969912" y="4675924"/>
            <a:ext cx="3381095" cy="1053846"/>
          </a:xfrm>
          <a:custGeom>
            <a:avLst/>
            <a:gdLst/>
            <a:ahLst/>
            <a:cxnLst/>
            <a:rect l="l" t="t" r="r" b="b"/>
            <a:pathLst>
              <a:path w="4212368" h="1312946" fill="norm" stroke="1" extrusionOk="0">
                <a:moveTo>
                  <a:pt x="0" y="0"/>
                </a:moveTo>
                <a:lnTo>
                  <a:pt x="4212369" y="0"/>
                </a:lnTo>
                <a:lnTo>
                  <a:pt x="4212369" y="1312946"/>
                </a:lnTo>
                <a:lnTo>
                  <a:pt x="0" y="13129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7528" t="18407" r="8114" b="1759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7291229" name="Freeform 29"/>
          <p:cNvSpPr/>
          <p:nvPr/>
        </p:nvSpPr>
        <p:spPr bwMode="auto">
          <a:xfrm flipH="0" flipV="0">
            <a:off x="1442329" y="4623476"/>
            <a:ext cx="3273756" cy="1106294"/>
          </a:xfrm>
          <a:custGeom>
            <a:avLst/>
            <a:gdLst/>
            <a:ahLst/>
            <a:cxnLst/>
            <a:rect l="l" t="t" r="r" b="b"/>
            <a:pathLst>
              <a:path w="4078640" h="1378288" fill="norm" stroke="1" extrusionOk="0">
                <a:moveTo>
                  <a:pt x="0" y="0"/>
                </a:moveTo>
                <a:lnTo>
                  <a:pt x="4078639" y="0"/>
                </a:lnTo>
                <a:lnTo>
                  <a:pt x="4078639" y="1378287"/>
                </a:lnTo>
                <a:lnTo>
                  <a:pt x="0" y="13782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28448" r="0" b="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89109834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4884453" y="2668925"/>
            <a:ext cx="1860239" cy="1860239"/>
          </a:xfrm>
          <a:prstGeom prst="rect">
            <a:avLst/>
          </a:prstGeom>
        </p:spPr>
      </p:pic>
      <p:pic>
        <p:nvPicPr>
          <p:cNvPr id="155785983" name="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 flipH="0" flipV="0">
            <a:off x="6913047" y="1602754"/>
            <a:ext cx="3381094" cy="10661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9811652" name="Freeform 26"/>
          <p:cNvSpPr/>
          <p:nvPr/>
        </p:nvSpPr>
        <p:spPr bwMode="auto">
          <a:xfrm>
            <a:off x="1006850" y="2266491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3186536" name="AutoShape 27"/>
          <p:cNvSpPr/>
          <p:nvPr/>
        </p:nvSpPr>
        <p:spPr bwMode="auto">
          <a:xfrm flipH="1">
            <a:off x="3623172" y="3132756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9877139" name="Freeform 28"/>
          <p:cNvSpPr/>
          <p:nvPr/>
        </p:nvSpPr>
        <p:spPr bwMode="auto">
          <a:xfrm>
            <a:off x="5387412" y="1639032"/>
            <a:ext cx="1371348" cy="1074792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9" y="0"/>
                </a:lnTo>
                <a:lnTo>
                  <a:pt x="1371349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2130985" name="AutoShape 29"/>
          <p:cNvSpPr/>
          <p:nvPr/>
        </p:nvSpPr>
        <p:spPr bwMode="auto">
          <a:xfrm flipV="1">
            <a:off x="3623172" y="3923988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6870903" name="Freeform 30"/>
          <p:cNvSpPr/>
          <p:nvPr/>
        </p:nvSpPr>
        <p:spPr bwMode="auto">
          <a:xfrm>
            <a:off x="5535283" y="4300569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5359623" name="Freeform 31"/>
          <p:cNvSpPr/>
          <p:nvPr/>
        </p:nvSpPr>
        <p:spPr bwMode="auto">
          <a:xfrm>
            <a:off x="9080311" y="2266491"/>
            <a:ext cx="1997226" cy="2285807"/>
          </a:xfrm>
          <a:custGeom>
            <a:avLst/>
            <a:gdLst/>
            <a:ahLst/>
            <a:cxnLst/>
            <a:rect l="l" t="t" r="r" b="b"/>
            <a:pathLst>
              <a:path w="1997226" h="2285809" fill="norm" stroke="1" extrusionOk="0">
                <a:moveTo>
                  <a:pt x="0" y="0"/>
                </a:moveTo>
                <a:lnTo>
                  <a:pt x="1997226" y="0"/>
                </a:lnTo>
                <a:lnTo>
                  <a:pt x="1997226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6972627" name="Freeform 32"/>
          <p:cNvSpPr/>
          <p:nvPr/>
        </p:nvSpPr>
        <p:spPr bwMode="auto">
          <a:xfrm>
            <a:off x="10098438" y="4018997"/>
            <a:ext cx="482545" cy="482545"/>
          </a:xfrm>
          <a:custGeom>
            <a:avLst/>
            <a:gdLst/>
            <a:ahLst/>
            <a:cxnLst/>
            <a:rect l="l" t="t" r="r" b="b"/>
            <a:pathLst>
              <a:path w="482548" h="482548" fill="norm" stroke="1" extrusionOk="0">
                <a:moveTo>
                  <a:pt x="0" y="0"/>
                </a:moveTo>
                <a:lnTo>
                  <a:pt x="482548" y="0"/>
                </a:lnTo>
                <a:lnTo>
                  <a:pt x="482548" y="482548"/>
                </a:lnTo>
                <a:lnTo>
                  <a:pt x="0" y="48254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1940597" name="Freeform 28"/>
          <p:cNvSpPr/>
          <p:nvPr/>
        </p:nvSpPr>
        <p:spPr bwMode="auto">
          <a:xfrm>
            <a:off x="3416593" y="5122185"/>
            <a:ext cx="4966213" cy="1212582"/>
          </a:xfrm>
          <a:custGeom>
            <a:avLst/>
            <a:gdLst/>
            <a:ahLst/>
            <a:cxnLst/>
            <a:rect l="l" t="t" r="r" b="b"/>
            <a:pathLst>
              <a:path w="4966215" h="1212584" fill="norm" stroke="1" extrusionOk="0">
                <a:moveTo>
                  <a:pt x="0" y="0"/>
                </a:moveTo>
                <a:lnTo>
                  <a:pt x="4966215" y="0"/>
                </a:lnTo>
                <a:lnTo>
                  <a:pt x="4966215" y="1212585"/>
                </a:lnTo>
                <a:lnTo>
                  <a:pt x="0" y="1212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35220646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944160" y="490182"/>
            <a:ext cx="1911078" cy="1911078"/>
          </a:xfrm>
          <a:prstGeom prst="rect">
            <a:avLst/>
          </a:prstGeom>
        </p:spPr>
      </p:pic>
      <p:pic>
        <p:nvPicPr>
          <p:cNvPr id="88623865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3342033" y="2672515"/>
            <a:ext cx="5196440" cy="19888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41172995" name=""/>
          <p:cNvGrpSpPr/>
          <p:nvPr/>
        </p:nvGrpSpPr>
        <p:grpSpPr bwMode="auto">
          <a:xfrm>
            <a:off x="1018013" y="1356846"/>
            <a:ext cx="9994032" cy="4097914"/>
            <a:chOff x="0" y="0"/>
            <a:chExt cx="9994032" cy="4097914"/>
          </a:xfrm>
        </p:grpSpPr>
        <p:sp>
          <p:nvSpPr>
            <p:cNvPr id="1936703638" name="TextBox 32"/>
            <p:cNvSpPr txBox="1"/>
            <p:nvPr/>
          </p:nvSpPr>
          <p:spPr bwMode="auto">
            <a:xfrm>
              <a:off x="108550" y="291775"/>
              <a:ext cx="4082128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A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29080606" name="TextBox 33"/>
            <p:cNvSpPr txBox="1"/>
            <p:nvPr/>
          </p:nvSpPr>
          <p:spPr bwMode="auto">
            <a:xfrm>
              <a:off x="223614" y="759062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400"/>
            </a:p>
          </p:txBody>
        </p:sp>
        <p:sp>
          <p:nvSpPr>
            <p:cNvPr id="1481226036" name="AutoShape 34"/>
            <p:cNvSpPr/>
            <p:nvPr/>
          </p:nvSpPr>
          <p:spPr bwMode="auto">
            <a:xfrm>
              <a:off x="2148897" y="797418"/>
              <a:ext cx="0" cy="220251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23383217" name="TextBox 35"/>
            <p:cNvSpPr txBox="1"/>
            <p:nvPr/>
          </p:nvSpPr>
          <p:spPr bwMode="auto">
            <a:xfrm>
              <a:off x="2609062" y="759062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913990236" name="TextBox 49"/>
            <p:cNvSpPr txBox="1"/>
            <p:nvPr/>
          </p:nvSpPr>
          <p:spPr bwMode="auto">
            <a:xfrm>
              <a:off x="5814437" y="291775"/>
              <a:ext cx="4082128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B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299063656" name="TextBox 50"/>
            <p:cNvSpPr txBox="1"/>
            <p:nvPr/>
          </p:nvSpPr>
          <p:spPr bwMode="auto">
            <a:xfrm>
              <a:off x="5929499" y="759062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96136039" name="AutoShape 51"/>
            <p:cNvSpPr/>
            <p:nvPr/>
          </p:nvSpPr>
          <p:spPr bwMode="auto">
            <a:xfrm>
              <a:off x="7855142" y="797418"/>
              <a:ext cx="0" cy="220251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01817828" name="TextBox 52"/>
            <p:cNvSpPr txBox="1"/>
            <p:nvPr/>
          </p:nvSpPr>
          <p:spPr bwMode="auto">
            <a:xfrm>
              <a:off x="8314947" y="759062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19132950" name="Rectangle: Rounded Corners 12"/>
            <p:cNvSpPr/>
            <p:nvPr/>
          </p:nvSpPr>
          <p:spPr bwMode="auto">
            <a:xfrm>
              <a:off x="0" y="0"/>
              <a:ext cx="4317133" cy="312419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17645393" name="Rectangle: Rounded Corners 12"/>
            <p:cNvSpPr/>
            <p:nvPr/>
          </p:nvSpPr>
          <p:spPr bwMode="auto">
            <a:xfrm>
              <a:off x="5676900" y="0"/>
              <a:ext cx="4317132" cy="312419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293572274" name=""/>
            <p:cNvGrpSpPr/>
            <p:nvPr/>
          </p:nvGrpSpPr>
          <p:grpSpPr bwMode="auto">
            <a:xfrm>
              <a:off x="196394" y="1132385"/>
              <a:ext cx="9611120" cy="1160425"/>
              <a:chOff x="0" y="0"/>
              <a:chExt cx="9611120" cy="1160425"/>
            </a:xfrm>
          </p:grpSpPr>
          <p:sp>
            <p:nvSpPr>
              <p:cNvPr id="1752553401" name="Freeform 30"/>
              <p:cNvSpPr/>
              <p:nvPr/>
            </p:nvSpPr>
            <p:spPr bwMode="auto">
              <a:xfrm rot="0" flipH="0" flipV="0">
                <a:off x="0" y="63524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40606665" name="TextBox 31"/>
              <p:cNvSpPr txBox="1"/>
              <p:nvPr/>
            </p:nvSpPr>
            <p:spPr bwMode="auto">
              <a:xfrm rot="0" flipH="0" flipV="0">
                <a:off x="0" y="0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2023054930" name="Freeform 37"/>
              <p:cNvSpPr/>
              <p:nvPr/>
            </p:nvSpPr>
            <p:spPr bwMode="auto">
              <a:xfrm rot="0" flipH="0" flipV="0">
                <a:off x="2385446" y="63524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422983184" name="TextBox 38"/>
              <p:cNvSpPr txBox="1"/>
              <p:nvPr/>
            </p:nvSpPr>
            <p:spPr bwMode="auto">
              <a:xfrm rot="0" flipH="0" flipV="0">
                <a:off x="2385446" y="0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198 006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672356952" name="Freeform 47"/>
              <p:cNvSpPr/>
              <p:nvPr/>
            </p:nvSpPr>
            <p:spPr bwMode="auto">
              <a:xfrm rot="0" flipH="0" flipV="0">
                <a:off x="5706244" y="63524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86963125" name="TextBox 48"/>
              <p:cNvSpPr txBox="1"/>
              <p:nvPr/>
            </p:nvSpPr>
            <p:spPr bwMode="auto">
              <a:xfrm rot="0" flipH="0" flipV="0">
                <a:off x="5706244" y="0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2143710885" name="Freeform 54"/>
              <p:cNvSpPr/>
              <p:nvPr/>
            </p:nvSpPr>
            <p:spPr bwMode="auto">
              <a:xfrm rot="0" flipH="0" flipV="0">
                <a:off x="8091691" y="63524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463999741" name="TextBox 55"/>
              <p:cNvSpPr txBox="1"/>
              <p:nvPr/>
            </p:nvSpPr>
            <p:spPr bwMode="auto">
              <a:xfrm rot="0" flipH="0" flipV="0">
                <a:off x="8091691" y="0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175 000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979939877" name="Freeform 57"/>
              <p:cNvSpPr/>
              <p:nvPr/>
            </p:nvSpPr>
            <p:spPr bwMode="auto">
              <a:xfrm rot="0" flipH="0" flipV="0">
                <a:off x="8091691" y="687267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683537698" name="TextBox 58"/>
              <p:cNvSpPr txBox="1"/>
              <p:nvPr/>
            </p:nvSpPr>
            <p:spPr bwMode="auto">
              <a:xfrm rot="0" flipH="0" flipV="0">
                <a:off x="8091691" y="623740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22 360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892405600" name="Freeform 64"/>
              <p:cNvSpPr/>
              <p:nvPr/>
            </p:nvSpPr>
            <p:spPr bwMode="auto">
              <a:xfrm rot="0" flipH="0" flipV="0">
                <a:off x="5705926" y="687267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112963724" name="TextBox 65"/>
              <p:cNvSpPr txBox="1"/>
              <p:nvPr/>
            </p:nvSpPr>
            <p:spPr bwMode="auto">
              <a:xfrm rot="0" flipH="0" flipV="0">
                <a:off x="5705926" y="623740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145172685" name=""/>
            <p:cNvGrpSpPr/>
            <p:nvPr/>
          </p:nvGrpSpPr>
          <p:grpSpPr bwMode="auto">
            <a:xfrm>
              <a:off x="1389179" y="3247027"/>
              <a:ext cx="7225672" cy="850887"/>
              <a:chOff x="0" y="0"/>
              <a:chExt cx="7225672" cy="850887"/>
            </a:xfrm>
          </p:grpSpPr>
          <p:sp>
            <p:nvSpPr>
              <p:cNvPr id="474101732" name="AutoShape 39"/>
              <p:cNvSpPr/>
              <p:nvPr/>
            </p:nvSpPr>
            <p:spPr bwMode="auto">
              <a:xfrm>
                <a:off x="759717" y="0"/>
                <a:ext cx="0" cy="377730"/>
              </a:xfrm>
              <a:prstGeom prst="line">
                <a:avLst/>
              </a:prstGeom>
              <a:grpFill/>
              <a:ln w="47625" cap="flat">
                <a:solidFill>
                  <a:srgbClr val="000000"/>
                </a:solidFill>
                <a:prstDash val="solid"/>
                <a:headEnd type="none" w="sm" len="sm"/>
                <a:tailEnd type="arrow" w="med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390372980" name="Freeform 41"/>
              <p:cNvSpPr/>
              <p:nvPr/>
            </p:nvSpPr>
            <p:spPr bwMode="auto">
              <a:xfrm rot="0" flipH="0" flipV="0">
                <a:off x="0" y="377728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30577244" name="TextBox 42"/>
              <p:cNvSpPr txBox="1"/>
              <p:nvPr/>
            </p:nvSpPr>
            <p:spPr bwMode="auto">
              <a:xfrm rot="0" flipH="0" flipV="0">
                <a:off x="0" y="314201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1 994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326744215" name="AutoShape 59"/>
              <p:cNvSpPr/>
              <p:nvPr/>
            </p:nvSpPr>
            <p:spPr bwMode="auto">
              <a:xfrm>
                <a:off x="6465961" y="0"/>
                <a:ext cx="0" cy="377730"/>
              </a:xfrm>
              <a:prstGeom prst="line">
                <a:avLst/>
              </a:prstGeom>
              <a:grpFill/>
              <a:ln w="47625" cap="flat">
                <a:solidFill>
                  <a:srgbClr val="000000"/>
                </a:solidFill>
                <a:prstDash val="solid"/>
                <a:headEnd type="none" w="sm" len="sm"/>
                <a:tailEnd type="arrow" w="med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904292381" name="Freeform 61"/>
              <p:cNvSpPr/>
              <p:nvPr/>
            </p:nvSpPr>
            <p:spPr bwMode="auto">
              <a:xfrm rot="0" flipH="0" flipV="0">
                <a:off x="5706243" y="377728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202422157" name="TextBox 62"/>
              <p:cNvSpPr txBox="1"/>
              <p:nvPr/>
            </p:nvSpPr>
            <p:spPr bwMode="auto">
              <a:xfrm rot="0" flipH="0" flipV="0">
                <a:off x="5706243" y="314201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2 640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19262035" name=""/>
          <p:cNvGrpSpPr/>
          <p:nvPr/>
        </p:nvGrpSpPr>
        <p:grpSpPr bwMode="auto">
          <a:xfrm>
            <a:off x="1077610" y="900772"/>
            <a:ext cx="10134597" cy="4905984"/>
            <a:chOff x="0" y="0"/>
            <a:chExt cx="10134597" cy="4905984"/>
          </a:xfrm>
        </p:grpSpPr>
        <p:sp>
          <p:nvSpPr>
            <p:cNvPr id="788814718" name="TextBox 32"/>
            <p:cNvSpPr txBox="1"/>
            <p:nvPr/>
          </p:nvSpPr>
          <p:spPr bwMode="auto">
            <a:xfrm>
              <a:off x="165340" y="245697"/>
              <a:ext cx="4082128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A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201805025" name="TextBox 33"/>
            <p:cNvSpPr txBox="1"/>
            <p:nvPr/>
          </p:nvSpPr>
          <p:spPr bwMode="auto">
            <a:xfrm>
              <a:off x="280404" y="712985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400"/>
            </a:p>
          </p:txBody>
        </p:sp>
        <p:sp>
          <p:nvSpPr>
            <p:cNvPr id="416718129" name="AutoShape 34"/>
            <p:cNvSpPr/>
            <p:nvPr/>
          </p:nvSpPr>
          <p:spPr bwMode="auto">
            <a:xfrm>
              <a:off x="2206047" y="751341"/>
              <a:ext cx="0" cy="220251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49462409" name="TextBox 35"/>
            <p:cNvSpPr txBox="1"/>
            <p:nvPr/>
          </p:nvSpPr>
          <p:spPr bwMode="auto">
            <a:xfrm>
              <a:off x="2665852" y="712985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60132172" name="AutoShape 39"/>
            <p:cNvSpPr/>
            <p:nvPr/>
          </p:nvSpPr>
          <p:spPr bwMode="auto">
            <a:xfrm>
              <a:off x="2206047" y="3200951"/>
              <a:ext cx="0" cy="37773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1035717" name="TextBox 49"/>
            <p:cNvSpPr txBox="1"/>
            <p:nvPr/>
          </p:nvSpPr>
          <p:spPr bwMode="auto">
            <a:xfrm>
              <a:off x="5871587" y="245697"/>
              <a:ext cx="4082128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B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51822070" name="TextBox 50"/>
            <p:cNvSpPr txBox="1"/>
            <p:nvPr/>
          </p:nvSpPr>
          <p:spPr bwMode="auto">
            <a:xfrm>
              <a:off x="5986649" y="712985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400"/>
            </a:p>
          </p:txBody>
        </p:sp>
        <p:sp>
          <p:nvSpPr>
            <p:cNvPr id="1524221511" name="AutoShape 51"/>
            <p:cNvSpPr/>
            <p:nvPr/>
          </p:nvSpPr>
          <p:spPr bwMode="auto">
            <a:xfrm>
              <a:off x="7912292" y="751341"/>
              <a:ext cx="0" cy="220251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86572621" name="TextBox 52"/>
            <p:cNvSpPr txBox="1"/>
            <p:nvPr/>
          </p:nvSpPr>
          <p:spPr bwMode="auto">
            <a:xfrm>
              <a:off x="8372457" y="712985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652906678" name="AutoShape 59"/>
            <p:cNvSpPr/>
            <p:nvPr/>
          </p:nvSpPr>
          <p:spPr bwMode="auto">
            <a:xfrm>
              <a:off x="7912292" y="3200951"/>
              <a:ext cx="0" cy="37773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68155912" name="Rectangle: Rounded Corners 12"/>
            <p:cNvSpPr/>
            <p:nvPr/>
          </p:nvSpPr>
          <p:spPr bwMode="auto">
            <a:xfrm>
              <a:off x="0" y="0"/>
              <a:ext cx="4400548" cy="312419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417824545" name="Rectangle: Rounded Corners 12"/>
            <p:cNvSpPr/>
            <p:nvPr/>
          </p:nvSpPr>
          <p:spPr bwMode="auto">
            <a:xfrm>
              <a:off x="5638799" y="0"/>
              <a:ext cx="4495798" cy="312419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854002345" name=""/>
            <p:cNvGrpSpPr/>
            <p:nvPr/>
          </p:nvGrpSpPr>
          <p:grpSpPr bwMode="auto">
            <a:xfrm>
              <a:off x="1446329" y="3578680"/>
              <a:ext cx="7225675" cy="1327304"/>
              <a:chOff x="0" y="0"/>
              <a:chExt cx="7225675" cy="1327304"/>
            </a:xfrm>
          </p:grpSpPr>
          <p:grpSp>
            <p:nvGrpSpPr>
              <p:cNvPr id="1600492454" name="Group 40"/>
              <p:cNvGrpSpPr/>
              <p:nvPr/>
            </p:nvGrpSpPr>
            <p:grpSpPr bwMode="auto">
              <a:xfrm>
                <a:off x="0" y="0"/>
                <a:ext cx="1519430" cy="473152"/>
                <a:chOff x="0" y="0"/>
                <a:chExt cx="911224" cy="283756"/>
              </a:xfrm>
            </p:grpSpPr>
            <p:sp>
              <p:nvSpPr>
                <p:cNvPr id="1619289362" name="Freeform 41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FF5C00"/>
                </a:solidFill>
              </p:spPr>
            </p:sp>
            <p:sp>
              <p:nvSpPr>
                <p:cNvPr id="1691853404" name="TextBox 42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1 994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grpSp>
            <p:nvGrpSpPr>
              <p:cNvPr id="1889351502" name="Group 60"/>
              <p:cNvGrpSpPr/>
              <p:nvPr/>
            </p:nvGrpSpPr>
            <p:grpSpPr bwMode="auto">
              <a:xfrm>
                <a:off x="5706245" y="0"/>
                <a:ext cx="1519430" cy="473152"/>
                <a:chOff x="0" y="0"/>
                <a:chExt cx="911224" cy="283756"/>
              </a:xfrm>
            </p:grpSpPr>
            <p:sp>
              <p:nvSpPr>
                <p:cNvPr id="1738129936" name="Freeform 61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FF5C00"/>
                </a:solidFill>
              </p:spPr>
            </p:sp>
            <p:sp>
              <p:nvSpPr>
                <p:cNvPr id="1224223912" name="TextBox 62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2 640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grpSp>
            <p:nvGrpSpPr>
              <p:cNvPr id="922983125" name="Group 66"/>
              <p:cNvGrpSpPr/>
              <p:nvPr/>
            </p:nvGrpSpPr>
            <p:grpSpPr bwMode="auto">
              <a:xfrm>
                <a:off x="5706245" y="854152"/>
                <a:ext cx="1519430" cy="473152"/>
                <a:chOff x="0" y="0"/>
                <a:chExt cx="911224" cy="283756"/>
              </a:xfrm>
            </p:grpSpPr>
            <p:sp>
              <p:nvSpPr>
                <p:cNvPr id="559733485" name="Freeform 67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FF5C00"/>
                </a:solidFill>
              </p:spPr>
            </p:sp>
            <p:sp>
              <p:nvSpPr>
                <p:cNvPr id="1710893572" name="TextBox 68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12 sats/vB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sp>
            <p:nvSpPr>
              <p:cNvPr id="1224032126" name="AutoShape 69"/>
              <p:cNvSpPr/>
              <p:nvPr/>
            </p:nvSpPr>
            <p:spPr bwMode="auto">
              <a:xfrm flipH="1">
                <a:off x="6465961" y="473153"/>
                <a:ext cx="0" cy="380998"/>
              </a:xfrm>
              <a:prstGeom prst="line">
                <a:avLst/>
              </a:prstGeom>
              <a:grpFill/>
              <a:ln w="47625" cap="flat">
                <a:solidFill>
                  <a:srgbClr val="000000"/>
                </a:solidFill>
                <a:prstDash val="solid"/>
                <a:headEnd type="none" w="sm" len="sm"/>
                <a:tailEnd type="arrow" w="med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840892218" name="AutoShape 70"/>
              <p:cNvSpPr/>
              <p:nvPr/>
            </p:nvSpPr>
            <p:spPr bwMode="auto">
              <a:xfrm>
                <a:off x="759717" y="473153"/>
                <a:ext cx="0" cy="380998"/>
              </a:xfrm>
              <a:prstGeom prst="line">
                <a:avLst/>
              </a:prstGeom>
              <a:grpFill/>
              <a:ln w="47625" cap="flat">
                <a:solidFill>
                  <a:srgbClr val="000000"/>
                </a:solidFill>
                <a:prstDash val="solid"/>
                <a:headEnd type="none" w="sm" len="sm"/>
                <a:tailEnd type="arrow" w="med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grpSp>
            <p:nvGrpSpPr>
              <p:cNvPr id="159966253" name="Group 71"/>
              <p:cNvGrpSpPr/>
              <p:nvPr/>
            </p:nvGrpSpPr>
            <p:grpSpPr bwMode="auto">
              <a:xfrm>
                <a:off x="0" y="854152"/>
                <a:ext cx="1519430" cy="473152"/>
                <a:chOff x="0" y="0"/>
                <a:chExt cx="911224" cy="283756"/>
              </a:xfrm>
            </p:grpSpPr>
            <p:sp>
              <p:nvSpPr>
                <p:cNvPr id="2105362871" name="Freeform 72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FF5C00"/>
                </a:solidFill>
              </p:spPr>
            </p:sp>
            <p:sp>
              <p:nvSpPr>
                <p:cNvPr id="652453462" name="TextBox 73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14 sats/vB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</p:grpSp>
        <p:grpSp>
          <p:nvGrpSpPr>
            <p:cNvPr id="866159980" name=""/>
            <p:cNvGrpSpPr/>
            <p:nvPr/>
          </p:nvGrpSpPr>
          <p:grpSpPr bwMode="auto">
            <a:xfrm>
              <a:off x="253545" y="1149837"/>
              <a:ext cx="9611121" cy="1096893"/>
              <a:chOff x="0" y="0"/>
              <a:chExt cx="9611121" cy="1096893"/>
            </a:xfrm>
          </p:grpSpPr>
          <p:grpSp>
            <p:nvGrpSpPr>
              <p:cNvPr id="2075107259" name="Group 29"/>
              <p:cNvGrpSpPr/>
              <p:nvPr/>
            </p:nvGrpSpPr>
            <p:grpSpPr bwMode="auto">
              <a:xfrm>
                <a:off x="0" y="0"/>
                <a:ext cx="1519430" cy="473152"/>
                <a:chOff x="0" y="0"/>
                <a:chExt cx="911224" cy="283756"/>
              </a:xfrm>
            </p:grpSpPr>
            <p:sp>
              <p:nvSpPr>
                <p:cNvPr id="1366526586" name="Freeform 30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  <p:sp>
              <p:nvSpPr>
                <p:cNvPr id="537112606" name="TextBox 31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200 000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grpSp>
            <p:nvGrpSpPr>
              <p:cNvPr id="1573201062" name="Group 36"/>
              <p:cNvGrpSpPr/>
              <p:nvPr/>
            </p:nvGrpSpPr>
            <p:grpSpPr bwMode="auto">
              <a:xfrm>
                <a:off x="2385446" y="0"/>
                <a:ext cx="1519430" cy="473152"/>
                <a:chOff x="0" y="0"/>
                <a:chExt cx="911224" cy="283756"/>
              </a:xfrm>
            </p:grpSpPr>
            <p:sp>
              <p:nvSpPr>
                <p:cNvPr id="699287068" name="Freeform 37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  <p:sp>
              <p:nvSpPr>
                <p:cNvPr id="1053308648" name="TextBox 38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198 006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grpSp>
            <p:nvGrpSpPr>
              <p:cNvPr id="851465438" name="Group 46"/>
              <p:cNvGrpSpPr/>
              <p:nvPr/>
            </p:nvGrpSpPr>
            <p:grpSpPr bwMode="auto">
              <a:xfrm>
                <a:off x="5706244" y="0"/>
                <a:ext cx="1519430" cy="473152"/>
                <a:chOff x="0" y="0"/>
                <a:chExt cx="911224" cy="283756"/>
              </a:xfrm>
            </p:grpSpPr>
            <p:sp>
              <p:nvSpPr>
                <p:cNvPr id="1338986628" name="Freeform 47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  <p:sp>
              <p:nvSpPr>
                <p:cNvPr id="1132874448" name="TextBox 48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150 000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grpSp>
            <p:nvGrpSpPr>
              <p:cNvPr id="1797030115" name="Group 53"/>
              <p:cNvGrpSpPr/>
              <p:nvPr/>
            </p:nvGrpSpPr>
            <p:grpSpPr bwMode="auto">
              <a:xfrm>
                <a:off x="8091691" y="0"/>
                <a:ext cx="1519430" cy="473152"/>
                <a:chOff x="0" y="0"/>
                <a:chExt cx="911224" cy="283756"/>
              </a:xfrm>
            </p:grpSpPr>
            <p:sp>
              <p:nvSpPr>
                <p:cNvPr id="233845446" name="Freeform 54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  <p:sp>
              <p:nvSpPr>
                <p:cNvPr id="1489819133" name="TextBox 55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175 000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grpSp>
            <p:nvGrpSpPr>
              <p:cNvPr id="315177373" name="Group 56"/>
              <p:cNvGrpSpPr/>
              <p:nvPr/>
            </p:nvGrpSpPr>
            <p:grpSpPr bwMode="auto">
              <a:xfrm>
                <a:off x="8091691" y="623741"/>
                <a:ext cx="1519430" cy="473152"/>
                <a:chOff x="0" y="0"/>
                <a:chExt cx="911224" cy="283756"/>
              </a:xfrm>
            </p:grpSpPr>
            <p:sp>
              <p:nvSpPr>
                <p:cNvPr id="603583509" name="Freeform 57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  <p:sp>
              <p:nvSpPr>
                <p:cNvPr id="161015106" name="TextBox 58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22 360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grpSp>
            <p:nvGrpSpPr>
              <p:cNvPr id="967699903" name="Group 63"/>
              <p:cNvGrpSpPr/>
              <p:nvPr/>
            </p:nvGrpSpPr>
            <p:grpSpPr bwMode="auto">
              <a:xfrm>
                <a:off x="5705926" y="623741"/>
                <a:ext cx="1519430" cy="473152"/>
                <a:chOff x="0" y="0"/>
                <a:chExt cx="911224" cy="283756"/>
              </a:xfrm>
            </p:grpSpPr>
            <p:sp>
              <p:nvSpPr>
                <p:cNvPr id="701537283" name="Freeform 64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  <p:sp>
              <p:nvSpPr>
                <p:cNvPr id="2010530298" name="TextBox 65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50 000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7938213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38814" y="404673"/>
            <a:ext cx="10400079" cy="5759537"/>
          </a:xfrm>
          <a:prstGeom prst="rect">
            <a:avLst/>
          </a:prstGeom>
        </p:spPr>
      </p:pic>
      <p:sp>
        <p:nvSpPr>
          <p:cNvPr id="561538653" name=""/>
          <p:cNvSpPr txBox="1"/>
          <p:nvPr/>
        </p:nvSpPr>
        <p:spPr bwMode="auto">
          <a:xfrm rot="0" flipH="0" flipV="0">
            <a:off x="1081125" y="480217"/>
            <a:ext cx="10257769" cy="396599"/>
          </a:xfrm>
          <a:prstGeom prst="rect">
            <a:avLst/>
          </a:prstGeom>
          <a:solidFill>
            <a:schemeClr val="bg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lang="fr-FR">
                <a:latin typeface="IBM Plex Sans"/>
              </a:rPr>
              <a:t>수능/모의고사 평균 비용</a:t>
            </a: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23313970" name=""/>
          <p:cNvGrpSpPr/>
          <p:nvPr/>
        </p:nvGrpSpPr>
        <p:grpSpPr bwMode="auto">
          <a:xfrm>
            <a:off x="817857" y="633873"/>
            <a:ext cx="10096695" cy="5676897"/>
            <a:chOff x="0" y="0"/>
            <a:chExt cx="10096695" cy="5676897"/>
          </a:xfrm>
        </p:grpSpPr>
        <p:sp>
          <p:nvSpPr>
            <p:cNvPr id="2126417795" name="Freeform 26"/>
            <p:cNvSpPr/>
            <p:nvPr/>
          </p:nvSpPr>
          <p:spPr bwMode="auto">
            <a:xfrm>
              <a:off x="1822295" y="1478803"/>
              <a:ext cx="810803" cy="3603577"/>
            </a:xfrm>
            <a:custGeom>
              <a:avLst/>
              <a:gdLst/>
              <a:ahLst/>
              <a:cxnLst/>
              <a:rect l="l" t="t" r="r" b="b"/>
              <a:pathLst>
                <a:path w="810806" h="3603580" fill="norm" stroke="1" extrusionOk="0">
                  <a:moveTo>
                    <a:pt x="0" y="0"/>
                  </a:moveTo>
                  <a:lnTo>
                    <a:pt x="810806" y="0"/>
                  </a:lnTo>
                  <a:lnTo>
                    <a:pt x="810806" y="3603580"/>
                  </a:lnTo>
                  <a:lnTo>
                    <a:pt x="0" y="3603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46253238" name="Freeform 27"/>
            <p:cNvSpPr/>
            <p:nvPr/>
          </p:nvSpPr>
          <p:spPr bwMode="auto">
            <a:xfrm>
              <a:off x="0" y="2510665"/>
              <a:ext cx="1403194" cy="1539856"/>
            </a:xfrm>
            <a:custGeom>
              <a:avLst/>
              <a:gdLst/>
              <a:ahLst/>
              <a:cxnLst/>
              <a:rect l="l" t="t" r="r" b="b"/>
              <a:pathLst>
                <a:path w="1403196" h="1539858" fill="norm" stroke="1" extrusionOk="0">
                  <a:moveTo>
                    <a:pt x="0" y="0"/>
                  </a:moveTo>
                  <a:lnTo>
                    <a:pt x="1403196" y="0"/>
                  </a:lnTo>
                  <a:lnTo>
                    <a:pt x="1403196" y="1539858"/>
                  </a:lnTo>
                  <a:lnTo>
                    <a:pt x="0" y="1539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61046118" name="AutoShape 34"/>
            <p:cNvSpPr/>
            <p:nvPr/>
          </p:nvSpPr>
          <p:spPr bwMode="auto">
            <a:xfrm flipH="0" flipV="0">
              <a:off x="6643692" y="1099197"/>
              <a:ext cx="0" cy="3924049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785634" name="TextBox 47"/>
            <p:cNvSpPr txBox="1"/>
            <p:nvPr/>
          </p:nvSpPr>
          <p:spPr bwMode="auto">
            <a:xfrm>
              <a:off x="3557025" y="322238"/>
              <a:ext cx="6174415" cy="4608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25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12647920" name="TextBox 48"/>
            <p:cNvSpPr txBox="1"/>
            <p:nvPr/>
          </p:nvSpPr>
          <p:spPr bwMode="auto">
            <a:xfrm>
              <a:off x="3731091" y="1027251"/>
              <a:ext cx="2217348" cy="4608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25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15597632" name="TextBox 49"/>
            <p:cNvSpPr txBox="1"/>
            <p:nvPr/>
          </p:nvSpPr>
          <p:spPr bwMode="auto">
            <a:xfrm>
              <a:off x="7339836" y="1027251"/>
              <a:ext cx="2217348" cy="4608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25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65269443" name="Rectangle: Rounded Corners 12"/>
            <p:cNvSpPr/>
            <p:nvPr/>
          </p:nvSpPr>
          <p:spPr bwMode="auto">
            <a:xfrm>
              <a:off x="3162495" y="0"/>
              <a:ext cx="6934199" cy="567689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82149934" name=""/>
            <p:cNvGrpSpPr/>
            <p:nvPr/>
          </p:nvGrpSpPr>
          <p:grpSpPr bwMode="auto">
            <a:xfrm>
              <a:off x="3689916" y="1557879"/>
              <a:ext cx="5907360" cy="3747741"/>
              <a:chOff x="0" y="0"/>
              <a:chExt cx="5907360" cy="3747741"/>
            </a:xfrm>
          </p:grpSpPr>
          <p:sp>
            <p:nvSpPr>
              <p:cNvPr id="955285746" name="Freeform 32"/>
              <p:cNvSpPr/>
              <p:nvPr/>
            </p:nvSpPr>
            <p:spPr bwMode="auto">
              <a:xfrm rot="0" flipH="0" flipV="0">
                <a:off x="0" y="144163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269826740" name="TextBox 33"/>
              <p:cNvSpPr txBox="1"/>
              <p:nvPr/>
            </p:nvSpPr>
            <p:spPr bwMode="auto">
              <a:xfrm rot="0" flipH="0" flipV="0">
                <a:off x="0" y="0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725508473" name="Freeform 36"/>
              <p:cNvSpPr/>
              <p:nvPr/>
            </p:nvSpPr>
            <p:spPr bwMode="auto">
              <a:xfrm rot="0" flipH="0" flipV="0">
                <a:off x="0" y="1106757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1468291829" name="TextBox 37"/>
              <p:cNvSpPr txBox="1"/>
              <p:nvPr/>
            </p:nvSpPr>
            <p:spPr bwMode="auto">
              <a:xfrm rot="0" flipH="0" flipV="0">
                <a:off x="0" y="962594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904806284" name="Freeform 39"/>
              <p:cNvSpPr/>
              <p:nvPr/>
            </p:nvSpPr>
            <p:spPr bwMode="auto">
              <a:xfrm rot="0" flipH="0" flipV="0">
                <a:off x="182" y="2069353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1091205628" name="TextBox 40"/>
              <p:cNvSpPr txBox="1"/>
              <p:nvPr/>
            </p:nvSpPr>
            <p:spPr bwMode="auto">
              <a:xfrm rot="0" flipH="0" flipV="0">
                <a:off x="182" y="1925190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022656038" name="Freeform 42"/>
              <p:cNvSpPr/>
              <p:nvPr/>
            </p:nvSpPr>
            <p:spPr bwMode="auto">
              <a:xfrm rot="0" flipH="0" flipV="0">
                <a:off x="182" y="3031948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260211662" name="TextBox 43"/>
              <p:cNvSpPr txBox="1"/>
              <p:nvPr/>
            </p:nvSpPr>
            <p:spPr bwMode="auto">
              <a:xfrm rot="0" flipH="0" flipV="0">
                <a:off x="182" y="2887785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373468589" name="Freeform 45"/>
              <p:cNvSpPr/>
              <p:nvPr/>
            </p:nvSpPr>
            <p:spPr bwMode="auto">
              <a:xfrm rot="0" flipH="0" flipV="0">
                <a:off x="3608740" y="144163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623305378" name="TextBox 46"/>
              <p:cNvSpPr txBox="1"/>
              <p:nvPr/>
            </p:nvSpPr>
            <p:spPr bwMode="auto">
              <a:xfrm rot="0" flipH="0" flipV="0">
                <a:off x="3608740" y="0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350 000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680627986" name="Freeform 51"/>
              <p:cNvSpPr/>
              <p:nvPr/>
            </p:nvSpPr>
            <p:spPr bwMode="auto">
              <a:xfrm rot="0" flipH="0" flipV="0">
                <a:off x="3608740" y="1099958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1264590089" name="TextBox 52"/>
              <p:cNvSpPr txBox="1"/>
              <p:nvPr/>
            </p:nvSpPr>
            <p:spPr bwMode="auto">
              <a:xfrm rot="0" flipH="0" flipV="0">
                <a:off x="3608740" y="955794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46529248" name=""/>
          <p:cNvGrpSpPr/>
          <p:nvPr/>
        </p:nvGrpSpPr>
        <p:grpSpPr bwMode="auto">
          <a:xfrm>
            <a:off x="1292455" y="558464"/>
            <a:ext cx="9515640" cy="5721097"/>
            <a:chOff x="0" y="0"/>
            <a:chExt cx="9515640" cy="5721097"/>
          </a:xfrm>
        </p:grpSpPr>
        <p:sp>
          <p:nvSpPr>
            <p:cNvPr id="550628032" name="Freeform 40"/>
            <p:cNvSpPr/>
            <p:nvPr/>
          </p:nvSpPr>
          <p:spPr bwMode="auto">
            <a:xfrm rot="0" flipH="0" flipV="0">
              <a:off x="1201662" y="931676"/>
              <a:ext cx="1950471" cy="566064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5877" y="0"/>
                  </a:moveTo>
                  <a:lnTo>
                    <a:pt x="1080475" y="0"/>
                  </a:lnTo>
                  <a:cubicBezTo>
                    <a:pt x="1089244" y="0"/>
                    <a:pt x="1096352" y="7108"/>
                    <a:pt x="1096352" y="15877"/>
                  </a:cubicBezTo>
                  <a:lnTo>
                    <a:pt x="1096352" y="302306"/>
                  </a:lnTo>
                  <a:cubicBezTo>
                    <a:pt x="1096352" y="311075"/>
                    <a:pt x="1089244" y="318183"/>
                    <a:pt x="1080475" y="318183"/>
                  </a:cubicBezTo>
                  <a:lnTo>
                    <a:pt x="15877" y="318183"/>
                  </a:lnTo>
                  <a:cubicBezTo>
                    <a:pt x="7108" y="318183"/>
                    <a:pt x="0" y="311075"/>
                    <a:pt x="0" y="302306"/>
                  </a:cubicBezTo>
                  <a:lnTo>
                    <a:pt x="0" y="15877"/>
                  </a:lnTo>
                  <a:cubicBezTo>
                    <a:pt x="0" y="7108"/>
                    <a:pt x="7108" y="0"/>
                    <a:pt x="1587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1421746" name="TextBox 41"/>
            <p:cNvSpPr txBox="1"/>
            <p:nvPr/>
          </p:nvSpPr>
          <p:spPr bwMode="auto">
            <a:xfrm rot="0" flipH="0" flipV="0">
              <a:off x="1201662" y="830002"/>
              <a:ext cx="1950471" cy="667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Bisq</a:t>
              </a:r>
              <a:endParaRPr/>
            </a:p>
          </p:txBody>
        </p:sp>
        <p:sp>
          <p:nvSpPr>
            <p:cNvPr id="2026453813" name="Freeform 43"/>
            <p:cNvSpPr/>
            <p:nvPr/>
          </p:nvSpPr>
          <p:spPr bwMode="auto">
            <a:xfrm rot="0" flipH="0" flipV="0">
              <a:off x="1201662" y="2967510"/>
              <a:ext cx="1950471" cy="566064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5877" y="0"/>
                  </a:moveTo>
                  <a:lnTo>
                    <a:pt x="1080475" y="0"/>
                  </a:lnTo>
                  <a:cubicBezTo>
                    <a:pt x="1089244" y="0"/>
                    <a:pt x="1096352" y="7108"/>
                    <a:pt x="1096352" y="15877"/>
                  </a:cubicBezTo>
                  <a:lnTo>
                    <a:pt x="1096352" y="302306"/>
                  </a:lnTo>
                  <a:cubicBezTo>
                    <a:pt x="1096352" y="311075"/>
                    <a:pt x="1089244" y="318183"/>
                    <a:pt x="1080475" y="318183"/>
                  </a:cubicBezTo>
                  <a:lnTo>
                    <a:pt x="15877" y="318183"/>
                  </a:lnTo>
                  <a:cubicBezTo>
                    <a:pt x="7108" y="318183"/>
                    <a:pt x="0" y="311075"/>
                    <a:pt x="0" y="302306"/>
                  </a:cubicBezTo>
                  <a:lnTo>
                    <a:pt x="0" y="15877"/>
                  </a:lnTo>
                  <a:cubicBezTo>
                    <a:pt x="0" y="7108"/>
                    <a:pt x="7108" y="0"/>
                    <a:pt x="1587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71659673" name="TextBox 44"/>
            <p:cNvSpPr txBox="1"/>
            <p:nvPr/>
          </p:nvSpPr>
          <p:spPr bwMode="auto">
            <a:xfrm rot="0" flipH="0" flipV="0">
              <a:off x="1201662" y="2865837"/>
              <a:ext cx="1950471" cy="667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Exchange.kyc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459232441" name="Freeform 45"/>
            <p:cNvSpPr/>
            <p:nvPr/>
          </p:nvSpPr>
          <p:spPr bwMode="auto">
            <a:xfrm>
              <a:off x="4188069" y="4027421"/>
              <a:ext cx="1543365" cy="1693677"/>
            </a:xfrm>
            <a:custGeom>
              <a:avLst/>
              <a:gdLst/>
              <a:ahLst/>
              <a:cxnLst/>
              <a:rect l="l" t="t" r="r" b="b"/>
              <a:pathLst>
                <a:path w="1543365" h="1693679" fill="norm" stroke="1" extrusionOk="0">
                  <a:moveTo>
                    <a:pt x="0" y="0"/>
                  </a:moveTo>
                  <a:lnTo>
                    <a:pt x="1543365" y="0"/>
                  </a:lnTo>
                  <a:lnTo>
                    <a:pt x="1543365" y="1693680"/>
                  </a:lnTo>
                  <a:lnTo>
                    <a:pt x="0" y="1693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58656405" name="AutoShape 46"/>
            <p:cNvSpPr/>
            <p:nvPr/>
          </p:nvSpPr>
          <p:spPr bwMode="auto">
            <a:xfrm>
              <a:off x="3152136" y="1214709"/>
              <a:ext cx="2152773" cy="676692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17781638" name="AutoShape 47"/>
            <p:cNvSpPr/>
            <p:nvPr/>
          </p:nvSpPr>
          <p:spPr bwMode="auto">
            <a:xfrm flipV="1">
              <a:off x="3152136" y="1212975"/>
              <a:ext cx="2152773" cy="1192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4798257" name="TextBox 48"/>
            <p:cNvSpPr txBox="1"/>
            <p:nvPr/>
          </p:nvSpPr>
          <p:spPr bwMode="auto">
            <a:xfrm>
              <a:off x="5136770" y="146640"/>
              <a:ext cx="4355238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/>
            </a:p>
          </p:txBody>
        </p:sp>
        <p:sp>
          <p:nvSpPr>
            <p:cNvPr id="872804455" name="TextBox 49"/>
            <p:cNvSpPr txBox="1"/>
            <p:nvPr/>
          </p:nvSpPr>
          <p:spPr bwMode="auto">
            <a:xfrm>
              <a:off x="5408363" y="635243"/>
              <a:ext cx="1564482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661682141" name="TextBox 50"/>
            <p:cNvSpPr txBox="1"/>
            <p:nvPr/>
          </p:nvSpPr>
          <p:spPr bwMode="auto">
            <a:xfrm>
              <a:off x="7655805" y="635243"/>
              <a:ext cx="1564482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500103217" name="AutoShape 51"/>
            <p:cNvSpPr/>
            <p:nvPr/>
          </p:nvSpPr>
          <p:spPr bwMode="auto">
            <a:xfrm>
              <a:off x="2795852" y="3533580"/>
              <a:ext cx="1557945" cy="712413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84743599" name="AutoShape 52"/>
            <p:cNvSpPr/>
            <p:nvPr/>
          </p:nvSpPr>
          <p:spPr bwMode="auto">
            <a:xfrm flipH="1">
              <a:off x="103531" y="1214709"/>
              <a:ext cx="1098130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40008192" name="TextBox 53"/>
            <p:cNvSpPr txBox="1"/>
            <p:nvPr/>
          </p:nvSpPr>
          <p:spPr bwMode="auto">
            <a:xfrm>
              <a:off x="0" y="429116"/>
              <a:ext cx="4355238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UTXOs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063446968" name="AutoShape 54"/>
            <p:cNvSpPr/>
            <p:nvPr/>
          </p:nvSpPr>
          <p:spPr bwMode="auto">
            <a:xfrm flipV="1">
              <a:off x="103531" y="4874261"/>
              <a:ext cx="408453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25189498" name="AutoShape 55"/>
            <p:cNvSpPr/>
            <p:nvPr/>
          </p:nvSpPr>
          <p:spPr bwMode="auto">
            <a:xfrm>
              <a:off x="103531" y="1214709"/>
              <a:ext cx="0" cy="365955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95327193" name="AutoShape 62"/>
            <p:cNvSpPr/>
            <p:nvPr/>
          </p:nvSpPr>
          <p:spPr bwMode="auto">
            <a:xfrm>
              <a:off x="3152136" y="3250545"/>
              <a:ext cx="2152773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0888020" name="AutoShape 63"/>
            <p:cNvSpPr/>
            <p:nvPr/>
          </p:nvSpPr>
          <p:spPr bwMode="auto">
            <a:xfrm>
              <a:off x="3152136" y="1214709"/>
              <a:ext cx="2152773" cy="1356957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53318945" name="Rectangle: Rounded Corners 12"/>
            <p:cNvSpPr/>
            <p:nvPr/>
          </p:nvSpPr>
          <p:spPr bwMode="auto">
            <a:xfrm flipH="0" flipV="0">
              <a:off x="5044078" y="0"/>
              <a:ext cx="4471562" cy="388978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232155460" name=""/>
            <p:cNvGrpSpPr/>
            <p:nvPr/>
          </p:nvGrpSpPr>
          <p:grpSpPr bwMode="auto">
            <a:xfrm>
              <a:off x="5379324" y="981433"/>
              <a:ext cx="3868561" cy="2670352"/>
              <a:chOff x="0" y="0"/>
              <a:chExt cx="3868561" cy="2670352"/>
            </a:xfrm>
          </p:grpSpPr>
          <p:sp>
            <p:nvSpPr>
              <p:cNvPr id="664730013" name="Freeform 30"/>
              <p:cNvSpPr/>
              <p:nvPr/>
            </p:nvSpPr>
            <p:spPr bwMode="auto">
              <a:xfrm rot="0" flipH="0" flipV="0">
                <a:off x="0" y="127506"/>
                <a:ext cx="1621120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2099366188" name="TextBox 31"/>
              <p:cNvSpPr txBox="1"/>
              <p:nvPr/>
            </p:nvSpPr>
            <p:spPr bwMode="auto">
              <a:xfrm rot="0" flipH="0" flipV="0">
                <a:off x="0" y="59728"/>
                <a:ext cx="1621120" cy="57260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847110027" name="AutoShape 32"/>
              <p:cNvSpPr/>
              <p:nvPr/>
            </p:nvSpPr>
            <p:spPr bwMode="auto">
              <a:xfrm flipH="0" flipV="0">
                <a:off x="1859931" y="0"/>
                <a:ext cx="0" cy="2566766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381289386" name="Freeform 34"/>
              <p:cNvSpPr/>
              <p:nvPr/>
            </p:nvSpPr>
            <p:spPr bwMode="auto">
              <a:xfrm rot="0" flipH="0" flipV="0">
                <a:off x="0" y="806385"/>
                <a:ext cx="1621120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369907308" name="TextBox 35"/>
              <p:cNvSpPr txBox="1"/>
              <p:nvPr/>
            </p:nvSpPr>
            <p:spPr bwMode="auto">
              <a:xfrm rot="0" flipH="0" flipV="0">
                <a:off x="0" y="738607"/>
                <a:ext cx="1621120" cy="57260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707980996" name="Freeform 37"/>
              <p:cNvSpPr/>
              <p:nvPr/>
            </p:nvSpPr>
            <p:spPr bwMode="auto">
              <a:xfrm rot="0" flipH="0" flipV="0">
                <a:off x="2247441" y="127506"/>
                <a:ext cx="1621120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982410188" name="TextBox 38"/>
              <p:cNvSpPr txBox="1"/>
              <p:nvPr/>
            </p:nvSpPr>
            <p:spPr bwMode="auto">
              <a:xfrm rot="0" flipH="0" flipV="0">
                <a:off x="2247441" y="59728"/>
                <a:ext cx="1621120" cy="57260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922120553" name="Freeform 57"/>
              <p:cNvSpPr/>
              <p:nvPr/>
            </p:nvSpPr>
            <p:spPr bwMode="auto">
              <a:xfrm rot="0" flipH="0" flipV="0">
                <a:off x="0" y="1486649"/>
                <a:ext cx="1621120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46110922" name="TextBox 58"/>
              <p:cNvSpPr txBox="1"/>
              <p:nvPr/>
            </p:nvSpPr>
            <p:spPr bwMode="auto">
              <a:xfrm rot="0" flipH="0" flipV="0">
                <a:off x="0" y="1418870"/>
                <a:ext cx="1621120" cy="57260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810440464" name="Freeform 60"/>
              <p:cNvSpPr/>
              <p:nvPr/>
            </p:nvSpPr>
            <p:spPr bwMode="auto">
              <a:xfrm rot="0" flipH="0" flipV="0">
                <a:off x="0" y="2165526"/>
                <a:ext cx="1621120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934707436" name="TextBox 61"/>
              <p:cNvSpPr txBox="1"/>
              <p:nvPr/>
            </p:nvSpPr>
            <p:spPr bwMode="auto">
              <a:xfrm rot="0" flipH="0" flipV="0">
                <a:off x="0" y="2097748"/>
                <a:ext cx="1621120" cy="57260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0513392" name="Freeform 27"/>
          <p:cNvSpPr/>
          <p:nvPr/>
        </p:nvSpPr>
        <p:spPr bwMode="auto">
          <a:xfrm rot="0" flipH="0" flipV="0">
            <a:off x="3625835" y="328577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44411812" name="TextBox 28"/>
          <p:cNvSpPr txBox="1"/>
          <p:nvPr/>
        </p:nvSpPr>
        <p:spPr bwMode="auto">
          <a:xfrm rot="0" flipH="0" flipV="0">
            <a:off x="3660594" y="330315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00753773" name="Freeform 30"/>
          <p:cNvSpPr/>
          <p:nvPr/>
        </p:nvSpPr>
        <p:spPr bwMode="auto">
          <a:xfrm rot="0" flipH="0" flipV="0">
            <a:off x="1854092" y="3204067"/>
            <a:ext cx="534177" cy="534177"/>
          </a:xfrm>
          <a:custGeom>
            <a:avLst/>
            <a:gdLst/>
            <a:ahLst/>
            <a:cxnLst/>
            <a:rect l="l" t="t" r="r" b="b"/>
            <a:pathLst>
              <a:path w="712239" h="712239" fill="norm" stroke="1" extrusionOk="0">
                <a:moveTo>
                  <a:pt x="0" y="0"/>
                </a:moveTo>
                <a:lnTo>
                  <a:pt x="712239" y="0"/>
                </a:lnTo>
                <a:lnTo>
                  <a:pt x="712239" y="712239"/>
                </a:lnTo>
                <a:lnTo>
                  <a:pt x="0" y="712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612884220" name="Freeform 31"/>
          <p:cNvSpPr/>
          <p:nvPr/>
        </p:nvSpPr>
        <p:spPr bwMode="auto">
          <a:xfrm rot="0" flipH="0" flipV="0">
            <a:off x="1947574" y="3383948"/>
            <a:ext cx="287512" cy="287512"/>
          </a:xfrm>
          <a:custGeom>
            <a:avLst/>
            <a:gdLst/>
            <a:ahLst/>
            <a:cxnLst/>
            <a:rect l="l" t="t" r="r" b="b"/>
            <a:pathLst>
              <a:path w="383353" h="383353" fill="norm" stroke="1" extrusionOk="0">
                <a:moveTo>
                  <a:pt x="0" y="0"/>
                </a:moveTo>
                <a:lnTo>
                  <a:pt x="383354" y="0"/>
                </a:lnTo>
                <a:lnTo>
                  <a:pt x="383354" y="383354"/>
                </a:lnTo>
                <a:lnTo>
                  <a:pt x="0" y="3833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793562648" name="AutoShape 32"/>
          <p:cNvSpPr/>
          <p:nvPr/>
        </p:nvSpPr>
        <p:spPr bwMode="auto">
          <a:xfrm flipV="1">
            <a:off x="2388272" y="3471158"/>
            <a:ext cx="1237563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9938567" name="Freeform 34"/>
          <p:cNvSpPr/>
          <p:nvPr/>
        </p:nvSpPr>
        <p:spPr bwMode="auto">
          <a:xfrm rot="0" flipH="0" flipV="0">
            <a:off x="4708759" y="2410801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83061897" name="TextBox 35"/>
          <p:cNvSpPr txBox="1"/>
          <p:nvPr/>
        </p:nvSpPr>
        <p:spPr bwMode="auto">
          <a:xfrm rot="0" flipH="0" flipV="0">
            <a:off x="4743518" y="2428180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05472826" name="Freeform 37"/>
          <p:cNvSpPr/>
          <p:nvPr/>
        </p:nvSpPr>
        <p:spPr bwMode="auto">
          <a:xfrm rot="0" flipH="0" flipV="0">
            <a:off x="4523377" y="4649963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51147383" name="TextBox 38"/>
          <p:cNvSpPr txBox="1"/>
          <p:nvPr/>
        </p:nvSpPr>
        <p:spPr bwMode="auto">
          <a:xfrm rot="0" flipH="0" flipV="0">
            <a:off x="4558136" y="4667342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21102229" name="Freeform 40"/>
          <p:cNvSpPr/>
          <p:nvPr/>
        </p:nvSpPr>
        <p:spPr bwMode="auto">
          <a:xfrm rot="0" flipH="0" flipV="0">
            <a:off x="2738829" y="5434832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28664113" name="TextBox 41"/>
          <p:cNvSpPr txBox="1"/>
          <p:nvPr/>
        </p:nvSpPr>
        <p:spPr bwMode="auto">
          <a:xfrm rot="0" flipH="0" flipV="0">
            <a:off x="2773587" y="5452211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95169921" name="Freeform 43"/>
          <p:cNvSpPr/>
          <p:nvPr/>
        </p:nvSpPr>
        <p:spPr bwMode="auto">
          <a:xfrm rot="0" flipH="0" flipV="0">
            <a:off x="6203605" y="5492560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18039572" name="TextBox 44"/>
          <p:cNvSpPr txBox="1"/>
          <p:nvPr/>
        </p:nvSpPr>
        <p:spPr bwMode="auto">
          <a:xfrm rot="0" flipH="0" flipV="0">
            <a:off x="6238364" y="5509939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53688932" name="Freeform 46"/>
          <p:cNvSpPr/>
          <p:nvPr/>
        </p:nvSpPr>
        <p:spPr bwMode="auto">
          <a:xfrm rot="0" flipH="0" flipV="0">
            <a:off x="6477163" y="387759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85439022" name="TextBox 47"/>
          <p:cNvSpPr txBox="1"/>
          <p:nvPr/>
        </p:nvSpPr>
        <p:spPr bwMode="auto">
          <a:xfrm rot="0" flipH="0" flipV="0">
            <a:off x="6511921" y="389497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66817816" name="Freeform 49"/>
          <p:cNvSpPr/>
          <p:nvPr/>
        </p:nvSpPr>
        <p:spPr bwMode="auto">
          <a:xfrm rot="0" flipH="0" flipV="0">
            <a:off x="6747580" y="2915010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40438439" name="TextBox 50"/>
          <p:cNvSpPr txBox="1"/>
          <p:nvPr/>
        </p:nvSpPr>
        <p:spPr bwMode="auto">
          <a:xfrm rot="0" flipH="0" flipV="0">
            <a:off x="6782339" y="2932389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22783668" name="Freeform 52"/>
          <p:cNvSpPr/>
          <p:nvPr/>
        </p:nvSpPr>
        <p:spPr bwMode="auto">
          <a:xfrm rot="0" flipH="0" flipV="0">
            <a:off x="2500471" y="178848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78891651" name="TextBox 53"/>
          <p:cNvSpPr txBox="1"/>
          <p:nvPr/>
        </p:nvSpPr>
        <p:spPr bwMode="auto">
          <a:xfrm rot="0" flipH="0" flipV="0">
            <a:off x="2535230" y="180586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85217690" name="Freeform 55"/>
          <p:cNvSpPr/>
          <p:nvPr/>
        </p:nvSpPr>
        <p:spPr bwMode="auto">
          <a:xfrm rot="0" flipH="0" flipV="0">
            <a:off x="7556877" y="1322097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88130181" name="TextBox 56"/>
          <p:cNvSpPr txBox="1"/>
          <p:nvPr/>
        </p:nvSpPr>
        <p:spPr bwMode="auto">
          <a:xfrm rot="0" flipH="0" flipV="0">
            <a:off x="7591635" y="1339476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90686977" name="Freeform 58"/>
          <p:cNvSpPr/>
          <p:nvPr/>
        </p:nvSpPr>
        <p:spPr bwMode="auto">
          <a:xfrm rot="0" flipH="0" flipV="0">
            <a:off x="9325279" y="2788890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70272302" name="TextBox 59"/>
          <p:cNvSpPr txBox="1"/>
          <p:nvPr/>
        </p:nvSpPr>
        <p:spPr bwMode="auto">
          <a:xfrm rot="0" flipH="0" flipV="0">
            <a:off x="9360038" y="2806269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1044329" name="Freeform 61"/>
          <p:cNvSpPr/>
          <p:nvPr/>
        </p:nvSpPr>
        <p:spPr bwMode="auto">
          <a:xfrm rot="0" flipH="0" flipV="0">
            <a:off x="9422487" y="143600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18899054" name="TextBox 62"/>
          <p:cNvSpPr txBox="1"/>
          <p:nvPr/>
        </p:nvSpPr>
        <p:spPr bwMode="auto">
          <a:xfrm rot="0" flipH="0" flipV="0">
            <a:off x="9457245" y="145338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63763586" name="Freeform 64"/>
          <p:cNvSpPr/>
          <p:nvPr/>
        </p:nvSpPr>
        <p:spPr bwMode="auto">
          <a:xfrm rot="0" flipH="0" flipV="0">
            <a:off x="3996600" y="126514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99957639" name="TextBox 65"/>
          <p:cNvSpPr txBox="1"/>
          <p:nvPr/>
        </p:nvSpPr>
        <p:spPr bwMode="auto">
          <a:xfrm rot="0" flipH="0" flipV="0">
            <a:off x="4031359" y="128252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137940842" name="Freeform 67"/>
          <p:cNvSpPr/>
          <p:nvPr/>
        </p:nvSpPr>
        <p:spPr bwMode="auto">
          <a:xfrm rot="0" flipH="0" flipV="0">
            <a:off x="5862213" y="1379052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24850361" name="TextBox 68"/>
          <p:cNvSpPr txBox="1"/>
          <p:nvPr/>
        </p:nvSpPr>
        <p:spPr bwMode="auto">
          <a:xfrm rot="0" flipH="0" flipV="0">
            <a:off x="5896971" y="1396431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00161588" name="Freeform 70"/>
          <p:cNvSpPr/>
          <p:nvPr/>
        </p:nvSpPr>
        <p:spPr bwMode="auto">
          <a:xfrm rot="0" flipH="0" flipV="0">
            <a:off x="10038934" y="5249451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5820296" name="TextBox 71"/>
          <p:cNvSpPr txBox="1"/>
          <p:nvPr/>
        </p:nvSpPr>
        <p:spPr bwMode="auto">
          <a:xfrm rot="0" flipH="0" flipV="0">
            <a:off x="10073693" y="5266830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7517418" name="Freeform 73"/>
          <p:cNvSpPr/>
          <p:nvPr/>
        </p:nvSpPr>
        <p:spPr bwMode="auto">
          <a:xfrm rot="0" flipH="0" flipV="0">
            <a:off x="7830645" y="462713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00570988" name="TextBox 74"/>
          <p:cNvSpPr txBox="1"/>
          <p:nvPr/>
        </p:nvSpPr>
        <p:spPr bwMode="auto">
          <a:xfrm rot="0" flipH="0" flipV="0">
            <a:off x="7865404" y="464451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133716618" name="Freeform 76"/>
          <p:cNvSpPr/>
          <p:nvPr/>
        </p:nvSpPr>
        <p:spPr bwMode="auto">
          <a:xfrm rot="0" flipH="0" flipV="0">
            <a:off x="9326774" y="4103793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27641632" name="TextBox 77"/>
          <p:cNvSpPr txBox="1"/>
          <p:nvPr/>
        </p:nvSpPr>
        <p:spPr bwMode="auto">
          <a:xfrm rot="0" flipH="0" flipV="0">
            <a:off x="9361533" y="4121172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12600886" name="AutoShape 78"/>
          <p:cNvSpPr/>
          <p:nvPr/>
        </p:nvSpPr>
        <p:spPr bwMode="auto">
          <a:xfrm flipV="1">
            <a:off x="3955421" y="2712696"/>
            <a:ext cx="794520" cy="64194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2257680" name="AutoShape 79"/>
          <p:cNvSpPr/>
          <p:nvPr/>
        </p:nvSpPr>
        <p:spPr bwMode="auto">
          <a:xfrm>
            <a:off x="3913123" y="3626044"/>
            <a:ext cx="693731" cy="105441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1801647" name="AutoShape 80"/>
          <p:cNvSpPr/>
          <p:nvPr/>
        </p:nvSpPr>
        <p:spPr bwMode="auto">
          <a:xfrm>
            <a:off x="3992769" y="3508840"/>
            <a:ext cx="2488226" cy="5164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2442333" name="AutoShape 81"/>
          <p:cNvSpPr/>
          <p:nvPr/>
        </p:nvSpPr>
        <p:spPr bwMode="auto">
          <a:xfrm flipH="1">
            <a:off x="2994959" y="3642563"/>
            <a:ext cx="745512" cy="180624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9654676" name="AutoShape 82"/>
          <p:cNvSpPr/>
          <p:nvPr/>
        </p:nvSpPr>
        <p:spPr bwMode="auto">
          <a:xfrm flipH="1" flipV="1">
            <a:off x="2797241" y="2122068"/>
            <a:ext cx="902587" cy="120088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6001201" name="AutoShape 83"/>
          <p:cNvSpPr/>
          <p:nvPr/>
        </p:nvSpPr>
        <p:spPr bwMode="auto">
          <a:xfrm flipV="1">
            <a:off x="2860887" y="1511753"/>
            <a:ext cx="1146060" cy="40088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3245699" name="AutoShape 84"/>
          <p:cNvSpPr/>
          <p:nvPr/>
        </p:nvSpPr>
        <p:spPr bwMode="auto">
          <a:xfrm flipV="1">
            <a:off x="2709696" y="544281"/>
            <a:ext cx="161538" cy="124572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5308535" name="AutoShape 85"/>
          <p:cNvSpPr/>
          <p:nvPr/>
        </p:nvSpPr>
        <p:spPr bwMode="auto">
          <a:xfrm flipH="1" flipV="1">
            <a:off x="840180" y="1265145"/>
            <a:ext cx="1672562" cy="64224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8005316" name="AutoShape 86"/>
          <p:cNvSpPr/>
          <p:nvPr/>
        </p:nvSpPr>
        <p:spPr bwMode="auto">
          <a:xfrm flipH="1">
            <a:off x="840180" y="2016583"/>
            <a:ext cx="1665235" cy="39421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5984122" name="AutoShape 87"/>
          <p:cNvSpPr/>
          <p:nvPr/>
        </p:nvSpPr>
        <p:spPr bwMode="auto">
          <a:xfrm flipV="1">
            <a:off x="5032316" y="1688029"/>
            <a:ext cx="877104" cy="7845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6555932" name="AutoShape 88"/>
          <p:cNvSpPr/>
          <p:nvPr/>
        </p:nvSpPr>
        <p:spPr bwMode="auto">
          <a:xfrm>
            <a:off x="5074146" y="2640700"/>
            <a:ext cx="1678812" cy="41517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5129391" name="AutoShape 89"/>
          <p:cNvSpPr/>
          <p:nvPr/>
        </p:nvSpPr>
        <p:spPr bwMode="auto">
          <a:xfrm flipV="1">
            <a:off x="7016951" y="1672791"/>
            <a:ext cx="641318" cy="126228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2254929" name="AutoShape 90"/>
          <p:cNvSpPr/>
          <p:nvPr/>
        </p:nvSpPr>
        <p:spPr bwMode="auto">
          <a:xfrm flipV="1">
            <a:off x="7118129" y="2983333"/>
            <a:ext cx="2207367" cy="10800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5026659" name="AutoShape 91"/>
          <p:cNvSpPr/>
          <p:nvPr/>
        </p:nvSpPr>
        <p:spPr bwMode="auto">
          <a:xfrm>
            <a:off x="6847356" y="4077647"/>
            <a:ext cx="2479988" cy="19685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1755993" name="AutoShape 92"/>
          <p:cNvSpPr/>
          <p:nvPr/>
        </p:nvSpPr>
        <p:spPr bwMode="auto">
          <a:xfrm>
            <a:off x="6824751" y="4152804"/>
            <a:ext cx="1029069" cy="56988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4683135" name="AutoShape 93"/>
          <p:cNvSpPr/>
          <p:nvPr/>
        </p:nvSpPr>
        <p:spPr bwMode="auto">
          <a:xfrm flipH="1">
            <a:off x="6419953" y="4245785"/>
            <a:ext cx="211626" cy="124934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2129862" name="AutoShape 94"/>
          <p:cNvSpPr/>
          <p:nvPr/>
        </p:nvSpPr>
        <p:spPr bwMode="auto">
          <a:xfrm>
            <a:off x="8194506" y="4862814"/>
            <a:ext cx="1851331" cy="52172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1602725" name="AutoShape 95"/>
          <p:cNvSpPr/>
          <p:nvPr/>
        </p:nvSpPr>
        <p:spPr bwMode="auto">
          <a:xfrm flipV="1">
            <a:off x="7095227" y="1711108"/>
            <a:ext cx="2350377" cy="129956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8375827" name="AutoShape 96"/>
          <p:cNvSpPr/>
          <p:nvPr/>
        </p:nvSpPr>
        <p:spPr bwMode="auto">
          <a:xfrm flipH="1" flipV="1">
            <a:off x="4006949" y="428713"/>
            <a:ext cx="143727" cy="83906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7039632" name="AutoShape 97"/>
          <p:cNvSpPr/>
          <p:nvPr/>
        </p:nvSpPr>
        <p:spPr bwMode="auto">
          <a:xfrm flipV="1">
            <a:off x="4300569" y="428713"/>
            <a:ext cx="731746" cy="87931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7063385" name="AutoShape 98"/>
          <p:cNvSpPr/>
          <p:nvPr/>
        </p:nvSpPr>
        <p:spPr bwMode="auto">
          <a:xfrm flipH="1" flipV="1">
            <a:off x="5282748" y="544281"/>
            <a:ext cx="653634" cy="87181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4457292" name="AutoShape 99"/>
          <p:cNvSpPr/>
          <p:nvPr/>
        </p:nvSpPr>
        <p:spPr bwMode="auto">
          <a:xfrm flipV="1">
            <a:off x="6047595" y="544281"/>
            <a:ext cx="0" cy="83476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7522053" name="AutoShape 100"/>
          <p:cNvSpPr/>
          <p:nvPr/>
        </p:nvSpPr>
        <p:spPr bwMode="auto">
          <a:xfrm flipV="1">
            <a:off x="6127436" y="655966"/>
            <a:ext cx="353559" cy="74111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3157524" name="AutoShape 101"/>
          <p:cNvSpPr/>
          <p:nvPr/>
        </p:nvSpPr>
        <p:spPr bwMode="auto">
          <a:xfrm flipV="1">
            <a:off x="7759199" y="544281"/>
            <a:ext cx="71444" cy="77858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8002715" name="AutoShape 102"/>
          <p:cNvSpPr/>
          <p:nvPr/>
        </p:nvSpPr>
        <p:spPr bwMode="auto">
          <a:xfrm flipV="1">
            <a:off x="7847300" y="655966"/>
            <a:ext cx="480440" cy="69874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7400628" name="AutoShape 103"/>
          <p:cNvSpPr/>
          <p:nvPr/>
        </p:nvSpPr>
        <p:spPr bwMode="auto">
          <a:xfrm>
            <a:off x="9769520" y="1712206"/>
            <a:ext cx="1353441" cy="76038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9019872" name="AutoShape 104"/>
          <p:cNvSpPr/>
          <p:nvPr/>
        </p:nvSpPr>
        <p:spPr bwMode="auto">
          <a:xfrm flipV="1">
            <a:off x="9770187" y="784834"/>
            <a:ext cx="1352774" cy="74693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1502613" name="AutoShape 105"/>
          <p:cNvSpPr/>
          <p:nvPr/>
        </p:nvSpPr>
        <p:spPr bwMode="auto">
          <a:xfrm flipH="1" flipV="1">
            <a:off x="9325280" y="544281"/>
            <a:ext cx="235532" cy="89775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2676440" name="AutoShape 106"/>
          <p:cNvSpPr/>
          <p:nvPr/>
        </p:nvSpPr>
        <p:spPr bwMode="auto">
          <a:xfrm flipV="1">
            <a:off x="9691724" y="2591983"/>
            <a:ext cx="1550628" cy="342317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8475636" name="AutoShape 107"/>
          <p:cNvSpPr/>
          <p:nvPr/>
        </p:nvSpPr>
        <p:spPr bwMode="auto">
          <a:xfrm>
            <a:off x="9685587" y="3035809"/>
            <a:ext cx="1344703" cy="47303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8364335" name="AutoShape 108"/>
          <p:cNvSpPr/>
          <p:nvPr/>
        </p:nvSpPr>
        <p:spPr bwMode="auto">
          <a:xfrm flipV="1">
            <a:off x="9697484" y="4245785"/>
            <a:ext cx="1544870" cy="3874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7686700" name="AutoShape 109"/>
          <p:cNvSpPr/>
          <p:nvPr/>
        </p:nvSpPr>
        <p:spPr bwMode="auto">
          <a:xfrm flipH="1">
            <a:off x="3625836" y="4989856"/>
            <a:ext cx="980446" cy="147827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782727" name="AutoShape 110"/>
          <p:cNvSpPr/>
          <p:nvPr/>
        </p:nvSpPr>
        <p:spPr bwMode="auto">
          <a:xfrm>
            <a:off x="6494118" y="5830654"/>
            <a:ext cx="438843" cy="63747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7571163" name="AutoShape 111"/>
          <p:cNvSpPr/>
          <p:nvPr/>
        </p:nvSpPr>
        <p:spPr bwMode="auto">
          <a:xfrm flipH="1">
            <a:off x="1630238" y="5711266"/>
            <a:ext cx="1132452" cy="63836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6310640" name="AutoShape 112"/>
          <p:cNvSpPr/>
          <p:nvPr/>
        </p:nvSpPr>
        <p:spPr bwMode="auto">
          <a:xfrm>
            <a:off x="4729676" y="5019563"/>
            <a:ext cx="164466" cy="144856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6917475" name="AutoShape 113"/>
          <p:cNvSpPr/>
          <p:nvPr/>
        </p:nvSpPr>
        <p:spPr bwMode="auto">
          <a:xfrm flipH="1" flipV="1">
            <a:off x="840180" y="5020729"/>
            <a:ext cx="1905827" cy="54822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7894366" name="AutoShape 114"/>
          <p:cNvSpPr/>
          <p:nvPr/>
        </p:nvSpPr>
        <p:spPr bwMode="auto">
          <a:xfrm>
            <a:off x="10378768" y="5537396"/>
            <a:ext cx="863583" cy="57344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1028959" name="AutoShape 115"/>
          <p:cNvSpPr/>
          <p:nvPr/>
        </p:nvSpPr>
        <p:spPr bwMode="auto">
          <a:xfrm>
            <a:off x="8016028" y="4997900"/>
            <a:ext cx="0" cy="1470226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8575292" name="AutoShape 116"/>
          <p:cNvSpPr/>
          <p:nvPr/>
        </p:nvSpPr>
        <p:spPr bwMode="auto">
          <a:xfrm flipH="1">
            <a:off x="5936384" y="5831696"/>
            <a:ext cx="349002" cy="51793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5701155" name="Freeform 27"/>
          <p:cNvSpPr/>
          <p:nvPr/>
        </p:nvSpPr>
        <p:spPr bwMode="auto">
          <a:xfrm rot="0" flipH="0" flipV="0">
            <a:off x="4300605" y="3296234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78529982" name="TextBox 28"/>
          <p:cNvSpPr txBox="1"/>
          <p:nvPr/>
        </p:nvSpPr>
        <p:spPr bwMode="auto">
          <a:xfrm rot="0" flipH="0" flipV="0">
            <a:off x="4336301" y="3314082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28125854" name="Freeform 30"/>
          <p:cNvSpPr/>
          <p:nvPr/>
        </p:nvSpPr>
        <p:spPr bwMode="auto">
          <a:xfrm rot="0" flipH="0" flipV="0">
            <a:off x="687573" y="3212319"/>
            <a:ext cx="548605" cy="548605"/>
          </a:xfrm>
          <a:custGeom>
            <a:avLst/>
            <a:gdLst/>
            <a:ahLst/>
            <a:cxnLst/>
            <a:rect l="l" t="t" r="r" b="b"/>
            <a:pathLst>
              <a:path w="731477" h="731477" fill="norm" stroke="1" extrusionOk="0">
                <a:moveTo>
                  <a:pt x="0" y="0"/>
                </a:moveTo>
                <a:lnTo>
                  <a:pt x="731477" y="0"/>
                </a:lnTo>
                <a:lnTo>
                  <a:pt x="731477" y="731477"/>
                </a:lnTo>
                <a:lnTo>
                  <a:pt x="0" y="7314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162175557" name="Freeform 31"/>
          <p:cNvSpPr/>
          <p:nvPr/>
        </p:nvSpPr>
        <p:spPr bwMode="auto">
          <a:xfrm rot="0" flipH="0" flipV="0">
            <a:off x="783580" y="3397058"/>
            <a:ext cx="295279" cy="295279"/>
          </a:xfrm>
          <a:custGeom>
            <a:avLst/>
            <a:gdLst/>
            <a:ahLst/>
            <a:cxnLst/>
            <a:rect l="l" t="t" r="r" b="b"/>
            <a:pathLst>
              <a:path w="393708" h="393708" fill="norm" stroke="1" extrusionOk="0">
                <a:moveTo>
                  <a:pt x="0" y="0"/>
                </a:moveTo>
                <a:lnTo>
                  <a:pt x="393708" y="0"/>
                </a:lnTo>
                <a:lnTo>
                  <a:pt x="393708" y="393708"/>
                </a:lnTo>
                <a:lnTo>
                  <a:pt x="0" y="3937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900795204" name="AutoShape 32"/>
          <p:cNvSpPr/>
          <p:nvPr/>
        </p:nvSpPr>
        <p:spPr bwMode="auto">
          <a:xfrm>
            <a:off x="1236181" y="3302992"/>
            <a:ext cx="3064422" cy="0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143735" name="Freeform 34"/>
          <p:cNvSpPr/>
          <p:nvPr/>
        </p:nvSpPr>
        <p:spPr bwMode="auto">
          <a:xfrm rot="0" flipH="0" flipV="0">
            <a:off x="6488595" y="1414728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49525319" name="TextBox 35"/>
          <p:cNvSpPr txBox="1"/>
          <p:nvPr/>
        </p:nvSpPr>
        <p:spPr bwMode="auto">
          <a:xfrm rot="0" flipH="0" flipV="0">
            <a:off x="6524292" y="1432576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36267276" name="Freeform 37"/>
          <p:cNvSpPr/>
          <p:nvPr/>
        </p:nvSpPr>
        <p:spPr bwMode="auto">
          <a:xfrm rot="0" flipH="0" flipV="0">
            <a:off x="7507332" y="5168961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56887419" name="TextBox 38"/>
          <p:cNvSpPr txBox="1"/>
          <p:nvPr/>
        </p:nvSpPr>
        <p:spPr bwMode="auto">
          <a:xfrm rot="0" flipH="0" flipV="0">
            <a:off x="7543029" y="5186809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13228251" name="Freeform 40"/>
          <p:cNvSpPr/>
          <p:nvPr/>
        </p:nvSpPr>
        <p:spPr bwMode="auto">
          <a:xfrm rot="0" flipH="0" flipV="0">
            <a:off x="8585834" y="2915454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53934601" name="TextBox 41"/>
          <p:cNvSpPr txBox="1"/>
          <p:nvPr/>
        </p:nvSpPr>
        <p:spPr bwMode="auto">
          <a:xfrm rot="0" flipH="0" flipV="0">
            <a:off x="8621532" y="2933303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111400927" name="AutoShape 42"/>
          <p:cNvSpPr/>
          <p:nvPr/>
        </p:nvSpPr>
        <p:spPr bwMode="auto">
          <a:xfrm flipV="1">
            <a:off x="4635353" y="1729256"/>
            <a:ext cx="1899272" cy="163323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3207281" name="AutoShape 43"/>
          <p:cNvSpPr/>
          <p:nvPr/>
        </p:nvSpPr>
        <p:spPr bwMode="auto">
          <a:xfrm>
            <a:off x="4655428" y="3582654"/>
            <a:ext cx="2877859" cy="16806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1588430" name="AutoShape 44"/>
          <p:cNvSpPr/>
          <p:nvPr/>
        </p:nvSpPr>
        <p:spPr bwMode="auto">
          <a:xfrm flipV="1">
            <a:off x="4680649" y="3122697"/>
            <a:ext cx="3905919" cy="34707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9680695" name="TextBox 45"/>
          <p:cNvSpPr txBox="1"/>
          <p:nvPr/>
        </p:nvSpPr>
        <p:spPr bwMode="auto">
          <a:xfrm>
            <a:off x="2179044" y="2752776"/>
            <a:ext cx="1180136" cy="243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2"/>
              </a:lnSpc>
              <a:defRPr/>
            </a:pPr>
            <a:r>
              <a:rPr sz="1400" b="1" i="1" lang="en-US">
                <a:solidFill>
                  <a:srgbClr val="FF5C00"/>
                </a:solidFill>
                <a:latin typeface="IBM Plex Sans"/>
              </a:rPr>
              <a:t>bc1q...xyz = ?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620097120" name="TextBox 46"/>
          <p:cNvSpPr txBox="1"/>
          <p:nvPr/>
        </p:nvSpPr>
        <p:spPr bwMode="auto">
          <a:xfrm>
            <a:off x="1787052" y="3848976"/>
            <a:ext cx="1964119" cy="243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2"/>
              </a:lnSpc>
              <a:defRPr/>
            </a:pPr>
            <a:r>
              <a:rPr sz="1400" b="1" i="1" lang="en-US">
                <a:solidFill>
                  <a:srgbClr val="000000"/>
                </a:solidFill>
                <a:latin typeface="IBM Plex Sans"/>
              </a:rPr>
              <a:t>bc1q...xyz = 1 BTC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725303160" name="AutoShape 47"/>
          <p:cNvSpPr/>
          <p:nvPr/>
        </p:nvSpPr>
        <p:spPr bwMode="auto">
          <a:xfrm>
            <a:off x="1236181" y="3670259"/>
            <a:ext cx="3064422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7963671" name="AutoShape 48"/>
          <p:cNvSpPr/>
          <p:nvPr/>
        </p:nvSpPr>
        <p:spPr bwMode="auto">
          <a:xfrm flipV="1">
            <a:off x="7880968" y="4743649"/>
            <a:ext cx="1992906" cy="563856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8425961" name="AutoShape 49"/>
          <p:cNvSpPr/>
          <p:nvPr/>
        </p:nvSpPr>
        <p:spPr bwMode="auto">
          <a:xfrm flipV="1">
            <a:off x="6866230" y="915017"/>
            <a:ext cx="3541780" cy="655447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4954384" name="AutoShape 50"/>
          <p:cNvSpPr/>
          <p:nvPr/>
        </p:nvSpPr>
        <p:spPr bwMode="auto">
          <a:xfrm flipV="1">
            <a:off x="6763857" y="350836"/>
            <a:ext cx="539574" cy="108380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2625227" name="AutoShape 51"/>
          <p:cNvSpPr/>
          <p:nvPr/>
        </p:nvSpPr>
        <p:spPr bwMode="auto">
          <a:xfrm>
            <a:off x="7882482" y="5405498"/>
            <a:ext cx="3363196" cy="84000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0194167" name="AutoShape 52"/>
          <p:cNvSpPr/>
          <p:nvPr/>
        </p:nvSpPr>
        <p:spPr bwMode="auto">
          <a:xfrm flipH="1" flipV="1">
            <a:off x="2654194" y="443768"/>
            <a:ext cx="3841816" cy="110855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3317248" name="AutoShape 53"/>
          <p:cNvSpPr/>
          <p:nvPr/>
        </p:nvSpPr>
        <p:spPr bwMode="auto">
          <a:xfrm>
            <a:off x="7833938" y="5492370"/>
            <a:ext cx="1073882" cy="104868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102877" name="AutoShape 54"/>
          <p:cNvSpPr/>
          <p:nvPr/>
        </p:nvSpPr>
        <p:spPr bwMode="auto">
          <a:xfrm flipV="1">
            <a:off x="8917711" y="1434645"/>
            <a:ext cx="1714519" cy="154379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597645" name="AutoShape 55"/>
          <p:cNvSpPr/>
          <p:nvPr/>
        </p:nvSpPr>
        <p:spPr bwMode="auto">
          <a:xfrm flipH="1">
            <a:off x="5350781" y="5444992"/>
            <a:ext cx="2176851" cy="1096057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077972" name="AutoShape 56"/>
          <p:cNvSpPr/>
          <p:nvPr/>
        </p:nvSpPr>
        <p:spPr bwMode="auto">
          <a:xfrm flipV="1">
            <a:off x="8958387" y="2477573"/>
            <a:ext cx="1878519" cy="57273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8088833" name="AutoShape 57"/>
          <p:cNvSpPr/>
          <p:nvPr/>
        </p:nvSpPr>
        <p:spPr bwMode="auto">
          <a:xfrm>
            <a:off x="8907822" y="3243433"/>
            <a:ext cx="1724409" cy="180291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1591393" name="AutoShape 58"/>
          <p:cNvSpPr/>
          <p:nvPr/>
        </p:nvSpPr>
        <p:spPr bwMode="auto">
          <a:xfrm flipH="1">
            <a:off x="7779933" y="3277620"/>
            <a:ext cx="914081" cy="19099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2793896" name="AutoShape 59"/>
          <p:cNvSpPr/>
          <p:nvPr/>
        </p:nvSpPr>
        <p:spPr bwMode="auto">
          <a:xfrm>
            <a:off x="6833829" y="1715921"/>
            <a:ext cx="1787548" cy="127911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868563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0761" y="377042"/>
            <a:ext cx="11730476" cy="623092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98679635" name=""/>
          <p:cNvGrpSpPr/>
          <p:nvPr/>
        </p:nvGrpSpPr>
        <p:grpSpPr bwMode="auto">
          <a:xfrm>
            <a:off x="2150888" y="460519"/>
            <a:ext cx="8063019" cy="5980812"/>
            <a:chOff x="0" y="0"/>
            <a:chExt cx="8063019" cy="5980812"/>
          </a:xfrm>
        </p:grpSpPr>
        <p:sp>
          <p:nvSpPr>
            <p:cNvPr id="739338515" name="TextBox 32"/>
            <p:cNvSpPr txBox="1"/>
            <p:nvPr/>
          </p:nvSpPr>
          <p:spPr bwMode="auto">
            <a:xfrm>
              <a:off x="236819" y="552892"/>
              <a:ext cx="7564705" cy="42631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3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87742885" name="TextBox 33"/>
            <p:cNvSpPr txBox="1"/>
            <p:nvPr/>
          </p:nvSpPr>
          <p:spPr bwMode="auto">
            <a:xfrm>
              <a:off x="450093" y="1143160"/>
              <a:ext cx="2716471" cy="42631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3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01284106" name="AutoShape 34"/>
            <p:cNvSpPr/>
            <p:nvPr/>
          </p:nvSpPr>
          <p:spPr bwMode="auto">
            <a:xfrm>
              <a:off x="4018635" y="1218439"/>
              <a:ext cx="0" cy="4082392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52807691" name="TextBox 35"/>
            <p:cNvSpPr txBox="1"/>
            <p:nvPr/>
          </p:nvSpPr>
          <p:spPr bwMode="auto">
            <a:xfrm>
              <a:off x="4871558" y="1143160"/>
              <a:ext cx="2716471" cy="42631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3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05826011" name="Rectangle: Rounded Corners 12"/>
            <p:cNvSpPr/>
            <p:nvPr/>
          </p:nvSpPr>
          <p:spPr bwMode="auto">
            <a:xfrm>
              <a:off x="0" y="0"/>
              <a:ext cx="8063021" cy="5980813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820509746" name=""/>
            <p:cNvGrpSpPr/>
            <p:nvPr/>
          </p:nvGrpSpPr>
          <p:grpSpPr bwMode="auto">
            <a:xfrm>
              <a:off x="399638" y="1809869"/>
              <a:ext cx="7237756" cy="2180308"/>
              <a:chOff x="0" y="0"/>
              <a:chExt cx="7237756" cy="2180308"/>
            </a:xfrm>
          </p:grpSpPr>
          <p:sp>
            <p:nvSpPr>
              <p:cNvPr id="776321856" name="Freeform 30"/>
              <p:cNvSpPr/>
              <p:nvPr/>
            </p:nvSpPr>
            <p:spPr bwMode="auto">
              <a:xfrm rot="0" flipH="0" flipV="0">
                <a:off x="0" y="147183"/>
                <a:ext cx="2816290" cy="8769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93465" y="0"/>
                    </a:moveTo>
                    <a:lnTo>
                      <a:pt x="817761" y="0"/>
                    </a:lnTo>
                    <a:cubicBezTo>
                      <a:pt x="869381" y="0"/>
                      <a:pt x="911226" y="41846"/>
                      <a:pt x="911226" y="93465"/>
                    </a:cubicBezTo>
                    <a:lnTo>
                      <a:pt x="911226" y="190292"/>
                    </a:lnTo>
                    <a:cubicBezTo>
                      <a:pt x="911226" y="241912"/>
                      <a:pt x="869381" y="283758"/>
                      <a:pt x="817761" y="283758"/>
                    </a:cubicBezTo>
                    <a:lnTo>
                      <a:pt x="93465" y="283758"/>
                    </a:lnTo>
                    <a:cubicBezTo>
                      <a:pt x="41846" y="283758"/>
                      <a:pt x="0" y="241912"/>
                      <a:pt x="0" y="190292"/>
                    </a:cubicBezTo>
                    <a:lnTo>
                      <a:pt x="0" y="93465"/>
                    </a:lnTo>
                    <a:cubicBezTo>
                      <a:pt x="0" y="41846"/>
                      <a:pt x="41846" y="0"/>
                      <a:pt x="93465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185273817" name="TextBox 31"/>
              <p:cNvSpPr txBox="1"/>
              <p:nvPr/>
            </p:nvSpPr>
            <p:spPr bwMode="auto">
              <a:xfrm rot="0" flipH="0" flipV="0">
                <a:off x="0" y="0"/>
                <a:ext cx="2816290" cy="102418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471"/>
                  </a:lnSpc>
                  <a:defRPr/>
                </a:pPr>
                <a:r>
                  <a:rPr lang="en-US" sz="2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415 141 sats</a:t>
                </a: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194524234" name="Freeform 37"/>
              <p:cNvSpPr/>
              <p:nvPr/>
            </p:nvSpPr>
            <p:spPr bwMode="auto">
              <a:xfrm rot="0" flipH="0" flipV="0">
                <a:off x="4421466" y="147183"/>
                <a:ext cx="2816290" cy="8769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93465" y="0"/>
                    </a:moveTo>
                    <a:lnTo>
                      <a:pt x="817761" y="0"/>
                    </a:lnTo>
                    <a:cubicBezTo>
                      <a:pt x="869381" y="0"/>
                      <a:pt x="911226" y="41846"/>
                      <a:pt x="911226" y="93465"/>
                    </a:cubicBezTo>
                    <a:lnTo>
                      <a:pt x="911226" y="190292"/>
                    </a:lnTo>
                    <a:cubicBezTo>
                      <a:pt x="911226" y="241912"/>
                      <a:pt x="869381" y="283758"/>
                      <a:pt x="817761" y="283758"/>
                    </a:cubicBezTo>
                    <a:lnTo>
                      <a:pt x="93465" y="283758"/>
                    </a:lnTo>
                    <a:cubicBezTo>
                      <a:pt x="41846" y="283758"/>
                      <a:pt x="0" y="241912"/>
                      <a:pt x="0" y="190292"/>
                    </a:cubicBezTo>
                    <a:lnTo>
                      <a:pt x="0" y="93465"/>
                    </a:lnTo>
                    <a:cubicBezTo>
                      <a:pt x="0" y="41846"/>
                      <a:pt x="41846" y="0"/>
                      <a:pt x="93465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335634629" name="TextBox 38"/>
              <p:cNvSpPr txBox="1"/>
              <p:nvPr/>
            </p:nvSpPr>
            <p:spPr bwMode="auto">
              <a:xfrm rot="0" flipH="0" flipV="0">
                <a:off x="4421466" y="0"/>
                <a:ext cx="2816290" cy="102418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471"/>
                  </a:lnSpc>
                  <a:defRPr/>
                </a:pPr>
                <a:r>
                  <a:rPr lang="en-US" sz="2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205 120 sats</a:t>
                </a: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920458043" name="Freeform 40"/>
              <p:cNvSpPr/>
              <p:nvPr/>
            </p:nvSpPr>
            <p:spPr bwMode="auto">
              <a:xfrm rot="0" flipH="0" flipV="0">
                <a:off x="4421466" y="1303303"/>
                <a:ext cx="2816290" cy="8769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93465" y="0"/>
                    </a:moveTo>
                    <a:lnTo>
                      <a:pt x="817761" y="0"/>
                    </a:lnTo>
                    <a:cubicBezTo>
                      <a:pt x="869381" y="0"/>
                      <a:pt x="911226" y="41846"/>
                      <a:pt x="911226" y="93465"/>
                    </a:cubicBezTo>
                    <a:lnTo>
                      <a:pt x="911226" y="190292"/>
                    </a:lnTo>
                    <a:cubicBezTo>
                      <a:pt x="911226" y="241912"/>
                      <a:pt x="869381" y="283758"/>
                      <a:pt x="817761" y="283758"/>
                    </a:cubicBezTo>
                    <a:lnTo>
                      <a:pt x="93465" y="283758"/>
                    </a:lnTo>
                    <a:cubicBezTo>
                      <a:pt x="41846" y="283758"/>
                      <a:pt x="0" y="241912"/>
                      <a:pt x="0" y="190292"/>
                    </a:cubicBezTo>
                    <a:lnTo>
                      <a:pt x="0" y="93465"/>
                    </a:lnTo>
                    <a:cubicBezTo>
                      <a:pt x="0" y="41846"/>
                      <a:pt x="41846" y="0"/>
                      <a:pt x="93465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796937835" name="TextBox 41"/>
              <p:cNvSpPr txBox="1"/>
              <p:nvPr/>
            </p:nvSpPr>
            <p:spPr bwMode="auto">
              <a:xfrm rot="0" flipH="0" flipV="0">
                <a:off x="4421466" y="1156119"/>
                <a:ext cx="2816290" cy="102418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471"/>
                  </a:lnSpc>
                  <a:defRPr/>
                </a:pPr>
                <a:r>
                  <a:rPr lang="en-US" sz="2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207 867 sats</a:t>
                </a:r>
                <a:endParaRPr sz="22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4007022" name="TextBox 26"/>
          <p:cNvSpPr txBox="1"/>
          <p:nvPr/>
        </p:nvSpPr>
        <p:spPr bwMode="auto">
          <a:xfrm>
            <a:off x="631994" y="665016"/>
            <a:ext cx="10040482" cy="338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뱅킹 시스템 기밀성 모델: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597541076" name="TextBox 27"/>
          <p:cNvSpPr txBox="1"/>
          <p:nvPr/>
        </p:nvSpPr>
        <p:spPr bwMode="auto">
          <a:xfrm>
            <a:off x="631995" y="4069429"/>
            <a:ext cx="10040124" cy="338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비트코인 개인정보 보호 모델: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823701704" name="Freeform 29"/>
          <p:cNvSpPr/>
          <p:nvPr/>
        </p:nvSpPr>
        <p:spPr bwMode="auto">
          <a:xfrm rot="0" flipH="0" flipV="0">
            <a:off x="7095097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13893701" name="TextBox 30"/>
          <p:cNvSpPr txBox="1"/>
          <p:nvPr/>
        </p:nvSpPr>
        <p:spPr bwMode="auto">
          <a:xfrm rot="0" flipH="0" flipV="0">
            <a:off x="7095097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상대방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28335581" name="Freeform 32"/>
          <p:cNvSpPr/>
          <p:nvPr/>
        </p:nvSpPr>
        <p:spPr bwMode="auto">
          <a:xfrm rot="0" flipH="0" flipV="0">
            <a:off x="9525763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36026703" name="TextBox 33"/>
          <p:cNvSpPr txBox="1"/>
          <p:nvPr/>
        </p:nvSpPr>
        <p:spPr bwMode="auto">
          <a:xfrm rot="0" flipH="0" flipV="0">
            <a:off x="9525763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공개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51490615" name="Freeform 35"/>
          <p:cNvSpPr/>
          <p:nvPr/>
        </p:nvSpPr>
        <p:spPr bwMode="auto">
          <a:xfrm rot="0" flipH="0" flipV="0">
            <a:off x="4939866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59844647" name="TextBox 36"/>
          <p:cNvSpPr txBox="1"/>
          <p:nvPr/>
        </p:nvSpPr>
        <p:spPr bwMode="auto">
          <a:xfrm rot="0" flipH="0" flipV="0">
            <a:off x="4939866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은행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86858044" name="Freeform 38"/>
          <p:cNvSpPr/>
          <p:nvPr/>
        </p:nvSpPr>
        <p:spPr bwMode="auto">
          <a:xfrm rot="0" flipH="0" flipV="0">
            <a:off x="2784631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25116875" name="TextBox 39"/>
          <p:cNvSpPr txBox="1"/>
          <p:nvPr/>
        </p:nvSpPr>
        <p:spPr bwMode="auto">
          <a:xfrm rot="0" flipH="0" flipV="0">
            <a:off x="2784631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거래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78930799" name="Freeform 41"/>
          <p:cNvSpPr/>
          <p:nvPr/>
        </p:nvSpPr>
        <p:spPr bwMode="auto">
          <a:xfrm rot="0" flipH="0" flipV="0">
            <a:off x="631994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4019827" name="TextBox 42"/>
          <p:cNvSpPr txBox="1"/>
          <p:nvPr/>
        </p:nvSpPr>
        <p:spPr bwMode="auto">
          <a:xfrm rot="0" flipH="0" flipV="0">
            <a:off x="631994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신원</a:t>
            </a:r>
            <a:endParaRPr/>
          </a:p>
        </p:txBody>
      </p:sp>
      <p:sp>
        <p:nvSpPr>
          <p:cNvPr id="1902395310" name="AutoShape 43"/>
          <p:cNvSpPr/>
          <p:nvPr/>
        </p:nvSpPr>
        <p:spPr bwMode="auto">
          <a:xfrm>
            <a:off x="9273481" y="1476083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4614404" name="Freeform 45"/>
          <p:cNvSpPr/>
          <p:nvPr/>
        </p:nvSpPr>
        <p:spPr bwMode="auto">
          <a:xfrm rot="0" flipH="0" flipV="0">
            <a:off x="5206564" y="509284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119334455" name="TextBox 46"/>
          <p:cNvSpPr txBox="1"/>
          <p:nvPr/>
        </p:nvSpPr>
        <p:spPr bwMode="auto">
          <a:xfrm rot="0" flipH="0" flipV="0">
            <a:off x="5206564" y="5009424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공개</a:t>
            </a:r>
            <a:endParaRPr/>
          </a:p>
        </p:txBody>
      </p:sp>
      <p:sp>
        <p:nvSpPr>
          <p:cNvPr id="960991375" name="Freeform 48"/>
          <p:cNvSpPr/>
          <p:nvPr/>
        </p:nvSpPr>
        <p:spPr bwMode="auto">
          <a:xfrm rot="0" flipH="0" flipV="0">
            <a:off x="3051333" y="509284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57306393" name="TextBox 49"/>
          <p:cNvSpPr txBox="1"/>
          <p:nvPr/>
        </p:nvSpPr>
        <p:spPr bwMode="auto">
          <a:xfrm rot="0" flipH="0" flipV="0">
            <a:off x="3051333" y="5009424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거래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05136195" name="Freeform 51"/>
          <p:cNvSpPr/>
          <p:nvPr/>
        </p:nvSpPr>
        <p:spPr bwMode="auto">
          <a:xfrm rot="0" flipH="0" flipV="0">
            <a:off x="631994" y="509284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69311218" name="TextBox 52"/>
          <p:cNvSpPr txBox="1"/>
          <p:nvPr/>
        </p:nvSpPr>
        <p:spPr bwMode="auto">
          <a:xfrm rot="0" flipH="0" flipV="0">
            <a:off x="631994" y="5009424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신원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62476796" name="AutoShape 53"/>
          <p:cNvSpPr/>
          <p:nvPr/>
        </p:nvSpPr>
        <p:spPr bwMode="auto">
          <a:xfrm>
            <a:off x="2803683" y="4876328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7863021" name="AutoShape 54"/>
          <p:cNvSpPr/>
          <p:nvPr/>
        </p:nvSpPr>
        <p:spPr bwMode="auto">
          <a:xfrm>
            <a:off x="2558627" y="2278501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0958126" name="AutoShape 55"/>
          <p:cNvSpPr/>
          <p:nvPr/>
        </p:nvSpPr>
        <p:spPr bwMode="auto">
          <a:xfrm>
            <a:off x="4711266" y="227850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3097845" name="AutoShape 56"/>
          <p:cNvSpPr/>
          <p:nvPr/>
        </p:nvSpPr>
        <p:spPr bwMode="auto">
          <a:xfrm>
            <a:off x="6866498" y="227850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0364363" name="AutoShape 57"/>
          <p:cNvSpPr/>
          <p:nvPr/>
        </p:nvSpPr>
        <p:spPr bwMode="auto">
          <a:xfrm>
            <a:off x="4977965" y="567874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1677424" name="Freeform 27"/>
          <p:cNvSpPr/>
          <p:nvPr/>
        </p:nvSpPr>
        <p:spPr bwMode="auto">
          <a:xfrm>
            <a:off x="1721347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2464836" name="Freeform 28"/>
          <p:cNvSpPr/>
          <p:nvPr/>
        </p:nvSpPr>
        <p:spPr bwMode="auto">
          <a:xfrm>
            <a:off x="4307608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6838137" name="Freeform 29"/>
          <p:cNvSpPr/>
          <p:nvPr/>
        </p:nvSpPr>
        <p:spPr bwMode="auto">
          <a:xfrm>
            <a:off x="6893946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1782328" name="Freeform 30"/>
          <p:cNvSpPr/>
          <p:nvPr/>
        </p:nvSpPr>
        <p:spPr bwMode="auto">
          <a:xfrm>
            <a:off x="9480281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930357" name="AutoShape 31"/>
          <p:cNvSpPr/>
          <p:nvPr/>
        </p:nvSpPr>
        <p:spPr bwMode="auto">
          <a:xfrm>
            <a:off x="7727384" y="2067766"/>
            <a:ext cx="1752895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1698352" name="AutoShape 33"/>
          <p:cNvSpPr/>
          <p:nvPr/>
        </p:nvSpPr>
        <p:spPr bwMode="auto">
          <a:xfrm>
            <a:off x="472874" y="2067766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3342112" name="AutoShape 34"/>
          <p:cNvSpPr/>
          <p:nvPr/>
        </p:nvSpPr>
        <p:spPr bwMode="auto">
          <a:xfrm flipV="1">
            <a:off x="10313721" y="2067766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4474461" name="Freeform 36"/>
          <p:cNvSpPr/>
          <p:nvPr/>
        </p:nvSpPr>
        <p:spPr bwMode="auto">
          <a:xfrm>
            <a:off x="1721347" y="4709320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1309669" name="Freeform 39"/>
          <p:cNvSpPr/>
          <p:nvPr/>
        </p:nvSpPr>
        <p:spPr bwMode="auto">
          <a:xfrm>
            <a:off x="9480281" y="4709320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6594350" name="AutoShape 40"/>
          <p:cNvSpPr/>
          <p:nvPr/>
        </p:nvSpPr>
        <p:spPr bwMode="auto">
          <a:xfrm>
            <a:off x="7727384" y="5126039"/>
            <a:ext cx="1752895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8461907" name="AutoShape 41"/>
          <p:cNvSpPr/>
          <p:nvPr/>
        </p:nvSpPr>
        <p:spPr bwMode="auto">
          <a:xfrm flipV="1">
            <a:off x="472874" y="5126039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2683053" name="AutoShape 42"/>
          <p:cNvSpPr/>
          <p:nvPr/>
        </p:nvSpPr>
        <p:spPr bwMode="auto">
          <a:xfrm>
            <a:off x="10313721" y="5126039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799322014" name=""/>
          <p:cNvGrpSpPr/>
          <p:nvPr/>
        </p:nvGrpSpPr>
        <p:grpSpPr bwMode="auto">
          <a:xfrm>
            <a:off x="2554785" y="2067765"/>
            <a:ext cx="5521491" cy="3474990"/>
            <a:chOff x="0" y="0"/>
            <a:chExt cx="5521491" cy="3474990"/>
          </a:xfrm>
        </p:grpSpPr>
        <p:sp>
          <p:nvSpPr>
            <p:cNvPr id="2002445824" name="AutoShape 26"/>
            <p:cNvSpPr/>
            <p:nvPr/>
          </p:nvSpPr>
          <p:spPr bwMode="auto">
            <a:xfrm>
              <a:off x="0" y="0"/>
              <a:ext cx="1752822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10290655" name="AutoShape 32"/>
            <p:cNvSpPr/>
            <p:nvPr/>
          </p:nvSpPr>
          <p:spPr bwMode="auto">
            <a:xfrm flipV="1">
              <a:off x="2586260" y="0"/>
              <a:ext cx="1752895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08431159" name="AutoShape 35"/>
            <p:cNvSpPr/>
            <p:nvPr/>
          </p:nvSpPr>
          <p:spPr bwMode="auto">
            <a:xfrm>
              <a:off x="0" y="3058272"/>
              <a:ext cx="1752822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92448617" name="Freeform 37"/>
            <p:cNvSpPr/>
            <p:nvPr/>
          </p:nvSpPr>
          <p:spPr bwMode="auto">
            <a:xfrm>
              <a:off x="1752821" y="2641553"/>
              <a:ext cx="833437" cy="833437"/>
            </a:xfrm>
            <a:custGeom>
              <a:avLst/>
              <a:gdLst/>
              <a:ahLst/>
              <a:cxnLst/>
              <a:rect l="l" t="t" r="r" b="b"/>
              <a:pathLst>
                <a:path w="833439" h="833439" fill="norm" stroke="1" extrusionOk="0">
                  <a:moveTo>
                    <a:pt x="0" y="0"/>
                  </a:moveTo>
                  <a:lnTo>
                    <a:pt x="833439" y="0"/>
                  </a:lnTo>
                  <a:lnTo>
                    <a:pt x="833439" y="833439"/>
                  </a:lnTo>
                  <a:lnTo>
                    <a:pt x="0" y="833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91030628" name="Freeform 38"/>
            <p:cNvSpPr/>
            <p:nvPr/>
          </p:nvSpPr>
          <p:spPr bwMode="auto">
            <a:xfrm>
              <a:off x="4339159" y="2641553"/>
              <a:ext cx="833437" cy="833437"/>
            </a:xfrm>
            <a:custGeom>
              <a:avLst/>
              <a:gdLst/>
              <a:ahLst/>
              <a:cxnLst/>
              <a:rect l="l" t="t" r="r" b="b"/>
              <a:pathLst>
                <a:path w="833439" h="833439" fill="norm" stroke="1" extrusionOk="0">
                  <a:moveTo>
                    <a:pt x="0" y="0"/>
                  </a:moveTo>
                  <a:lnTo>
                    <a:pt x="833439" y="0"/>
                  </a:lnTo>
                  <a:lnTo>
                    <a:pt x="833439" y="833439"/>
                  </a:lnTo>
                  <a:lnTo>
                    <a:pt x="0" y="833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01907248" name="AutoShape 43"/>
            <p:cNvSpPr/>
            <p:nvPr/>
          </p:nvSpPr>
          <p:spPr bwMode="auto">
            <a:xfrm>
              <a:off x="3462747" y="1782343"/>
              <a:ext cx="0" cy="75730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99540419" name="Freeform 44"/>
            <p:cNvSpPr/>
            <p:nvPr/>
          </p:nvSpPr>
          <p:spPr bwMode="auto">
            <a:xfrm>
              <a:off x="3110418" y="2705943"/>
              <a:ext cx="704656" cy="704656"/>
            </a:xfrm>
            <a:custGeom>
              <a:avLst/>
              <a:gdLst/>
              <a:ahLst/>
              <a:cxnLst/>
              <a:rect l="l" t="t" r="r" b="b"/>
              <a:pathLst>
                <a:path w="704658" h="704658" fill="norm" stroke="1" extrusionOk="0">
                  <a:moveTo>
                    <a:pt x="0" y="0"/>
                  </a:moveTo>
                  <a:lnTo>
                    <a:pt x="704658" y="0"/>
                  </a:lnTo>
                  <a:lnTo>
                    <a:pt x="704658" y="704658"/>
                  </a:lnTo>
                  <a:lnTo>
                    <a:pt x="0" y="7046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08730056" name="TextBox 45"/>
            <p:cNvSpPr txBox="1"/>
            <p:nvPr/>
          </p:nvSpPr>
          <p:spPr bwMode="auto">
            <a:xfrm>
              <a:off x="1406520" y="1406764"/>
              <a:ext cx="4114971" cy="27887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3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4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70135862" name=""/>
          <p:cNvGrpSpPr/>
          <p:nvPr/>
        </p:nvGrpSpPr>
        <p:grpSpPr bwMode="auto">
          <a:xfrm>
            <a:off x="549311" y="312186"/>
            <a:ext cx="10022373" cy="6088986"/>
            <a:chOff x="0" y="0"/>
            <a:chExt cx="10022373" cy="6088986"/>
          </a:xfrm>
        </p:grpSpPr>
        <p:sp>
          <p:nvSpPr>
            <p:cNvPr id="226450566" name="Freeform 27"/>
            <p:cNvSpPr/>
            <p:nvPr/>
          </p:nvSpPr>
          <p:spPr bwMode="auto">
            <a:xfrm rot="0" flipH="0" flipV="0">
              <a:off x="3334054" y="156696"/>
              <a:ext cx="6688318" cy="5627934"/>
            </a:xfrm>
            <a:custGeom>
              <a:avLst/>
              <a:gdLst/>
              <a:ahLst/>
              <a:cxnLst/>
              <a:rect l="l" t="t" r="r" b="b"/>
              <a:pathLst>
                <a:path w="2845795" h="2394615" fill="norm" stroke="1" extrusionOk="0">
                  <a:moveTo>
                    <a:pt x="0" y="0"/>
                  </a:moveTo>
                  <a:lnTo>
                    <a:pt x="2845795" y="0"/>
                  </a:lnTo>
                  <a:lnTo>
                    <a:pt x="2845795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813639918" name="TextBox 28"/>
            <p:cNvSpPr txBox="1"/>
            <p:nvPr/>
          </p:nvSpPr>
          <p:spPr bwMode="auto">
            <a:xfrm rot="0" flipH="0" flipV="0">
              <a:off x="3334054" y="0"/>
              <a:ext cx="6688318" cy="578463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689895473" name="TextBox 32"/>
            <p:cNvSpPr txBox="1"/>
            <p:nvPr/>
          </p:nvSpPr>
          <p:spPr bwMode="auto">
            <a:xfrm>
              <a:off x="3802393" y="219555"/>
              <a:ext cx="5752724" cy="429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77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75944245" name="TextBox 33"/>
            <p:cNvSpPr txBox="1"/>
            <p:nvPr/>
          </p:nvSpPr>
          <p:spPr bwMode="auto">
            <a:xfrm>
              <a:off x="3964572" y="668416"/>
              <a:ext cx="2065959" cy="429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7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45455287" name="TextBox 38"/>
            <p:cNvSpPr txBox="1"/>
            <p:nvPr/>
          </p:nvSpPr>
          <p:spPr bwMode="auto">
            <a:xfrm>
              <a:off x="7326808" y="668416"/>
              <a:ext cx="2065959" cy="429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7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18808806" name="TextBox 39"/>
            <p:cNvSpPr txBox="1"/>
            <p:nvPr/>
          </p:nvSpPr>
          <p:spPr bwMode="auto">
            <a:xfrm flipH="0" flipV="0">
              <a:off x="503789" y="579976"/>
              <a:ext cx="2604387" cy="34668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 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80146165" name="Freeform 40"/>
            <p:cNvSpPr/>
            <p:nvPr/>
          </p:nvSpPr>
          <p:spPr bwMode="auto">
            <a:xfrm rot="1981001">
              <a:off x="2207664" y="1248273"/>
              <a:ext cx="992316" cy="280328"/>
            </a:xfrm>
            <a:custGeom>
              <a:avLst/>
              <a:gdLst/>
              <a:ahLst/>
              <a:cxnLst/>
              <a:rect l="l" t="t" r="r" b="b"/>
              <a:pathLst>
                <a:path w="992318" h="280330" fill="norm" stroke="1" extrusionOk="0">
                  <a:moveTo>
                    <a:pt x="0" y="0"/>
                  </a:moveTo>
                  <a:lnTo>
                    <a:pt x="992318" y="0"/>
                  </a:lnTo>
                  <a:lnTo>
                    <a:pt x="992318" y="280330"/>
                  </a:lnTo>
                  <a:lnTo>
                    <a:pt x="0" y="2803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89832727" name="TextBox 41"/>
            <p:cNvSpPr txBox="1"/>
            <p:nvPr/>
          </p:nvSpPr>
          <p:spPr bwMode="auto">
            <a:xfrm flipH="0" flipV="0">
              <a:off x="0" y="3596514"/>
              <a:ext cx="2900944" cy="34668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096711725" name="Freeform 42"/>
            <p:cNvSpPr/>
            <p:nvPr/>
          </p:nvSpPr>
          <p:spPr bwMode="auto">
            <a:xfrm rot="10008104" flipH="1">
              <a:off x="2114692" y="3210017"/>
              <a:ext cx="992316" cy="280328"/>
            </a:xfrm>
            <a:custGeom>
              <a:avLst/>
              <a:gdLst/>
              <a:ahLst/>
              <a:cxnLst/>
              <a:rect l="l" t="t" r="r" b="b"/>
              <a:pathLst>
                <a:path w="992318" h="280330" fill="norm" stroke="1" extrusionOk="0">
                  <a:moveTo>
                    <a:pt x="992318" y="0"/>
                  </a:moveTo>
                  <a:lnTo>
                    <a:pt x="0" y="0"/>
                  </a:lnTo>
                  <a:lnTo>
                    <a:pt x="0" y="280330"/>
                  </a:lnTo>
                  <a:lnTo>
                    <a:pt x="992318" y="280330"/>
                  </a:lnTo>
                  <a:lnTo>
                    <a:pt x="992318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52545340" name="TextBox 52"/>
            <p:cNvSpPr txBox="1"/>
            <p:nvPr/>
          </p:nvSpPr>
          <p:spPr bwMode="auto">
            <a:xfrm flipH="0" flipV="0">
              <a:off x="203827" y="1826557"/>
              <a:ext cx="2604387" cy="34668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81678378" name="Freeform 53"/>
            <p:cNvSpPr/>
            <p:nvPr/>
          </p:nvSpPr>
          <p:spPr bwMode="auto">
            <a:xfrm rot="731793">
              <a:off x="2032286" y="2355332"/>
              <a:ext cx="992316" cy="280328"/>
            </a:xfrm>
            <a:custGeom>
              <a:avLst/>
              <a:gdLst/>
              <a:ahLst/>
              <a:cxnLst/>
              <a:rect l="l" t="t" r="r" b="b"/>
              <a:pathLst>
                <a:path w="992318" h="280330" fill="norm" stroke="1" extrusionOk="0">
                  <a:moveTo>
                    <a:pt x="0" y="0"/>
                  </a:moveTo>
                  <a:lnTo>
                    <a:pt x="992318" y="0"/>
                  </a:lnTo>
                  <a:lnTo>
                    <a:pt x="992318" y="280330"/>
                  </a:lnTo>
                  <a:lnTo>
                    <a:pt x="0" y="2803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21598958" name="TextBox 54"/>
            <p:cNvSpPr txBox="1"/>
            <p:nvPr/>
          </p:nvSpPr>
          <p:spPr bwMode="auto">
            <a:xfrm flipH="0" flipV="0">
              <a:off x="410214" y="4781146"/>
              <a:ext cx="2604387" cy="34668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David’s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20469110" name="TextBox 55"/>
            <p:cNvSpPr txBox="1"/>
            <p:nvPr/>
          </p:nvSpPr>
          <p:spPr bwMode="auto">
            <a:xfrm flipH="0" flipV="0">
              <a:off x="74417" y="5742297"/>
              <a:ext cx="2940545" cy="34668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Emma’s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 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41207274" name="Freeform 56"/>
            <p:cNvSpPr/>
            <p:nvPr/>
          </p:nvSpPr>
          <p:spPr bwMode="auto">
            <a:xfrm rot="9117488" flipH="1">
              <a:off x="2125942" y="4287433"/>
              <a:ext cx="992316" cy="280328"/>
            </a:xfrm>
            <a:custGeom>
              <a:avLst/>
              <a:gdLst/>
              <a:ahLst/>
              <a:cxnLst/>
              <a:rect l="l" t="t" r="r" b="b"/>
              <a:pathLst>
                <a:path w="992318" h="280330" fill="norm" stroke="1" extrusionOk="0">
                  <a:moveTo>
                    <a:pt x="992317" y="0"/>
                  </a:moveTo>
                  <a:lnTo>
                    <a:pt x="0" y="0"/>
                  </a:lnTo>
                  <a:lnTo>
                    <a:pt x="0" y="280330"/>
                  </a:lnTo>
                  <a:lnTo>
                    <a:pt x="992317" y="280330"/>
                  </a:lnTo>
                  <a:lnTo>
                    <a:pt x="992317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7698664" name="Freeform 57"/>
            <p:cNvSpPr/>
            <p:nvPr/>
          </p:nvSpPr>
          <p:spPr bwMode="auto">
            <a:xfrm rot="9379580" flipH="1">
              <a:off x="2116296" y="5277954"/>
              <a:ext cx="992316" cy="280328"/>
            </a:xfrm>
            <a:custGeom>
              <a:avLst/>
              <a:gdLst/>
              <a:ahLst/>
              <a:cxnLst/>
              <a:rect l="l" t="t" r="r" b="b"/>
              <a:pathLst>
                <a:path w="992318" h="280330" fill="norm" stroke="1" extrusionOk="0">
                  <a:moveTo>
                    <a:pt x="992317" y="0"/>
                  </a:moveTo>
                  <a:lnTo>
                    <a:pt x="0" y="0"/>
                  </a:lnTo>
                  <a:lnTo>
                    <a:pt x="0" y="280329"/>
                  </a:lnTo>
                  <a:lnTo>
                    <a:pt x="992317" y="280329"/>
                  </a:lnTo>
                  <a:lnTo>
                    <a:pt x="992317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155729745" name=""/>
            <p:cNvGrpSpPr/>
            <p:nvPr/>
          </p:nvGrpSpPr>
          <p:grpSpPr bwMode="auto">
            <a:xfrm>
              <a:off x="3651248" y="1027480"/>
              <a:ext cx="6061158" cy="4518280"/>
              <a:chOff x="0" y="0"/>
              <a:chExt cx="6061158" cy="4518280"/>
            </a:xfrm>
          </p:grpSpPr>
          <p:sp>
            <p:nvSpPr>
              <p:cNvPr id="826421348" name="Freeform 30"/>
              <p:cNvSpPr/>
              <p:nvPr/>
            </p:nvSpPr>
            <p:spPr bwMode="auto">
              <a:xfrm rot="0" flipH="0" flipV="0">
                <a:off x="0" y="264011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834252061" name="TextBox 31"/>
              <p:cNvSpPr txBox="1"/>
              <p:nvPr/>
            </p:nvSpPr>
            <p:spPr bwMode="auto">
              <a:xfrm rot="0" flipH="0" flipV="0">
                <a:off x="0" y="107313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2000223077" name="AutoShape 34"/>
              <p:cNvSpPr/>
              <p:nvPr/>
            </p:nvSpPr>
            <p:spPr bwMode="auto">
              <a:xfrm flipH="0" flipV="0">
                <a:off x="3026964" y="0"/>
                <a:ext cx="0" cy="4482486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2050685255" name="Freeform 36"/>
              <p:cNvSpPr/>
              <p:nvPr/>
            </p:nvSpPr>
            <p:spPr bwMode="auto">
              <a:xfrm rot="0" flipH="0" flipV="0">
                <a:off x="0" y="1160852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347995553" name="TextBox 37"/>
              <p:cNvSpPr txBox="1"/>
              <p:nvPr/>
            </p:nvSpPr>
            <p:spPr bwMode="auto">
              <a:xfrm rot="0" flipH="0" flipV="0">
                <a:off x="0" y="1004154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818731454" name="Freeform 44"/>
              <p:cNvSpPr/>
              <p:nvPr/>
            </p:nvSpPr>
            <p:spPr bwMode="auto">
              <a:xfrm rot="0" flipH="0" flipV="0">
                <a:off x="171" y="2057695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366828647" name="TextBox 45"/>
              <p:cNvSpPr txBox="1"/>
              <p:nvPr/>
            </p:nvSpPr>
            <p:spPr bwMode="auto">
              <a:xfrm rot="0" flipH="0" flipV="0">
                <a:off x="171" y="1900997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831106213" name="Freeform 47"/>
              <p:cNvSpPr/>
              <p:nvPr/>
            </p:nvSpPr>
            <p:spPr bwMode="auto">
              <a:xfrm rot="0" flipH="0" flipV="0">
                <a:off x="171" y="2954536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502263614" name="TextBox 48"/>
              <p:cNvSpPr txBox="1"/>
              <p:nvPr/>
            </p:nvSpPr>
            <p:spPr bwMode="auto">
              <a:xfrm rot="0" flipH="0" flipV="0">
                <a:off x="171" y="2797838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061482835" name="Freeform 50"/>
              <p:cNvSpPr/>
              <p:nvPr/>
            </p:nvSpPr>
            <p:spPr bwMode="auto">
              <a:xfrm rot="0" flipH="0" flipV="0">
                <a:off x="171" y="3851379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350787987" name="TextBox 51"/>
              <p:cNvSpPr txBox="1"/>
              <p:nvPr/>
            </p:nvSpPr>
            <p:spPr bwMode="auto">
              <a:xfrm rot="0" flipH="0" flipV="0">
                <a:off x="171" y="3694681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664367025" name="Freeform 59"/>
              <p:cNvSpPr/>
              <p:nvPr/>
            </p:nvSpPr>
            <p:spPr bwMode="auto">
              <a:xfrm rot="0" flipH="0" flipV="0">
                <a:off x="3362234" y="264011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442382667" name="TextBox 60"/>
              <p:cNvSpPr txBox="1"/>
              <p:nvPr/>
            </p:nvSpPr>
            <p:spPr bwMode="auto">
              <a:xfrm rot="0" flipH="0" flipV="0">
                <a:off x="3362234" y="107313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258750084" name="Freeform 62"/>
              <p:cNvSpPr/>
              <p:nvPr/>
            </p:nvSpPr>
            <p:spPr bwMode="auto">
              <a:xfrm rot="0" flipH="0" flipV="0">
                <a:off x="3362234" y="1160852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997936550" name="TextBox 63"/>
              <p:cNvSpPr txBox="1"/>
              <p:nvPr/>
            </p:nvSpPr>
            <p:spPr bwMode="auto">
              <a:xfrm rot="0" flipH="0" flipV="0">
                <a:off x="3362234" y="1004154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749592425" name="Freeform 65"/>
              <p:cNvSpPr/>
              <p:nvPr/>
            </p:nvSpPr>
            <p:spPr bwMode="auto">
              <a:xfrm rot="0" flipH="0" flipV="0">
                <a:off x="3362409" y="2057695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446262257" name="TextBox 66"/>
              <p:cNvSpPr txBox="1"/>
              <p:nvPr/>
            </p:nvSpPr>
            <p:spPr bwMode="auto">
              <a:xfrm rot="0" flipH="0" flipV="0">
                <a:off x="3362409" y="1900997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314785230" name="Freeform 68"/>
              <p:cNvSpPr/>
              <p:nvPr/>
            </p:nvSpPr>
            <p:spPr bwMode="auto">
              <a:xfrm rot="0" flipH="0" flipV="0">
                <a:off x="3362409" y="2954536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396840801" name="TextBox 69"/>
              <p:cNvSpPr txBox="1"/>
              <p:nvPr/>
            </p:nvSpPr>
            <p:spPr bwMode="auto">
              <a:xfrm rot="0" flipH="0" flipV="0">
                <a:off x="3362409" y="2797838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858683636" name="Freeform 71"/>
              <p:cNvSpPr/>
              <p:nvPr/>
            </p:nvSpPr>
            <p:spPr bwMode="auto">
              <a:xfrm rot="0" flipH="0" flipV="0">
                <a:off x="3362409" y="3851379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501919127" name="TextBox 72"/>
              <p:cNvSpPr txBox="1"/>
              <p:nvPr/>
            </p:nvSpPr>
            <p:spPr bwMode="auto">
              <a:xfrm rot="0" flipH="0" flipV="0">
                <a:off x="3362409" y="3694681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73187915" name=""/>
          <p:cNvGrpSpPr/>
          <p:nvPr/>
        </p:nvGrpSpPr>
        <p:grpSpPr bwMode="auto">
          <a:xfrm>
            <a:off x="242545" y="331769"/>
            <a:ext cx="11555181" cy="5956122"/>
            <a:chOff x="0" y="0"/>
            <a:chExt cx="11555181" cy="5956122"/>
          </a:xfrm>
        </p:grpSpPr>
        <p:sp>
          <p:nvSpPr>
            <p:cNvPr id="121829509" name="Freeform 27"/>
            <p:cNvSpPr/>
            <p:nvPr/>
          </p:nvSpPr>
          <p:spPr bwMode="auto">
            <a:xfrm rot="0" flipH="0" flipV="0">
              <a:off x="2831168" y="152725"/>
              <a:ext cx="6518772" cy="5485268"/>
            </a:xfrm>
            <a:custGeom>
              <a:avLst/>
              <a:gdLst/>
              <a:ahLst/>
              <a:cxnLst/>
              <a:rect l="l" t="t" r="r" b="b"/>
              <a:pathLst>
                <a:path w="2845795" h="2394615" fill="norm" stroke="1" extrusionOk="0">
                  <a:moveTo>
                    <a:pt x="0" y="0"/>
                  </a:moveTo>
                  <a:lnTo>
                    <a:pt x="2845795" y="0"/>
                  </a:lnTo>
                  <a:lnTo>
                    <a:pt x="2845795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740076528" name="TextBox 28"/>
            <p:cNvSpPr txBox="1"/>
            <p:nvPr/>
          </p:nvSpPr>
          <p:spPr bwMode="auto">
            <a:xfrm rot="0" flipH="0" flipV="0">
              <a:off x="2831168" y="0"/>
              <a:ext cx="6518772" cy="56379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829652348" name="TextBox 32"/>
            <p:cNvSpPr txBox="1"/>
            <p:nvPr/>
          </p:nvSpPr>
          <p:spPr bwMode="auto">
            <a:xfrm>
              <a:off x="3287635" y="203260"/>
              <a:ext cx="5607282" cy="41857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92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/>
            </a:p>
          </p:txBody>
        </p:sp>
        <p:sp>
          <p:nvSpPr>
            <p:cNvPr id="2027184902" name="TextBox 33"/>
            <p:cNvSpPr txBox="1"/>
            <p:nvPr/>
          </p:nvSpPr>
          <p:spPr bwMode="auto">
            <a:xfrm>
              <a:off x="3445702" y="640742"/>
              <a:ext cx="2013975" cy="41857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92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2110970801" name="TextBox 38"/>
            <p:cNvSpPr txBox="1"/>
            <p:nvPr/>
          </p:nvSpPr>
          <p:spPr bwMode="auto">
            <a:xfrm>
              <a:off x="6722708" y="640742"/>
              <a:ext cx="2013975" cy="41857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92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470199151" name="TextBox 39"/>
            <p:cNvSpPr txBox="1"/>
            <p:nvPr/>
          </p:nvSpPr>
          <p:spPr bwMode="auto">
            <a:xfrm flipH="0" flipV="0">
              <a:off x="441702" y="586738"/>
              <a:ext cx="2174103" cy="3377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92924214" name="Freeform 40"/>
            <p:cNvSpPr/>
            <p:nvPr/>
          </p:nvSpPr>
          <p:spPr bwMode="auto">
            <a:xfrm rot="1981001">
              <a:off x="1733332" y="1216631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0" y="0"/>
                  </a:moveTo>
                  <a:lnTo>
                    <a:pt x="967163" y="0"/>
                  </a:lnTo>
                  <a:lnTo>
                    <a:pt x="967163" y="273224"/>
                  </a:lnTo>
                  <a:lnTo>
                    <a:pt x="0" y="2732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07578566" name="TextBox 41"/>
            <p:cNvSpPr txBox="1"/>
            <p:nvPr/>
          </p:nvSpPr>
          <p:spPr bwMode="auto">
            <a:xfrm flipH="0" flipV="0">
              <a:off x="0" y="3526810"/>
              <a:ext cx="2411316" cy="3379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61918903" name="Freeform 42"/>
            <p:cNvSpPr/>
            <p:nvPr/>
          </p:nvSpPr>
          <p:spPr bwMode="auto">
            <a:xfrm rot="10008104" flipH="1">
              <a:off x="1642718" y="3128647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967162" y="0"/>
                  </a:moveTo>
                  <a:lnTo>
                    <a:pt x="0" y="0"/>
                  </a:lnTo>
                  <a:lnTo>
                    <a:pt x="0" y="273224"/>
                  </a:lnTo>
                  <a:lnTo>
                    <a:pt x="967162" y="273224"/>
                  </a:lnTo>
                  <a:lnTo>
                    <a:pt x="967162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00434181" name="TextBox 43"/>
            <p:cNvSpPr txBox="1"/>
            <p:nvPr/>
          </p:nvSpPr>
          <p:spPr bwMode="auto">
            <a:xfrm>
              <a:off x="9671225" y="417649"/>
              <a:ext cx="1560116" cy="3380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8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99347649" name="Freeform 44"/>
            <p:cNvSpPr/>
            <p:nvPr/>
          </p:nvSpPr>
          <p:spPr bwMode="auto">
            <a:xfrm rot="-423529" flipH="1">
              <a:off x="9563418" y="2353556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967162" y="0"/>
                  </a:moveTo>
                  <a:lnTo>
                    <a:pt x="0" y="0"/>
                  </a:lnTo>
                  <a:lnTo>
                    <a:pt x="0" y="273223"/>
                  </a:lnTo>
                  <a:lnTo>
                    <a:pt x="967162" y="273223"/>
                  </a:lnTo>
                  <a:lnTo>
                    <a:pt x="967162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5813297" name="TextBox 45"/>
            <p:cNvSpPr txBox="1"/>
            <p:nvPr/>
          </p:nvSpPr>
          <p:spPr bwMode="auto">
            <a:xfrm>
              <a:off x="9901910" y="1914378"/>
              <a:ext cx="1559396" cy="6122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1132678660" name="Freeform 46"/>
            <p:cNvSpPr/>
            <p:nvPr/>
          </p:nvSpPr>
          <p:spPr bwMode="auto">
            <a:xfrm rot="-2557580" flipH="1">
              <a:off x="9452602" y="1122147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967163" y="0"/>
                  </a:moveTo>
                  <a:lnTo>
                    <a:pt x="0" y="0"/>
                  </a:lnTo>
                  <a:lnTo>
                    <a:pt x="0" y="273224"/>
                  </a:lnTo>
                  <a:lnTo>
                    <a:pt x="967163" y="273224"/>
                  </a:lnTo>
                  <a:lnTo>
                    <a:pt x="967163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10455210" name="Freeform 47"/>
            <p:cNvSpPr/>
            <p:nvPr/>
          </p:nvSpPr>
          <p:spPr bwMode="auto">
            <a:xfrm rot="-10662274">
              <a:off x="9450635" y="3077943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0" y="0"/>
                  </a:moveTo>
                  <a:lnTo>
                    <a:pt x="967162" y="0"/>
                  </a:lnTo>
                  <a:lnTo>
                    <a:pt x="967162" y="273224"/>
                  </a:lnTo>
                  <a:lnTo>
                    <a:pt x="0" y="2732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0091717" name="TextBox 48"/>
            <p:cNvSpPr txBox="1"/>
            <p:nvPr/>
          </p:nvSpPr>
          <p:spPr bwMode="auto">
            <a:xfrm>
              <a:off x="9765083" y="3400371"/>
              <a:ext cx="1559396" cy="6122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1067981762" name="Freeform 49"/>
            <p:cNvSpPr/>
            <p:nvPr/>
          </p:nvSpPr>
          <p:spPr bwMode="auto">
            <a:xfrm rot="-9983765">
              <a:off x="9464117" y="4093097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0" y="0"/>
                  </a:moveTo>
                  <a:lnTo>
                    <a:pt x="967162" y="0"/>
                  </a:lnTo>
                  <a:lnTo>
                    <a:pt x="967162" y="273223"/>
                  </a:lnTo>
                  <a:lnTo>
                    <a:pt x="0" y="2732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676389" name="TextBox 50"/>
            <p:cNvSpPr txBox="1"/>
            <p:nvPr/>
          </p:nvSpPr>
          <p:spPr bwMode="auto">
            <a:xfrm>
              <a:off x="9901910" y="4471695"/>
              <a:ext cx="1559396" cy="6122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1243505720" name="TextBox 60"/>
            <p:cNvSpPr txBox="1"/>
            <p:nvPr/>
          </p:nvSpPr>
          <p:spPr bwMode="auto">
            <a:xfrm flipH="0" flipV="0">
              <a:off x="150882" y="1801716"/>
              <a:ext cx="2168605" cy="3379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91648605" name="Freeform 61"/>
            <p:cNvSpPr/>
            <p:nvPr/>
          </p:nvSpPr>
          <p:spPr bwMode="auto">
            <a:xfrm rot="731793">
              <a:off x="1562400" y="2295628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0" y="0"/>
                  </a:moveTo>
                  <a:lnTo>
                    <a:pt x="967163" y="0"/>
                  </a:lnTo>
                  <a:lnTo>
                    <a:pt x="967163" y="273223"/>
                  </a:lnTo>
                  <a:lnTo>
                    <a:pt x="0" y="2732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73391464" name="TextBox 62"/>
            <p:cNvSpPr txBox="1"/>
            <p:nvPr/>
          </p:nvSpPr>
          <p:spPr bwMode="auto">
            <a:xfrm flipH="0" flipV="0">
              <a:off x="350920" y="4681411"/>
              <a:ext cx="2172603" cy="3379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David’s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52509121" name="TextBox 63"/>
            <p:cNvSpPr txBox="1"/>
            <p:nvPr/>
          </p:nvSpPr>
          <p:spPr bwMode="auto">
            <a:xfrm flipH="0" flipV="0">
              <a:off x="72356" y="5618197"/>
              <a:ext cx="2449368" cy="3379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Emma’s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346687967" name="Freeform 64"/>
            <p:cNvSpPr/>
            <p:nvPr/>
          </p:nvSpPr>
          <p:spPr bwMode="auto">
            <a:xfrm rot="9117488" flipH="1">
              <a:off x="1653680" y="4178750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967163" y="0"/>
                  </a:moveTo>
                  <a:lnTo>
                    <a:pt x="0" y="0"/>
                  </a:lnTo>
                  <a:lnTo>
                    <a:pt x="0" y="273223"/>
                  </a:lnTo>
                  <a:lnTo>
                    <a:pt x="967163" y="273223"/>
                  </a:lnTo>
                  <a:lnTo>
                    <a:pt x="967163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47377318" name="Freeform 65"/>
            <p:cNvSpPr/>
            <p:nvPr/>
          </p:nvSpPr>
          <p:spPr bwMode="auto">
            <a:xfrm rot="9379580" flipH="1">
              <a:off x="1644278" y="5144162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967163" y="0"/>
                  </a:moveTo>
                  <a:lnTo>
                    <a:pt x="0" y="0"/>
                  </a:lnTo>
                  <a:lnTo>
                    <a:pt x="0" y="273223"/>
                  </a:lnTo>
                  <a:lnTo>
                    <a:pt x="967163" y="273223"/>
                  </a:lnTo>
                  <a:lnTo>
                    <a:pt x="967163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90830045" name="Freeform 66"/>
            <p:cNvSpPr/>
            <p:nvPr/>
          </p:nvSpPr>
          <p:spPr bwMode="auto">
            <a:xfrm rot="-9983765">
              <a:off x="9555471" y="4994697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0" y="0"/>
                  </a:moveTo>
                  <a:lnTo>
                    <a:pt x="967163" y="0"/>
                  </a:lnTo>
                  <a:lnTo>
                    <a:pt x="967163" y="273224"/>
                  </a:lnTo>
                  <a:lnTo>
                    <a:pt x="0" y="2732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25618338" name="TextBox 67"/>
            <p:cNvSpPr txBox="1"/>
            <p:nvPr/>
          </p:nvSpPr>
          <p:spPr bwMode="auto">
            <a:xfrm flipH="0" flipV="0">
              <a:off x="9993264" y="5373293"/>
              <a:ext cx="1561916" cy="3379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216533261" name=""/>
            <p:cNvGrpSpPr/>
            <p:nvPr/>
          </p:nvGrpSpPr>
          <p:grpSpPr bwMode="auto">
            <a:xfrm>
              <a:off x="3203952" y="1083398"/>
              <a:ext cx="5833048" cy="4321782"/>
              <a:chOff x="0" y="0"/>
              <a:chExt cx="5833048" cy="4321782"/>
            </a:xfrm>
          </p:grpSpPr>
          <p:sp>
            <p:nvSpPr>
              <p:cNvPr id="746675543" name="Freeform 30"/>
              <p:cNvSpPr/>
              <p:nvPr/>
            </p:nvSpPr>
            <p:spPr bwMode="auto">
              <a:xfrm rot="0" flipH="0" flipV="0">
                <a:off x="0" y="175358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017081435" name="TextBox 31"/>
              <p:cNvSpPr txBox="1"/>
              <p:nvPr/>
            </p:nvSpPr>
            <p:spPr bwMode="auto">
              <a:xfrm rot="0" flipH="0" flipV="0">
                <a:off x="0" y="22632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431096809" name="AutoShape 34"/>
              <p:cNvSpPr/>
              <p:nvPr/>
            </p:nvSpPr>
            <p:spPr bwMode="auto">
              <a:xfrm flipH="0" flipV="0">
                <a:off x="2886606" y="0"/>
                <a:ext cx="0" cy="4250158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1858076245" name="Freeform 36"/>
              <p:cNvSpPr/>
              <p:nvPr/>
            </p:nvSpPr>
            <p:spPr bwMode="auto">
              <a:xfrm rot="0" flipH="0" flipV="0">
                <a:off x="0" y="1049465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432349654" name="TextBox 37"/>
              <p:cNvSpPr txBox="1"/>
              <p:nvPr/>
            </p:nvSpPr>
            <p:spPr bwMode="auto">
              <a:xfrm rot="0" flipH="0" flipV="0">
                <a:off x="0" y="896739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436862891" name="Freeform 52"/>
              <p:cNvSpPr/>
              <p:nvPr/>
            </p:nvSpPr>
            <p:spPr bwMode="auto">
              <a:xfrm rot="0" flipH="0" flipV="0">
                <a:off x="167" y="1923571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684498870" name="TextBox 53"/>
              <p:cNvSpPr txBox="1"/>
              <p:nvPr/>
            </p:nvSpPr>
            <p:spPr bwMode="auto">
              <a:xfrm rot="0" flipH="0" flipV="0">
                <a:off x="167" y="1770845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2011672434" name="Freeform 55"/>
              <p:cNvSpPr/>
              <p:nvPr/>
            </p:nvSpPr>
            <p:spPr bwMode="auto">
              <a:xfrm rot="0" flipH="0" flipV="0">
                <a:off x="167" y="2797679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634237911" name="TextBox 56"/>
              <p:cNvSpPr txBox="1"/>
              <p:nvPr/>
            </p:nvSpPr>
            <p:spPr bwMode="auto">
              <a:xfrm rot="0" flipH="0" flipV="0">
                <a:off x="167" y="2644953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295251664" name="Freeform 58"/>
              <p:cNvSpPr/>
              <p:nvPr/>
            </p:nvSpPr>
            <p:spPr bwMode="auto">
              <a:xfrm rot="0" flipH="0" flipV="0">
                <a:off x="167" y="3671786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927048814" name="TextBox 59"/>
              <p:cNvSpPr txBox="1"/>
              <p:nvPr/>
            </p:nvSpPr>
            <p:spPr bwMode="auto">
              <a:xfrm rot="0" flipH="0" flipV="0">
                <a:off x="167" y="3519060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355234019" name="Freeform 69"/>
              <p:cNvSpPr/>
              <p:nvPr/>
            </p:nvSpPr>
            <p:spPr bwMode="auto">
              <a:xfrm rot="0" flipH="0" flipV="0">
                <a:off x="3277004" y="175358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864590998" name="TextBox 70"/>
              <p:cNvSpPr txBox="1"/>
              <p:nvPr/>
            </p:nvSpPr>
            <p:spPr bwMode="auto">
              <a:xfrm rot="0" flipH="0" flipV="0">
                <a:off x="3277004" y="22632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750517129" name="Freeform 72"/>
              <p:cNvSpPr/>
              <p:nvPr/>
            </p:nvSpPr>
            <p:spPr bwMode="auto">
              <a:xfrm rot="0" flipH="0" flipV="0">
                <a:off x="3277004" y="1049465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291427854" name="TextBox 73"/>
              <p:cNvSpPr txBox="1"/>
              <p:nvPr/>
            </p:nvSpPr>
            <p:spPr bwMode="auto">
              <a:xfrm rot="0" flipH="0" flipV="0">
                <a:off x="3277004" y="896739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25570734" name="Freeform 75"/>
              <p:cNvSpPr/>
              <p:nvPr/>
            </p:nvSpPr>
            <p:spPr bwMode="auto">
              <a:xfrm rot="0" flipH="0" flipV="0">
                <a:off x="3277174" y="1923571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517969429" name="TextBox 76"/>
              <p:cNvSpPr txBox="1"/>
              <p:nvPr/>
            </p:nvSpPr>
            <p:spPr bwMode="auto">
              <a:xfrm rot="0" flipH="0" flipV="0">
                <a:off x="3277174" y="1770845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570458803" name="Freeform 78"/>
              <p:cNvSpPr/>
              <p:nvPr/>
            </p:nvSpPr>
            <p:spPr bwMode="auto">
              <a:xfrm rot="0" flipH="0" flipV="0">
                <a:off x="3277174" y="2797679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503202991" name="TextBox 79"/>
              <p:cNvSpPr txBox="1"/>
              <p:nvPr/>
            </p:nvSpPr>
            <p:spPr bwMode="auto">
              <a:xfrm rot="0" flipH="0" flipV="0">
                <a:off x="3277174" y="2644953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860365595" name="Freeform 81"/>
              <p:cNvSpPr/>
              <p:nvPr/>
            </p:nvSpPr>
            <p:spPr bwMode="auto">
              <a:xfrm rot="0" flipH="0" flipV="0">
                <a:off x="3277174" y="3671786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411684720" name="TextBox 82"/>
              <p:cNvSpPr txBox="1"/>
              <p:nvPr/>
            </p:nvSpPr>
            <p:spPr bwMode="auto">
              <a:xfrm rot="0" flipH="0" flipV="0">
                <a:off x="3277174" y="3519060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82232866" name=""/>
          <p:cNvGrpSpPr/>
          <p:nvPr/>
        </p:nvGrpSpPr>
        <p:grpSpPr bwMode="auto">
          <a:xfrm>
            <a:off x="266856" y="426332"/>
            <a:ext cx="10157112" cy="5968202"/>
            <a:chOff x="0" y="0"/>
            <a:chExt cx="10157112" cy="5968202"/>
          </a:xfrm>
        </p:grpSpPr>
        <p:sp>
          <p:nvSpPr>
            <p:cNvPr id="2008903696" name="Freeform 27"/>
            <p:cNvSpPr/>
            <p:nvPr/>
          </p:nvSpPr>
          <p:spPr bwMode="auto">
            <a:xfrm rot="0" flipH="0" flipV="0">
              <a:off x="3681516" y="226127"/>
              <a:ext cx="6475595" cy="5448936"/>
            </a:xfrm>
            <a:custGeom>
              <a:avLst/>
              <a:gdLst/>
              <a:ahLst/>
              <a:cxnLst/>
              <a:rect l="l" t="t" r="r" b="b"/>
              <a:pathLst>
                <a:path w="2845795" h="2394615" fill="norm" stroke="1" extrusionOk="0">
                  <a:moveTo>
                    <a:pt x="0" y="0"/>
                  </a:moveTo>
                  <a:lnTo>
                    <a:pt x="2845795" y="0"/>
                  </a:lnTo>
                  <a:lnTo>
                    <a:pt x="2845795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05916287" name="TextBox 28"/>
            <p:cNvSpPr txBox="1"/>
            <p:nvPr/>
          </p:nvSpPr>
          <p:spPr bwMode="auto">
            <a:xfrm rot="0" flipH="0" flipV="0">
              <a:off x="3681516" y="0"/>
              <a:ext cx="6475595" cy="560065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019374040" name="TextBox 32"/>
            <p:cNvSpPr txBox="1"/>
            <p:nvPr/>
          </p:nvSpPr>
          <p:spPr bwMode="auto">
            <a:xfrm>
              <a:off x="4134960" y="275949"/>
              <a:ext cx="5570151" cy="41577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70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1672967263" name="TextBox 33"/>
            <p:cNvSpPr txBox="1"/>
            <p:nvPr/>
          </p:nvSpPr>
          <p:spPr bwMode="auto">
            <a:xfrm>
              <a:off x="4291977" y="710531"/>
              <a:ext cx="2000643" cy="41577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70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1688477701" name="TextBox 38"/>
            <p:cNvSpPr txBox="1"/>
            <p:nvPr/>
          </p:nvSpPr>
          <p:spPr bwMode="auto">
            <a:xfrm flipH="0" flipV="0">
              <a:off x="695204" y="634429"/>
              <a:ext cx="2766673" cy="3465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6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 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317532028" name="Freeform 39"/>
            <p:cNvSpPr/>
            <p:nvPr/>
          </p:nvSpPr>
          <p:spPr bwMode="auto">
            <a:xfrm rot="1981001">
              <a:off x="2590951" y="1282986"/>
              <a:ext cx="960755" cy="271413"/>
            </a:xfrm>
            <a:custGeom>
              <a:avLst/>
              <a:gdLst/>
              <a:ahLst/>
              <a:cxnLst/>
              <a:rect l="l" t="t" r="r" b="b"/>
              <a:pathLst>
                <a:path w="960757" h="271414" fill="norm" stroke="1" extrusionOk="0">
                  <a:moveTo>
                    <a:pt x="0" y="0"/>
                  </a:moveTo>
                  <a:lnTo>
                    <a:pt x="960756" y="0"/>
                  </a:lnTo>
                  <a:lnTo>
                    <a:pt x="960756" y="271413"/>
                  </a:lnTo>
                  <a:lnTo>
                    <a:pt x="0" y="2714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4662697" name="TextBox 40"/>
            <p:cNvSpPr txBox="1"/>
            <p:nvPr/>
          </p:nvSpPr>
          <p:spPr bwMode="auto">
            <a:xfrm flipH="0" flipV="0">
              <a:off x="0" y="3555028"/>
              <a:ext cx="3262332" cy="335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82767946" name="Freeform 41"/>
            <p:cNvSpPr/>
            <p:nvPr/>
          </p:nvSpPr>
          <p:spPr bwMode="auto">
            <a:xfrm rot="10008104" flipH="1">
              <a:off x="2500938" y="3182338"/>
              <a:ext cx="960755" cy="271413"/>
            </a:xfrm>
            <a:custGeom>
              <a:avLst/>
              <a:gdLst/>
              <a:ahLst/>
              <a:cxnLst/>
              <a:rect l="l" t="t" r="r" b="b"/>
              <a:pathLst>
                <a:path w="960757" h="271414" fill="norm" stroke="1" extrusionOk="0">
                  <a:moveTo>
                    <a:pt x="960756" y="0"/>
                  </a:moveTo>
                  <a:lnTo>
                    <a:pt x="0" y="0"/>
                  </a:lnTo>
                  <a:lnTo>
                    <a:pt x="0" y="271413"/>
                  </a:lnTo>
                  <a:lnTo>
                    <a:pt x="960756" y="271413"/>
                  </a:lnTo>
                  <a:lnTo>
                    <a:pt x="960756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9858886" name="TextBox 51"/>
            <p:cNvSpPr txBox="1"/>
            <p:nvPr/>
          </p:nvSpPr>
          <p:spPr bwMode="auto">
            <a:xfrm flipH="0" flipV="0">
              <a:off x="404218" y="1841362"/>
              <a:ext cx="2767959" cy="335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 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85037353" name="Freeform 52"/>
            <p:cNvSpPr/>
            <p:nvPr/>
          </p:nvSpPr>
          <p:spPr bwMode="auto">
            <a:xfrm rot="731793">
              <a:off x="2421151" y="2354836"/>
              <a:ext cx="960755" cy="271413"/>
            </a:xfrm>
            <a:custGeom>
              <a:avLst/>
              <a:gdLst/>
              <a:ahLst/>
              <a:cxnLst/>
              <a:rect l="l" t="t" r="r" b="b"/>
              <a:pathLst>
                <a:path w="960757" h="271414" fill="norm" stroke="1" extrusionOk="0">
                  <a:moveTo>
                    <a:pt x="0" y="0"/>
                  </a:moveTo>
                  <a:lnTo>
                    <a:pt x="960757" y="0"/>
                  </a:lnTo>
                  <a:lnTo>
                    <a:pt x="960757" y="271414"/>
                  </a:lnTo>
                  <a:lnTo>
                    <a:pt x="0" y="2714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2958366" name="TextBox 53"/>
            <p:cNvSpPr txBox="1"/>
            <p:nvPr/>
          </p:nvSpPr>
          <p:spPr bwMode="auto">
            <a:xfrm flipH="0" flipV="0">
              <a:off x="603759" y="4701981"/>
              <a:ext cx="2768601" cy="335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David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67493356" name="TextBox 54"/>
            <p:cNvSpPr txBox="1"/>
            <p:nvPr/>
          </p:nvSpPr>
          <p:spPr bwMode="auto">
            <a:xfrm flipH="0" flipV="0">
              <a:off x="603759" y="5632563"/>
              <a:ext cx="2768601" cy="335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Frank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083316301" name="Freeform 55"/>
            <p:cNvSpPr/>
            <p:nvPr/>
          </p:nvSpPr>
          <p:spPr bwMode="auto">
            <a:xfrm rot="9117488" flipH="1">
              <a:off x="2511828" y="4225486"/>
              <a:ext cx="960755" cy="271413"/>
            </a:xfrm>
            <a:custGeom>
              <a:avLst/>
              <a:gdLst/>
              <a:ahLst/>
              <a:cxnLst/>
              <a:rect l="l" t="t" r="r" b="b"/>
              <a:pathLst>
                <a:path w="960757" h="271414" fill="norm" stroke="1" extrusionOk="0">
                  <a:moveTo>
                    <a:pt x="960756" y="0"/>
                  </a:moveTo>
                  <a:lnTo>
                    <a:pt x="0" y="0"/>
                  </a:lnTo>
                  <a:lnTo>
                    <a:pt x="0" y="271414"/>
                  </a:lnTo>
                  <a:lnTo>
                    <a:pt x="960756" y="271414"/>
                  </a:lnTo>
                  <a:lnTo>
                    <a:pt x="960756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25885318" name="Freeform 56"/>
            <p:cNvSpPr/>
            <p:nvPr/>
          </p:nvSpPr>
          <p:spPr bwMode="auto">
            <a:xfrm rot="9379580" flipH="1">
              <a:off x="2502485" y="5184504"/>
              <a:ext cx="960755" cy="271413"/>
            </a:xfrm>
            <a:custGeom>
              <a:avLst/>
              <a:gdLst/>
              <a:ahLst/>
              <a:cxnLst/>
              <a:rect l="l" t="t" r="r" b="b"/>
              <a:pathLst>
                <a:path w="960757" h="271414" fill="norm" stroke="1" extrusionOk="0">
                  <a:moveTo>
                    <a:pt x="960757" y="0"/>
                  </a:moveTo>
                  <a:lnTo>
                    <a:pt x="0" y="0"/>
                  </a:lnTo>
                  <a:lnTo>
                    <a:pt x="0" y="271414"/>
                  </a:lnTo>
                  <a:lnTo>
                    <a:pt x="960757" y="271414"/>
                  </a:lnTo>
                  <a:lnTo>
                    <a:pt x="960757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085646199" name=""/>
            <p:cNvGrpSpPr/>
            <p:nvPr/>
          </p:nvGrpSpPr>
          <p:grpSpPr bwMode="auto">
            <a:xfrm>
              <a:off x="3933703" y="1200722"/>
              <a:ext cx="2985609" cy="4243068"/>
              <a:chOff x="0" y="0"/>
              <a:chExt cx="2985609" cy="4243068"/>
            </a:xfrm>
          </p:grpSpPr>
          <p:sp>
            <p:nvSpPr>
              <p:cNvPr id="451044058" name="Freeform 30"/>
              <p:cNvSpPr/>
              <p:nvPr/>
            </p:nvSpPr>
            <p:spPr bwMode="auto">
              <a:xfrm rot="0" flipH="0" flipV="0">
                <a:off x="0" y="124109"/>
                <a:ext cx="2603499" cy="645685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948" y="0"/>
                    </a:moveTo>
                    <a:lnTo>
                      <a:pt x="784279" y="0"/>
                    </a:lnTo>
                    <a:cubicBezTo>
                      <a:pt x="854390" y="0"/>
                      <a:pt x="911226" y="56836"/>
                      <a:pt x="911226" y="126948"/>
                    </a:cubicBezTo>
                    <a:lnTo>
                      <a:pt x="911226" y="156810"/>
                    </a:lnTo>
                    <a:cubicBezTo>
                      <a:pt x="911226" y="226921"/>
                      <a:pt x="854390" y="283758"/>
                      <a:pt x="784279" y="283758"/>
                    </a:cubicBezTo>
                    <a:lnTo>
                      <a:pt x="126948" y="283758"/>
                    </a:lnTo>
                    <a:cubicBezTo>
                      <a:pt x="93279" y="283758"/>
                      <a:pt x="60989" y="270383"/>
                      <a:pt x="37182" y="246576"/>
                    </a:cubicBezTo>
                    <a:cubicBezTo>
                      <a:pt x="13375" y="222768"/>
                      <a:pt x="0" y="190479"/>
                      <a:pt x="0" y="156810"/>
                    </a:cubicBezTo>
                    <a:lnTo>
                      <a:pt x="0" y="126948"/>
                    </a:lnTo>
                    <a:cubicBezTo>
                      <a:pt x="0" y="93279"/>
                      <a:pt x="13375" y="60989"/>
                      <a:pt x="37182" y="37182"/>
                    </a:cubicBezTo>
                    <a:cubicBezTo>
                      <a:pt x="60989" y="13375"/>
                      <a:pt x="93279" y="0"/>
                      <a:pt x="1269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376112455" name="TextBox 31"/>
              <p:cNvSpPr txBox="1"/>
              <p:nvPr/>
            </p:nvSpPr>
            <p:spPr bwMode="auto">
              <a:xfrm rot="0" flipH="0" flipV="0">
                <a:off x="0" y="0"/>
                <a:ext cx="2603499" cy="797404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202284272" name="AutoShape 34"/>
              <p:cNvSpPr/>
              <p:nvPr/>
            </p:nvSpPr>
            <p:spPr bwMode="auto">
              <a:xfrm flipH="0" flipV="0">
                <a:off x="2985609" y="70010"/>
                <a:ext cx="0" cy="4173055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699077098" name="Freeform 36"/>
              <p:cNvSpPr/>
              <p:nvPr/>
            </p:nvSpPr>
            <p:spPr bwMode="auto">
              <a:xfrm rot="0" flipH="0" flipV="0">
                <a:off x="0" y="992426"/>
                <a:ext cx="2603499" cy="645685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948" y="0"/>
                    </a:moveTo>
                    <a:lnTo>
                      <a:pt x="784279" y="0"/>
                    </a:lnTo>
                    <a:cubicBezTo>
                      <a:pt x="854390" y="0"/>
                      <a:pt x="911226" y="56836"/>
                      <a:pt x="911226" y="126948"/>
                    </a:cubicBezTo>
                    <a:lnTo>
                      <a:pt x="911226" y="156810"/>
                    </a:lnTo>
                    <a:cubicBezTo>
                      <a:pt x="911226" y="226921"/>
                      <a:pt x="854390" y="283758"/>
                      <a:pt x="784279" y="283758"/>
                    </a:cubicBezTo>
                    <a:lnTo>
                      <a:pt x="126948" y="283758"/>
                    </a:lnTo>
                    <a:cubicBezTo>
                      <a:pt x="93279" y="283758"/>
                      <a:pt x="60989" y="270383"/>
                      <a:pt x="37182" y="246576"/>
                    </a:cubicBezTo>
                    <a:cubicBezTo>
                      <a:pt x="13375" y="222768"/>
                      <a:pt x="0" y="190479"/>
                      <a:pt x="0" y="156810"/>
                    </a:cubicBezTo>
                    <a:lnTo>
                      <a:pt x="0" y="126948"/>
                    </a:lnTo>
                    <a:cubicBezTo>
                      <a:pt x="0" y="93279"/>
                      <a:pt x="13375" y="60989"/>
                      <a:pt x="37182" y="37182"/>
                    </a:cubicBezTo>
                    <a:cubicBezTo>
                      <a:pt x="60989" y="13375"/>
                      <a:pt x="93279" y="0"/>
                      <a:pt x="1269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524369019" name="TextBox 37"/>
              <p:cNvSpPr txBox="1"/>
              <p:nvPr/>
            </p:nvSpPr>
            <p:spPr bwMode="auto">
              <a:xfrm rot="0" flipH="0" flipV="0">
                <a:off x="0" y="840712"/>
                <a:ext cx="2603499" cy="797404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490500110" name="Freeform 43"/>
              <p:cNvSpPr/>
              <p:nvPr/>
            </p:nvSpPr>
            <p:spPr bwMode="auto">
              <a:xfrm rot="0" flipH="0" flipV="0">
                <a:off x="166" y="1860743"/>
                <a:ext cx="2603499" cy="645685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948" y="0"/>
                    </a:moveTo>
                    <a:lnTo>
                      <a:pt x="784279" y="0"/>
                    </a:lnTo>
                    <a:cubicBezTo>
                      <a:pt x="854390" y="0"/>
                      <a:pt x="911226" y="56836"/>
                      <a:pt x="911226" y="126948"/>
                    </a:cubicBezTo>
                    <a:lnTo>
                      <a:pt x="911226" y="156810"/>
                    </a:lnTo>
                    <a:cubicBezTo>
                      <a:pt x="911226" y="226921"/>
                      <a:pt x="854390" y="283758"/>
                      <a:pt x="784279" y="283758"/>
                    </a:cubicBezTo>
                    <a:lnTo>
                      <a:pt x="126948" y="283758"/>
                    </a:lnTo>
                    <a:cubicBezTo>
                      <a:pt x="93279" y="283758"/>
                      <a:pt x="60989" y="270383"/>
                      <a:pt x="37182" y="246576"/>
                    </a:cubicBezTo>
                    <a:cubicBezTo>
                      <a:pt x="13375" y="222768"/>
                      <a:pt x="0" y="190479"/>
                      <a:pt x="0" y="156810"/>
                    </a:cubicBezTo>
                    <a:lnTo>
                      <a:pt x="0" y="126948"/>
                    </a:lnTo>
                    <a:cubicBezTo>
                      <a:pt x="0" y="93279"/>
                      <a:pt x="13375" y="60989"/>
                      <a:pt x="37182" y="37182"/>
                    </a:cubicBezTo>
                    <a:cubicBezTo>
                      <a:pt x="60989" y="13375"/>
                      <a:pt x="93279" y="0"/>
                      <a:pt x="1269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517948920" name="TextBox 44"/>
              <p:cNvSpPr txBox="1"/>
              <p:nvPr/>
            </p:nvSpPr>
            <p:spPr bwMode="auto">
              <a:xfrm rot="0" flipH="0" flipV="0">
                <a:off x="166" y="1709029"/>
                <a:ext cx="2603499" cy="797404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768674361" name="Freeform 46"/>
              <p:cNvSpPr/>
              <p:nvPr/>
            </p:nvSpPr>
            <p:spPr bwMode="auto">
              <a:xfrm rot="0" flipH="0" flipV="0">
                <a:off x="166" y="2729062"/>
                <a:ext cx="2603499" cy="645685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948" y="0"/>
                    </a:moveTo>
                    <a:lnTo>
                      <a:pt x="784279" y="0"/>
                    </a:lnTo>
                    <a:cubicBezTo>
                      <a:pt x="854390" y="0"/>
                      <a:pt x="911226" y="56836"/>
                      <a:pt x="911226" y="126948"/>
                    </a:cubicBezTo>
                    <a:lnTo>
                      <a:pt x="911226" y="156810"/>
                    </a:lnTo>
                    <a:cubicBezTo>
                      <a:pt x="911226" y="226921"/>
                      <a:pt x="854390" y="283758"/>
                      <a:pt x="784279" y="283758"/>
                    </a:cubicBezTo>
                    <a:lnTo>
                      <a:pt x="126948" y="283758"/>
                    </a:lnTo>
                    <a:cubicBezTo>
                      <a:pt x="93279" y="283758"/>
                      <a:pt x="60989" y="270383"/>
                      <a:pt x="37182" y="246576"/>
                    </a:cubicBezTo>
                    <a:cubicBezTo>
                      <a:pt x="13375" y="222768"/>
                      <a:pt x="0" y="190479"/>
                      <a:pt x="0" y="156810"/>
                    </a:cubicBezTo>
                    <a:lnTo>
                      <a:pt x="0" y="126948"/>
                    </a:lnTo>
                    <a:cubicBezTo>
                      <a:pt x="0" y="93279"/>
                      <a:pt x="13375" y="60989"/>
                      <a:pt x="37182" y="37182"/>
                    </a:cubicBezTo>
                    <a:cubicBezTo>
                      <a:pt x="60989" y="13375"/>
                      <a:pt x="93279" y="0"/>
                      <a:pt x="1269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65825783" name="TextBox 47"/>
              <p:cNvSpPr txBox="1"/>
              <p:nvPr/>
            </p:nvSpPr>
            <p:spPr bwMode="auto">
              <a:xfrm rot="0" flipH="0" flipV="0">
                <a:off x="166" y="2577348"/>
                <a:ext cx="2603499" cy="797404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723254587" name="Freeform 49"/>
              <p:cNvSpPr/>
              <p:nvPr/>
            </p:nvSpPr>
            <p:spPr bwMode="auto">
              <a:xfrm rot="0" flipH="0" flipV="0">
                <a:off x="166" y="3597379"/>
                <a:ext cx="2603499" cy="645685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948" y="0"/>
                    </a:moveTo>
                    <a:lnTo>
                      <a:pt x="784279" y="0"/>
                    </a:lnTo>
                    <a:cubicBezTo>
                      <a:pt x="854390" y="0"/>
                      <a:pt x="911226" y="56836"/>
                      <a:pt x="911226" y="126948"/>
                    </a:cubicBezTo>
                    <a:lnTo>
                      <a:pt x="911226" y="156810"/>
                    </a:lnTo>
                    <a:cubicBezTo>
                      <a:pt x="911226" y="226921"/>
                      <a:pt x="854390" y="283758"/>
                      <a:pt x="784279" y="283758"/>
                    </a:cubicBezTo>
                    <a:lnTo>
                      <a:pt x="126948" y="283758"/>
                    </a:lnTo>
                    <a:cubicBezTo>
                      <a:pt x="93279" y="283758"/>
                      <a:pt x="60989" y="270383"/>
                      <a:pt x="37182" y="246576"/>
                    </a:cubicBezTo>
                    <a:cubicBezTo>
                      <a:pt x="13375" y="222768"/>
                      <a:pt x="0" y="190479"/>
                      <a:pt x="0" y="156810"/>
                    </a:cubicBezTo>
                    <a:lnTo>
                      <a:pt x="0" y="126948"/>
                    </a:lnTo>
                    <a:cubicBezTo>
                      <a:pt x="0" y="93279"/>
                      <a:pt x="13375" y="60989"/>
                      <a:pt x="37182" y="37182"/>
                    </a:cubicBezTo>
                    <a:cubicBezTo>
                      <a:pt x="60989" y="13375"/>
                      <a:pt x="93279" y="0"/>
                      <a:pt x="1269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688863444" name="TextBox 50"/>
              <p:cNvSpPr txBox="1"/>
              <p:nvPr/>
            </p:nvSpPr>
            <p:spPr bwMode="auto">
              <a:xfrm rot="0" flipH="0" flipV="0">
                <a:off x="166" y="3445664"/>
                <a:ext cx="2603499" cy="797404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97596742" name=""/>
          <p:cNvGrpSpPr/>
          <p:nvPr/>
        </p:nvGrpSpPr>
        <p:grpSpPr bwMode="auto">
          <a:xfrm>
            <a:off x="314153" y="352038"/>
            <a:ext cx="11449479" cy="6039867"/>
            <a:chOff x="0" y="0"/>
            <a:chExt cx="11449479" cy="6039867"/>
          </a:xfrm>
        </p:grpSpPr>
        <p:sp>
          <p:nvSpPr>
            <p:cNvPr id="2055310402" name="Freeform 27"/>
            <p:cNvSpPr/>
            <p:nvPr/>
          </p:nvSpPr>
          <p:spPr bwMode="auto">
            <a:xfrm rot="0" flipH="0" flipV="0">
              <a:off x="2572425" y="155444"/>
              <a:ext cx="6634805" cy="5582907"/>
            </a:xfrm>
            <a:custGeom>
              <a:avLst/>
              <a:gdLst/>
              <a:ahLst/>
              <a:cxnLst/>
              <a:rect l="l" t="t" r="r" b="b"/>
              <a:pathLst>
                <a:path w="2845795" h="2394615" fill="norm" stroke="1" extrusionOk="0">
                  <a:moveTo>
                    <a:pt x="0" y="0"/>
                  </a:moveTo>
                  <a:lnTo>
                    <a:pt x="2845795" y="0"/>
                  </a:lnTo>
                  <a:lnTo>
                    <a:pt x="2845795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75802010" name="TextBox 28"/>
            <p:cNvSpPr txBox="1"/>
            <p:nvPr/>
          </p:nvSpPr>
          <p:spPr bwMode="auto">
            <a:xfrm rot="0" flipH="0" flipV="0">
              <a:off x="2572425" y="0"/>
              <a:ext cx="6634805" cy="573835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798912404" name="TextBox 32"/>
            <p:cNvSpPr txBox="1"/>
            <p:nvPr/>
          </p:nvSpPr>
          <p:spPr bwMode="auto">
            <a:xfrm>
              <a:off x="3037016" y="207894"/>
              <a:ext cx="5706705" cy="42593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0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/>
            </a:p>
          </p:txBody>
        </p:sp>
        <p:sp>
          <p:nvSpPr>
            <p:cNvPr id="676180671" name="TextBox 33"/>
            <p:cNvSpPr txBox="1"/>
            <p:nvPr/>
          </p:nvSpPr>
          <p:spPr bwMode="auto">
            <a:xfrm>
              <a:off x="3197898" y="653164"/>
              <a:ext cx="2049436" cy="42593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0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6394063" name="TextBox 38"/>
            <p:cNvSpPr txBox="1"/>
            <p:nvPr/>
          </p:nvSpPr>
          <p:spPr bwMode="auto">
            <a:xfrm>
              <a:off x="6533232" y="653164"/>
              <a:ext cx="2049436" cy="42593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0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00082606" name="TextBox 39"/>
            <p:cNvSpPr txBox="1"/>
            <p:nvPr/>
          </p:nvSpPr>
          <p:spPr bwMode="auto">
            <a:xfrm flipH="0" flipV="0">
              <a:off x="397381" y="598004"/>
              <a:ext cx="1950647" cy="34389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05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 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89047973" name="Freeform 40"/>
            <p:cNvSpPr/>
            <p:nvPr/>
          </p:nvSpPr>
          <p:spPr bwMode="auto">
            <a:xfrm rot="1981001">
              <a:off x="1455048" y="1238288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0" y="0"/>
                  </a:moveTo>
                  <a:lnTo>
                    <a:pt x="984378" y="0"/>
                  </a:lnTo>
                  <a:lnTo>
                    <a:pt x="984378" y="278087"/>
                  </a:lnTo>
                  <a:lnTo>
                    <a:pt x="0" y="2780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69618449" name="TextBox 41"/>
            <p:cNvSpPr txBox="1"/>
            <p:nvPr/>
          </p:nvSpPr>
          <p:spPr bwMode="auto">
            <a:xfrm flipH="0" flipV="0">
              <a:off x="0" y="3567361"/>
              <a:ext cx="2142818" cy="34389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05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510909590" name="Freeform 42"/>
            <p:cNvSpPr/>
            <p:nvPr/>
          </p:nvSpPr>
          <p:spPr bwMode="auto">
            <a:xfrm rot="10008104" flipH="1">
              <a:off x="1362820" y="3184337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984378" y="0"/>
                  </a:moveTo>
                  <a:lnTo>
                    <a:pt x="0" y="0"/>
                  </a:lnTo>
                  <a:lnTo>
                    <a:pt x="0" y="278086"/>
                  </a:lnTo>
                  <a:lnTo>
                    <a:pt x="984378" y="278086"/>
                  </a:lnTo>
                  <a:lnTo>
                    <a:pt x="984378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0000338" name="TextBox 43"/>
            <p:cNvSpPr txBox="1"/>
            <p:nvPr/>
          </p:nvSpPr>
          <p:spPr bwMode="auto">
            <a:xfrm>
              <a:off x="9534232" y="425930"/>
              <a:ext cx="1587115" cy="6122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1889269428" name="Freeform 44"/>
            <p:cNvSpPr/>
            <p:nvPr/>
          </p:nvSpPr>
          <p:spPr bwMode="auto">
            <a:xfrm rot="-423529" flipH="1">
              <a:off x="9424507" y="2395449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984378" y="0"/>
                  </a:moveTo>
                  <a:lnTo>
                    <a:pt x="0" y="0"/>
                  </a:lnTo>
                  <a:lnTo>
                    <a:pt x="0" y="278087"/>
                  </a:lnTo>
                  <a:lnTo>
                    <a:pt x="984378" y="278087"/>
                  </a:lnTo>
                  <a:lnTo>
                    <a:pt x="984378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97004570" name="TextBox 45"/>
            <p:cNvSpPr txBox="1"/>
            <p:nvPr/>
          </p:nvSpPr>
          <p:spPr bwMode="auto">
            <a:xfrm>
              <a:off x="9769024" y="1949301"/>
              <a:ext cx="1587115" cy="6122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1821880071" name="Freeform 46"/>
            <p:cNvSpPr/>
            <p:nvPr/>
          </p:nvSpPr>
          <p:spPr bwMode="auto">
            <a:xfrm rot="-2557580" flipH="1">
              <a:off x="9311719" y="1142121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984378" y="0"/>
                  </a:moveTo>
                  <a:lnTo>
                    <a:pt x="0" y="0"/>
                  </a:lnTo>
                  <a:lnTo>
                    <a:pt x="0" y="278087"/>
                  </a:lnTo>
                  <a:lnTo>
                    <a:pt x="984378" y="278087"/>
                  </a:lnTo>
                  <a:lnTo>
                    <a:pt x="984378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92917120" name="Freeform 47"/>
            <p:cNvSpPr/>
            <p:nvPr/>
          </p:nvSpPr>
          <p:spPr bwMode="auto">
            <a:xfrm rot="-10662274">
              <a:off x="9309717" y="3132730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0" y="0"/>
                  </a:moveTo>
                  <a:lnTo>
                    <a:pt x="984378" y="0"/>
                  </a:lnTo>
                  <a:lnTo>
                    <a:pt x="984378" y="278087"/>
                  </a:lnTo>
                  <a:lnTo>
                    <a:pt x="0" y="2780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11685" name="TextBox 48"/>
            <p:cNvSpPr txBox="1"/>
            <p:nvPr/>
          </p:nvSpPr>
          <p:spPr bwMode="auto">
            <a:xfrm>
              <a:off x="9629763" y="3461744"/>
              <a:ext cx="1587115" cy="6122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176209873" name="Freeform 49"/>
            <p:cNvSpPr/>
            <p:nvPr/>
          </p:nvSpPr>
          <p:spPr bwMode="auto">
            <a:xfrm rot="-9983765">
              <a:off x="9323440" y="4165953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0" y="0"/>
                  </a:moveTo>
                  <a:lnTo>
                    <a:pt x="984378" y="0"/>
                  </a:lnTo>
                  <a:lnTo>
                    <a:pt x="984378" y="278087"/>
                  </a:lnTo>
                  <a:lnTo>
                    <a:pt x="0" y="2780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24864347" name="TextBox 50"/>
            <p:cNvSpPr txBox="1"/>
            <p:nvPr/>
          </p:nvSpPr>
          <p:spPr bwMode="auto">
            <a:xfrm>
              <a:off x="9769024" y="4552137"/>
              <a:ext cx="1587115" cy="6122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348528905" name="TextBox 60"/>
            <p:cNvSpPr txBox="1"/>
            <p:nvPr/>
          </p:nvSpPr>
          <p:spPr bwMode="auto">
            <a:xfrm flipH="0" flipV="0">
              <a:off x="99738" y="1811562"/>
              <a:ext cx="1951087" cy="34389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05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76295118" name="Freeform 61"/>
            <p:cNvSpPr/>
            <p:nvPr/>
          </p:nvSpPr>
          <p:spPr bwMode="auto">
            <a:xfrm rot="731793">
              <a:off x="1281073" y="2336490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0" y="0"/>
                  </a:moveTo>
                  <a:lnTo>
                    <a:pt x="984378" y="0"/>
                  </a:lnTo>
                  <a:lnTo>
                    <a:pt x="984378" y="278086"/>
                  </a:lnTo>
                  <a:lnTo>
                    <a:pt x="0" y="2780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0771911" name="TextBox 62"/>
            <p:cNvSpPr txBox="1"/>
            <p:nvPr/>
          </p:nvSpPr>
          <p:spPr bwMode="auto">
            <a:xfrm flipH="0" flipV="0">
              <a:off x="304473" y="4742514"/>
              <a:ext cx="1951087" cy="34389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05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David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40918328" name="TextBox 63"/>
            <p:cNvSpPr txBox="1"/>
            <p:nvPr/>
          </p:nvSpPr>
          <p:spPr bwMode="auto">
            <a:xfrm flipH="0" flipV="0">
              <a:off x="304473" y="5695974"/>
              <a:ext cx="1951087" cy="34389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05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Frank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57201535" name="Freeform 64"/>
            <p:cNvSpPr/>
            <p:nvPr/>
          </p:nvSpPr>
          <p:spPr bwMode="auto">
            <a:xfrm rot="9117488" flipH="1">
              <a:off x="1373978" y="4253132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984378" y="0"/>
                  </a:moveTo>
                  <a:lnTo>
                    <a:pt x="0" y="0"/>
                  </a:lnTo>
                  <a:lnTo>
                    <a:pt x="0" y="278087"/>
                  </a:lnTo>
                  <a:lnTo>
                    <a:pt x="984378" y="278087"/>
                  </a:lnTo>
                  <a:lnTo>
                    <a:pt x="984378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3420160" name="Freeform 65"/>
            <p:cNvSpPr/>
            <p:nvPr/>
          </p:nvSpPr>
          <p:spPr bwMode="auto">
            <a:xfrm rot="9379580" flipH="1">
              <a:off x="1364409" y="5235726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984378" y="0"/>
                  </a:moveTo>
                  <a:lnTo>
                    <a:pt x="0" y="0"/>
                  </a:lnTo>
                  <a:lnTo>
                    <a:pt x="0" y="278087"/>
                  </a:lnTo>
                  <a:lnTo>
                    <a:pt x="984378" y="278087"/>
                  </a:lnTo>
                  <a:lnTo>
                    <a:pt x="984378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44057505" name="Freeform 66"/>
            <p:cNvSpPr/>
            <p:nvPr/>
          </p:nvSpPr>
          <p:spPr bwMode="auto">
            <a:xfrm rot="-9983765">
              <a:off x="9416418" y="5083602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0" y="0"/>
                  </a:moveTo>
                  <a:lnTo>
                    <a:pt x="984378" y="0"/>
                  </a:lnTo>
                  <a:lnTo>
                    <a:pt x="984378" y="278087"/>
                  </a:lnTo>
                  <a:lnTo>
                    <a:pt x="0" y="2780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56599881" name="TextBox 67"/>
            <p:cNvSpPr txBox="1"/>
            <p:nvPr/>
          </p:nvSpPr>
          <p:spPr bwMode="auto">
            <a:xfrm>
              <a:off x="9862004" y="5469786"/>
              <a:ext cx="1587475" cy="3379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749787851" name=""/>
            <p:cNvGrpSpPr/>
            <p:nvPr/>
          </p:nvGrpSpPr>
          <p:grpSpPr bwMode="auto">
            <a:xfrm>
              <a:off x="3037016" y="1076904"/>
              <a:ext cx="5764460" cy="4424488"/>
              <a:chOff x="0" y="0"/>
              <a:chExt cx="5764460" cy="4424488"/>
            </a:xfrm>
          </p:grpSpPr>
          <p:sp>
            <p:nvSpPr>
              <p:cNvPr id="1558915183" name="Freeform 30"/>
              <p:cNvSpPr/>
              <p:nvPr/>
            </p:nvSpPr>
            <p:spPr bwMode="auto">
              <a:xfrm rot="0" flipH="0" flipV="0">
                <a:off x="0" y="204258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185867817" name="TextBox 31"/>
              <p:cNvSpPr txBox="1"/>
              <p:nvPr/>
            </p:nvSpPr>
            <p:spPr bwMode="auto">
              <a:xfrm rot="0" flipH="0" flipV="0">
                <a:off x="0" y="48812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2072064133" name="AutoShape 34"/>
              <p:cNvSpPr/>
              <p:nvPr/>
            </p:nvSpPr>
            <p:spPr bwMode="auto">
              <a:xfrm flipH="0" flipV="0">
                <a:off x="2852811" y="0"/>
                <a:ext cx="0" cy="4275655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1200523784" name="Freeform 36"/>
              <p:cNvSpPr/>
              <p:nvPr/>
            </p:nvSpPr>
            <p:spPr bwMode="auto">
              <a:xfrm rot="0" flipH="0" flipV="0">
                <a:off x="0" y="1093923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439179198" name="TextBox 37"/>
              <p:cNvSpPr txBox="1"/>
              <p:nvPr/>
            </p:nvSpPr>
            <p:spPr bwMode="auto">
              <a:xfrm rot="0" flipH="0" flipV="0">
                <a:off x="0" y="938479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647475948" name="Freeform 52"/>
              <p:cNvSpPr/>
              <p:nvPr/>
            </p:nvSpPr>
            <p:spPr bwMode="auto">
              <a:xfrm rot="0" flipH="0" flipV="0">
                <a:off x="171" y="1983589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857141328" name="TextBox 53"/>
              <p:cNvSpPr txBox="1"/>
              <p:nvPr/>
            </p:nvSpPr>
            <p:spPr bwMode="auto">
              <a:xfrm rot="0" flipH="0" flipV="0">
                <a:off x="171" y="1828146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962452692" name="Freeform 55"/>
              <p:cNvSpPr/>
              <p:nvPr/>
            </p:nvSpPr>
            <p:spPr bwMode="auto">
              <a:xfrm rot="0" flipH="0" flipV="0">
                <a:off x="171" y="2873255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555126208" name="TextBox 56"/>
              <p:cNvSpPr txBox="1"/>
              <p:nvPr/>
            </p:nvSpPr>
            <p:spPr bwMode="auto">
              <a:xfrm rot="0" flipH="0" flipV="0">
                <a:off x="171" y="2717811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680957916" name="Freeform 58"/>
              <p:cNvSpPr/>
              <p:nvPr/>
            </p:nvSpPr>
            <p:spPr bwMode="auto">
              <a:xfrm rot="0" flipH="0" flipV="0">
                <a:off x="171" y="3762921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808041093" name="TextBox 59"/>
              <p:cNvSpPr txBox="1"/>
              <p:nvPr/>
            </p:nvSpPr>
            <p:spPr bwMode="auto">
              <a:xfrm rot="0" flipH="0" flipV="0">
                <a:off x="171" y="3607477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479522219" name="Freeform 69"/>
              <p:cNvSpPr/>
              <p:nvPr/>
            </p:nvSpPr>
            <p:spPr bwMode="auto">
              <a:xfrm rot="0" flipH="0" flipV="0">
                <a:off x="3335336" y="204258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688936163" name="TextBox 70"/>
              <p:cNvSpPr txBox="1"/>
              <p:nvPr/>
            </p:nvSpPr>
            <p:spPr bwMode="auto">
              <a:xfrm rot="0" flipH="0" flipV="0">
                <a:off x="3335336" y="48812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811907052" name="Freeform 72"/>
              <p:cNvSpPr/>
              <p:nvPr/>
            </p:nvSpPr>
            <p:spPr bwMode="auto">
              <a:xfrm rot="0" flipH="0" flipV="0">
                <a:off x="3335336" y="1093923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24062358" name="TextBox 73"/>
              <p:cNvSpPr txBox="1"/>
              <p:nvPr/>
            </p:nvSpPr>
            <p:spPr bwMode="auto">
              <a:xfrm rot="0" flipH="0" flipV="0">
                <a:off x="3335336" y="938479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77980233" name="Freeform 75"/>
              <p:cNvSpPr/>
              <p:nvPr/>
            </p:nvSpPr>
            <p:spPr bwMode="auto">
              <a:xfrm rot="0" flipH="0" flipV="0">
                <a:off x="3335508" y="1983589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926625555" name="TextBox 76"/>
              <p:cNvSpPr txBox="1"/>
              <p:nvPr/>
            </p:nvSpPr>
            <p:spPr bwMode="auto">
              <a:xfrm rot="0" flipH="0" flipV="0">
                <a:off x="3335508" y="1828146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860770282" name="Freeform 78"/>
              <p:cNvSpPr/>
              <p:nvPr/>
            </p:nvSpPr>
            <p:spPr bwMode="auto">
              <a:xfrm rot="0" flipH="0" flipV="0">
                <a:off x="3335508" y="2873255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631518235" name="TextBox 79"/>
              <p:cNvSpPr txBox="1"/>
              <p:nvPr/>
            </p:nvSpPr>
            <p:spPr bwMode="auto">
              <a:xfrm rot="0" flipH="0" flipV="0">
                <a:off x="3335508" y="2717811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464243910" name="Freeform 81"/>
              <p:cNvSpPr/>
              <p:nvPr/>
            </p:nvSpPr>
            <p:spPr bwMode="auto">
              <a:xfrm rot="0" flipH="0" flipV="0">
                <a:off x="3335508" y="3762921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158519139" name="TextBox 82"/>
              <p:cNvSpPr txBox="1"/>
              <p:nvPr/>
            </p:nvSpPr>
            <p:spPr bwMode="auto">
              <a:xfrm rot="0" flipH="0" flipV="0">
                <a:off x="3335508" y="3607477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31559090" name=""/>
          <p:cNvGrpSpPr/>
          <p:nvPr/>
        </p:nvGrpSpPr>
        <p:grpSpPr bwMode="auto">
          <a:xfrm>
            <a:off x="482018" y="1234339"/>
            <a:ext cx="11086612" cy="4391763"/>
            <a:chOff x="0" y="0"/>
            <a:chExt cx="11086612" cy="4391763"/>
          </a:xfrm>
        </p:grpSpPr>
        <p:sp>
          <p:nvSpPr>
            <p:cNvPr id="2027358586" name="Freeform 27"/>
            <p:cNvSpPr/>
            <p:nvPr/>
          </p:nvSpPr>
          <p:spPr bwMode="auto">
            <a:xfrm rot="0" flipH="0" flipV="0">
              <a:off x="0" y="68778"/>
              <a:ext cx="5137497" cy="4322982"/>
            </a:xfrm>
            <a:custGeom>
              <a:avLst/>
              <a:gdLst/>
              <a:ahLst/>
              <a:cxnLst/>
              <a:rect l="l" t="t" r="r" b="b"/>
              <a:pathLst>
                <a:path w="2845795" h="2394615" fill="norm" stroke="1" extrusionOk="0">
                  <a:moveTo>
                    <a:pt x="0" y="0"/>
                  </a:moveTo>
                  <a:lnTo>
                    <a:pt x="2845795" y="0"/>
                  </a:lnTo>
                  <a:lnTo>
                    <a:pt x="2845795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565885270" name="TextBox 28"/>
            <p:cNvSpPr txBox="1"/>
            <p:nvPr/>
          </p:nvSpPr>
          <p:spPr bwMode="auto">
            <a:xfrm rot="0" flipH="0" flipV="0">
              <a:off x="0" y="0"/>
              <a:ext cx="5137497" cy="439176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2005319933" name="TextBox 32"/>
            <p:cNvSpPr txBox="1"/>
            <p:nvPr/>
          </p:nvSpPr>
          <p:spPr bwMode="auto">
            <a:xfrm>
              <a:off x="359744" y="106018"/>
              <a:ext cx="4419447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06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7754822" name="TextBox 33"/>
            <p:cNvSpPr txBox="1"/>
            <p:nvPr/>
          </p:nvSpPr>
          <p:spPr bwMode="auto">
            <a:xfrm>
              <a:off x="484318" y="450802"/>
              <a:ext cx="1587533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0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81905628" name="TextBox 38"/>
            <p:cNvSpPr txBox="1"/>
            <p:nvPr/>
          </p:nvSpPr>
          <p:spPr bwMode="auto">
            <a:xfrm>
              <a:off x="3066951" y="450802"/>
              <a:ext cx="1587533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0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30593873" name="Freeform 64"/>
            <p:cNvSpPr/>
            <p:nvPr/>
          </p:nvSpPr>
          <p:spPr bwMode="auto">
            <a:xfrm rot="0" flipH="0" flipV="0">
              <a:off x="5949115" y="68778"/>
              <a:ext cx="5137497" cy="2072826"/>
            </a:xfrm>
            <a:custGeom>
              <a:avLst/>
              <a:gdLst/>
              <a:ahLst/>
              <a:cxnLst/>
              <a:rect l="l" t="t" r="r" b="b"/>
              <a:pathLst>
                <a:path w="2845795" h="1148195" fill="norm" stroke="1" extrusionOk="0">
                  <a:moveTo>
                    <a:pt x="0" y="0"/>
                  </a:moveTo>
                  <a:lnTo>
                    <a:pt x="2845795" y="0"/>
                  </a:lnTo>
                  <a:lnTo>
                    <a:pt x="2845795" y="1148195"/>
                  </a:lnTo>
                  <a:lnTo>
                    <a:pt x="0" y="114819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01644383" name="TextBox 65"/>
            <p:cNvSpPr txBox="1"/>
            <p:nvPr/>
          </p:nvSpPr>
          <p:spPr bwMode="auto">
            <a:xfrm rot="0" flipH="0" flipV="0">
              <a:off x="5949115" y="0"/>
              <a:ext cx="5137497" cy="214160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151639250" name="TextBox 69"/>
            <p:cNvSpPr txBox="1"/>
            <p:nvPr/>
          </p:nvSpPr>
          <p:spPr bwMode="auto">
            <a:xfrm>
              <a:off x="6308860" y="106018"/>
              <a:ext cx="4419447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06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693617256" name="TextBox 70"/>
            <p:cNvSpPr txBox="1"/>
            <p:nvPr/>
          </p:nvSpPr>
          <p:spPr bwMode="auto">
            <a:xfrm>
              <a:off x="6433434" y="450802"/>
              <a:ext cx="1587533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0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7304932" name="TextBox 72"/>
            <p:cNvSpPr txBox="1"/>
            <p:nvPr/>
          </p:nvSpPr>
          <p:spPr bwMode="auto">
            <a:xfrm>
              <a:off x="9016068" y="450802"/>
              <a:ext cx="1587533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0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821239347" name="AutoShape 76"/>
            <p:cNvSpPr/>
            <p:nvPr/>
          </p:nvSpPr>
          <p:spPr bwMode="auto">
            <a:xfrm flipH="0" flipV="1">
              <a:off x="4755454" y="1288207"/>
              <a:ext cx="1580397" cy="1184824"/>
            </a:xfrm>
            <a:prstGeom prst="line">
              <a:avLst/>
            </a:prstGeom>
            <a:grpFill/>
            <a:ln w="5715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935244868" name=""/>
            <p:cNvGrpSpPr/>
            <p:nvPr/>
          </p:nvGrpSpPr>
          <p:grpSpPr bwMode="auto">
            <a:xfrm>
              <a:off x="454848" y="871670"/>
              <a:ext cx="4227795" cy="3336611"/>
              <a:chOff x="0" y="0"/>
              <a:chExt cx="4227795" cy="3336611"/>
            </a:xfrm>
          </p:grpSpPr>
          <p:sp>
            <p:nvSpPr>
              <p:cNvPr id="1796253669" name="Freeform 30"/>
              <p:cNvSpPr/>
              <p:nvPr/>
            </p:nvSpPr>
            <p:spPr bwMode="auto">
              <a:xfrm rot="0" flipH="0" flipV="0">
                <a:off x="0" y="68777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54334436" name="TextBox 31"/>
              <p:cNvSpPr txBox="1"/>
              <p:nvPr/>
            </p:nvSpPr>
            <p:spPr bwMode="auto">
              <a:xfrm rot="0" flipH="0" flipV="0">
                <a:off x="0" y="0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2711972" name="AutoShape 34"/>
              <p:cNvSpPr/>
              <p:nvPr/>
            </p:nvSpPr>
            <p:spPr bwMode="auto">
              <a:xfrm flipH="0" flipV="0">
                <a:off x="2113897" y="0"/>
                <a:ext cx="0" cy="3336604"/>
              </a:xfrm>
              <a:prstGeom prst="line">
                <a:avLst/>
              </a:prstGeom>
              <a:grpFill/>
              <a:ln w="1905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885159015" name="Freeform 36"/>
              <p:cNvSpPr/>
              <p:nvPr/>
            </p:nvSpPr>
            <p:spPr bwMode="auto">
              <a:xfrm rot="0" flipH="0" flipV="0">
                <a:off x="0" y="757668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40345941" name="TextBox 37"/>
              <p:cNvSpPr txBox="1"/>
              <p:nvPr/>
            </p:nvSpPr>
            <p:spPr bwMode="auto">
              <a:xfrm rot="0" flipH="0" flipV="0">
                <a:off x="0" y="688890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41999693" name="Freeform 40"/>
              <p:cNvSpPr/>
              <p:nvPr/>
            </p:nvSpPr>
            <p:spPr bwMode="auto">
              <a:xfrm rot="0" flipH="0" flipV="0">
                <a:off x="132" y="1446559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06174656" name="TextBox 41"/>
              <p:cNvSpPr txBox="1"/>
              <p:nvPr/>
            </p:nvSpPr>
            <p:spPr bwMode="auto">
              <a:xfrm rot="0" flipH="0" flipV="0">
                <a:off x="132" y="1377781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03804727" name="Freeform 43"/>
              <p:cNvSpPr/>
              <p:nvPr/>
            </p:nvSpPr>
            <p:spPr bwMode="auto">
              <a:xfrm rot="0" flipH="0" flipV="0">
                <a:off x="132" y="2135449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48521825" name="TextBox 44"/>
              <p:cNvSpPr txBox="1"/>
              <p:nvPr/>
            </p:nvSpPr>
            <p:spPr bwMode="auto">
              <a:xfrm rot="0" flipH="0" flipV="0">
                <a:off x="132" y="2066671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64460815" name="Freeform 46"/>
              <p:cNvSpPr/>
              <p:nvPr/>
            </p:nvSpPr>
            <p:spPr bwMode="auto">
              <a:xfrm rot="0" flipH="0" flipV="0">
                <a:off x="132" y="2824340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16897524" name="TextBox 47"/>
              <p:cNvSpPr txBox="1"/>
              <p:nvPr/>
            </p:nvSpPr>
            <p:spPr bwMode="auto">
              <a:xfrm rot="0" flipH="0" flipV="0">
                <a:off x="132" y="2755562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1546109" name="Freeform 49"/>
              <p:cNvSpPr/>
              <p:nvPr/>
            </p:nvSpPr>
            <p:spPr bwMode="auto">
              <a:xfrm rot="0" flipH="0" flipV="0">
                <a:off x="2582634" y="68777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97365263" name="TextBox 50"/>
              <p:cNvSpPr txBox="1"/>
              <p:nvPr/>
            </p:nvSpPr>
            <p:spPr bwMode="auto">
              <a:xfrm rot="0" flipH="0" flipV="0">
                <a:off x="2582634" y="0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13828323" name="Freeform 52"/>
              <p:cNvSpPr/>
              <p:nvPr/>
            </p:nvSpPr>
            <p:spPr bwMode="auto">
              <a:xfrm rot="0" flipH="0" flipV="0">
                <a:off x="2582634" y="757668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418925" name="TextBox 53"/>
              <p:cNvSpPr txBox="1"/>
              <p:nvPr/>
            </p:nvSpPr>
            <p:spPr bwMode="auto">
              <a:xfrm rot="0" flipH="0" flipV="0">
                <a:off x="2582634" y="688890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77664519" name="Freeform 55"/>
              <p:cNvSpPr/>
              <p:nvPr/>
            </p:nvSpPr>
            <p:spPr bwMode="auto">
              <a:xfrm rot="0" flipH="0" flipV="0">
                <a:off x="2582766" y="1446559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73412036" name="TextBox 56"/>
              <p:cNvSpPr txBox="1"/>
              <p:nvPr/>
            </p:nvSpPr>
            <p:spPr bwMode="auto">
              <a:xfrm rot="0" flipH="0" flipV="0">
                <a:off x="2582766" y="1377781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64053184" name="Freeform 58"/>
              <p:cNvSpPr/>
              <p:nvPr/>
            </p:nvSpPr>
            <p:spPr bwMode="auto">
              <a:xfrm rot="0" flipH="0" flipV="0">
                <a:off x="2582766" y="2135449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96102503" name="TextBox 59"/>
              <p:cNvSpPr txBox="1"/>
              <p:nvPr/>
            </p:nvSpPr>
            <p:spPr bwMode="auto">
              <a:xfrm rot="0" flipH="0" flipV="0">
                <a:off x="2582766" y="2066671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44170833" name="Freeform 61"/>
              <p:cNvSpPr/>
              <p:nvPr/>
            </p:nvSpPr>
            <p:spPr bwMode="auto">
              <a:xfrm rot="0" flipH="0" flipV="0">
                <a:off x="2582766" y="2824340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82295713" name="TextBox 62"/>
              <p:cNvSpPr txBox="1"/>
              <p:nvPr/>
            </p:nvSpPr>
            <p:spPr bwMode="auto">
              <a:xfrm rot="0" flipH="0" flipV="0">
                <a:off x="2582766" y="2755562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550458108" name=""/>
            <p:cNvGrpSpPr/>
            <p:nvPr/>
          </p:nvGrpSpPr>
          <p:grpSpPr bwMode="auto">
            <a:xfrm>
              <a:off x="6403965" y="782251"/>
              <a:ext cx="4227660" cy="1103218"/>
              <a:chOff x="0" y="0"/>
              <a:chExt cx="4227660" cy="1103218"/>
            </a:xfrm>
          </p:grpSpPr>
          <p:sp>
            <p:nvSpPr>
              <p:cNvPr id="1599258932" name="Freeform 67"/>
              <p:cNvSpPr/>
              <p:nvPr/>
            </p:nvSpPr>
            <p:spPr bwMode="auto">
              <a:xfrm rot="0" flipH="0" flipV="0">
                <a:off x="0" y="158197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91931151" name="TextBox 68"/>
              <p:cNvSpPr txBox="1"/>
              <p:nvPr/>
            </p:nvSpPr>
            <p:spPr bwMode="auto">
              <a:xfrm rot="0" flipH="0" flipV="0">
                <a:off x="0" y="89419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02384462" name="AutoShape 71"/>
              <p:cNvSpPr/>
              <p:nvPr/>
            </p:nvSpPr>
            <p:spPr bwMode="auto">
              <a:xfrm flipH="0" flipV="0">
                <a:off x="2113898" y="0"/>
                <a:ext cx="0" cy="1103219"/>
              </a:xfrm>
              <a:prstGeom prst="line">
                <a:avLst/>
              </a:prstGeom>
              <a:grpFill/>
              <a:ln w="1905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951700912" name="Freeform 74"/>
              <p:cNvSpPr/>
              <p:nvPr/>
            </p:nvSpPr>
            <p:spPr bwMode="auto">
              <a:xfrm rot="0" flipH="0" flipV="0">
                <a:off x="2582631" y="158197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88514759" name="TextBox 75"/>
              <p:cNvSpPr txBox="1"/>
              <p:nvPr/>
            </p:nvSpPr>
            <p:spPr bwMode="auto">
              <a:xfrm rot="0" flipH="0" flipV="0">
                <a:off x="2582631" y="89419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32082365" name=""/>
          <p:cNvGrpSpPr/>
          <p:nvPr/>
        </p:nvGrpSpPr>
        <p:grpSpPr bwMode="auto">
          <a:xfrm>
            <a:off x="470177" y="1127432"/>
            <a:ext cx="11277762" cy="4612050"/>
            <a:chOff x="0" y="0"/>
            <a:chExt cx="11277762" cy="4612050"/>
          </a:xfrm>
        </p:grpSpPr>
        <p:sp>
          <p:nvSpPr>
            <p:cNvPr id="50847390" name="Freeform 27"/>
            <p:cNvSpPr/>
            <p:nvPr/>
          </p:nvSpPr>
          <p:spPr bwMode="auto">
            <a:xfrm rot="0" flipH="0" flipV="0">
              <a:off x="930298" y="72226"/>
              <a:ext cx="4639609" cy="4539818"/>
            </a:xfrm>
            <a:custGeom>
              <a:avLst/>
              <a:gdLst/>
              <a:ahLst/>
              <a:cxnLst/>
              <a:rect l="l" t="t" r="r" b="b"/>
              <a:pathLst>
                <a:path w="2447252" h="2394615" fill="norm" stroke="1" extrusionOk="0">
                  <a:moveTo>
                    <a:pt x="0" y="0"/>
                  </a:moveTo>
                  <a:lnTo>
                    <a:pt x="2447252" y="0"/>
                  </a:lnTo>
                  <a:lnTo>
                    <a:pt x="2447252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65503820" name="TextBox 28"/>
            <p:cNvSpPr txBox="1"/>
            <p:nvPr/>
          </p:nvSpPr>
          <p:spPr bwMode="auto">
            <a:xfrm rot="0" flipH="0" flipV="0">
              <a:off x="930298" y="0"/>
              <a:ext cx="4639609" cy="46120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167672557" name="AutoShape 32"/>
            <p:cNvSpPr/>
            <p:nvPr/>
          </p:nvSpPr>
          <p:spPr bwMode="auto">
            <a:xfrm>
              <a:off x="3250107" y="534546"/>
              <a:ext cx="0" cy="3884814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23310779" name="Freeform 61"/>
            <p:cNvSpPr/>
            <p:nvPr/>
          </p:nvSpPr>
          <p:spPr bwMode="auto">
            <a:xfrm rot="0" flipH="0" flipV="0">
              <a:off x="6636712" y="72226"/>
              <a:ext cx="4639609" cy="2176797"/>
            </a:xfrm>
            <a:custGeom>
              <a:avLst/>
              <a:gdLst/>
              <a:ahLst/>
              <a:cxnLst/>
              <a:rect l="l" t="t" r="r" b="b"/>
              <a:pathLst>
                <a:path w="2447252" h="1148195" fill="norm" stroke="1" extrusionOk="0">
                  <a:moveTo>
                    <a:pt x="0" y="0"/>
                  </a:moveTo>
                  <a:lnTo>
                    <a:pt x="2447252" y="0"/>
                  </a:lnTo>
                  <a:lnTo>
                    <a:pt x="2447252" y="1148195"/>
                  </a:lnTo>
                  <a:lnTo>
                    <a:pt x="0" y="114819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698761298" name="TextBox 62"/>
            <p:cNvSpPr txBox="1"/>
            <p:nvPr/>
          </p:nvSpPr>
          <p:spPr bwMode="auto">
            <a:xfrm rot="0" flipH="0" flipV="0">
              <a:off x="6636712" y="0"/>
              <a:ext cx="4639609" cy="224902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696030622" name="AutoShape 66"/>
            <p:cNvSpPr/>
            <p:nvPr/>
          </p:nvSpPr>
          <p:spPr bwMode="auto">
            <a:xfrm>
              <a:off x="8956517" y="534546"/>
              <a:ext cx="0" cy="1445498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97228935" name="AutoShape 70"/>
            <p:cNvSpPr/>
            <p:nvPr/>
          </p:nvSpPr>
          <p:spPr bwMode="auto">
            <a:xfrm flipH="0" flipV="1">
              <a:off x="5378904" y="1357931"/>
              <a:ext cx="1444389" cy="1272326"/>
            </a:xfrm>
            <a:prstGeom prst="line">
              <a:avLst/>
            </a:prstGeom>
            <a:grpFill/>
            <a:ln w="5715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19483812" name="Freeform 71"/>
            <p:cNvSpPr/>
            <p:nvPr/>
          </p:nvSpPr>
          <p:spPr bwMode="auto">
            <a:xfrm>
              <a:off x="0" y="944750"/>
              <a:ext cx="568350" cy="623702"/>
            </a:xfrm>
            <a:custGeom>
              <a:avLst/>
              <a:gdLst/>
              <a:ahLst/>
              <a:cxnLst/>
              <a:rect l="l" t="t" r="r" b="b"/>
              <a:pathLst>
                <a:path w="568351" h="623705" fill="norm" stroke="1" extrusionOk="0">
                  <a:moveTo>
                    <a:pt x="0" y="0"/>
                  </a:moveTo>
                  <a:lnTo>
                    <a:pt x="568351" y="0"/>
                  </a:lnTo>
                  <a:lnTo>
                    <a:pt x="568351" y="623705"/>
                  </a:lnTo>
                  <a:lnTo>
                    <a:pt x="0" y="623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08254140" name="Freeform 72"/>
            <p:cNvSpPr/>
            <p:nvPr/>
          </p:nvSpPr>
          <p:spPr bwMode="auto">
            <a:xfrm>
              <a:off x="518494" y="906649"/>
              <a:ext cx="345132" cy="306734"/>
            </a:xfrm>
            <a:custGeom>
              <a:avLst/>
              <a:gdLst/>
              <a:ahLst/>
              <a:cxnLst/>
              <a:rect l="l" t="t" r="r" b="b"/>
              <a:pathLst>
                <a:path w="345132" h="306736" fill="norm" stroke="1" extrusionOk="0">
                  <a:moveTo>
                    <a:pt x="0" y="0"/>
                  </a:moveTo>
                  <a:lnTo>
                    <a:pt x="345132" y="0"/>
                  </a:lnTo>
                  <a:lnTo>
                    <a:pt x="345132" y="306737"/>
                  </a:lnTo>
                  <a:lnTo>
                    <a:pt x="0" y="306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43177812" name="Freeform 73"/>
            <p:cNvSpPr/>
            <p:nvPr/>
          </p:nvSpPr>
          <p:spPr bwMode="auto">
            <a:xfrm>
              <a:off x="0" y="1668195"/>
              <a:ext cx="568350" cy="623702"/>
            </a:xfrm>
            <a:custGeom>
              <a:avLst/>
              <a:gdLst/>
              <a:ahLst/>
              <a:cxnLst/>
              <a:rect l="l" t="t" r="r" b="b"/>
              <a:pathLst>
                <a:path w="568351" h="623705" fill="norm" stroke="1" extrusionOk="0">
                  <a:moveTo>
                    <a:pt x="0" y="0"/>
                  </a:moveTo>
                  <a:lnTo>
                    <a:pt x="568351" y="0"/>
                  </a:lnTo>
                  <a:lnTo>
                    <a:pt x="568351" y="623705"/>
                  </a:lnTo>
                  <a:lnTo>
                    <a:pt x="0" y="623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54971994" name="Freeform 74"/>
            <p:cNvSpPr/>
            <p:nvPr/>
          </p:nvSpPr>
          <p:spPr bwMode="auto">
            <a:xfrm>
              <a:off x="518494" y="1630093"/>
              <a:ext cx="345132" cy="306734"/>
            </a:xfrm>
            <a:custGeom>
              <a:avLst/>
              <a:gdLst/>
              <a:ahLst/>
              <a:cxnLst/>
              <a:rect l="l" t="t" r="r" b="b"/>
              <a:pathLst>
                <a:path w="345132" h="306736" fill="norm" stroke="1" extrusionOk="0">
                  <a:moveTo>
                    <a:pt x="0" y="0"/>
                  </a:moveTo>
                  <a:lnTo>
                    <a:pt x="345132" y="0"/>
                  </a:lnTo>
                  <a:lnTo>
                    <a:pt x="345132" y="306736"/>
                  </a:lnTo>
                  <a:lnTo>
                    <a:pt x="0" y="306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20663182" name="Freeform 75"/>
            <p:cNvSpPr/>
            <p:nvPr/>
          </p:nvSpPr>
          <p:spPr bwMode="auto">
            <a:xfrm>
              <a:off x="0" y="2387149"/>
              <a:ext cx="568350" cy="623702"/>
            </a:xfrm>
            <a:custGeom>
              <a:avLst/>
              <a:gdLst/>
              <a:ahLst/>
              <a:cxnLst/>
              <a:rect l="l" t="t" r="r" b="b"/>
              <a:pathLst>
                <a:path w="568351" h="623705" fill="norm" stroke="1" extrusionOk="0">
                  <a:moveTo>
                    <a:pt x="0" y="0"/>
                  </a:moveTo>
                  <a:lnTo>
                    <a:pt x="568351" y="0"/>
                  </a:lnTo>
                  <a:lnTo>
                    <a:pt x="568351" y="623705"/>
                  </a:lnTo>
                  <a:lnTo>
                    <a:pt x="0" y="623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04347434" name="Freeform 76"/>
            <p:cNvSpPr/>
            <p:nvPr/>
          </p:nvSpPr>
          <p:spPr bwMode="auto">
            <a:xfrm>
              <a:off x="518494" y="2349049"/>
              <a:ext cx="345132" cy="306734"/>
            </a:xfrm>
            <a:custGeom>
              <a:avLst/>
              <a:gdLst/>
              <a:ahLst/>
              <a:cxnLst/>
              <a:rect l="l" t="t" r="r" b="b"/>
              <a:pathLst>
                <a:path w="345132" h="306736" fill="norm" stroke="1" extrusionOk="0">
                  <a:moveTo>
                    <a:pt x="0" y="0"/>
                  </a:moveTo>
                  <a:lnTo>
                    <a:pt x="345132" y="0"/>
                  </a:lnTo>
                  <a:lnTo>
                    <a:pt x="345132" y="306736"/>
                  </a:lnTo>
                  <a:lnTo>
                    <a:pt x="0" y="306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28248671" name="Freeform 77"/>
            <p:cNvSpPr/>
            <p:nvPr/>
          </p:nvSpPr>
          <p:spPr bwMode="auto">
            <a:xfrm>
              <a:off x="0" y="3110594"/>
              <a:ext cx="568350" cy="623702"/>
            </a:xfrm>
            <a:custGeom>
              <a:avLst/>
              <a:gdLst/>
              <a:ahLst/>
              <a:cxnLst/>
              <a:rect l="l" t="t" r="r" b="b"/>
              <a:pathLst>
                <a:path w="568351" h="623705" fill="norm" stroke="1" extrusionOk="0">
                  <a:moveTo>
                    <a:pt x="0" y="0"/>
                  </a:moveTo>
                  <a:lnTo>
                    <a:pt x="568351" y="0"/>
                  </a:lnTo>
                  <a:lnTo>
                    <a:pt x="568351" y="623705"/>
                  </a:lnTo>
                  <a:lnTo>
                    <a:pt x="0" y="623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18974277" name="Freeform 78"/>
            <p:cNvSpPr/>
            <p:nvPr/>
          </p:nvSpPr>
          <p:spPr bwMode="auto">
            <a:xfrm>
              <a:off x="518494" y="3072494"/>
              <a:ext cx="345132" cy="306734"/>
            </a:xfrm>
            <a:custGeom>
              <a:avLst/>
              <a:gdLst/>
              <a:ahLst/>
              <a:cxnLst/>
              <a:rect l="l" t="t" r="r" b="b"/>
              <a:pathLst>
                <a:path w="345132" h="306736" fill="norm" stroke="1" extrusionOk="0">
                  <a:moveTo>
                    <a:pt x="0" y="0"/>
                  </a:moveTo>
                  <a:lnTo>
                    <a:pt x="345132" y="0"/>
                  </a:lnTo>
                  <a:lnTo>
                    <a:pt x="345132" y="306736"/>
                  </a:lnTo>
                  <a:lnTo>
                    <a:pt x="0" y="306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95894485" name="Freeform 79"/>
            <p:cNvSpPr/>
            <p:nvPr/>
          </p:nvSpPr>
          <p:spPr bwMode="auto">
            <a:xfrm>
              <a:off x="0" y="3838529"/>
              <a:ext cx="568350" cy="623702"/>
            </a:xfrm>
            <a:custGeom>
              <a:avLst/>
              <a:gdLst/>
              <a:ahLst/>
              <a:cxnLst/>
              <a:rect l="l" t="t" r="r" b="b"/>
              <a:pathLst>
                <a:path w="568351" h="623705" fill="norm" stroke="1" extrusionOk="0">
                  <a:moveTo>
                    <a:pt x="0" y="0"/>
                  </a:moveTo>
                  <a:lnTo>
                    <a:pt x="568351" y="0"/>
                  </a:lnTo>
                  <a:lnTo>
                    <a:pt x="568351" y="623705"/>
                  </a:lnTo>
                  <a:lnTo>
                    <a:pt x="0" y="623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6669449" name="Freeform 80"/>
            <p:cNvSpPr/>
            <p:nvPr/>
          </p:nvSpPr>
          <p:spPr bwMode="auto">
            <a:xfrm>
              <a:off x="518494" y="3800428"/>
              <a:ext cx="345132" cy="306734"/>
            </a:xfrm>
            <a:custGeom>
              <a:avLst/>
              <a:gdLst/>
              <a:ahLst/>
              <a:cxnLst/>
              <a:rect l="l" t="t" r="r" b="b"/>
              <a:pathLst>
                <a:path w="345132" h="306736" fill="norm" stroke="1" extrusionOk="0">
                  <a:moveTo>
                    <a:pt x="0" y="0"/>
                  </a:moveTo>
                  <a:lnTo>
                    <a:pt x="345132" y="0"/>
                  </a:lnTo>
                  <a:lnTo>
                    <a:pt x="345132" y="306736"/>
                  </a:lnTo>
                  <a:lnTo>
                    <a:pt x="0" y="306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86854344" name="AutoShape 81"/>
            <p:cNvSpPr/>
            <p:nvPr/>
          </p:nvSpPr>
          <p:spPr bwMode="auto">
            <a:xfrm flipH="1" flipV="1">
              <a:off x="568350" y="1256601"/>
              <a:ext cx="649270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72705024" name="AutoShape 82"/>
            <p:cNvSpPr/>
            <p:nvPr/>
          </p:nvSpPr>
          <p:spPr bwMode="auto">
            <a:xfrm flipH="1">
              <a:off x="568350" y="1980045"/>
              <a:ext cx="649270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0561399" name="AutoShape 83"/>
            <p:cNvSpPr/>
            <p:nvPr/>
          </p:nvSpPr>
          <p:spPr bwMode="auto">
            <a:xfrm flipH="1" flipV="1">
              <a:off x="568350" y="2699710"/>
              <a:ext cx="649418" cy="162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26216555" name="AutoShape 84"/>
            <p:cNvSpPr/>
            <p:nvPr/>
          </p:nvSpPr>
          <p:spPr bwMode="auto">
            <a:xfrm flipH="1" flipV="1">
              <a:off x="568350" y="3423156"/>
              <a:ext cx="649418" cy="162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73083283" name="AutoShape 85"/>
            <p:cNvSpPr/>
            <p:nvPr/>
          </p:nvSpPr>
          <p:spPr bwMode="auto">
            <a:xfrm flipH="1">
              <a:off x="568350" y="4150380"/>
              <a:ext cx="649409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23608947" name="Freeform 86"/>
            <p:cNvSpPr/>
            <p:nvPr/>
          </p:nvSpPr>
          <p:spPr bwMode="auto">
            <a:xfrm>
              <a:off x="8672343" y="3330090"/>
              <a:ext cx="568350" cy="623702"/>
            </a:xfrm>
            <a:custGeom>
              <a:avLst/>
              <a:gdLst/>
              <a:ahLst/>
              <a:cxnLst/>
              <a:rect l="l" t="t" r="r" b="b"/>
              <a:pathLst>
                <a:path w="568351" h="623705" fill="norm" stroke="1" extrusionOk="0">
                  <a:moveTo>
                    <a:pt x="0" y="0"/>
                  </a:moveTo>
                  <a:lnTo>
                    <a:pt x="568351" y="0"/>
                  </a:lnTo>
                  <a:lnTo>
                    <a:pt x="568351" y="623705"/>
                  </a:lnTo>
                  <a:lnTo>
                    <a:pt x="0" y="623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59274995" name="AutoShape 87"/>
            <p:cNvSpPr/>
            <p:nvPr/>
          </p:nvSpPr>
          <p:spPr bwMode="auto">
            <a:xfrm>
              <a:off x="8956517" y="2249026"/>
              <a:ext cx="0" cy="976833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21797909" name="TextBox 89"/>
            <p:cNvSpPr txBox="1"/>
            <p:nvPr/>
          </p:nvSpPr>
          <p:spPr bwMode="auto">
            <a:xfrm>
              <a:off x="930299" y="113724"/>
              <a:ext cx="4641050" cy="3479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6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338267673" name="TextBox 90"/>
            <p:cNvSpPr txBox="1"/>
            <p:nvPr/>
          </p:nvSpPr>
          <p:spPr bwMode="auto">
            <a:xfrm>
              <a:off x="1248569" y="475801"/>
              <a:ext cx="1667090" cy="3479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6"/>
                </a:lnSpc>
                <a:defRPr/>
              </a:pPr>
              <a:r>
                <a:rPr lang="en-US" sz="2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355076963" name="TextBox 91"/>
            <p:cNvSpPr txBox="1"/>
            <p:nvPr/>
          </p:nvSpPr>
          <p:spPr bwMode="auto">
            <a:xfrm>
              <a:off x="3585330" y="475801"/>
              <a:ext cx="1667090" cy="3479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6"/>
                </a:lnSpc>
                <a:defRPr/>
              </a:pPr>
              <a:r>
                <a:rPr lang="en-US" sz="2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925986093" name="TextBox 92"/>
            <p:cNvSpPr txBox="1"/>
            <p:nvPr/>
          </p:nvSpPr>
          <p:spPr bwMode="auto">
            <a:xfrm>
              <a:off x="6636712" y="113724"/>
              <a:ext cx="4641050" cy="3479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6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05317271" name="TextBox 93"/>
            <p:cNvSpPr txBox="1"/>
            <p:nvPr/>
          </p:nvSpPr>
          <p:spPr bwMode="auto">
            <a:xfrm>
              <a:off x="6955575" y="475801"/>
              <a:ext cx="1667090" cy="3479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6"/>
                </a:lnSpc>
                <a:defRPr/>
              </a:pPr>
              <a:r>
                <a:rPr lang="en-US" sz="2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03612857" name="TextBox 94"/>
            <p:cNvSpPr txBox="1"/>
            <p:nvPr/>
          </p:nvSpPr>
          <p:spPr bwMode="auto">
            <a:xfrm>
              <a:off x="9292266" y="475801"/>
              <a:ext cx="1667090" cy="3479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6"/>
                </a:lnSpc>
                <a:defRPr/>
              </a:pPr>
              <a:r>
                <a:rPr lang="en-US" sz="2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574383919" name="TextBox 95"/>
            <p:cNvSpPr txBox="1"/>
            <p:nvPr/>
          </p:nvSpPr>
          <p:spPr bwMode="auto">
            <a:xfrm>
              <a:off x="8123692" y="3991896"/>
              <a:ext cx="1667090" cy="3479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6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Eve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79333607" name="Freeform 70"/>
            <p:cNvSpPr/>
            <p:nvPr/>
          </p:nvSpPr>
          <p:spPr bwMode="auto">
            <a:xfrm>
              <a:off x="9090864" y="2699001"/>
              <a:ext cx="299657" cy="166684"/>
            </a:xfrm>
            <a:custGeom>
              <a:avLst/>
              <a:gdLst/>
              <a:ahLst/>
              <a:cxnLst/>
              <a:rect l="l" t="t" r="r" b="b"/>
              <a:pathLst>
                <a:path w="299661" h="166687" fill="norm" stroke="1" extrusionOk="0">
                  <a:moveTo>
                    <a:pt x="0" y="0"/>
                  </a:moveTo>
                  <a:lnTo>
                    <a:pt x="299661" y="0"/>
                  </a:lnTo>
                  <a:lnTo>
                    <a:pt x="299661" y="166686"/>
                  </a:lnTo>
                  <a:lnTo>
                    <a:pt x="0" y="1666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720610009" name=""/>
            <p:cNvGrpSpPr/>
            <p:nvPr/>
          </p:nvGrpSpPr>
          <p:grpSpPr bwMode="auto">
            <a:xfrm>
              <a:off x="1217619" y="915391"/>
              <a:ext cx="4064445" cy="3503971"/>
              <a:chOff x="0" y="0"/>
              <a:chExt cx="4064445" cy="3503971"/>
            </a:xfrm>
          </p:grpSpPr>
          <p:sp>
            <p:nvSpPr>
              <p:cNvPr id="1439319962" name="Freeform 30"/>
              <p:cNvSpPr/>
              <p:nvPr/>
            </p:nvSpPr>
            <p:spPr bwMode="auto">
              <a:xfrm rot="0" flipH="0" flipV="0">
                <a:off x="0" y="72227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86503004" name="TextBox 31"/>
              <p:cNvSpPr txBox="1"/>
              <p:nvPr/>
            </p:nvSpPr>
            <p:spPr bwMode="auto">
              <a:xfrm rot="0" flipH="0" flipV="0">
                <a:off x="0" y="0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7038102" name="Freeform 34"/>
              <p:cNvSpPr/>
              <p:nvPr/>
            </p:nvSpPr>
            <p:spPr bwMode="auto">
              <a:xfrm rot="0" flipH="0" flipV="0">
                <a:off x="0" y="795672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91948649" name="TextBox 35"/>
              <p:cNvSpPr txBox="1"/>
              <p:nvPr/>
            </p:nvSpPr>
            <p:spPr bwMode="auto">
              <a:xfrm rot="0" flipH="0" flipV="0">
                <a:off x="0" y="723444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71116522" name="Freeform 37"/>
              <p:cNvSpPr/>
              <p:nvPr/>
            </p:nvSpPr>
            <p:spPr bwMode="auto">
              <a:xfrm rot="0" flipH="0" flipV="0">
                <a:off x="141" y="1519117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13890715" name="TextBox 38"/>
              <p:cNvSpPr txBox="1"/>
              <p:nvPr/>
            </p:nvSpPr>
            <p:spPr bwMode="auto">
              <a:xfrm rot="0" flipH="0" flipV="0">
                <a:off x="141" y="1446889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42019887" name="Freeform 40"/>
              <p:cNvSpPr/>
              <p:nvPr/>
            </p:nvSpPr>
            <p:spPr bwMode="auto">
              <a:xfrm rot="0" flipH="0" flipV="0">
                <a:off x="141" y="2242562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36546220" name="TextBox 41"/>
              <p:cNvSpPr txBox="1"/>
              <p:nvPr/>
            </p:nvSpPr>
            <p:spPr bwMode="auto">
              <a:xfrm rot="0" flipH="0" flipV="0">
                <a:off x="141" y="2170333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94224567" name="Freeform 43"/>
              <p:cNvSpPr/>
              <p:nvPr/>
            </p:nvSpPr>
            <p:spPr bwMode="auto">
              <a:xfrm rot="0" flipH="0" flipV="0">
                <a:off x="141" y="2966005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76449192" name="TextBox 44"/>
              <p:cNvSpPr txBox="1"/>
              <p:nvPr/>
            </p:nvSpPr>
            <p:spPr bwMode="auto">
              <a:xfrm rot="0" flipH="0" flipV="0">
                <a:off x="141" y="2893777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11453357" name="Freeform 46"/>
              <p:cNvSpPr/>
              <p:nvPr/>
            </p:nvSpPr>
            <p:spPr bwMode="auto">
              <a:xfrm rot="0" flipH="0" flipV="0">
                <a:off x="2336762" y="72227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81103500" name="TextBox 47"/>
              <p:cNvSpPr txBox="1"/>
              <p:nvPr/>
            </p:nvSpPr>
            <p:spPr bwMode="auto">
              <a:xfrm rot="0" flipH="0" flipV="0">
                <a:off x="2336762" y="0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80299068" name="Freeform 49"/>
              <p:cNvSpPr/>
              <p:nvPr/>
            </p:nvSpPr>
            <p:spPr bwMode="auto">
              <a:xfrm rot="0" flipH="0" flipV="0">
                <a:off x="2336762" y="795672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73204013" name="TextBox 50"/>
              <p:cNvSpPr txBox="1"/>
              <p:nvPr/>
            </p:nvSpPr>
            <p:spPr bwMode="auto">
              <a:xfrm rot="0" flipH="0" flipV="0">
                <a:off x="2336762" y="723444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42232739" name="Freeform 52"/>
              <p:cNvSpPr/>
              <p:nvPr/>
            </p:nvSpPr>
            <p:spPr bwMode="auto">
              <a:xfrm rot="0" flipH="0" flipV="0">
                <a:off x="2336902" y="1519117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23794903" name="TextBox 53"/>
              <p:cNvSpPr txBox="1"/>
              <p:nvPr/>
            </p:nvSpPr>
            <p:spPr bwMode="auto">
              <a:xfrm rot="0" flipH="0" flipV="0">
                <a:off x="2336902" y="1446889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26554639" name="Freeform 55"/>
              <p:cNvSpPr/>
              <p:nvPr/>
            </p:nvSpPr>
            <p:spPr bwMode="auto">
              <a:xfrm rot="0" flipH="0" flipV="0">
                <a:off x="2336902" y="2242562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31375908" name="TextBox 56"/>
              <p:cNvSpPr txBox="1"/>
              <p:nvPr/>
            </p:nvSpPr>
            <p:spPr bwMode="auto">
              <a:xfrm rot="0" flipH="0" flipV="0">
                <a:off x="2336902" y="2170333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36282521" name="Freeform 58"/>
              <p:cNvSpPr/>
              <p:nvPr/>
            </p:nvSpPr>
            <p:spPr bwMode="auto">
              <a:xfrm rot="0" flipH="0" flipV="0">
                <a:off x="2336902" y="2966005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68767626" name="TextBox 59"/>
              <p:cNvSpPr txBox="1"/>
              <p:nvPr/>
            </p:nvSpPr>
            <p:spPr bwMode="auto">
              <a:xfrm rot="0" flipH="0" flipV="0">
                <a:off x="2336902" y="2893777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890162220" name=""/>
            <p:cNvGrpSpPr/>
            <p:nvPr/>
          </p:nvGrpSpPr>
          <p:grpSpPr bwMode="auto">
            <a:xfrm>
              <a:off x="6924625" y="915391"/>
              <a:ext cx="4064232" cy="610193"/>
              <a:chOff x="0" y="0"/>
              <a:chExt cx="4064232" cy="610193"/>
            </a:xfrm>
          </p:grpSpPr>
          <p:sp>
            <p:nvSpPr>
              <p:cNvPr id="1412684847" name="Freeform 64"/>
              <p:cNvSpPr/>
              <p:nvPr/>
            </p:nvSpPr>
            <p:spPr bwMode="auto">
              <a:xfrm rot="0" flipH="0" flipV="0">
                <a:off x="0" y="72227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82420003" name="TextBox 65"/>
              <p:cNvSpPr txBox="1"/>
              <p:nvPr/>
            </p:nvSpPr>
            <p:spPr bwMode="auto">
              <a:xfrm rot="0" flipH="0" flipV="0">
                <a:off x="0" y="0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68635852" name="Freeform 68"/>
              <p:cNvSpPr/>
              <p:nvPr/>
            </p:nvSpPr>
            <p:spPr bwMode="auto">
              <a:xfrm rot="0" flipH="0" flipV="0">
                <a:off x="2336690" y="72227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49175826" name="TextBox 69"/>
              <p:cNvSpPr txBox="1"/>
              <p:nvPr/>
            </p:nvSpPr>
            <p:spPr bwMode="auto">
              <a:xfrm rot="0" flipH="0" flipV="0">
                <a:off x="2336690" y="0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18285443" name=""/>
          <p:cNvGrpSpPr/>
          <p:nvPr/>
        </p:nvGrpSpPr>
        <p:grpSpPr bwMode="auto">
          <a:xfrm>
            <a:off x="759615" y="1492029"/>
            <a:ext cx="10475939" cy="4337943"/>
            <a:chOff x="0" y="0"/>
            <a:chExt cx="10475939" cy="4337943"/>
          </a:xfrm>
        </p:grpSpPr>
        <p:sp>
          <p:nvSpPr>
            <p:cNvPr id="1326869765" name="Freeform 27"/>
            <p:cNvSpPr/>
            <p:nvPr/>
          </p:nvSpPr>
          <p:spPr bwMode="auto">
            <a:xfrm rot="0" flipH="0" flipV="0">
              <a:off x="6541065" y="111740"/>
              <a:ext cx="3934875" cy="4013280"/>
            </a:xfrm>
            <a:custGeom>
              <a:avLst/>
              <a:gdLst/>
              <a:ahLst/>
              <a:cxnLst/>
              <a:rect l="l" t="t" r="r" b="b"/>
              <a:pathLst>
                <a:path w="2347833" h="2394615" fill="norm" stroke="1" extrusionOk="0">
                  <a:moveTo>
                    <a:pt x="0" y="0"/>
                  </a:moveTo>
                  <a:lnTo>
                    <a:pt x="2347833" y="0"/>
                  </a:lnTo>
                  <a:lnTo>
                    <a:pt x="2347833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656909643" name="TextBox 28"/>
            <p:cNvSpPr txBox="1"/>
            <p:nvPr/>
          </p:nvSpPr>
          <p:spPr bwMode="auto">
            <a:xfrm rot="0" flipH="0" flipV="0">
              <a:off x="6541065" y="0"/>
              <a:ext cx="3934875" cy="412502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088632025" name="TextBox 32"/>
            <p:cNvSpPr txBox="1"/>
            <p:nvPr/>
          </p:nvSpPr>
          <p:spPr bwMode="auto">
            <a:xfrm>
              <a:off x="6758615" y="152425"/>
              <a:ext cx="3501217" cy="302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77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884020565" name="TextBox 33"/>
            <p:cNvSpPr txBox="1"/>
            <p:nvPr/>
          </p:nvSpPr>
          <p:spPr bwMode="auto">
            <a:xfrm>
              <a:off x="6779995" y="472509"/>
              <a:ext cx="1473904" cy="302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77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975437402" name="TextBox 38"/>
            <p:cNvSpPr txBox="1"/>
            <p:nvPr/>
          </p:nvSpPr>
          <p:spPr bwMode="auto">
            <a:xfrm flipH="0" flipV="0">
              <a:off x="4075944" y="2560537"/>
              <a:ext cx="2301441" cy="2472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44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Mallory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7648285" name="Freeform 39"/>
            <p:cNvSpPr/>
            <p:nvPr/>
          </p:nvSpPr>
          <p:spPr bwMode="auto">
            <a:xfrm rot="10008104" flipH="1">
              <a:off x="5812488" y="2289065"/>
              <a:ext cx="707620" cy="199901"/>
            </a:xfrm>
            <a:custGeom>
              <a:avLst/>
              <a:gdLst/>
              <a:ahLst/>
              <a:cxnLst/>
              <a:rect l="l" t="t" r="r" b="b"/>
              <a:pathLst>
                <a:path w="707622" h="199903" fill="norm" stroke="1" extrusionOk="0">
                  <a:moveTo>
                    <a:pt x="707622" y="0"/>
                  </a:moveTo>
                  <a:lnTo>
                    <a:pt x="0" y="0"/>
                  </a:lnTo>
                  <a:lnTo>
                    <a:pt x="0" y="199903"/>
                  </a:lnTo>
                  <a:lnTo>
                    <a:pt x="707622" y="199903"/>
                  </a:lnTo>
                  <a:lnTo>
                    <a:pt x="707622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76364299" name="TextBox 49"/>
            <p:cNvSpPr txBox="1"/>
            <p:nvPr/>
          </p:nvSpPr>
          <p:spPr bwMode="auto">
            <a:xfrm>
              <a:off x="5164614" y="1298379"/>
              <a:ext cx="1142227" cy="24737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44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Grace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 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45190324" name="Freeform 50"/>
            <p:cNvSpPr/>
            <p:nvPr/>
          </p:nvSpPr>
          <p:spPr bwMode="auto">
            <a:xfrm rot="731793">
              <a:off x="5753725" y="1679589"/>
              <a:ext cx="707620" cy="199901"/>
            </a:xfrm>
            <a:custGeom>
              <a:avLst/>
              <a:gdLst/>
              <a:ahLst/>
              <a:cxnLst/>
              <a:rect l="l" t="t" r="r" b="b"/>
              <a:pathLst>
                <a:path w="707622" h="199903" fill="norm" stroke="1" extrusionOk="0">
                  <a:moveTo>
                    <a:pt x="0" y="0"/>
                  </a:moveTo>
                  <a:lnTo>
                    <a:pt x="707622" y="0"/>
                  </a:lnTo>
                  <a:lnTo>
                    <a:pt x="707622" y="199903"/>
                  </a:lnTo>
                  <a:lnTo>
                    <a:pt x="0" y="1999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92615985" name="TextBox 51"/>
            <p:cNvSpPr txBox="1"/>
            <p:nvPr/>
          </p:nvSpPr>
          <p:spPr bwMode="auto">
            <a:xfrm flipH="0" flipV="0">
              <a:off x="4532776" y="3405297"/>
              <a:ext cx="1923037" cy="2472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44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Oscar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80001110" name="TextBox 52"/>
            <p:cNvSpPr txBox="1"/>
            <p:nvPr/>
          </p:nvSpPr>
          <p:spPr bwMode="auto">
            <a:xfrm flipH="0" flipV="0">
              <a:off x="4532776" y="4090695"/>
              <a:ext cx="1923037" cy="2472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44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Victor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07846579" name="Freeform 53"/>
            <p:cNvSpPr/>
            <p:nvPr/>
          </p:nvSpPr>
          <p:spPr bwMode="auto">
            <a:xfrm rot="9117488" flipH="1">
              <a:off x="5820510" y="3057370"/>
              <a:ext cx="707620" cy="199901"/>
            </a:xfrm>
            <a:custGeom>
              <a:avLst/>
              <a:gdLst/>
              <a:ahLst/>
              <a:cxnLst/>
              <a:rect l="l" t="t" r="r" b="b"/>
              <a:pathLst>
                <a:path w="707622" h="199903" fill="norm" stroke="1" extrusionOk="0">
                  <a:moveTo>
                    <a:pt x="707622" y="0"/>
                  </a:moveTo>
                  <a:lnTo>
                    <a:pt x="0" y="0"/>
                  </a:lnTo>
                  <a:lnTo>
                    <a:pt x="0" y="199903"/>
                  </a:lnTo>
                  <a:lnTo>
                    <a:pt x="707622" y="199903"/>
                  </a:lnTo>
                  <a:lnTo>
                    <a:pt x="707622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36609429" name="Freeform 54"/>
            <p:cNvSpPr/>
            <p:nvPr/>
          </p:nvSpPr>
          <p:spPr bwMode="auto">
            <a:xfrm rot="9379580" flipH="1">
              <a:off x="5813630" y="3763710"/>
              <a:ext cx="707620" cy="199901"/>
            </a:xfrm>
            <a:custGeom>
              <a:avLst/>
              <a:gdLst/>
              <a:ahLst/>
              <a:cxnLst/>
              <a:rect l="l" t="t" r="r" b="b"/>
              <a:pathLst>
                <a:path w="707622" h="199903" fill="norm" stroke="1" extrusionOk="0">
                  <a:moveTo>
                    <a:pt x="707622" y="0"/>
                  </a:moveTo>
                  <a:lnTo>
                    <a:pt x="0" y="0"/>
                  </a:lnTo>
                  <a:lnTo>
                    <a:pt x="0" y="199903"/>
                  </a:lnTo>
                  <a:lnTo>
                    <a:pt x="707622" y="199903"/>
                  </a:lnTo>
                  <a:lnTo>
                    <a:pt x="707622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41205973" name="Freeform 56"/>
            <p:cNvSpPr/>
            <p:nvPr/>
          </p:nvSpPr>
          <p:spPr bwMode="auto">
            <a:xfrm rot="0" flipH="0" flipV="0">
              <a:off x="1063602" y="111740"/>
              <a:ext cx="3934875" cy="1563579"/>
            </a:xfrm>
            <a:custGeom>
              <a:avLst/>
              <a:gdLst/>
              <a:ahLst/>
              <a:cxnLst/>
              <a:rect l="l" t="t" r="r" b="b"/>
              <a:pathLst>
                <a:path w="2347833" h="932946" fill="norm" stroke="1" extrusionOk="0">
                  <a:moveTo>
                    <a:pt x="0" y="0"/>
                  </a:moveTo>
                  <a:lnTo>
                    <a:pt x="2347833" y="0"/>
                  </a:lnTo>
                  <a:lnTo>
                    <a:pt x="2347833" y="932946"/>
                  </a:lnTo>
                  <a:lnTo>
                    <a:pt x="0" y="93294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20845991" name="TextBox 57"/>
            <p:cNvSpPr txBox="1"/>
            <p:nvPr/>
          </p:nvSpPr>
          <p:spPr bwMode="auto">
            <a:xfrm rot="0" flipH="0" flipV="0">
              <a:off x="1063602" y="0"/>
              <a:ext cx="3934875" cy="16753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855230621" name="TextBox 61"/>
            <p:cNvSpPr txBox="1"/>
            <p:nvPr/>
          </p:nvSpPr>
          <p:spPr bwMode="auto">
            <a:xfrm>
              <a:off x="1358343" y="152425"/>
              <a:ext cx="3346836" cy="302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77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195052717" name="TextBox 62"/>
            <p:cNvSpPr txBox="1"/>
            <p:nvPr/>
          </p:nvSpPr>
          <p:spPr bwMode="auto">
            <a:xfrm>
              <a:off x="1302532" y="472509"/>
              <a:ext cx="1473904" cy="302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77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20101451" name="AutoShape 63"/>
            <p:cNvSpPr/>
            <p:nvPr/>
          </p:nvSpPr>
          <p:spPr bwMode="auto">
            <a:xfrm flipH="0" flipV="0">
              <a:off x="3025938" y="626045"/>
              <a:ext cx="0" cy="793929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88049560" name="AutoShape 67"/>
            <p:cNvSpPr/>
            <p:nvPr/>
          </p:nvSpPr>
          <p:spPr bwMode="auto">
            <a:xfrm flipH="1">
              <a:off x="4777941" y="1158750"/>
              <a:ext cx="1974693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62366158" name="Freeform 68"/>
            <p:cNvSpPr/>
            <p:nvPr/>
          </p:nvSpPr>
          <p:spPr bwMode="auto">
            <a:xfrm>
              <a:off x="0" y="864315"/>
              <a:ext cx="536604" cy="588866"/>
            </a:xfrm>
            <a:custGeom>
              <a:avLst/>
              <a:gdLst/>
              <a:ahLst/>
              <a:cxnLst/>
              <a:rect l="l" t="t" r="r" b="b"/>
              <a:pathLst>
                <a:path w="536606" h="588868" fill="norm" stroke="1" extrusionOk="0">
                  <a:moveTo>
                    <a:pt x="0" y="0"/>
                  </a:moveTo>
                  <a:lnTo>
                    <a:pt x="536605" y="0"/>
                  </a:lnTo>
                  <a:lnTo>
                    <a:pt x="536605" y="588868"/>
                  </a:lnTo>
                  <a:lnTo>
                    <a:pt x="0" y="5888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9497488" name="AutoShape 69"/>
            <p:cNvSpPr/>
            <p:nvPr/>
          </p:nvSpPr>
          <p:spPr bwMode="auto">
            <a:xfrm flipH="1" flipV="1">
              <a:off x="536603" y="1158750"/>
              <a:ext cx="738568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79111706" name="Freeform 70"/>
            <p:cNvSpPr/>
            <p:nvPr/>
          </p:nvSpPr>
          <p:spPr bwMode="auto">
            <a:xfrm>
              <a:off x="650271" y="920966"/>
              <a:ext cx="299658" cy="166685"/>
            </a:xfrm>
            <a:custGeom>
              <a:avLst/>
              <a:gdLst/>
              <a:ahLst/>
              <a:cxnLst/>
              <a:rect l="l" t="t" r="r" b="b"/>
              <a:pathLst>
                <a:path w="299661" h="166687" fill="norm" stroke="1" extrusionOk="0">
                  <a:moveTo>
                    <a:pt x="0" y="0"/>
                  </a:moveTo>
                  <a:lnTo>
                    <a:pt x="299661" y="0"/>
                  </a:lnTo>
                  <a:lnTo>
                    <a:pt x="299661" y="166686"/>
                  </a:lnTo>
                  <a:lnTo>
                    <a:pt x="0" y="1666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56027228" name=""/>
            <p:cNvGrpSpPr/>
            <p:nvPr/>
          </p:nvGrpSpPr>
          <p:grpSpPr bwMode="auto">
            <a:xfrm>
              <a:off x="6752634" y="837661"/>
              <a:ext cx="1750764" cy="3117024"/>
              <a:chOff x="0" y="0"/>
              <a:chExt cx="1750764" cy="3117024"/>
            </a:xfrm>
          </p:grpSpPr>
          <p:sp>
            <p:nvSpPr>
              <p:cNvPr id="1512641579" name="Freeform 30"/>
              <p:cNvSpPr/>
              <p:nvPr/>
            </p:nvSpPr>
            <p:spPr bwMode="auto">
              <a:xfrm rot="0" flipH="0" flipV="0">
                <a:off x="0" y="83302"/>
                <a:ext cx="1527178" cy="47556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40211274" name="TextBox 31"/>
              <p:cNvSpPr txBox="1"/>
              <p:nvPr/>
            </p:nvSpPr>
            <p:spPr bwMode="auto">
              <a:xfrm rot="0" flipH="0" flipV="0">
                <a:off x="0" y="0"/>
                <a:ext cx="1527178" cy="55538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75004243" name="AutoShape 34"/>
              <p:cNvSpPr/>
              <p:nvPr/>
            </p:nvSpPr>
            <p:spPr bwMode="auto">
              <a:xfrm flipH="0" flipV="0">
                <a:off x="1750764" y="26651"/>
                <a:ext cx="0" cy="3090366"/>
              </a:xfrm>
              <a:prstGeom prst="line">
                <a:avLst/>
              </a:prstGeom>
              <a:grpFill/>
              <a:ln w="1905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676916802" name="Freeform 36"/>
              <p:cNvSpPr/>
              <p:nvPr/>
            </p:nvSpPr>
            <p:spPr bwMode="auto">
              <a:xfrm rot="0" flipH="0" flipV="0">
                <a:off x="0" y="722841"/>
                <a:ext cx="1527178" cy="47556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992413146" name="TextBox 37"/>
              <p:cNvSpPr txBox="1"/>
              <p:nvPr/>
            </p:nvSpPr>
            <p:spPr bwMode="auto">
              <a:xfrm rot="0" flipH="0" flipV="0">
                <a:off x="0" y="643027"/>
                <a:ext cx="1527178" cy="55538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075853306" name="Freeform 41"/>
              <p:cNvSpPr/>
              <p:nvPr/>
            </p:nvSpPr>
            <p:spPr bwMode="auto">
              <a:xfrm rot="0" flipH="0" flipV="0">
                <a:off x="124" y="1362378"/>
                <a:ext cx="1527178" cy="47556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551542684" name="TextBox 42"/>
              <p:cNvSpPr txBox="1"/>
              <p:nvPr/>
            </p:nvSpPr>
            <p:spPr bwMode="auto">
              <a:xfrm rot="0" flipH="0" flipV="0">
                <a:off x="124" y="1282566"/>
                <a:ext cx="1527178" cy="55538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707530058" name="Freeform 44"/>
              <p:cNvSpPr/>
              <p:nvPr/>
            </p:nvSpPr>
            <p:spPr bwMode="auto">
              <a:xfrm rot="0" flipH="0" flipV="0">
                <a:off x="124" y="2001915"/>
                <a:ext cx="1527178" cy="47556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780500553" name="TextBox 45"/>
              <p:cNvSpPr txBox="1"/>
              <p:nvPr/>
            </p:nvSpPr>
            <p:spPr bwMode="auto">
              <a:xfrm rot="0" flipH="0" flipV="0">
                <a:off x="124" y="1922103"/>
                <a:ext cx="1527178" cy="55538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995650172" name="Freeform 47"/>
              <p:cNvSpPr/>
              <p:nvPr/>
            </p:nvSpPr>
            <p:spPr bwMode="auto">
              <a:xfrm rot="0" flipH="0" flipV="0">
                <a:off x="124" y="2641455"/>
                <a:ext cx="1527178" cy="47556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46444707" name="TextBox 48"/>
              <p:cNvSpPr txBox="1"/>
              <p:nvPr/>
            </p:nvSpPr>
            <p:spPr bwMode="auto">
              <a:xfrm rot="0" flipH="0" flipV="0">
                <a:off x="124" y="2561643"/>
                <a:ext cx="1527178" cy="55538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952786336" name=""/>
            <p:cNvGrpSpPr/>
            <p:nvPr/>
          </p:nvGrpSpPr>
          <p:grpSpPr bwMode="auto">
            <a:xfrm>
              <a:off x="1275169" y="837661"/>
              <a:ext cx="3502767" cy="558866"/>
              <a:chOff x="0" y="0"/>
              <a:chExt cx="3502767" cy="558866"/>
            </a:xfrm>
          </p:grpSpPr>
          <p:sp>
            <p:nvSpPr>
              <p:cNvPr id="1754292327" name="Freeform 59"/>
              <p:cNvSpPr/>
              <p:nvPr/>
            </p:nvSpPr>
            <p:spPr bwMode="auto">
              <a:xfrm rot="0" flipH="0" flipV="0">
                <a:off x="0" y="83302"/>
                <a:ext cx="1527178" cy="47556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347993598" name="TextBox 60"/>
              <p:cNvSpPr txBox="1"/>
              <p:nvPr/>
            </p:nvSpPr>
            <p:spPr bwMode="auto">
              <a:xfrm rot="0" flipH="0" flipV="0">
                <a:off x="0" y="0"/>
                <a:ext cx="1527178" cy="55538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325799544" name="Freeform 65"/>
              <p:cNvSpPr/>
              <p:nvPr/>
            </p:nvSpPr>
            <p:spPr bwMode="auto">
              <a:xfrm rot="0" flipH="0" flipV="0">
                <a:off x="1975590" y="83302"/>
                <a:ext cx="1527178" cy="47556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673645409" name="TextBox 66"/>
              <p:cNvSpPr txBox="1"/>
              <p:nvPr/>
            </p:nvSpPr>
            <p:spPr bwMode="auto">
              <a:xfrm rot="0" flipH="0" flipV="0">
                <a:off x="1975588" y="0"/>
                <a:ext cx="1527178" cy="55538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34916564" name=""/>
          <p:cNvGrpSpPr/>
          <p:nvPr/>
        </p:nvGrpSpPr>
        <p:grpSpPr bwMode="auto">
          <a:xfrm>
            <a:off x="319951" y="1299330"/>
            <a:ext cx="11128965" cy="4401222"/>
            <a:chOff x="0" y="0"/>
            <a:chExt cx="11128965" cy="4401222"/>
          </a:xfrm>
        </p:grpSpPr>
        <p:sp>
          <p:nvSpPr>
            <p:cNvPr id="1547183699" name="Freeform 27"/>
            <p:cNvSpPr/>
            <p:nvPr/>
          </p:nvSpPr>
          <p:spPr bwMode="auto">
            <a:xfrm rot="0" flipH="0" flipV="0">
              <a:off x="7145763" y="113112"/>
              <a:ext cx="3983202" cy="4062567"/>
            </a:xfrm>
            <a:custGeom>
              <a:avLst/>
              <a:gdLst/>
              <a:ahLst/>
              <a:cxnLst/>
              <a:rect l="l" t="t" r="r" b="b"/>
              <a:pathLst>
                <a:path w="2347833" h="2394615" fill="norm" stroke="1" extrusionOk="0">
                  <a:moveTo>
                    <a:pt x="0" y="0"/>
                  </a:moveTo>
                  <a:lnTo>
                    <a:pt x="2347833" y="0"/>
                  </a:lnTo>
                  <a:lnTo>
                    <a:pt x="2347833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647854295" name="TextBox 28"/>
            <p:cNvSpPr txBox="1"/>
            <p:nvPr/>
          </p:nvSpPr>
          <p:spPr bwMode="auto">
            <a:xfrm rot="0" flipH="0" flipV="0">
              <a:off x="7145763" y="0"/>
              <a:ext cx="3983202" cy="4175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408340349" name="TextBox 32"/>
            <p:cNvSpPr txBox="1"/>
            <p:nvPr/>
          </p:nvSpPr>
          <p:spPr bwMode="auto">
            <a:xfrm>
              <a:off x="7365985" y="154766"/>
              <a:ext cx="3544200" cy="3060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06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123653719" name="TextBox 33"/>
            <p:cNvSpPr txBox="1"/>
            <p:nvPr/>
          </p:nvSpPr>
          <p:spPr bwMode="auto">
            <a:xfrm>
              <a:off x="7387629" y="478779"/>
              <a:ext cx="1491986" cy="3060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0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633102591" name="AutoShape 34"/>
            <p:cNvSpPr/>
            <p:nvPr/>
          </p:nvSpPr>
          <p:spPr bwMode="auto">
            <a:xfrm flipH="0" flipV="0">
              <a:off x="9137364" y="784827"/>
              <a:ext cx="0" cy="3218423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593062746" name="TextBox 38"/>
            <p:cNvSpPr txBox="1"/>
            <p:nvPr/>
          </p:nvSpPr>
          <p:spPr bwMode="auto">
            <a:xfrm flipH="0" flipV="0">
              <a:off x="4557225" y="2601976"/>
              <a:ext cx="2419877" cy="25029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68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Mallory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65765150" name="Freeform 39"/>
            <p:cNvSpPr/>
            <p:nvPr/>
          </p:nvSpPr>
          <p:spPr bwMode="auto">
            <a:xfrm rot="10008104" flipH="1">
              <a:off x="6408241" y="2317177"/>
              <a:ext cx="716310" cy="202356"/>
            </a:xfrm>
            <a:custGeom>
              <a:avLst/>
              <a:gdLst/>
              <a:ahLst/>
              <a:cxnLst/>
              <a:rect l="l" t="t" r="r" b="b"/>
              <a:pathLst>
                <a:path w="716312" h="202358" fill="norm" stroke="1" extrusionOk="0">
                  <a:moveTo>
                    <a:pt x="716312" y="0"/>
                  </a:moveTo>
                  <a:lnTo>
                    <a:pt x="0" y="0"/>
                  </a:lnTo>
                  <a:lnTo>
                    <a:pt x="0" y="202358"/>
                  </a:lnTo>
                  <a:lnTo>
                    <a:pt x="716312" y="202358"/>
                  </a:lnTo>
                  <a:lnTo>
                    <a:pt x="716312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50502104" name="TextBox 49"/>
            <p:cNvSpPr txBox="1"/>
            <p:nvPr/>
          </p:nvSpPr>
          <p:spPr bwMode="auto">
            <a:xfrm flipH="0" flipV="0">
              <a:off x="4648942" y="1894099"/>
              <a:ext cx="2000386" cy="25029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968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Grace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24627559" name="Freeform 50"/>
            <p:cNvSpPr/>
            <p:nvPr/>
          </p:nvSpPr>
          <p:spPr bwMode="auto">
            <a:xfrm rot="731793" flipH="0" flipV="1">
              <a:off x="6397629" y="1579766"/>
              <a:ext cx="716310" cy="306090"/>
            </a:xfrm>
            <a:custGeom>
              <a:avLst/>
              <a:gdLst/>
              <a:ahLst/>
              <a:cxnLst/>
              <a:rect l="l" t="t" r="r" b="b"/>
              <a:pathLst>
                <a:path w="716312" h="202358" fill="norm" stroke="1" extrusionOk="0">
                  <a:moveTo>
                    <a:pt x="0" y="0"/>
                  </a:moveTo>
                  <a:lnTo>
                    <a:pt x="716312" y="0"/>
                  </a:lnTo>
                  <a:lnTo>
                    <a:pt x="716312" y="202358"/>
                  </a:lnTo>
                  <a:lnTo>
                    <a:pt x="0" y="2023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28673557" name="TextBox 51"/>
            <p:cNvSpPr txBox="1"/>
            <p:nvPr/>
          </p:nvSpPr>
          <p:spPr bwMode="auto">
            <a:xfrm flipH="0" flipV="0">
              <a:off x="5174421" y="3457111"/>
              <a:ext cx="1884269" cy="25029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68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Oscar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57459355" name="TextBox 52"/>
            <p:cNvSpPr txBox="1"/>
            <p:nvPr/>
          </p:nvSpPr>
          <p:spPr bwMode="auto">
            <a:xfrm flipH="0" flipV="0">
              <a:off x="5174421" y="4150927"/>
              <a:ext cx="1884269" cy="25029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68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Victor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03559125" name="Freeform 53"/>
            <p:cNvSpPr/>
            <p:nvPr/>
          </p:nvSpPr>
          <p:spPr bwMode="auto">
            <a:xfrm rot="9117488" flipH="1">
              <a:off x="6416359" y="3094918"/>
              <a:ext cx="716310" cy="202356"/>
            </a:xfrm>
            <a:custGeom>
              <a:avLst/>
              <a:gdLst/>
              <a:ahLst/>
              <a:cxnLst/>
              <a:rect l="l" t="t" r="r" b="b"/>
              <a:pathLst>
                <a:path w="716312" h="202358" fill="norm" stroke="1" extrusionOk="0">
                  <a:moveTo>
                    <a:pt x="716312" y="0"/>
                  </a:moveTo>
                  <a:lnTo>
                    <a:pt x="0" y="0"/>
                  </a:lnTo>
                  <a:lnTo>
                    <a:pt x="0" y="202358"/>
                  </a:lnTo>
                  <a:lnTo>
                    <a:pt x="716312" y="202358"/>
                  </a:lnTo>
                  <a:lnTo>
                    <a:pt x="716312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58599726" name="Freeform 54"/>
            <p:cNvSpPr/>
            <p:nvPr/>
          </p:nvSpPr>
          <p:spPr bwMode="auto">
            <a:xfrm rot="9379580" flipH="1">
              <a:off x="6409397" y="3809934"/>
              <a:ext cx="716310" cy="202356"/>
            </a:xfrm>
            <a:custGeom>
              <a:avLst/>
              <a:gdLst/>
              <a:ahLst/>
              <a:cxnLst/>
              <a:rect l="l" t="t" r="r" b="b"/>
              <a:pathLst>
                <a:path w="716312" h="202358" fill="norm" stroke="1" extrusionOk="0">
                  <a:moveTo>
                    <a:pt x="716312" y="0"/>
                  </a:moveTo>
                  <a:lnTo>
                    <a:pt x="0" y="0"/>
                  </a:lnTo>
                  <a:lnTo>
                    <a:pt x="0" y="202358"/>
                  </a:lnTo>
                  <a:lnTo>
                    <a:pt x="716312" y="202358"/>
                  </a:lnTo>
                  <a:lnTo>
                    <a:pt x="716312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25462778" name="Freeform 56"/>
            <p:cNvSpPr/>
            <p:nvPr/>
          </p:nvSpPr>
          <p:spPr bwMode="auto">
            <a:xfrm rot="0" flipH="0" flipV="0">
              <a:off x="1601034" y="113112"/>
              <a:ext cx="3983202" cy="1582781"/>
            </a:xfrm>
            <a:custGeom>
              <a:avLst/>
              <a:gdLst/>
              <a:ahLst/>
              <a:cxnLst/>
              <a:rect l="l" t="t" r="r" b="b"/>
              <a:pathLst>
                <a:path w="2347833" h="932946" fill="norm" stroke="1" extrusionOk="0">
                  <a:moveTo>
                    <a:pt x="0" y="0"/>
                  </a:moveTo>
                  <a:lnTo>
                    <a:pt x="2347833" y="0"/>
                  </a:lnTo>
                  <a:lnTo>
                    <a:pt x="2347833" y="932946"/>
                  </a:lnTo>
                  <a:lnTo>
                    <a:pt x="0" y="93294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707758230" name="TextBox 57"/>
            <p:cNvSpPr txBox="1"/>
            <p:nvPr/>
          </p:nvSpPr>
          <p:spPr bwMode="auto">
            <a:xfrm rot="0" flipH="0" flipV="0">
              <a:off x="1601034" y="0"/>
              <a:ext cx="3983202" cy="16959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285185736" name="TextBox 61"/>
            <p:cNvSpPr txBox="1"/>
            <p:nvPr/>
          </p:nvSpPr>
          <p:spPr bwMode="auto">
            <a:xfrm>
              <a:off x="1899393" y="154766"/>
              <a:ext cx="3387921" cy="3060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06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1835388" name="TextBox 62"/>
            <p:cNvSpPr txBox="1"/>
            <p:nvPr/>
          </p:nvSpPr>
          <p:spPr bwMode="auto">
            <a:xfrm>
              <a:off x="1842896" y="478779"/>
              <a:ext cx="1491986" cy="3060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0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78361681" name="AutoShape 63"/>
            <p:cNvSpPr/>
            <p:nvPr/>
          </p:nvSpPr>
          <p:spPr bwMode="auto">
            <a:xfrm flipH="0" flipV="0">
              <a:off x="3587465" y="635999"/>
              <a:ext cx="0" cy="803241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98278125" name="AutoShape 67"/>
            <p:cNvSpPr/>
            <p:nvPr/>
          </p:nvSpPr>
          <p:spPr bwMode="auto">
            <a:xfrm flipH="1" flipV="1">
              <a:off x="5360987" y="1172980"/>
              <a:ext cx="199894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01793143" name="Freeform 68"/>
            <p:cNvSpPr/>
            <p:nvPr/>
          </p:nvSpPr>
          <p:spPr bwMode="auto">
            <a:xfrm>
              <a:off x="524367" y="874930"/>
              <a:ext cx="543195" cy="596098"/>
            </a:xfrm>
            <a:custGeom>
              <a:avLst/>
              <a:gdLst/>
              <a:ahLst/>
              <a:cxnLst/>
              <a:rect l="l" t="t" r="r" b="b"/>
              <a:pathLst>
                <a:path w="543196" h="596100" fill="norm" stroke="1" extrusionOk="0">
                  <a:moveTo>
                    <a:pt x="0" y="0"/>
                  </a:moveTo>
                  <a:lnTo>
                    <a:pt x="543196" y="0"/>
                  </a:lnTo>
                  <a:lnTo>
                    <a:pt x="543196" y="596100"/>
                  </a:lnTo>
                  <a:lnTo>
                    <a:pt x="0" y="596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2040072" name="AutoShape 69"/>
            <p:cNvSpPr/>
            <p:nvPr/>
          </p:nvSpPr>
          <p:spPr bwMode="auto">
            <a:xfrm flipH="1">
              <a:off x="1067562" y="1172980"/>
              <a:ext cx="747639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59361717" name="Freeform 70"/>
            <p:cNvSpPr/>
            <p:nvPr/>
          </p:nvSpPr>
          <p:spPr bwMode="auto">
            <a:xfrm>
              <a:off x="1182627" y="932278"/>
              <a:ext cx="303339" cy="168732"/>
            </a:xfrm>
            <a:custGeom>
              <a:avLst/>
              <a:gdLst/>
              <a:ahLst/>
              <a:cxnLst/>
              <a:rect l="l" t="t" r="r" b="b"/>
              <a:pathLst>
                <a:path w="303341" h="168734" fill="norm" stroke="1" extrusionOk="0">
                  <a:moveTo>
                    <a:pt x="0" y="0"/>
                  </a:moveTo>
                  <a:lnTo>
                    <a:pt x="303341" y="0"/>
                  </a:lnTo>
                  <a:lnTo>
                    <a:pt x="303341" y="168733"/>
                  </a:lnTo>
                  <a:lnTo>
                    <a:pt x="0" y="1687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61096355" name="TextBox 71"/>
            <p:cNvSpPr txBox="1"/>
            <p:nvPr/>
          </p:nvSpPr>
          <p:spPr bwMode="auto">
            <a:xfrm>
              <a:off x="0" y="1492528"/>
              <a:ext cx="1593369" cy="3327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16"/>
                </a:lnSpc>
                <a:defRPr/>
              </a:pPr>
              <a:r>
                <a:rPr lang="en-US" sz="18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800">
                <a:latin typeface="IBM Plex Sans"/>
                <a:cs typeface="IBM Plex Sans"/>
              </a:endParaRPr>
            </a:p>
          </p:txBody>
        </p:sp>
        <p:grpSp>
          <p:nvGrpSpPr>
            <p:cNvPr id="632799288" name=""/>
            <p:cNvGrpSpPr/>
            <p:nvPr/>
          </p:nvGrpSpPr>
          <p:grpSpPr bwMode="auto">
            <a:xfrm>
              <a:off x="1815201" y="847948"/>
              <a:ext cx="3545781" cy="565731"/>
              <a:chOff x="0" y="0"/>
              <a:chExt cx="3545781" cy="565731"/>
            </a:xfrm>
          </p:grpSpPr>
          <p:sp>
            <p:nvSpPr>
              <p:cNvPr id="1935805206" name="Freeform 59"/>
              <p:cNvSpPr/>
              <p:nvPr/>
            </p:nvSpPr>
            <p:spPr bwMode="auto">
              <a:xfrm rot="0" flipH="0" flipV="0">
                <a:off x="0" y="84327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9526897" name="TextBox 60"/>
              <p:cNvSpPr txBox="1"/>
              <p:nvPr/>
            </p:nvSpPr>
            <p:spPr bwMode="auto">
              <a:xfrm rot="0" flipH="0" flipV="0">
                <a:off x="0" y="0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53910998" name="Freeform 65"/>
              <p:cNvSpPr/>
              <p:nvPr/>
            </p:nvSpPr>
            <p:spPr bwMode="auto">
              <a:xfrm rot="0" flipH="0" flipV="0">
                <a:off x="1999849" y="84327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59669344" name="TextBox 66"/>
              <p:cNvSpPr txBox="1"/>
              <p:nvPr/>
            </p:nvSpPr>
            <p:spPr bwMode="auto">
              <a:xfrm rot="0" flipH="0" flipV="0">
                <a:off x="1999849" y="0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172091242" name=""/>
            <p:cNvGrpSpPr/>
            <p:nvPr/>
          </p:nvGrpSpPr>
          <p:grpSpPr bwMode="auto">
            <a:xfrm>
              <a:off x="7333318" y="847948"/>
              <a:ext cx="3581626" cy="3155303"/>
              <a:chOff x="0" y="0"/>
              <a:chExt cx="3581626" cy="3155303"/>
            </a:xfrm>
          </p:grpSpPr>
          <p:sp>
            <p:nvSpPr>
              <p:cNvPr id="1942445482" name="Freeform 30"/>
              <p:cNvSpPr/>
              <p:nvPr/>
            </p:nvSpPr>
            <p:spPr bwMode="auto">
              <a:xfrm rot="0" flipH="0" flipV="0">
                <a:off x="26615" y="84327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86507123" name="TextBox 31"/>
              <p:cNvSpPr txBox="1"/>
              <p:nvPr/>
            </p:nvSpPr>
            <p:spPr bwMode="auto">
              <a:xfrm rot="0" flipH="0" flipV="0">
                <a:off x="26615" y="0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07125950" name="Freeform 36"/>
              <p:cNvSpPr/>
              <p:nvPr/>
            </p:nvSpPr>
            <p:spPr bwMode="auto">
              <a:xfrm rot="0" flipH="0" flipV="0">
                <a:off x="0" y="731718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06766588" name="TextBox 37"/>
              <p:cNvSpPr txBox="1"/>
              <p:nvPr/>
            </p:nvSpPr>
            <p:spPr bwMode="auto">
              <a:xfrm rot="0" flipH="0" flipV="0">
                <a:off x="0" y="650925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09127074" name="Freeform 41"/>
              <p:cNvSpPr/>
              <p:nvPr/>
            </p:nvSpPr>
            <p:spPr bwMode="auto">
              <a:xfrm rot="0" flipH="0" flipV="0">
                <a:off x="26739" y="1379110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73061350" name="TextBox 42"/>
              <p:cNvSpPr txBox="1"/>
              <p:nvPr/>
            </p:nvSpPr>
            <p:spPr bwMode="auto">
              <a:xfrm rot="0" flipH="0" flipV="0">
                <a:off x="26739" y="1298317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36339785" name="Freeform 44"/>
              <p:cNvSpPr/>
              <p:nvPr/>
            </p:nvSpPr>
            <p:spPr bwMode="auto">
              <a:xfrm rot="0" flipH="0" flipV="0">
                <a:off x="26739" y="2026503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1809383" name="TextBox 45"/>
              <p:cNvSpPr txBox="1"/>
              <p:nvPr/>
            </p:nvSpPr>
            <p:spPr bwMode="auto">
              <a:xfrm rot="0" flipH="0" flipV="0">
                <a:off x="26739" y="1945710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61680498" name="Freeform 47"/>
              <p:cNvSpPr/>
              <p:nvPr/>
            </p:nvSpPr>
            <p:spPr bwMode="auto">
              <a:xfrm rot="0" flipH="0" flipV="0">
                <a:off x="26739" y="2673894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08249773" name="TextBox 48"/>
              <p:cNvSpPr txBox="1"/>
              <p:nvPr/>
            </p:nvSpPr>
            <p:spPr bwMode="auto">
              <a:xfrm rot="0" flipH="0" flipV="0">
                <a:off x="26739" y="2593101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79152471" name="Freeform 73"/>
              <p:cNvSpPr/>
              <p:nvPr/>
            </p:nvSpPr>
            <p:spPr bwMode="auto">
              <a:xfrm rot="0" flipH="0" flipV="0">
                <a:off x="2035568" y="84327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93335636" name="TextBox 74"/>
              <p:cNvSpPr txBox="1"/>
              <p:nvPr/>
            </p:nvSpPr>
            <p:spPr bwMode="auto">
              <a:xfrm rot="0" flipH="0" flipV="0">
                <a:off x="2035568" y="3534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07239353" name="Freeform 76"/>
              <p:cNvSpPr/>
              <p:nvPr/>
            </p:nvSpPr>
            <p:spPr bwMode="auto">
              <a:xfrm rot="0" flipH="0" flipV="0">
                <a:off x="2035568" y="731718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90888230" name="TextBox 77"/>
              <p:cNvSpPr txBox="1"/>
              <p:nvPr/>
            </p:nvSpPr>
            <p:spPr bwMode="auto">
              <a:xfrm rot="0" flipH="0" flipV="0">
                <a:off x="2035568" y="650925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8021165" name="Freeform 79"/>
              <p:cNvSpPr/>
              <p:nvPr/>
            </p:nvSpPr>
            <p:spPr bwMode="auto">
              <a:xfrm rot="0" flipH="0" flipV="0">
                <a:off x="2035693" y="1379110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45078641" name="TextBox 80"/>
              <p:cNvSpPr txBox="1"/>
              <p:nvPr/>
            </p:nvSpPr>
            <p:spPr bwMode="auto">
              <a:xfrm rot="0" flipH="0" flipV="0">
                <a:off x="2035693" y="1298317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67622509" name="Freeform 82"/>
              <p:cNvSpPr/>
              <p:nvPr/>
            </p:nvSpPr>
            <p:spPr bwMode="auto">
              <a:xfrm rot="0" flipH="0" flipV="0">
                <a:off x="2035693" y="2026503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92207177" name="TextBox 83"/>
              <p:cNvSpPr txBox="1"/>
              <p:nvPr/>
            </p:nvSpPr>
            <p:spPr bwMode="auto">
              <a:xfrm rot="0" flipH="0" flipV="0">
                <a:off x="2035693" y="1945710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74393241" name="Freeform 85"/>
              <p:cNvSpPr/>
              <p:nvPr/>
            </p:nvSpPr>
            <p:spPr bwMode="auto">
              <a:xfrm rot="0" flipH="0" flipV="0">
                <a:off x="2035693" y="2673894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77389602" name="TextBox 86"/>
              <p:cNvSpPr txBox="1"/>
              <p:nvPr/>
            </p:nvSpPr>
            <p:spPr bwMode="auto">
              <a:xfrm rot="0" flipH="0" flipV="0">
                <a:off x="2035693" y="2593101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67397068" name=""/>
          <p:cNvGrpSpPr/>
          <p:nvPr/>
        </p:nvGrpSpPr>
        <p:grpSpPr bwMode="auto">
          <a:xfrm>
            <a:off x="478746" y="1220175"/>
            <a:ext cx="10980736" cy="4259246"/>
            <a:chOff x="0" y="0"/>
            <a:chExt cx="10980736" cy="4259246"/>
          </a:xfrm>
        </p:grpSpPr>
        <p:sp>
          <p:nvSpPr>
            <p:cNvPr id="1827201490" name="Freeform 26"/>
            <p:cNvSpPr/>
            <p:nvPr/>
          </p:nvSpPr>
          <p:spPr bwMode="auto">
            <a:xfrm>
              <a:off x="10324818" y="1550063"/>
              <a:ext cx="393448" cy="431768"/>
            </a:xfrm>
            <a:custGeom>
              <a:avLst/>
              <a:gdLst/>
              <a:ahLst/>
              <a:cxnLst/>
              <a:rect l="l" t="t" r="r" b="b"/>
              <a:pathLst>
                <a:path w="393450" h="431770" fill="norm" stroke="1" extrusionOk="0">
                  <a:moveTo>
                    <a:pt x="0" y="0"/>
                  </a:moveTo>
                  <a:lnTo>
                    <a:pt x="393450" y="0"/>
                  </a:lnTo>
                  <a:lnTo>
                    <a:pt x="393450" y="431769"/>
                  </a:lnTo>
                  <a:lnTo>
                    <a:pt x="0" y="431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71195885" name="Freeform 27"/>
            <p:cNvSpPr/>
            <p:nvPr/>
          </p:nvSpPr>
          <p:spPr bwMode="auto">
            <a:xfrm>
              <a:off x="10727097" y="1489590"/>
              <a:ext cx="253638" cy="225420"/>
            </a:xfrm>
            <a:custGeom>
              <a:avLst/>
              <a:gdLst/>
              <a:ahLst/>
              <a:cxnLst/>
              <a:rect l="l" t="t" r="r" b="b"/>
              <a:pathLst>
                <a:path w="253640" h="225422" fill="norm" stroke="1" extrusionOk="0">
                  <a:moveTo>
                    <a:pt x="0" y="0"/>
                  </a:moveTo>
                  <a:lnTo>
                    <a:pt x="253640" y="0"/>
                  </a:lnTo>
                  <a:lnTo>
                    <a:pt x="253640" y="225423"/>
                  </a:lnTo>
                  <a:lnTo>
                    <a:pt x="0" y="2254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93255225" name="Freeform 29"/>
            <p:cNvSpPr/>
            <p:nvPr/>
          </p:nvSpPr>
          <p:spPr bwMode="auto">
            <a:xfrm>
              <a:off x="10324818" y="2164870"/>
              <a:ext cx="393448" cy="431768"/>
            </a:xfrm>
            <a:custGeom>
              <a:avLst/>
              <a:gdLst/>
              <a:ahLst/>
              <a:cxnLst/>
              <a:rect l="l" t="t" r="r" b="b"/>
              <a:pathLst>
                <a:path w="393450" h="431770" fill="norm" stroke="1" extrusionOk="0">
                  <a:moveTo>
                    <a:pt x="0" y="0"/>
                  </a:moveTo>
                  <a:lnTo>
                    <a:pt x="393450" y="0"/>
                  </a:lnTo>
                  <a:lnTo>
                    <a:pt x="393450" y="431769"/>
                  </a:lnTo>
                  <a:lnTo>
                    <a:pt x="0" y="431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2423120" name="Freeform 30"/>
            <p:cNvSpPr/>
            <p:nvPr/>
          </p:nvSpPr>
          <p:spPr bwMode="auto">
            <a:xfrm>
              <a:off x="10727097" y="2104395"/>
              <a:ext cx="253638" cy="225420"/>
            </a:xfrm>
            <a:custGeom>
              <a:avLst/>
              <a:gdLst/>
              <a:ahLst/>
              <a:cxnLst/>
              <a:rect l="l" t="t" r="r" b="b"/>
              <a:pathLst>
                <a:path w="253640" h="225422" fill="norm" stroke="1" extrusionOk="0">
                  <a:moveTo>
                    <a:pt x="0" y="0"/>
                  </a:moveTo>
                  <a:lnTo>
                    <a:pt x="253640" y="0"/>
                  </a:lnTo>
                  <a:lnTo>
                    <a:pt x="253640" y="225423"/>
                  </a:lnTo>
                  <a:lnTo>
                    <a:pt x="0" y="2254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54396102" name="Freeform 32"/>
            <p:cNvSpPr/>
            <p:nvPr/>
          </p:nvSpPr>
          <p:spPr bwMode="auto">
            <a:xfrm>
              <a:off x="10324818" y="2791557"/>
              <a:ext cx="393448" cy="431768"/>
            </a:xfrm>
            <a:custGeom>
              <a:avLst/>
              <a:gdLst/>
              <a:ahLst/>
              <a:cxnLst/>
              <a:rect l="l" t="t" r="r" b="b"/>
              <a:pathLst>
                <a:path w="393450" h="431770" fill="norm" stroke="1" extrusionOk="0">
                  <a:moveTo>
                    <a:pt x="0" y="0"/>
                  </a:moveTo>
                  <a:lnTo>
                    <a:pt x="393450" y="0"/>
                  </a:lnTo>
                  <a:lnTo>
                    <a:pt x="393450" y="431769"/>
                  </a:lnTo>
                  <a:lnTo>
                    <a:pt x="0" y="431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00302203" name="Freeform 33"/>
            <p:cNvSpPr/>
            <p:nvPr/>
          </p:nvSpPr>
          <p:spPr bwMode="auto">
            <a:xfrm>
              <a:off x="10727097" y="2706973"/>
              <a:ext cx="253638" cy="225420"/>
            </a:xfrm>
            <a:custGeom>
              <a:avLst/>
              <a:gdLst/>
              <a:ahLst/>
              <a:cxnLst/>
              <a:rect l="l" t="t" r="r" b="b"/>
              <a:pathLst>
                <a:path w="253640" h="225422" fill="norm" stroke="1" extrusionOk="0">
                  <a:moveTo>
                    <a:pt x="0" y="0"/>
                  </a:moveTo>
                  <a:lnTo>
                    <a:pt x="253640" y="0"/>
                  </a:lnTo>
                  <a:lnTo>
                    <a:pt x="253640" y="225422"/>
                  </a:lnTo>
                  <a:lnTo>
                    <a:pt x="0" y="2254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60841434" name="Freeform 35"/>
            <p:cNvSpPr/>
            <p:nvPr/>
          </p:nvSpPr>
          <p:spPr bwMode="auto">
            <a:xfrm>
              <a:off x="10324818" y="3406363"/>
              <a:ext cx="393448" cy="431768"/>
            </a:xfrm>
            <a:custGeom>
              <a:avLst/>
              <a:gdLst/>
              <a:ahLst/>
              <a:cxnLst/>
              <a:rect l="l" t="t" r="r" b="b"/>
              <a:pathLst>
                <a:path w="393450" h="431770" fill="norm" stroke="1" extrusionOk="0">
                  <a:moveTo>
                    <a:pt x="0" y="0"/>
                  </a:moveTo>
                  <a:lnTo>
                    <a:pt x="393450" y="0"/>
                  </a:lnTo>
                  <a:lnTo>
                    <a:pt x="393450" y="431769"/>
                  </a:lnTo>
                  <a:lnTo>
                    <a:pt x="0" y="431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80837835" name="Freeform 36"/>
            <p:cNvSpPr/>
            <p:nvPr/>
          </p:nvSpPr>
          <p:spPr bwMode="auto">
            <a:xfrm>
              <a:off x="10727097" y="3321780"/>
              <a:ext cx="253638" cy="225420"/>
            </a:xfrm>
            <a:custGeom>
              <a:avLst/>
              <a:gdLst/>
              <a:ahLst/>
              <a:cxnLst/>
              <a:rect l="l" t="t" r="r" b="b"/>
              <a:pathLst>
                <a:path w="253640" h="225422" fill="norm" stroke="1" extrusionOk="0">
                  <a:moveTo>
                    <a:pt x="0" y="0"/>
                  </a:moveTo>
                  <a:lnTo>
                    <a:pt x="253640" y="0"/>
                  </a:lnTo>
                  <a:lnTo>
                    <a:pt x="253640" y="225422"/>
                  </a:lnTo>
                  <a:lnTo>
                    <a:pt x="0" y="2254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5444645" name="Freeform 38"/>
            <p:cNvSpPr/>
            <p:nvPr/>
          </p:nvSpPr>
          <p:spPr bwMode="auto">
            <a:xfrm>
              <a:off x="10324818" y="920828"/>
              <a:ext cx="393448" cy="431768"/>
            </a:xfrm>
            <a:custGeom>
              <a:avLst/>
              <a:gdLst/>
              <a:ahLst/>
              <a:cxnLst/>
              <a:rect l="l" t="t" r="r" b="b"/>
              <a:pathLst>
                <a:path w="393450" h="431770" fill="norm" stroke="1" extrusionOk="0">
                  <a:moveTo>
                    <a:pt x="0" y="0"/>
                  </a:moveTo>
                  <a:lnTo>
                    <a:pt x="393450" y="0"/>
                  </a:lnTo>
                  <a:lnTo>
                    <a:pt x="393450" y="431770"/>
                  </a:lnTo>
                  <a:lnTo>
                    <a:pt x="0" y="431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19136939" name="Freeform 39"/>
            <p:cNvSpPr/>
            <p:nvPr/>
          </p:nvSpPr>
          <p:spPr bwMode="auto">
            <a:xfrm>
              <a:off x="10727097" y="836244"/>
              <a:ext cx="253638" cy="225420"/>
            </a:xfrm>
            <a:custGeom>
              <a:avLst/>
              <a:gdLst/>
              <a:ahLst/>
              <a:cxnLst/>
              <a:rect l="l" t="t" r="r" b="b"/>
              <a:pathLst>
                <a:path w="253640" h="225422" fill="norm" stroke="1" extrusionOk="0">
                  <a:moveTo>
                    <a:pt x="0" y="0"/>
                  </a:moveTo>
                  <a:lnTo>
                    <a:pt x="253640" y="0"/>
                  </a:lnTo>
                  <a:lnTo>
                    <a:pt x="253640" y="225423"/>
                  </a:lnTo>
                  <a:lnTo>
                    <a:pt x="0" y="2254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05315496" name="Freeform 42"/>
            <p:cNvSpPr/>
            <p:nvPr/>
          </p:nvSpPr>
          <p:spPr bwMode="auto">
            <a:xfrm rot="0" flipH="0" flipV="0">
              <a:off x="6277951" y="109730"/>
              <a:ext cx="3864114" cy="3941109"/>
            </a:xfrm>
            <a:custGeom>
              <a:avLst/>
              <a:gdLst/>
              <a:ahLst/>
              <a:cxnLst/>
              <a:rect l="l" t="t" r="r" b="b"/>
              <a:pathLst>
                <a:path w="2347833" h="2394615" fill="norm" stroke="1" extrusionOk="0">
                  <a:moveTo>
                    <a:pt x="0" y="0"/>
                  </a:moveTo>
                  <a:lnTo>
                    <a:pt x="2347833" y="0"/>
                  </a:lnTo>
                  <a:lnTo>
                    <a:pt x="2347833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29006529" name="TextBox 43"/>
            <p:cNvSpPr txBox="1"/>
            <p:nvPr/>
          </p:nvSpPr>
          <p:spPr bwMode="auto">
            <a:xfrm rot="0" flipH="0" flipV="0">
              <a:off x="6277951" y="0"/>
              <a:ext cx="3864114" cy="405084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120536102" name="TextBox 47"/>
            <p:cNvSpPr txBox="1"/>
            <p:nvPr/>
          </p:nvSpPr>
          <p:spPr bwMode="auto">
            <a:xfrm>
              <a:off x="6491590" y="149000"/>
              <a:ext cx="3438279" cy="29677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33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31942011" name="TextBox 48"/>
            <p:cNvSpPr txBox="1"/>
            <p:nvPr/>
          </p:nvSpPr>
          <p:spPr bwMode="auto">
            <a:xfrm>
              <a:off x="6512583" y="463326"/>
              <a:ext cx="1447424" cy="29677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33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18265798" name="TextBox 53"/>
            <p:cNvSpPr txBox="1"/>
            <p:nvPr/>
          </p:nvSpPr>
          <p:spPr bwMode="auto">
            <a:xfrm flipH="0" flipV="0">
              <a:off x="4063125" y="2533656"/>
              <a:ext cx="2051705" cy="2428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09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Mallory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660324796" name="Freeform 54"/>
            <p:cNvSpPr/>
            <p:nvPr/>
          </p:nvSpPr>
          <p:spPr bwMode="auto">
            <a:xfrm rot="10008104" flipH="1">
              <a:off x="5562477" y="2247899"/>
              <a:ext cx="694894" cy="196308"/>
            </a:xfrm>
            <a:custGeom>
              <a:avLst/>
              <a:gdLst/>
              <a:ahLst/>
              <a:cxnLst/>
              <a:rect l="l" t="t" r="r" b="b"/>
              <a:pathLst>
                <a:path w="694896" h="196308" fill="norm" stroke="1" extrusionOk="0">
                  <a:moveTo>
                    <a:pt x="694897" y="0"/>
                  </a:moveTo>
                  <a:lnTo>
                    <a:pt x="0" y="0"/>
                  </a:lnTo>
                  <a:lnTo>
                    <a:pt x="0" y="196308"/>
                  </a:lnTo>
                  <a:lnTo>
                    <a:pt x="694897" y="196308"/>
                  </a:lnTo>
                  <a:lnTo>
                    <a:pt x="694897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58364786" name="TextBox 64"/>
            <p:cNvSpPr txBox="1"/>
            <p:nvPr/>
          </p:nvSpPr>
          <p:spPr bwMode="auto">
            <a:xfrm flipH="0" flipV="0">
              <a:off x="4200663" y="1782491"/>
              <a:ext cx="1757826" cy="2428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09"/>
                </a:lnSpc>
                <a:defRPr/>
              </a:pP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Grace‘s UTXO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134459757" name="Freeform 65"/>
            <p:cNvSpPr/>
            <p:nvPr/>
          </p:nvSpPr>
          <p:spPr bwMode="auto">
            <a:xfrm rot="731793" flipH="0" flipV="1">
              <a:off x="5533823" y="1526019"/>
              <a:ext cx="694893" cy="254835"/>
            </a:xfrm>
            <a:custGeom>
              <a:avLst/>
              <a:gdLst/>
              <a:ahLst/>
              <a:cxnLst/>
              <a:rect l="l" t="t" r="r" b="b"/>
              <a:pathLst>
                <a:path w="694896" h="196308" fill="norm" stroke="1" extrusionOk="0">
                  <a:moveTo>
                    <a:pt x="0" y="0"/>
                  </a:moveTo>
                  <a:lnTo>
                    <a:pt x="694897" y="0"/>
                  </a:lnTo>
                  <a:lnTo>
                    <a:pt x="694897" y="196308"/>
                  </a:lnTo>
                  <a:lnTo>
                    <a:pt x="0" y="1963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03899537" name="TextBox 66"/>
            <p:cNvSpPr txBox="1"/>
            <p:nvPr/>
          </p:nvSpPr>
          <p:spPr bwMode="auto">
            <a:xfrm flipH="0" flipV="0">
              <a:off x="4504885" y="3343374"/>
              <a:ext cx="1689071" cy="2428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09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Oscar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774267780" name="TextBox 67"/>
            <p:cNvSpPr txBox="1"/>
            <p:nvPr/>
          </p:nvSpPr>
          <p:spPr bwMode="auto">
            <a:xfrm flipH="0" flipV="0">
              <a:off x="4504885" y="4016444"/>
              <a:ext cx="1689071" cy="2428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09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Victor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286160265" name="Freeform 68"/>
            <p:cNvSpPr/>
            <p:nvPr/>
          </p:nvSpPr>
          <p:spPr bwMode="auto">
            <a:xfrm rot="9117488" flipH="1">
              <a:off x="5570354" y="3002386"/>
              <a:ext cx="694894" cy="196308"/>
            </a:xfrm>
            <a:custGeom>
              <a:avLst/>
              <a:gdLst/>
              <a:ahLst/>
              <a:cxnLst/>
              <a:rect l="l" t="t" r="r" b="b"/>
              <a:pathLst>
                <a:path w="694896" h="196308" fill="norm" stroke="1" extrusionOk="0">
                  <a:moveTo>
                    <a:pt x="694896" y="0"/>
                  </a:moveTo>
                  <a:lnTo>
                    <a:pt x="0" y="0"/>
                  </a:lnTo>
                  <a:lnTo>
                    <a:pt x="0" y="196309"/>
                  </a:lnTo>
                  <a:lnTo>
                    <a:pt x="694896" y="196309"/>
                  </a:lnTo>
                  <a:lnTo>
                    <a:pt x="694896" y="0"/>
                  </a:lnTo>
                  <a:close/>
                </a:path>
              </a:pathLst>
            </a:custGeom>
            <a:blipFill>
              <a:blip r:embed="rId1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93249071" name="Freeform 69"/>
            <p:cNvSpPr/>
            <p:nvPr/>
          </p:nvSpPr>
          <p:spPr bwMode="auto">
            <a:xfrm rot="9379580" flipH="1">
              <a:off x="5563600" y="3696025"/>
              <a:ext cx="694894" cy="196308"/>
            </a:xfrm>
            <a:custGeom>
              <a:avLst/>
              <a:gdLst/>
              <a:ahLst/>
              <a:cxnLst/>
              <a:rect l="l" t="t" r="r" b="b"/>
              <a:pathLst>
                <a:path w="694896" h="196308" fill="norm" stroke="1" extrusionOk="0">
                  <a:moveTo>
                    <a:pt x="694897" y="0"/>
                  </a:moveTo>
                  <a:lnTo>
                    <a:pt x="0" y="0"/>
                  </a:lnTo>
                  <a:lnTo>
                    <a:pt x="0" y="196308"/>
                  </a:lnTo>
                  <a:lnTo>
                    <a:pt x="694897" y="196308"/>
                  </a:lnTo>
                  <a:lnTo>
                    <a:pt x="694897" y="0"/>
                  </a:lnTo>
                  <a:close/>
                </a:path>
              </a:pathLst>
            </a:custGeom>
            <a:blipFill>
              <a:blip r:embed="rId1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68799514" name="Freeform 71"/>
            <p:cNvSpPr/>
            <p:nvPr/>
          </p:nvSpPr>
          <p:spPr bwMode="auto">
            <a:xfrm rot="0" flipH="0" flipV="0">
              <a:off x="1044475" y="129581"/>
              <a:ext cx="3864114" cy="1535463"/>
            </a:xfrm>
            <a:custGeom>
              <a:avLst/>
              <a:gdLst/>
              <a:ahLst/>
              <a:cxnLst/>
              <a:rect l="l" t="t" r="r" b="b"/>
              <a:pathLst>
                <a:path w="2347833" h="932946" fill="norm" stroke="1" extrusionOk="0">
                  <a:moveTo>
                    <a:pt x="0" y="0"/>
                  </a:moveTo>
                  <a:lnTo>
                    <a:pt x="2347833" y="0"/>
                  </a:lnTo>
                  <a:lnTo>
                    <a:pt x="2347833" y="932946"/>
                  </a:lnTo>
                  <a:lnTo>
                    <a:pt x="0" y="93294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44183161" name="TextBox 72"/>
            <p:cNvSpPr txBox="1"/>
            <p:nvPr/>
          </p:nvSpPr>
          <p:spPr bwMode="auto">
            <a:xfrm rot="0" flipH="0" flipV="0">
              <a:off x="1044475" y="19849"/>
              <a:ext cx="3864114" cy="164520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208050636" name="TextBox 76"/>
            <p:cNvSpPr txBox="1"/>
            <p:nvPr/>
          </p:nvSpPr>
          <p:spPr bwMode="auto">
            <a:xfrm>
              <a:off x="1333915" y="149000"/>
              <a:ext cx="3286674" cy="29677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33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4729283" name="TextBox 77"/>
            <p:cNvSpPr txBox="1"/>
            <p:nvPr/>
          </p:nvSpPr>
          <p:spPr bwMode="auto">
            <a:xfrm>
              <a:off x="1279109" y="463326"/>
              <a:ext cx="1447424" cy="29677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33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078831863" name="AutoShape 78"/>
            <p:cNvSpPr/>
            <p:nvPr/>
          </p:nvSpPr>
          <p:spPr bwMode="auto">
            <a:xfrm flipH="0" flipV="0">
              <a:off x="2971519" y="611275"/>
              <a:ext cx="0" cy="780485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39608702" name="AutoShape 82"/>
            <p:cNvSpPr/>
            <p:nvPr/>
          </p:nvSpPr>
          <p:spPr bwMode="auto">
            <a:xfrm flipH="1" flipV="1">
              <a:off x="4692018" y="1137911"/>
              <a:ext cx="1793700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0105449" name="Freeform 83"/>
            <p:cNvSpPr/>
            <p:nvPr/>
          </p:nvSpPr>
          <p:spPr bwMode="auto">
            <a:xfrm>
              <a:off x="0" y="848772"/>
              <a:ext cx="526954" cy="578277"/>
            </a:xfrm>
            <a:custGeom>
              <a:avLst/>
              <a:gdLst/>
              <a:ahLst/>
              <a:cxnLst/>
              <a:rect l="l" t="t" r="r" b="b"/>
              <a:pathLst>
                <a:path w="526956" h="578278" fill="norm" stroke="1" extrusionOk="0">
                  <a:moveTo>
                    <a:pt x="0" y="0"/>
                  </a:moveTo>
                  <a:lnTo>
                    <a:pt x="526956" y="0"/>
                  </a:lnTo>
                  <a:lnTo>
                    <a:pt x="526956" y="578278"/>
                  </a:lnTo>
                  <a:lnTo>
                    <a:pt x="0" y="5782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5912547" name="AutoShape 84"/>
            <p:cNvSpPr/>
            <p:nvPr/>
          </p:nvSpPr>
          <p:spPr bwMode="auto">
            <a:xfrm flipH="1" flipV="1">
              <a:off x="526953" y="1137911"/>
              <a:ext cx="725286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63641545" name="Freeform 85"/>
            <p:cNvSpPr/>
            <p:nvPr/>
          </p:nvSpPr>
          <p:spPr bwMode="auto">
            <a:xfrm>
              <a:off x="638580" y="904404"/>
              <a:ext cx="294269" cy="163687"/>
            </a:xfrm>
            <a:custGeom>
              <a:avLst/>
              <a:gdLst/>
              <a:ahLst/>
              <a:cxnLst/>
              <a:rect l="l" t="t" r="r" b="b"/>
              <a:pathLst>
                <a:path w="294272" h="163689" fill="norm" stroke="1" extrusionOk="0">
                  <a:moveTo>
                    <a:pt x="0" y="0"/>
                  </a:moveTo>
                  <a:lnTo>
                    <a:pt x="294272" y="0"/>
                  </a:lnTo>
                  <a:lnTo>
                    <a:pt x="294272" y="163689"/>
                  </a:lnTo>
                  <a:lnTo>
                    <a:pt x="0" y="1636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575002447" name=""/>
            <p:cNvGrpSpPr/>
            <p:nvPr/>
          </p:nvGrpSpPr>
          <p:grpSpPr bwMode="auto">
            <a:xfrm>
              <a:off x="6485716" y="826025"/>
              <a:ext cx="3839098" cy="3057540"/>
              <a:chOff x="0" y="0"/>
              <a:chExt cx="3839098" cy="3057540"/>
            </a:xfrm>
          </p:grpSpPr>
          <p:sp>
            <p:nvSpPr>
              <p:cNvPr id="377977244" name="AutoShape 28"/>
              <p:cNvSpPr/>
              <p:nvPr/>
            </p:nvSpPr>
            <p:spPr bwMode="auto">
              <a:xfrm flipV="1">
                <a:off x="3448606" y="939921"/>
                <a:ext cx="390492" cy="0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1260751349" name="AutoShape 31"/>
              <p:cNvSpPr/>
              <p:nvPr/>
            </p:nvSpPr>
            <p:spPr bwMode="auto">
              <a:xfrm flipV="1">
                <a:off x="2698749" y="1554728"/>
                <a:ext cx="1140349" cy="0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1131754512" name="AutoShape 34"/>
              <p:cNvSpPr/>
              <p:nvPr/>
            </p:nvSpPr>
            <p:spPr bwMode="auto">
              <a:xfrm flipV="1">
                <a:off x="2698749" y="2181414"/>
                <a:ext cx="1140349" cy="0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824549313" name="AutoShape 37"/>
              <p:cNvSpPr/>
              <p:nvPr/>
            </p:nvSpPr>
            <p:spPr bwMode="auto">
              <a:xfrm>
                <a:off x="2698749" y="2796221"/>
                <a:ext cx="1140349" cy="0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727277910" name="AutoShape 40"/>
              <p:cNvSpPr/>
              <p:nvPr/>
            </p:nvSpPr>
            <p:spPr bwMode="auto">
              <a:xfrm flipV="1">
                <a:off x="2698749" y="310686"/>
                <a:ext cx="1140349" cy="0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2020076355" name="Freeform 45"/>
              <p:cNvSpPr/>
              <p:nvPr/>
            </p:nvSpPr>
            <p:spPr bwMode="auto">
              <a:xfrm rot="0" flipH="0" flipV="0">
                <a:off x="0" y="95999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77835867" name="TextBox 46"/>
              <p:cNvSpPr txBox="1"/>
              <p:nvPr/>
            </p:nvSpPr>
            <p:spPr bwMode="auto">
              <a:xfrm rot="0" flipH="0" flipV="0">
                <a:off x="0" y="17622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38886103" name="AutoShape 49"/>
              <p:cNvSpPr/>
              <p:nvPr/>
            </p:nvSpPr>
            <p:spPr bwMode="auto">
              <a:xfrm flipH="0" flipV="0">
                <a:off x="1724290" y="71286"/>
                <a:ext cx="0" cy="2986249"/>
              </a:xfrm>
              <a:prstGeom prst="line">
                <a:avLst/>
              </a:prstGeom>
              <a:grpFill/>
              <a:ln w="1905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257283069" name="Freeform 51"/>
              <p:cNvSpPr/>
              <p:nvPr/>
            </p:nvSpPr>
            <p:spPr bwMode="auto">
              <a:xfrm rot="0" flipH="0" flipV="0">
                <a:off x="0" y="724035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82216634" name="TextBox 52"/>
              <p:cNvSpPr txBox="1"/>
              <p:nvPr/>
            </p:nvSpPr>
            <p:spPr bwMode="auto">
              <a:xfrm rot="0" flipH="0" flipV="0">
                <a:off x="0" y="645658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68755445" name="Freeform 56"/>
              <p:cNvSpPr/>
              <p:nvPr/>
            </p:nvSpPr>
            <p:spPr bwMode="auto">
              <a:xfrm rot="0" flipH="0" flipV="0">
                <a:off x="120" y="1352072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59203704" name="TextBox 57"/>
              <p:cNvSpPr txBox="1"/>
              <p:nvPr/>
            </p:nvSpPr>
            <p:spPr bwMode="auto">
              <a:xfrm rot="0" flipH="0" flipV="0">
                <a:off x="120" y="1273695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37522127" name="Freeform 59"/>
              <p:cNvSpPr/>
              <p:nvPr/>
            </p:nvSpPr>
            <p:spPr bwMode="auto">
              <a:xfrm rot="0" flipH="0" flipV="0">
                <a:off x="120" y="1962486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99964222" name="TextBox 60"/>
              <p:cNvSpPr txBox="1"/>
              <p:nvPr/>
            </p:nvSpPr>
            <p:spPr bwMode="auto">
              <a:xfrm rot="0" flipH="0" flipV="0">
                <a:off x="120" y="1884109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72402820" name="Freeform 62"/>
              <p:cNvSpPr/>
              <p:nvPr/>
            </p:nvSpPr>
            <p:spPr bwMode="auto">
              <a:xfrm rot="0" flipH="0" flipV="0">
                <a:off x="120" y="2590524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42559444" name="TextBox 63"/>
              <p:cNvSpPr txBox="1"/>
              <p:nvPr/>
            </p:nvSpPr>
            <p:spPr bwMode="auto">
              <a:xfrm rot="0" flipH="0" flipV="0">
                <a:off x="120" y="2512146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9584136" name="Freeform 88"/>
              <p:cNvSpPr/>
              <p:nvPr/>
            </p:nvSpPr>
            <p:spPr bwMode="auto">
              <a:xfrm rot="0" flipH="0" flipV="0">
                <a:off x="1948890" y="78377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01113980" name="TextBox 89"/>
              <p:cNvSpPr txBox="1"/>
              <p:nvPr/>
            </p:nvSpPr>
            <p:spPr bwMode="auto">
              <a:xfrm rot="0" flipH="0" flipV="0">
                <a:off x="1948890" y="0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82575541" name="Freeform 91"/>
              <p:cNvSpPr/>
              <p:nvPr/>
            </p:nvSpPr>
            <p:spPr bwMode="auto">
              <a:xfrm rot="0" flipH="0" flipV="0">
                <a:off x="1948890" y="706412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07724606" name="TextBox 92"/>
              <p:cNvSpPr txBox="1"/>
              <p:nvPr/>
            </p:nvSpPr>
            <p:spPr bwMode="auto">
              <a:xfrm rot="0" flipH="0" flipV="0">
                <a:off x="1948890" y="628035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23177594" name="Freeform 94"/>
              <p:cNvSpPr/>
              <p:nvPr/>
            </p:nvSpPr>
            <p:spPr bwMode="auto">
              <a:xfrm rot="0" flipH="0" flipV="0">
                <a:off x="1949011" y="1334449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19536561" name="TextBox 95"/>
              <p:cNvSpPr txBox="1"/>
              <p:nvPr/>
            </p:nvSpPr>
            <p:spPr bwMode="auto">
              <a:xfrm rot="0" flipH="0" flipV="0">
                <a:off x="1949011" y="1256072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25040316" name="Freeform 97"/>
              <p:cNvSpPr/>
              <p:nvPr/>
            </p:nvSpPr>
            <p:spPr bwMode="auto">
              <a:xfrm rot="0" flipH="0" flipV="0">
                <a:off x="1949011" y="1962486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07031575" name="TextBox 98"/>
              <p:cNvSpPr txBox="1"/>
              <p:nvPr/>
            </p:nvSpPr>
            <p:spPr bwMode="auto">
              <a:xfrm rot="0" flipH="0" flipV="0">
                <a:off x="1949011" y="1884109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8832762" name="Freeform 100"/>
              <p:cNvSpPr/>
              <p:nvPr/>
            </p:nvSpPr>
            <p:spPr bwMode="auto">
              <a:xfrm rot="0" flipH="0" flipV="0">
                <a:off x="1949011" y="2590524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01282862" name="TextBox 101"/>
              <p:cNvSpPr txBox="1"/>
              <p:nvPr/>
            </p:nvSpPr>
            <p:spPr bwMode="auto">
              <a:xfrm rot="0" flipH="0" flipV="0">
                <a:off x="1949011" y="2512146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936521536" name=""/>
            <p:cNvGrpSpPr/>
            <p:nvPr/>
          </p:nvGrpSpPr>
          <p:grpSpPr bwMode="auto">
            <a:xfrm>
              <a:off x="1252240" y="860072"/>
              <a:ext cx="3439774" cy="545393"/>
              <a:chOff x="0" y="0"/>
              <a:chExt cx="3439774" cy="545393"/>
            </a:xfrm>
          </p:grpSpPr>
          <p:sp>
            <p:nvSpPr>
              <p:cNvPr id="530795925" name="Freeform 74"/>
              <p:cNvSpPr/>
              <p:nvPr/>
            </p:nvSpPr>
            <p:spPr bwMode="auto">
              <a:xfrm rot="0" flipH="0" flipV="0">
                <a:off x="0" y="78377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95939098" name="TextBox 75"/>
              <p:cNvSpPr txBox="1"/>
              <p:nvPr/>
            </p:nvSpPr>
            <p:spPr bwMode="auto">
              <a:xfrm rot="0" flipH="0" flipV="0">
                <a:off x="0" y="0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71481144" name="Freeform 80"/>
              <p:cNvSpPr/>
              <p:nvPr/>
            </p:nvSpPr>
            <p:spPr bwMode="auto">
              <a:xfrm rot="0" flipH="0" flipV="0">
                <a:off x="1940059" y="78377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34493496" name="TextBox 81"/>
              <p:cNvSpPr txBox="1"/>
              <p:nvPr/>
            </p:nvSpPr>
            <p:spPr bwMode="auto">
              <a:xfrm rot="0" flipH="0" flipV="0">
                <a:off x="1940059" y="0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3119865" name="AutoShape 26"/>
          <p:cNvSpPr/>
          <p:nvPr/>
        </p:nvSpPr>
        <p:spPr bwMode="auto">
          <a:xfrm>
            <a:off x="2554785" y="2067765"/>
            <a:ext cx="1752822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4463352" name="Freeform 27"/>
          <p:cNvSpPr/>
          <p:nvPr/>
        </p:nvSpPr>
        <p:spPr bwMode="auto">
          <a:xfrm>
            <a:off x="1721346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2356747" name="Freeform 28"/>
          <p:cNvSpPr/>
          <p:nvPr/>
        </p:nvSpPr>
        <p:spPr bwMode="auto">
          <a:xfrm>
            <a:off x="4307608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3805346" name="Freeform 29"/>
          <p:cNvSpPr/>
          <p:nvPr/>
        </p:nvSpPr>
        <p:spPr bwMode="auto">
          <a:xfrm>
            <a:off x="6893946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9203760" name="Freeform 30"/>
          <p:cNvSpPr/>
          <p:nvPr/>
        </p:nvSpPr>
        <p:spPr bwMode="auto">
          <a:xfrm>
            <a:off x="9480281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8003030" name="AutoShape 31"/>
          <p:cNvSpPr/>
          <p:nvPr/>
        </p:nvSpPr>
        <p:spPr bwMode="auto">
          <a:xfrm>
            <a:off x="7727383" y="2067765"/>
            <a:ext cx="1752894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2285269" name="AutoShape 32"/>
          <p:cNvSpPr/>
          <p:nvPr/>
        </p:nvSpPr>
        <p:spPr bwMode="auto">
          <a:xfrm flipV="1">
            <a:off x="5141046" y="2067765"/>
            <a:ext cx="1752894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7033372" name="AutoShape 33"/>
          <p:cNvSpPr/>
          <p:nvPr/>
        </p:nvSpPr>
        <p:spPr bwMode="auto">
          <a:xfrm>
            <a:off x="472873" y="2067765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2023658" name="AutoShape 34"/>
          <p:cNvSpPr/>
          <p:nvPr/>
        </p:nvSpPr>
        <p:spPr bwMode="auto">
          <a:xfrm flipV="1">
            <a:off x="10313721" y="2067765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9800847" name="Freeform 36"/>
          <p:cNvSpPr/>
          <p:nvPr/>
        </p:nvSpPr>
        <p:spPr bwMode="auto">
          <a:xfrm>
            <a:off x="1721346" y="4709319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3100574" name="AutoShape 41"/>
          <p:cNvSpPr/>
          <p:nvPr/>
        </p:nvSpPr>
        <p:spPr bwMode="auto">
          <a:xfrm flipV="1">
            <a:off x="472873" y="5126038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4864628" name="AutoShape 42"/>
          <p:cNvSpPr/>
          <p:nvPr/>
        </p:nvSpPr>
        <p:spPr bwMode="auto">
          <a:xfrm>
            <a:off x="10313721" y="5126038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318397288" name=""/>
          <p:cNvGrpSpPr/>
          <p:nvPr/>
        </p:nvGrpSpPr>
        <p:grpSpPr bwMode="auto">
          <a:xfrm>
            <a:off x="2554785" y="3474531"/>
            <a:ext cx="7758931" cy="2068223"/>
            <a:chOff x="0" y="0"/>
            <a:chExt cx="7758931" cy="2068223"/>
          </a:xfrm>
        </p:grpSpPr>
        <p:sp>
          <p:nvSpPr>
            <p:cNvPr id="381696675" name="AutoShape 35"/>
            <p:cNvSpPr/>
            <p:nvPr/>
          </p:nvSpPr>
          <p:spPr bwMode="auto">
            <a:xfrm>
              <a:off x="0" y="1651506"/>
              <a:ext cx="1752822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88896187" name="Freeform 37"/>
            <p:cNvSpPr/>
            <p:nvPr/>
          </p:nvSpPr>
          <p:spPr bwMode="auto">
            <a:xfrm>
              <a:off x="1752822" y="1234787"/>
              <a:ext cx="833436" cy="833436"/>
            </a:xfrm>
            <a:custGeom>
              <a:avLst/>
              <a:gdLst/>
              <a:ahLst/>
              <a:cxnLst/>
              <a:rect l="l" t="t" r="r" b="b"/>
              <a:pathLst>
                <a:path w="833439" h="833439" fill="norm" stroke="1" extrusionOk="0">
                  <a:moveTo>
                    <a:pt x="0" y="0"/>
                  </a:moveTo>
                  <a:lnTo>
                    <a:pt x="833439" y="0"/>
                  </a:lnTo>
                  <a:lnTo>
                    <a:pt x="833439" y="833439"/>
                  </a:lnTo>
                  <a:lnTo>
                    <a:pt x="0" y="833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3755246" name="Freeform 38"/>
            <p:cNvSpPr/>
            <p:nvPr/>
          </p:nvSpPr>
          <p:spPr bwMode="auto">
            <a:xfrm>
              <a:off x="4339161" y="1234787"/>
              <a:ext cx="833436" cy="833436"/>
            </a:xfrm>
            <a:custGeom>
              <a:avLst/>
              <a:gdLst/>
              <a:ahLst/>
              <a:cxnLst/>
              <a:rect l="l" t="t" r="r" b="b"/>
              <a:pathLst>
                <a:path w="833439" h="833439" fill="norm" stroke="1" extrusionOk="0">
                  <a:moveTo>
                    <a:pt x="0" y="0"/>
                  </a:moveTo>
                  <a:lnTo>
                    <a:pt x="833439" y="0"/>
                  </a:lnTo>
                  <a:lnTo>
                    <a:pt x="833439" y="833439"/>
                  </a:lnTo>
                  <a:lnTo>
                    <a:pt x="0" y="833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98905759" name="Freeform 39"/>
            <p:cNvSpPr/>
            <p:nvPr/>
          </p:nvSpPr>
          <p:spPr bwMode="auto">
            <a:xfrm>
              <a:off x="6925495" y="1234787"/>
              <a:ext cx="833436" cy="833436"/>
            </a:xfrm>
            <a:custGeom>
              <a:avLst/>
              <a:gdLst/>
              <a:ahLst/>
              <a:cxnLst/>
              <a:rect l="l" t="t" r="r" b="b"/>
              <a:pathLst>
                <a:path w="833439" h="833439" fill="norm" stroke="1" extrusionOk="0">
                  <a:moveTo>
                    <a:pt x="0" y="0"/>
                  </a:moveTo>
                  <a:lnTo>
                    <a:pt x="833439" y="0"/>
                  </a:lnTo>
                  <a:lnTo>
                    <a:pt x="833439" y="833439"/>
                  </a:lnTo>
                  <a:lnTo>
                    <a:pt x="0" y="833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83236806" name="AutoShape 40"/>
            <p:cNvSpPr/>
            <p:nvPr/>
          </p:nvSpPr>
          <p:spPr bwMode="auto">
            <a:xfrm>
              <a:off x="5172596" y="1651506"/>
              <a:ext cx="1752894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12191977" name="AutoShape 43"/>
            <p:cNvSpPr/>
            <p:nvPr/>
          </p:nvSpPr>
          <p:spPr bwMode="auto">
            <a:xfrm>
              <a:off x="3462750" y="375578"/>
              <a:ext cx="0" cy="75730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75861942" name="Freeform 44"/>
            <p:cNvSpPr/>
            <p:nvPr/>
          </p:nvSpPr>
          <p:spPr bwMode="auto">
            <a:xfrm>
              <a:off x="3110418" y="1299177"/>
              <a:ext cx="704655" cy="704655"/>
            </a:xfrm>
            <a:custGeom>
              <a:avLst/>
              <a:gdLst/>
              <a:ahLst/>
              <a:cxnLst/>
              <a:rect l="l" t="t" r="r" b="b"/>
              <a:pathLst>
                <a:path w="704658" h="704658" fill="norm" stroke="1" extrusionOk="0">
                  <a:moveTo>
                    <a:pt x="0" y="0"/>
                  </a:moveTo>
                  <a:lnTo>
                    <a:pt x="704658" y="0"/>
                  </a:lnTo>
                  <a:lnTo>
                    <a:pt x="704658" y="704658"/>
                  </a:lnTo>
                  <a:lnTo>
                    <a:pt x="0" y="7046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14988811" name="TextBox 45"/>
            <p:cNvSpPr txBox="1"/>
            <p:nvPr/>
          </p:nvSpPr>
          <p:spPr bwMode="auto">
            <a:xfrm>
              <a:off x="1406520" y="0"/>
              <a:ext cx="4114971" cy="27886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2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4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38614482" name="Group 26"/>
          <p:cNvGrpSpPr/>
          <p:nvPr/>
        </p:nvGrpSpPr>
        <p:grpSpPr bwMode="auto">
          <a:xfrm>
            <a:off x="1436256" y="2207788"/>
            <a:ext cx="143901" cy="143901"/>
            <a:chOff x="0" y="0"/>
            <a:chExt cx="812799" cy="812799"/>
          </a:xfrm>
        </p:grpSpPr>
        <p:sp>
          <p:nvSpPr>
            <p:cNvPr id="984477960" name="Freeform 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47400410" name="TextBox 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17847372" name="Group 29"/>
          <p:cNvGrpSpPr/>
          <p:nvPr/>
        </p:nvGrpSpPr>
        <p:grpSpPr bwMode="auto">
          <a:xfrm>
            <a:off x="1628879" y="2207788"/>
            <a:ext cx="143901" cy="143901"/>
            <a:chOff x="0" y="0"/>
            <a:chExt cx="812799" cy="812799"/>
          </a:xfrm>
        </p:grpSpPr>
        <p:sp>
          <p:nvSpPr>
            <p:cNvPr id="1448362115" name="Freeform 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3637405" name="TextBox 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45906928" name="Group 32"/>
          <p:cNvGrpSpPr/>
          <p:nvPr/>
        </p:nvGrpSpPr>
        <p:grpSpPr bwMode="auto">
          <a:xfrm>
            <a:off x="1821504" y="2207788"/>
            <a:ext cx="143901" cy="143901"/>
            <a:chOff x="0" y="0"/>
            <a:chExt cx="812799" cy="812799"/>
          </a:xfrm>
        </p:grpSpPr>
        <p:sp>
          <p:nvSpPr>
            <p:cNvPr id="1827389102" name="Freeform 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93555576" name="TextBox 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37806372" name="Group 35"/>
          <p:cNvGrpSpPr/>
          <p:nvPr/>
        </p:nvGrpSpPr>
        <p:grpSpPr bwMode="auto">
          <a:xfrm>
            <a:off x="2013033" y="2207788"/>
            <a:ext cx="143901" cy="143901"/>
            <a:chOff x="0" y="0"/>
            <a:chExt cx="812799" cy="812799"/>
          </a:xfrm>
        </p:grpSpPr>
        <p:sp>
          <p:nvSpPr>
            <p:cNvPr id="1980179778" name="Freeform 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5214275" name="TextBox 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54484765" name="Group 38"/>
          <p:cNvGrpSpPr/>
          <p:nvPr/>
        </p:nvGrpSpPr>
        <p:grpSpPr bwMode="auto">
          <a:xfrm>
            <a:off x="2205657" y="2207788"/>
            <a:ext cx="143901" cy="143901"/>
            <a:chOff x="0" y="0"/>
            <a:chExt cx="812799" cy="812799"/>
          </a:xfrm>
        </p:grpSpPr>
        <p:sp>
          <p:nvSpPr>
            <p:cNvPr id="985295061" name="Freeform 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2888355" name="TextBox 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33000702" name="Group 41"/>
          <p:cNvGrpSpPr/>
          <p:nvPr/>
        </p:nvGrpSpPr>
        <p:grpSpPr bwMode="auto">
          <a:xfrm>
            <a:off x="2398279" y="2207788"/>
            <a:ext cx="143901" cy="143901"/>
            <a:chOff x="0" y="0"/>
            <a:chExt cx="812799" cy="812799"/>
          </a:xfrm>
        </p:grpSpPr>
        <p:sp>
          <p:nvSpPr>
            <p:cNvPr id="1990320304" name="Freeform 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48848019" name="TextBox 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1832842" name="Group 44"/>
          <p:cNvGrpSpPr/>
          <p:nvPr/>
        </p:nvGrpSpPr>
        <p:grpSpPr bwMode="auto">
          <a:xfrm>
            <a:off x="2589808" y="2207788"/>
            <a:ext cx="143901" cy="143901"/>
            <a:chOff x="0" y="0"/>
            <a:chExt cx="812799" cy="812799"/>
          </a:xfrm>
        </p:grpSpPr>
        <p:sp>
          <p:nvSpPr>
            <p:cNvPr id="117597473" name="Freeform 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2040963" name="TextBox 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49440284" name="Group 47"/>
          <p:cNvGrpSpPr/>
          <p:nvPr/>
        </p:nvGrpSpPr>
        <p:grpSpPr bwMode="auto">
          <a:xfrm>
            <a:off x="2782433" y="2207788"/>
            <a:ext cx="143901" cy="143901"/>
            <a:chOff x="0" y="0"/>
            <a:chExt cx="812799" cy="812799"/>
          </a:xfrm>
        </p:grpSpPr>
        <p:sp>
          <p:nvSpPr>
            <p:cNvPr id="1075669692" name="Freeform 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67126235" name="TextBox 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7815248" name="Group 50"/>
          <p:cNvGrpSpPr/>
          <p:nvPr/>
        </p:nvGrpSpPr>
        <p:grpSpPr bwMode="auto">
          <a:xfrm>
            <a:off x="2975058" y="2207788"/>
            <a:ext cx="143901" cy="143901"/>
            <a:chOff x="0" y="0"/>
            <a:chExt cx="812799" cy="812799"/>
          </a:xfrm>
        </p:grpSpPr>
        <p:sp>
          <p:nvSpPr>
            <p:cNvPr id="69354586" name="Freeform 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27126015" name="TextBox 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2982922" name="Group 53"/>
          <p:cNvGrpSpPr/>
          <p:nvPr/>
        </p:nvGrpSpPr>
        <p:grpSpPr bwMode="auto">
          <a:xfrm>
            <a:off x="859482" y="2207788"/>
            <a:ext cx="143901" cy="143901"/>
            <a:chOff x="0" y="0"/>
            <a:chExt cx="812799" cy="812799"/>
          </a:xfrm>
        </p:grpSpPr>
        <p:sp>
          <p:nvSpPr>
            <p:cNvPr id="1978564871" name="Freeform 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48540868" name="TextBox 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94851676" name="Group 56"/>
          <p:cNvGrpSpPr/>
          <p:nvPr/>
        </p:nvGrpSpPr>
        <p:grpSpPr bwMode="auto">
          <a:xfrm>
            <a:off x="1052103" y="2207788"/>
            <a:ext cx="143901" cy="143901"/>
            <a:chOff x="0" y="0"/>
            <a:chExt cx="812799" cy="812799"/>
          </a:xfrm>
        </p:grpSpPr>
        <p:sp>
          <p:nvSpPr>
            <p:cNvPr id="578016471" name="Freeform 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78363170" name="TextBox 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38736273" name="Group 59"/>
          <p:cNvGrpSpPr/>
          <p:nvPr/>
        </p:nvGrpSpPr>
        <p:grpSpPr bwMode="auto">
          <a:xfrm>
            <a:off x="1244730" y="2207788"/>
            <a:ext cx="143901" cy="143901"/>
            <a:chOff x="0" y="0"/>
            <a:chExt cx="812799" cy="812799"/>
          </a:xfrm>
        </p:grpSpPr>
        <p:sp>
          <p:nvSpPr>
            <p:cNvPr id="1943836322" name="Freeform 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40794319" name="TextBox 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15604071" name="Group 62"/>
          <p:cNvGrpSpPr/>
          <p:nvPr/>
        </p:nvGrpSpPr>
        <p:grpSpPr bwMode="auto">
          <a:xfrm>
            <a:off x="1436256" y="2397260"/>
            <a:ext cx="143901" cy="143901"/>
            <a:chOff x="0" y="0"/>
            <a:chExt cx="812799" cy="812799"/>
          </a:xfrm>
        </p:grpSpPr>
        <p:sp>
          <p:nvSpPr>
            <p:cNvPr id="1970041797" name="Freeform 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95314166" name="TextBox 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86855218" name="Group 65"/>
          <p:cNvGrpSpPr/>
          <p:nvPr/>
        </p:nvGrpSpPr>
        <p:grpSpPr bwMode="auto">
          <a:xfrm>
            <a:off x="1628879" y="2397260"/>
            <a:ext cx="143901" cy="143901"/>
            <a:chOff x="0" y="0"/>
            <a:chExt cx="812799" cy="812799"/>
          </a:xfrm>
        </p:grpSpPr>
        <p:sp>
          <p:nvSpPr>
            <p:cNvPr id="8044968" name="Freeform 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44573391" name="TextBox 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02779374" name="Group 68"/>
          <p:cNvGrpSpPr/>
          <p:nvPr/>
        </p:nvGrpSpPr>
        <p:grpSpPr bwMode="auto">
          <a:xfrm>
            <a:off x="1821504" y="2397260"/>
            <a:ext cx="143901" cy="143901"/>
            <a:chOff x="0" y="0"/>
            <a:chExt cx="812799" cy="812799"/>
          </a:xfrm>
        </p:grpSpPr>
        <p:sp>
          <p:nvSpPr>
            <p:cNvPr id="639334775" name="Freeform 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0951086" name="TextBox 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24802794" name="Group 71"/>
          <p:cNvGrpSpPr/>
          <p:nvPr/>
        </p:nvGrpSpPr>
        <p:grpSpPr bwMode="auto">
          <a:xfrm>
            <a:off x="2013033" y="2397260"/>
            <a:ext cx="143901" cy="143901"/>
            <a:chOff x="0" y="0"/>
            <a:chExt cx="812799" cy="812799"/>
          </a:xfrm>
        </p:grpSpPr>
        <p:sp>
          <p:nvSpPr>
            <p:cNvPr id="448102970" name="Freeform 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84299721" name="TextBox 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6509722" name="Group 74"/>
          <p:cNvGrpSpPr/>
          <p:nvPr/>
        </p:nvGrpSpPr>
        <p:grpSpPr bwMode="auto">
          <a:xfrm>
            <a:off x="2205657" y="2397260"/>
            <a:ext cx="143901" cy="143901"/>
            <a:chOff x="0" y="0"/>
            <a:chExt cx="812799" cy="812799"/>
          </a:xfrm>
        </p:grpSpPr>
        <p:sp>
          <p:nvSpPr>
            <p:cNvPr id="411174407" name="Freeform 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1822176" name="TextBox 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56576422" name="Group 77"/>
          <p:cNvGrpSpPr/>
          <p:nvPr/>
        </p:nvGrpSpPr>
        <p:grpSpPr bwMode="auto">
          <a:xfrm>
            <a:off x="2398279" y="2397260"/>
            <a:ext cx="143901" cy="143901"/>
            <a:chOff x="0" y="0"/>
            <a:chExt cx="812799" cy="812799"/>
          </a:xfrm>
        </p:grpSpPr>
        <p:sp>
          <p:nvSpPr>
            <p:cNvPr id="1257077976" name="Freeform 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55918625" name="TextBox 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67905588" name="Group 80"/>
          <p:cNvGrpSpPr/>
          <p:nvPr/>
        </p:nvGrpSpPr>
        <p:grpSpPr bwMode="auto">
          <a:xfrm>
            <a:off x="2589808" y="2397260"/>
            <a:ext cx="143901" cy="143901"/>
            <a:chOff x="0" y="0"/>
            <a:chExt cx="812799" cy="812799"/>
          </a:xfrm>
        </p:grpSpPr>
        <p:sp>
          <p:nvSpPr>
            <p:cNvPr id="2218093" name="Freeform 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50673720" name="TextBox 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91201164" name="Group 83"/>
          <p:cNvGrpSpPr/>
          <p:nvPr/>
        </p:nvGrpSpPr>
        <p:grpSpPr bwMode="auto">
          <a:xfrm>
            <a:off x="2782433" y="2397260"/>
            <a:ext cx="143901" cy="143901"/>
            <a:chOff x="0" y="0"/>
            <a:chExt cx="812799" cy="812799"/>
          </a:xfrm>
        </p:grpSpPr>
        <p:sp>
          <p:nvSpPr>
            <p:cNvPr id="1380714469" name="Freeform 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17280843" name="TextBox 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97263032" name="Group 86"/>
          <p:cNvGrpSpPr/>
          <p:nvPr/>
        </p:nvGrpSpPr>
        <p:grpSpPr bwMode="auto">
          <a:xfrm>
            <a:off x="2975058" y="2397260"/>
            <a:ext cx="143901" cy="143901"/>
            <a:chOff x="0" y="0"/>
            <a:chExt cx="812799" cy="812799"/>
          </a:xfrm>
        </p:grpSpPr>
        <p:sp>
          <p:nvSpPr>
            <p:cNvPr id="898082187" name="Freeform 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73359642" name="TextBox 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76624043" name="Group 89"/>
          <p:cNvGrpSpPr/>
          <p:nvPr/>
        </p:nvGrpSpPr>
        <p:grpSpPr bwMode="auto">
          <a:xfrm>
            <a:off x="859482" y="2397260"/>
            <a:ext cx="143901" cy="143901"/>
            <a:chOff x="0" y="0"/>
            <a:chExt cx="812799" cy="812799"/>
          </a:xfrm>
        </p:grpSpPr>
        <p:sp>
          <p:nvSpPr>
            <p:cNvPr id="1965776805" name="Freeform 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3227875" name="TextBox 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2186684" name="Group 92"/>
          <p:cNvGrpSpPr/>
          <p:nvPr/>
        </p:nvGrpSpPr>
        <p:grpSpPr bwMode="auto">
          <a:xfrm>
            <a:off x="1052103" y="2397260"/>
            <a:ext cx="143901" cy="143901"/>
            <a:chOff x="0" y="0"/>
            <a:chExt cx="812799" cy="812799"/>
          </a:xfrm>
        </p:grpSpPr>
        <p:sp>
          <p:nvSpPr>
            <p:cNvPr id="183986299" name="Freeform 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64630087" name="TextBox 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7684394" name="Group 95"/>
          <p:cNvGrpSpPr/>
          <p:nvPr/>
        </p:nvGrpSpPr>
        <p:grpSpPr bwMode="auto">
          <a:xfrm>
            <a:off x="1244730" y="2397260"/>
            <a:ext cx="143901" cy="143901"/>
            <a:chOff x="0" y="0"/>
            <a:chExt cx="812799" cy="812799"/>
          </a:xfrm>
        </p:grpSpPr>
        <p:sp>
          <p:nvSpPr>
            <p:cNvPr id="100110719" name="Freeform 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381218" name="TextBox 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7252861" name="Group 98"/>
          <p:cNvGrpSpPr/>
          <p:nvPr/>
        </p:nvGrpSpPr>
        <p:grpSpPr bwMode="auto">
          <a:xfrm>
            <a:off x="1436256" y="2588788"/>
            <a:ext cx="143901" cy="143901"/>
            <a:chOff x="0" y="0"/>
            <a:chExt cx="812799" cy="812799"/>
          </a:xfrm>
        </p:grpSpPr>
        <p:sp>
          <p:nvSpPr>
            <p:cNvPr id="611772805" name="Freeform 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79372880" name="TextBox 1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98228586" name="Group 101"/>
          <p:cNvGrpSpPr/>
          <p:nvPr/>
        </p:nvGrpSpPr>
        <p:grpSpPr bwMode="auto">
          <a:xfrm>
            <a:off x="1628879" y="2588788"/>
            <a:ext cx="143901" cy="143901"/>
            <a:chOff x="0" y="0"/>
            <a:chExt cx="812799" cy="812799"/>
          </a:xfrm>
        </p:grpSpPr>
        <p:sp>
          <p:nvSpPr>
            <p:cNvPr id="87010719" name="Freeform 1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48926519" name="TextBox 1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74500355" name="Group 104"/>
          <p:cNvGrpSpPr/>
          <p:nvPr/>
        </p:nvGrpSpPr>
        <p:grpSpPr bwMode="auto">
          <a:xfrm>
            <a:off x="1821504" y="2588788"/>
            <a:ext cx="143901" cy="143901"/>
            <a:chOff x="0" y="0"/>
            <a:chExt cx="812799" cy="812799"/>
          </a:xfrm>
        </p:grpSpPr>
        <p:sp>
          <p:nvSpPr>
            <p:cNvPr id="1951564831" name="Freeform 1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6423431" name="TextBox 1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1210087" name="Group 107"/>
          <p:cNvGrpSpPr/>
          <p:nvPr/>
        </p:nvGrpSpPr>
        <p:grpSpPr bwMode="auto">
          <a:xfrm>
            <a:off x="2013033" y="2588788"/>
            <a:ext cx="143901" cy="143901"/>
            <a:chOff x="0" y="0"/>
            <a:chExt cx="812799" cy="812799"/>
          </a:xfrm>
        </p:grpSpPr>
        <p:sp>
          <p:nvSpPr>
            <p:cNvPr id="1313050198" name="Freeform 1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02815231" name="TextBox 1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2208635" name="Group 110"/>
          <p:cNvGrpSpPr/>
          <p:nvPr/>
        </p:nvGrpSpPr>
        <p:grpSpPr bwMode="auto">
          <a:xfrm>
            <a:off x="2205657" y="2588788"/>
            <a:ext cx="143901" cy="143901"/>
            <a:chOff x="0" y="0"/>
            <a:chExt cx="812799" cy="812799"/>
          </a:xfrm>
        </p:grpSpPr>
        <p:sp>
          <p:nvSpPr>
            <p:cNvPr id="1299523642" name="Freeform 1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5630386" name="TextBox 1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4635994" name="Group 113"/>
          <p:cNvGrpSpPr/>
          <p:nvPr/>
        </p:nvGrpSpPr>
        <p:grpSpPr bwMode="auto">
          <a:xfrm>
            <a:off x="2398279" y="2588788"/>
            <a:ext cx="143901" cy="143901"/>
            <a:chOff x="0" y="0"/>
            <a:chExt cx="812799" cy="812799"/>
          </a:xfrm>
        </p:grpSpPr>
        <p:sp>
          <p:nvSpPr>
            <p:cNvPr id="684807153" name="Freeform 1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8479227" name="TextBox 1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50836920" name="Group 116"/>
          <p:cNvGrpSpPr/>
          <p:nvPr/>
        </p:nvGrpSpPr>
        <p:grpSpPr bwMode="auto">
          <a:xfrm>
            <a:off x="2589808" y="2588788"/>
            <a:ext cx="143901" cy="143901"/>
            <a:chOff x="0" y="0"/>
            <a:chExt cx="812799" cy="812799"/>
          </a:xfrm>
        </p:grpSpPr>
        <p:sp>
          <p:nvSpPr>
            <p:cNvPr id="1967453626" name="Freeform 1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07682053" name="TextBox 1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17441101" name="Group 119"/>
          <p:cNvGrpSpPr/>
          <p:nvPr/>
        </p:nvGrpSpPr>
        <p:grpSpPr bwMode="auto">
          <a:xfrm>
            <a:off x="2782433" y="2588788"/>
            <a:ext cx="143901" cy="143901"/>
            <a:chOff x="0" y="0"/>
            <a:chExt cx="812799" cy="812799"/>
          </a:xfrm>
        </p:grpSpPr>
        <p:sp>
          <p:nvSpPr>
            <p:cNvPr id="200098946" name="Freeform 1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17056955" name="TextBox 1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71144567" name="Group 122"/>
          <p:cNvGrpSpPr/>
          <p:nvPr/>
        </p:nvGrpSpPr>
        <p:grpSpPr bwMode="auto">
          <a:xfrm>
            <a:off x="2975058" y="2588788"/>
            <a:ext cx="143901" cy="143901"/>
            <a:chOff x="0" y="0"/>
            <a:chExt cx="812799" cy="812799"/>
          </a:xfrm>
        </p:grpSpPr>
        <p:sp>
          <p:nvSpPr>
            <p:cNvPr id="153947335" name="Freeform 1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6454200" name="TextBox 1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94904448" name="Group 125"/>
          <p:cNvGrpSpPr/>
          <p:nvPr/>
        </p:nvGrpSpPr>
        <p:grpSpPr bwMode="auto">
          <a:xfrm>
            <a:off x="859482" y="2588788"/>
            <a:ext cx="143901" cy="143901"/>
            <a:chOff x="0" y="0"/>
            <a:chExt cx="812799" cy="812799"/>
          </a:xfrm>
        </p:grpSpPr>
        <p:sp>
          <p:nvSpPr>
            <p:cNvPr id="437512914" name="Freeform 1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3107230" name="TextBox 1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3991234" name="Group 128"/>
          <p:cNvGrpSpPr/>
          <p:nvPr/>
        </p:nvGrpSpPr>
        <p:grpSpPr bwMode="auto">
          <a:xfrm>
            <a:off x="1052103" y="2588788"/>
            <a:ext cx="143901" cy="143901"/>
            <a:chOff x="0" y="0"/>
            <a:chExt cx="812799" cy="812799"/>
          </a:xfrm>
        </p:grpSpPr>
        <p:sp>
          <p:nvSpPr>
            <p:cNvPr id="1414436222" name="Freeform 1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79965880" name="TextBox 1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81076130" name="Group 131"/>
          <p:cNvGrpSpPr/>
          <p:nvPr/>
        </p:nvGrpSpPr>
        <p:grpSpPr bwMode="auto">
          <a:xfrm>
            <a:off x="1244730" y="2588788"/>
            <a:ext cx="143901" cy="143901"/>
            <a:chOff x="0" y="0"/>
            <a:chExt cx="812799" cy="812799"/>
          </a:xfrm>
        </p:grpSpPr>
        <p:sp>
          <p:nvSpPr>
            <p:cNvPr id="149702624" name="Freeform 1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83090402" name="TextBox 1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6298169" name="Group 134"/>
          <p:cNvGrpSpPr/>
          <p:nvPr/>
        </p:nvGrpSpPr>
        <p:grpSpPr bwMode="auto">
          <a:xfrm>
            <a:off x="1436256" y="2778259"/>
            <a:ext cx="143901" cy="143901"/>
            <a:chOff x="0" y="0"/>
            <a:chExt cx="812799" cy="812799"/>
          </a:xfrm>
        </p:grpSpPr>
        <p:sp>
          <p:nvSpPr>
            <p:cNvPr id="2027027428" name="Freeform 1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04142336" name="TextBox 1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0459741" name="Group 137"/>
          <p:cNvGrpSpPr/>
          <p:nvPr/>
        </p:nvGrpSpPr>
        <p:grpSpPr bwMode="auto">
          <a:xfrm>
            <a:off x="1628879" y="2778259"/>
            <a:ext cx="143901" cy="143901"/>
            <a:chOff x="0" y="0"/>
            <a:chExt cx="812799" cy="812799"/>
          </a:xfrm>
        </p:grpSpPr>
        <p:sp>
          <p:nvSpPr>
            <p:cNvPr id="1727893562" name="Freeform 1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4101642" name="TextBox 1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6977392" name="Group 140"/>
          <p:cNvGrpSpPr/>
          <p:nvPr/>
        </p:nvGrpSpPr>
        <p:grpSpPr bwMode="auto">
          <a:xfrm>
            <a:off x="1821504" y="2778259"/>
            <a:ext cx="143901" cy="143901"/>
            <a:chOff x="0" y="0"/>
            <a:chExt cx="812799" cy="812799"/>
          </a:xfrm>
        </p:grpSpPr>
        <p:sp>
          <p:nvSpPr>
            <p:cNvPr id="1852307855" name="Freeform 1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2688423" name="TextBox 1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16971577" name="Group 143"/>
          <p:cNvGrpSpPr/>
          <p:nvPr/>
        </p:nvGrpSpPr>
        <p:grpSpPr bwMode="auto">
          <a:xfrm>
            <a:off x="2013033" y="2778259"/>
            <a:ext cx="143901" cy="143901"/>
            <a:chOff x="0" y="0"/>
            <a:chExt cx="812799" cy="812799"/>
          </a:xfrm>
        </p:grpSpPr>
        <p:sp>
          <p:nvSpPr>
            <p:cNvPr id="419793050" name="Freeform 1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03948237" name="TextBox 1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79602649" name="Group 146"/>
          <p:cNvGrpSpPr/>
          <p:nvPr/>
        </p:nvGrpSpPr>
        <p:grpSpPr bwMode="auto">
          <a:xfrm>
            <a:off x="2205657" y="2778259"/>
            <a:ext cx="143901" cy="143901"/>
            <a:chOff x="0" y="0"/>
            <a:chExt cx="812799" cy="812799"/>
          </a:xfrm>
        </p:grpSpPr>
        <p:sp>
          <p:nvSpPr>
            <p:cNvPr id="934098771" name="Freeform 1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75290594" name="TextBox 1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69533105" name="Group 149"/>
          <p:cNvGrpSpPr/>
          <p:nvPr/>
        </p:nvGrpSpPr>
        <p:grpSpPr bwMode="auto">
          <a:xfrm>
            <a:off x="2398279" y="2778259"/>
            <a:ext cx="143901" cy="143901"/>
            <a:chOff x="0" y="0"/>
            <a:chExt cx="812799" cy="812799"/>
          </a:xfrm>
        </p:grpSpPr>
        <p:sp>
          <p:nvSpPr>
            <p:cNvPr id="1713033789" name="Freeform 1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75878567" name="TextBox 1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5751483" name="Group 152"/>
          <p:cNvGrpSpPr/>
          <p:nvPr/>
        </p:nvGrpSpPr>
        <p:grpSpPr bwMode="auto">
          <a:xfrm>
            <a:off x="2589808" y="2778259"/>
            <a:ext cx="143901" cy="143901"/>
            <a:chOff x="0" y="0"/>
            <a:chExt cx="812799" cy="812799"/>
          </a:xfrm>
        </p:grpSpPr>
        <p:sp>
          <p:nvSpPr>
            <p:cNvPr id="935636206" name="Freeform 1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79584489" name="TextBox 1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85768354" name="Group 155"/>
          <p:cNvGrpSpPr/>
          <p:nvPr/>
        </p:nvGrpSpPr>
        <p:grpSpPr bwMode="auto">
          <a:xfrm>
            <a:off x="2782433" y="2778259"/>
            <a:ext cx="143901" cy="143901"/>
            <a:chOff x="0" y="0"/>
            <a:chExt cx="812799" cy="812799"/>
          </a:xfrm>
        </p:grpSpPr>
        <p:sp>
          <p:nvSpPr>
            <p:cNvPr id="1118629081" name="Freeform 1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24957801" name="TextBox 1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3440127" name="Group 158"/>
          <p:cNvGrpSpPr/>
          <p:nvPr/>
        </p:nvGrpSpPr>
        <p:grpSpPr bwMode="auto">
          <a:xfrm>
            <a:off x="2975058" y="2778259"/>
            <a:ext cx="143901" cy="143901"/>
            <a:chOff x="0" y="0"/>
            <a:chExt cx="812799" cy="812799"/>
          </a:xfrm>
        </p:grpSpPr>
        <p:sp>
          <p:nvSpPr>
            <p:cNvPr id="1252790640" name="Freeform 1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1562198" name="TextBox 1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26082838" name="Group 161"/>
          <p:cNvGrpSpPr/>
          <p:nvPr/>
        </p:nvGrpSpPr>
        <p:grpSpPr bwMode="auto">
          <a:xfrm>
            <a:off x="859482" y="2778259"/>
            <a:ext cx="143901" cy="143901"/>
            <a:chOff x="0" y="0"/>
            <a:chExt cx="812799" cy="812799"/>
          </a:xfrm>
        </p:grpSpPr>
        <p:sp>
          <p:nvSpPr>
            <p:cNvPr id="328629968" name="Freeform 1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12518573" name="TextBox 1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5214825" name="Group 164"/>
          <p:cNvGrpSpPr/>
          <p:nvPr/>
        </p:nvGrpSpPr>
        <p:grpSpPr bwMode="auto">
          <a:xfrm>
            <a:off x="1052103" y="2778259"/>
            <a:ext cx="143901" cy="143901"/>
            <a:chOff x="0" y="0"/>
            <a:chExt cx="812799" cy="812799"/>
          </a:xfrm>
        </p:grpSpPr>
        <p:sp>
          <p:nvSpPr>
            <p:cNvPr id="408324930" name="Freeform 1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82896871" name="TextBox 1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1274401" name="Group 167"/>
          <p:cNvGrpSpPr/>
          <p:nvPr/>
        </p:nvGrpSpPr>
        <p:grpSpPr bwMode="auto">
          <a:xfrm>
            <a:off x="1244730" y="2778259"/>
            <a:ext cx="143901" cy="143901"/>
            <a:chOff x="0" y="0"/>
            <a:chExt cx="812799" cy="812799"/>
          </a:xfrm>
        </p:grpSpPr>
        <p:sp>
          <p:nvSpPr>
            <p:cNvPr id="613355056" name="Freeform 1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08454060" name="TextBox 1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9525112" name="Group 170"/>
          <p:cNvGrpSpPr/>
          <p:nvPr/>
        </p:nvGrpSpPr>
        <p:grpSpPr bwMode="auto">
          <a:xfrm>
            <a:off x="1436256" y="2969787"/>
            <a:ext cx="143901" cy="143901"/>
            <a:chOff x="0" y="0"/>
            <a:chExt cx="812799" cy="812799"/>
          </a:xfrm>
        </p:grpSpPr>
        <p:sp>
          <p:nvSpPr>
            <p:cNvPr id="849814273" name="Freeform 1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7139533" name="TextBox 1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4187472" name="Group 173"/>
          <p:cNvGrpSpPr/>
          <p:nvPr/>
        </p:nvGrpSpPr>
        <p:grpSpPr bwMode="auto">
          <a:xfrm>
            <a:off x="1628879" y="2969787"/>
            <a:ext cx="143901" cy="143901"/>
            <a:chOff x="0" y="0"/>
            <a:chExt cx="812799" cy="812799"/>
          </a:xfrm>
        </p:grpSpPr>
        <p:sp>
          <p:nvSpPr>
            <p:cNvPr id="1038276482" name="Freeform 1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61037660" name="TextBox 1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15901045" name="Group 176"/>
          <p:cNvGrpSpPr/>
          <p:nvPr/>
        </p:nvGrpSpPr>
        <p:grpSpPr bwMode="auto">
          <a:xfrm>
            <a:off x="1821504" y="2969787"/>
            <a:ext cx="143901" cy="143901"/>
            <a:chOff x="0" y="0"/>
            <a:chExt cx="812799" cy="812799"/>
          </a:xfrm>
        </p:grpSpPr>
        <p:sp>
          <p:nvSpPr>
            <p:cNvPr id="1018634857" name="Freeform 1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15413258" name="TextBox 1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59752457" name="Group 179"/>
          <p:cNvGrpSpPr/>
          <p:nvPr/>
        </p:nvGrpSpPr>
        <p:grpSpPr bwMode="auto">
          <a:xfrm>
            <a:off x="2013033" y="2969787"/>
            <a:ext cx="143901" cy="143901"/>
            <a:chOff x="0" y="0"/>
            <a:chExt cx="812799" cy="812799"/>
          </a:xfrm>
        </p:grpSpPr>
        <p:sp>
          <p:nvSpPr>
            <p:cNvPr id="1523484399" name="Freeform 1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8086622" name="TextBox 1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81058296" name="Group 182"/>
          <p:cNvGrpSpPr/>
          <p:nvPr/>
        </p:nvGrpSpPr>
        <p:grpSpPr bwMode="auto">
          <a:xfrm>
            <a:off x="2205657" y="2969787"/>
            <a:ext cx="143901" cy="143901"/>
            <a:chOff x="0" y="0"/>
            <a:chExt cx="812799" cy="812799"/>
          </a:xfrm>
        </p:grpSpPr>
        <p:sp>
          <p:nvSpPr>
            <p:cNvPr id="1609550739" name="Freeform 1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9851326" name="TextBox 1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09978268" name="Group 185"/>
          <p:cNvGrpSpPr/>
          <p:nvPr/>
        </p:nvGrpSpPr>
        <p:grpSpPr bwMode="auto">
          <a:xfrm>
            <a:off x="2398279" y="2969787"/>
            <a:ext cx="143901" cy="143901"/>
            <a:chOff x="0" y="0"/>
            <a:chExt cx="812799" cy="812799"/>
          </a:xfrm>
        </p:grpSpPr>
        <p:sp>
          <p:nvSpPr>
            <p:cNvPr id="2047360331" name="Freeform 1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33762625" name="TextBox 1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88482264" name="Group 188"/>
          <p:cNvGrpSpPr/>
          <p:nvPr/>
        </p:nvGrpSpPr>
        <p:grpSpPr bwMode="auto">
          <a:xfrm>
            <a:off x="2589808" y="2969787"/>
            <a:ext cx="143901" cy="143901"/>
            <a:chOff x="0" y="0"/>
            <a:chExt cx="812799" cy="812799"/>
          </a:xfrm>
        </p:grpSpPr>
        <p:sp>
          <p:nvSpPr>
            <p:cNvPr id="1379053157" name="Freeform 1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249452" name="TextBox 1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40932612" name="Group 191"/>
          <p:cNvGrpSpPr/>
          <p:nvPr/>
        </p:nvGrpSpPr>
        <p:grpSpPr bwMode="auto">
          <a:xfrm>
            <a:off x="2782433" y="2969787"/>
            <a:ext cx="143901" cy="143901"/>
            <a:chOff x="0" y="0"/>
            <a:chExt cx="812799" cy="812799"/>
          </a:xfrm>
        </p:grpSpPr>
        <p:sp>
          <p:nvSpPr>
            <p:cNvPr id="615583741" name="Freeform 1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2457171" name="TextBox 1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583891" name="Group 194"/>
          <p:cNvGrpSpPr/>
          <p:nvPr/>
        </p:nvGrpSpPr>
        <p:grpSpPr bwMode="auto">
          <a:xfrm>
            <a:off x="2975058" y="2969787"/>
            <a:ext cx="143901" cy="143901"/>
            <a:chOff x="0" y="0"/>
            <a:chExt cx="812799" cy="812799"/>
          </a:xfrm>
        </p:grpSpPr>
        <p:sp>
          <p:nvSpPr>
            <p:cNvPr id="732328400" name="Freeform 1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00935381" name="TextBox 1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8834025" name="Group 197"/>
          <p:cNvGrpSpPr/>
          <p:nvPr/>
        </p:nvGrpSpPr>
        <p:grpSpPr bwMode="auto">
          <a:xfrm>
            <a:off x="859482" y="2969787"/>
            <a:ext cx="143901" cy="143901"/>
            <a:chOff x="0" y="0"/>
            <a:chExt cx="812799" cy="812799"/>
          </a:xfrm>
        </p:grpSpPr>
        <p:sp>
          <p:nvSpPr>
            <p:cNvPr id="1878170481" name="Freeform 1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8416953" name="TextBox 1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30765720" name="Group 200"/>
          <p:cNvGrpSpPr/>
          <p:nvPr/>
        </p:nvGrpSpPr>
        <p:grpSpPr bwMode="auto">
          <a:xfrm>
            <a:off x="1052103" y="2969787"/>
            <a:ext cx="143901" cy="143901"/>
            <a:chOff x="0" y="0"/>
            <a:chExt cx="812799" cy="812799"/>
          </a:xfrm>
        </p:grpSpPr>
        <p:sp>
          <p:nvSpPr>
            <p:cNvPr id="1025484371" name="Freeform 2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3831114" name="TextBox 2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86324651" name="Group 203"/>
          <p:cNvGrpSpPr/>
          <p:nvPr/>
        </p:nvGrpSpPr>
        <p:grpSpPr bwMode="auto">
          <a:xfrm>
            <a:off x="1244730" y="2969787"/>
            <a:ext cx="143901" cy="143901"/>
            <a:chOff x="0" y="0"/>
            <a:chExt cx="812799" cy="812799"/>
          </a:xfrm>
        </p:grpSpPr>
        <p:sp>
          <p:nvSpPr>
            <p:cNvPr id="1880330759" name="Freeform 2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22458954" name="TextBox 2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3654255" name="Group 206"/>
          <p:cNvGrpSpPr/>
          <p:nvPr/>
        </p:nvGrpSpPr>
        <p:grpSpPr bwMode="auto">
          <a:xfrm>
            <a:off x="1436256" y="3159260"/>
            <a:ext cx="143901" cy="143901"/>
            <a:chOff x="0" y="0"/>
            <a:chExt cx="812799" cy="812799"/>
          </a:xfrm>
        </p:grpSpPr>
        <p:sp>
          <p:nvSpPr>
            <p:cNvPr id="1858490318" name="Freeform 2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66802654" name="TextBox 2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52246917" name="Group 209"/>
          <p:cNvGrpSpPr/>
          <p:nvPr/>
        </p:nvGrpSpPr>
        <p:grpSpPr bwMode="auto">
          <a:xfrm>
            <a:off x="1628879" y="3159260"/>
            <a:ext cx="143901" cy="143901"/>
            <a:chOff x="0" y="0"/>
            <a:chExt cx="812799" cy="812799"/>
          </a:xfrm>
        </p:grpSpPr>
        <p:sp>
          <p:nvSpPr>
            <p:cNvPr id="926084218" name="Freeform 2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8097886" name="TextBox 2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91227901" name="Group 212"/>
          <p:cNvGrpSpPr/>
          <p:nvPr/>
        </p:nvGrpSpPr>
        <p:grpSpPr bwMode="auto">
          <a:xfrm>
            <a:off x="1821504" y="3159260"/>
            <a:ext cx="143901" cy="143901"/>
            <a:chOff x="0" y="0"/>
            <a:chExt cx="812799" cy="812799"/>
          </a:xfrm>
        </p:grpSpPr>
        <p:sp>
          <p:nvSpPr>
            <p:cNvPr id="693156886" name="Freeform 2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67397968" name="TextBox 2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29415821" name="Group 215"/>
          <p:cNvGrpSpPr/>
          <p:nvPr/>
        </p:nvGrpSpPr>
        <p:grpSpPr bwMode="auto">
          <a:xfrm>
            <a:off x="2013033" y="3159260"/>
            <a:ext cx="143901" cy="143901"/>
            <a:chOff x="0" y="0"/>
            <a:chExt cx="812799" cy="812799"/>
          </a:xfrm>
        </p:grpSpPr>
        <p:sp>
          <p:nvSpPr>
            <p:cNvPr id="684633891" name="Freeform 2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44830234" name="TextBox 2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02544135" name="Group 218"/>
          <p:cNvGrpSpPr/>
          <p:nvPr/>
        </p:nvGrpSpPr>
        <p:grpSpPr bwMode="auto">
          <a:xfrm>
            <a:off x="2205657" y="3159260"/>
            <a:ext cx="143901" cy="143901"/>
            <a:chOff x="0" y="0"/>
            <a:chExt cx="812799" cy="812799"/>
          </a:xfrm>
        </p:grpSpPr>
        <p:sp>
          <p:nvSpPr>
            <p:cNvPr id="1161992330" name="Freeform 2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62247620" name="TextBox 2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5398375" name="Group 221"/>
          <p:cNvGrpSpPr/>
          <p:nvPr/>
        </p:nvGrpSpPr>
        <p:grpSpPr bwMode="auto">
          <a:xfrm>
            <a:off x="2398279" y="3159260"/>
            <a:ext cx="143901" cy="143901"/>
            <a:chOff x="0" y="0"/>
            <a:chExt cx="812799" cy="812799"/>
          </a:xfrm>
        </p:grpSpPr>
        <p:sp>
          <p:nvSpPr>
            <p:cNvPr id="1793678542" name="Freeform 2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35427034" name="TextBox 2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43305397" name="Group 224"/>
          <p:cNvGrpSpPr/>
          <p:nvPr/>
        </p:nvGrpSpPr>
        <p:grpSpPr bwMode="auto">
          <a:xfrm>
            <a:off x="2589808" y="3159260"/>
            <a:ext cx="143901" cy="143901"/>
            <a:chOff x="0" y="0"/>
            <a:chExt cx="812799" cy="812799"/>
          </a:xfrm>
        </p:grpSpPr>
        <p:sp>
          <p:nvSpPr>
            <p:cNvPr id="1686185535" name="Freeform 2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31278826" name="TextBox 2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472767" name="Group 227"/>
          <p:cNvGrpSpPr/>
          <p:nvPr/>
        </p:nvGrpSpPr>
        <p:grpSpPr bwMode="auto">
          <a:xfrm>
            <a:off x="2782433" y="3159260"/>
            <a:ext cx="143901" cy="143901"/>
            <a:chOff x="0" y="0"/>
            <a:chExt cx="812799" cy="812799"/>
          </a:xfrm>
        </p:grpSpPr>
        <p:sp>
          <p:nvSpPr>
            <p:cNvPr id="230421260" name="Freeform 2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27934167" name="TextBox 2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00182767" name="Group 230"/>
          <p:cNvGrpSpPr/>
          <p:nvPr/>
        </p:nvGrpSpPr>
        <p:grpSpPr bwMode="auto">
          <a:xfrm>
            <a:off x="2975058" y="3159260"/>
            <a:ext cx="143901" cy="143901"/>
            <a:chOff x="0" y="0"/>
            <a:chExt cx="812799" cy="812799"/>
          </a:xfrm>
        </p:grpSpPr>
        <p:sp>
          <p:nvSpPr>
            <p:cNvPr id="653957318" name="Freeform 2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5577266" name="TextBox 2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31353359" name="Group 233"/>
          <p:cNvGrpSpPr/>
          <p:nvPr/>
        </p:nvGrpSpPr>
        <p:grpSpPr bwMode="auto">
          <a:xfrm>
            <a:off x="859482" y="3159260"/>
            <a:ext cx="143901" cy="143901"/>
            <a:chOff x="0" y="0"/>
            <a:chExt cx="812799" cy="812799"/>
          </a:xfrm>
        </p:grpSpPr>
        <p:sp>
          <p:nvSpPr>
            <p:cNvPr id="1429522475" name="Freeform 2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13317849" name="TextBox 2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76995632" name="Group 236"/>
          <p:cNvGrpSpPr/>
          <p:nvPr/>
        </p:nvGrpSpPr>
        <p:grpSpPr bwMode="auto">
          <a:xfrm>
            <a:off x="1052103" y="3159260"/>
            <a:ext cx="143901" cy="143901"/>
            <a:chOff x="0" y="0"/>
            <a:chExt cx="812799" cy="812799"/>
          </a:xfrm>
        </p:grpSpPr>
        <p:sp>
          <p:nvSpPr>
            <p:cNvPr id="1033709530" name="Freeform 2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6314423" name="TextBox 2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6110876" name="Group 239"/>
          <p:cNvGrpSpPr/>
          <p:nvPr/>
        </p:nvGrpSpPr>
        <p:grpSpPr bwMode="auto">
          <a:xfrm>
            <a:off x="1244730" y="3159260"/>
            <a:ext cx="143901" cy="143901"/>
            <a:chOff x="0" y="0"/>
            <a:chExt cx="812799" cy="812799"/>
          </a:xfrm>
        </p:grpSpPr>
        <p:sp>
          <p:nvSpPr>
            <p:cNvPr id="176820778" name="Freeform 2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183687" name="TextBox 2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20500807" name="Group 242"/>
          <p:cNvGrpSpPr/>
          <p:nvPr/>
        </p:nvGrpSpPr>
        <p:grpSpPr bwMode="auto">
          <a:xfrm>
            <a:off x="1436256" y="3352577"/>
            <a:ext cx="143901" cy="143901"/>
            <a:chOff x="0" y="0"/>
            <a:chExt cx="812799" cy="812799"/>
          </a:xfrm>
        </p:grpSpPr>
        <p:sp>
          <p:nvSpPr>
            <p:cNvPr id="1162788882" name="Freeform 2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2128926" name="TextBox 2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6085207" name="Group 245"/>
          <p:cNvGrpSpPr/>
          <p:nvPr/>
        </p:nvGrpSpPr>
        <p:grpSpPr bwMode="auto">
          <a:xfrm>
            <a:off x="1628879" y="3352577"/>
            <a:ext cx="143901" cy="143901"/>
            <a:chOff x="0" y="0"/>
            <a:chExt cx="812799" cy="812799"/>
          </a:xfrm>
        </p:grpSpPr>
        <p:sp>
          <p:nvSpPr>
            <p:cNvPr id="1114712598" name="Freeform 2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40114217" name="TextBox 2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29264283" name="Group 248"/>
          <p:cNvGrpSpPr/>
          <p:nvPr/>
        </p:nvGrpSpPr>
        <p:grpSpPr bwMode="auto">
          <a:xfrm>
            <a:off x="1821504" y="3352577"/>
            <a:ext cx="143901" cy="143901"/>
            <a:chOff x="0" y="0"/>
            <a:chExt cx="812799" cy="812799"/>
          </a:xfrm>
        </p:grpSpPr>
        <p:sp>
          <p:nvSpPr>
            <p:cNvPr id="1657904513" name="Freeform 2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72138591" name="TextBox 2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58501240" name="Group 251"/>
          <p:cNvGrpSpPr/>
          <p:nvPr/>
        </p:nvGrpSpPr>
        <p:grpSpPr bwMode="auto">
          <a:xfrm>
            <a:off x="2013033" y="3352577"/>
            <a:ext cx="143901" cy="143901"/>
            <a:chOff x="0" y="0"/>
            <a:chExt cx="812799" cy="812799"/>
          </a:xfrm>
        </p:grpSpPr>
        <p:sp>
          <p:nvSpPr>
            <p:cNvPr id="1990309015" name="Freeform 2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43994906" name="TextBox 2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2588953" name="Group 254"/>
          <p:cNvGrpSpPr/>
          <p:nvPr/>
        </p:nvGrpSpPr>
        <p:grpSpPr bwMode="auto">
          <a:xfrm>
            <a:off x="2205657" y="3352577"/>
            <a:ext cx="143901" cy="143901"/>
            <a:chOff x="0" y="0"/>
            <a:chExt cx="812799" cy="812799"/>
          </a:xfrm>
        </p:grpSpPr>
        <p:sp>
          <p:nvSpPr>
            <p:cNvPr id="938411269" name="Freeform 2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825074" name="TextBox 2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45741603" name="Group 257"/>
          <p:cNvGrpSpPr/>
          <p:nvPr/>
        </p:nvGrpSpPr>
        <p:grpSpPr bwMode="auto">
          <a:xfrm>
            <a:off x="2398279" y="3352577"/>
            <a:ext cx="143901" cy="143901"/>
            <a:chOff x="0" y="0"/>
            <a:chExt cx="812799" cy="812799"/>
          </a:xfrm>
        </p:grpSpPr>
        <p:sp>
          <p:nvSpPr>
            <p:cNvPr id="66445098" name="Freeform 2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89224486" name="TextBox 2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75392972" name="Group 260"/>
          <p:cNvGrpSpPr/>
          <p:nvPr/>
        </p:nvGrpSpPr>
        <p:grpSpPr bwMode="auto">
          <a:xfrm>
            <a:off x="2589808" y="3352577"/>
            <a:ext cx="143901" cy="143901"/>
            <a:chOff x="0" y="0"/>
            <a:chExt cx="812799" cy="812799"/>
          </a:xfrm>
        </p:grpSpPr>
        <p:sp>
          <p:nvSpPr>
            <p:cNvPr id="1529974406" name="Freeform 2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9925481" name="TextBox 2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80844298" name="Group 263"/>
          <p:cNvGrpSpPr/>
          <p:nvPr/>
        </p:nvGrpSpPr>
        <p:grpSpPr bwMode="auto">
          <a:xfrm>
            <a:off x="2782433" y="3352577"/>
            <a:ext cx="143901" cy="143901"/>
            <a:chOff x="0" y="0"/>
            <a:chExt cx="812799" cy="812799"/>
          </a:xfrm>
        </p:grpSpPr>
        <p:sp>
          <p:nvSpPr>
            <p:cNvPr id="647316112" name="Freeform 2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77788120" name="TextBox 2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21524781" name="Group 266"/>
          <p:cNvGrpSpPr/>
          <p:nvPr/>
        </p:nvGrpSpPr>
        <p:grpSpPr bwMode="auto">
          <a:xfrm>
            <a:off x="2975058" y="3352577"/>
            <a:ext cx="143901" cy="143901"/>
            <a:chOff x="0" y="0"/>
            <a:chExt cx="812799" cy="812799"/>
          </a:xfrm>
        </p:grpSpPr>
        <p:sp>
          <p:nvSpPr>
            <p:cNvPr id="536991552" name="Freeform 2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97196837" name="TextBox 2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972373" name="Group 269"/>
          <p:cNvGrpSpPr/>
          <p:nvPr/>
        </p:nvGrpSpPr>
        <p:grpSpPr bwMode="auto">
          <a:xfrm>
            <a:off x="859482" y="3352577"/>
            <a:ext cx="143901" cy="143901"/>
            <a:chOff x="0" y="0"/>
            <a:chExt cx="812799" cy="812799"/>
          </a:xfrm>
        </p:grpSpPr>
        <p:sp>
          <p:nvSpPr>
            <p:cNvPr id="809476814" name="Freeform 2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73219161" name="TextBox 2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1132924" name="Group 272"/>
          <p:cNvGrpSpPr/>
          <p:nvPr/>
        </p:nvGrpSpPr>
        <p:grpSpPr bwMode="auto">
          <a:xfrm>
            <a:off x="1052103" y="3352577"/>
            <a:ext cx="143901" cy="143901"/>
            <a:chOff x="0" y="0"/>
            <a:chExt cx="812799" cy="812799"/>
          </a:xfrm>
        </p:grpSpPr>
        <p:sp>
          <p:nvSpPr>
            <p:cNvPr id="686981230" name="Freeform 2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8902406" name="TextBox 2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86402160" name="Group 275"/>
          <p:cNvGrpSpPr/>
          <p:nvPr/>
        </p:nvGrpSpPr>
        <p:grpSpPr bwMode="auto">
          <a:xfrm>
            <a:off x="1244730" y="3352577"/>
            <a:ext cx="143901" cy="143901"/>
            <a:chOff x="0" y="0"/>
            <a:chExt cx="812799" cy="812799"/>
          </a:xfrm>
        </p:grpSpPr>
        <p:sp>
          <p:nvSpPr>
            <p:cNvPr id="1807572131" name="Freeform 2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36369672" name="TextBox 2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507473" name="Group 278"/>
          <p:cNvGrpSpPr/>
          <p:nvPr/>
        </p:nvGrpSpPr>
        <p:grpSpPr bwMode="auto">
          <a:xfrm>
            <a:off x="1436256" y="3542049"/>
            <a:ext cx="143901" cy="143901"/>
            <a:chOff x="0" y="0"/>
            <a:chExt cx="812799" cy="812799"/>
          </a:xfrm>
        </p:grpSpPr>
        <p:sp>
          <p:nvSpPr>
            <p:cNvPr id="1640486131" name="Freeform 2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00392858" name="TextBox 2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9993773" name="Group 281"/>
          <p:cNvGrpSpPr/>
          <p:nvPr/>
        </p:nvGrpSpPr>
        <p:grpSpPr bwMode="auto">
          <a:xfrm>
            <a:off x="1628879" y="3542049"/>
            <a:ext cx="143901" cy="143901"/>
            <a:chOff x="0" y="0"/>
            <a:chExt cx="812799" cy="812799"/>
          </a:xfrm>
        </p:grpSpPr>
        <p:sp>
          <p:nvSpPr>
            <p:cNvPr id="1500089123" name="Freeform 2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2983809" name="TextBox 2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0257455" name="Group 284"/>
          <p:cNvGrpSpPr/>
          <p:nvPr/>
        </p:nvGrpSpPr>
        <p:grpSpPr bwMode="auto">
          <a:xfrm>
            <a:off x="1821504" y="3542049"/>
            <a:ext cx="143901" cy="143901"/>
            <a:chOff x="0" y="0"/>
            <a:chExt cx="812799" cy="812799"/>
          </a:xfrm>
        </p:grpSpPr>
        <p:sp>
          <p:nvSpPr>
            <p:cNvPr id="568979212" name="Freeform 2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1564081" name="TextBox 2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65846965" name="Group 287"/>
          <p:cNvGrpSpPr/>
          <p:nvPr/>
        </p:nvGrpSpPr>
        <p:grpSpPr bwMode="auto">
          <a:xfrm>
            <a:off x="2013033" y="3542049"/>
            <a:ext cx="143901" cy="143901"/>
            <a:chOff x="0" y="0"/>
            <a:chExt cx="812799" cy="812799"/>
          </a:xfrm>
        </p:grpSpPr>
        <p:sp>
          <p:nvSpPr>
            <p:cNvPr id="64643392" name="Freeform 2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7768872" name="TextBox 2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401260" name="Group 290"/>
          <p:cNvGrpSpPr/>
          <p:nvPr/>
        </p:nvGrpSpPr>
        <p:grpSpPr bwMode="auto">
          <a:xfrm>
            <a:off x="2205657" y="3542049"/>
            <a:ext cx="143901" cy="143901"/>
            <a:chOff x="0" y="0"/>
            <a:chExt cx="812799" cy="812799"/>
          </a:xfrm>
        </p:grpSpPr>
        <p:sp>
          <p:nvSpPr>
            <p:cNvPr id="1604890901" name="Freeform 2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60380345" name="TextBox 2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5572562" name="Group 293"/>
          <p:cNvGrpSpPr/>
          <p:nvPr/>
        </p:nvGrpSpPr>
        <p:grpSpPr bwMode="auto">
          <a:xfrm>
            <a:off x="2398279" y="3542049"/>
            <a:ext cx="143901" cy="143901"/>
            <a:chOff x="0" y="0"/>
            <a:chExt cx="812799" cy="812799"/>
          </a:xfrm>
        </p:grpSpPr>
        <p:sp>
          <p:nvSpPr>
            <p:cNvPr id="1705658583" name="Freeform 2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30226093" name="TextBox 2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64309105" name="Group 296"/>
          <p:cNvGrpSpPr/>
          <p:nvPr/>
        </p:nvGrpSpPr>
        <p:grpSpPr bwMode="auto">
          <a:xfrm>
            <a:off x="2589808" y="3542049"/>
            <a:ext cx="143901" cy="143901"/>
            <a:chOff x="0" y="0"/>
            <a:chExt cx="812799" cy="812799"/>
          </a:xfrm>
        </p:grpSpPr>
        <p:sp>
          <p:nvSpPr>
            <p:cNvPr id="2035349359" name="Freeform 2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4950235" name="TextBox 2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4057444" name="Group 299"/>
          <p:cNvGrpSpPr/>
          <p:nvPr/>
        </p:nvGrpSpPr>
        <p:grpSpPr bwMode="auto">
          <a:xfrm>
            <a:off x="2782433" y="3542049"/>
            <a:ext cx="143901" cy="143901"/>
            <a:chOff x="0" y="0"/>
            <a:chExt cx="812799" cy="812799"/>
          </a:xfrm>
        </p:grpSpPr>
        <p:sp>
          <p:nvSpPr>
            <p:cNvPr id="2121753212" name="Freeform 3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31903042" name="TextBox 3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0251227" name="Group 302"/>
          <p:cNvGrpSpPr/>
          <p:nvPr/>
        </p:nvGrpSpPr>
        <p:grpSpPr bwMode="auto">
          <a:xfrm>
            <a:off x="2975058" y="3542049"/>
            <a:ext cx="143901" cy="143901"/>
            <a:chOff x="0" y="0"/>
            <a:chExt cx="812799" cy="812799"/>
          </a:xfrm>
        </p:grpSpPr>
        <p:sp>
          <p:nvSpPr>
            <p:cNvPr id="1062735584" name="Freeform 3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69699117" name="TextBox 3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17541386" name="Group 305"/>
          <p:cNvGrpSpPr/>
          <p:nvPr/>
        </p:nvGrpSpPr>
        <p:grpSpPr bwMode="auto">
          <a:xfrm>
            <a:off x="859482" y="3542049"/>
            <a:ext cx="143901" cy="143901"/>
            <a:chOff x="0" y="0"/>
            <a:chExt cx="812799" cy="812799"/>
          </a:xfrm>
        </p:grpSpPr>
        <p:sp>
          <p:nvSpPr>
            <p:cNvPr id="1666173226" name="Freeform 3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44938492" name="TextBox 3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8497633" name="Group 308"/>
          <p:cNvGrpSpPr/>
          <p:nvPr/>
        </p:nvGrpSpPr>
        <p:grpSpPr bwMode="auto">
          <a:xfrm>
            <a:off x="1052103" y="3542049"/>
            <a:ext cx="143901" cy="143901"/>
            <a:chOff x="0" y="0"/>
            <a:chExt cx="812799" cy="812799"/>
          </a:xfrm>
        </p:grpSpPr>
        <p:sp>
          <p:nvSpPr>
            <p:cNvPr id="1296590691" name="Freeform 3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38808212" name="TextBox 3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51688179" name="Group 311"/>
          <p:cNvGrpSpPr/>
          <p:nvPr/>
        </p:nvGrpSpPr>
        <p:grpSpPr bwMode="auto">
          <a:xfrm>
            <a:off x="1244730" y="3542049"/>
            <a:ext cx="143901" cy="143901"/>
            <a:chOff x="0" y="0"/>
            <a:chExt cx="812799" cy="812799"/>
          </a:xfrm>
        </p:grpSpPr>
        <p:sp>
          <p:nvSpPr>
            <p:cNvPr id="235713065" name="Freeform 3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97219235" name="TextBox 3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72875685" name="Group 314"/>
          <p:cNvGrpSpPr/>
          <p:nvPr/>
        </p:nvGrpSpPr>
        <p:grpSpPr bwMode="auto">
          <a:xfrm>
            <a:off x="1436256" y="3733577"/>
            <a:ext cx="143901" cy="143901"/>
            <a:chOff x="0" y="0"/>
            <a:chExt cx="812799" cy="812799"/>
          </a:xfrm>
        </p:grpSpPr>
        <p:sp>
          <p:nvSpPr>
            <p:cNvPr id="146546559" name="Freeform 3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8397370" name="TextBox 3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8601578" name="Group 317"/>
          <p:cNvGrpSpPr/>
          <p:nvPr/>
        </p:nvGrpSpPr>
        <p:grpSpPr bwMode="auto">
          <a:xfrm>
            <a:off x="1628879" y="3733577"/>
            <a:ext cx="143901" cy="143901"/>
            <a:chOff x="0" y="0"/>
            <a:chExt cx="812799" cy="812799"/>
          </a:xfrm>
        </p:grpSpPr>
        <p:sp>
          <p:nvSpPr>
            <p:cNvPr id="1188590143" name="Freeform 3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98851783" name="TextBox 3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39553382" name="Group 320"/>
          <p:cNvGrpSpPr/>
          <p:nvPr/>
        </p:nvGrpSpPr>
        <p:grpSpPr bwMode="auto">
          <a:xfrm>
            <a:off x="1821504" y="3733577"/>
            <a:ext cx="143901" cy="143901"/>
            <a:chOff x="0" y="0"/>
            <a:chExt cx="812799" cy="812799"/>
          </a:xfrm>
        </p:grpSpPr>
        <p:sp>
          <p:nvSpPr>
            <p:cNvPr id="1623939672" name="Freeform 3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7556723" name="TextBox 3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90838991" name="Group 323"/>
          <p:cNvGrpSpPr/>
          <p:nvPr/>
        </p:nvGrpSpPr>
        <p:grpSpPr bwMode="auto">
          <a:xfrm>
            <a:off x="2013033" y="3733577"/>
            <a:ext cx="143901" cy="143901"/>
            <a:chOff x="0" y="0"/>
            <a:chExt cx="812799" cy="812799"/>
          </a:xfrm>
        </p:grpSpPr>
        <p:sp>
          <p:nvSpPr>
            <p:cNvPr id="1428621512" name="Freeform 3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0280807" name="TextBox 3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7861196" name="Group 326"/>
          <p:cNvGrpSpPr/>
          <p:nvPr/>
        </p:nvGrpSpPr>
        <p:grpSpPr bwMode="auto">
          <a:xfrm>
            <a:off x="2205657" y="3733577"/>
            <a:ext cx="143901" cy="143901"/>
            <a:chOff x="0" y="0"/>
            <a:chExt cx="812799" cy="812799"/>
          </a:xfrm>
        </p:grpSpPr>
        <p:sp>
          <p:nvSpPr>
            <p:cNvPr id="463444692" name="Freeform 3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35424042" name="TextBox 3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46224856" name="Group 329"/>
          <p:cNvGrpSpPr/>
          <p:nvPr/>
        </p:nvGrpSpPr>
        <p:grpSpPr bwMode="auto">
          <a:xfrm>
            <a:off x="2398279" y="3733577"/>
            <a:ext cx="143901" cy="143901"/>
            <a:chOff x="0" y="0"/>
            <a:chExt cx="812799" cy="812799"/>
          </a:xfrm>
        </p:grpSpPr>
        <p:sp>
          <p:nvSpPr>
            <p:cNvPr id="2028728684" name="Freeform 3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55144121" name="TextBox 3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94355773" name="Group 332"/>
          <p:cNvGrpSpPr/>
          <p:nvPr/>
        </p:nvGrpSpPr>
        <p:grpSpPr bwMode="auto">
          <a:xfrm>
            <a:off x="2589808" y="3733577"/>
            <a:ext cx="143901" cy="143901"/>
            <a:chOff x="0" y="0"/>
            <a:chExt cx="812799" cy="812799"/>
          </a:xfrm>
        </p:grpSpPr>
        <p:sp>
          <p:nvSpPr>
            <p:cNvPr id="775795432" name="Freeform 3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38143767" name="TextBox 3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90240754" name="Group 335"/>
          <p:cNvGrpSpPr/>
          <p:nvPr/>
        </p:nvGrpSpPr>
        <p:grpSpPr bwMode="auto">
          <a:xfrm>
            <a:off x="2782433" y="3733577"/>
            <a:ext cx="143901" cy="143901"/>
            <a:chOff x="0" y="0"/>
            <a:chExt cx="812799" cy="812799"/>
          </a:xfrm>
        </p:grpSpPr>
        <p:sp>
          <p:nvSpPr>
            <p:cNvPr id="658229181" name="Freeform 3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36067169" name="TextBox 3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76191885" name="Group 338"/>
          <p:cNvGrpSpPr/>
          <p:nvPr/>
        </p:nvGrpSpPr>
        <p:grpSpPr bwMode="auto">
          <a:xfrm>
            <a:off x="2975058" y="3733577"/>
            <a:ext cx="143901" cy="143901"/>
            <a:chOff x="0" y="0"/>
            <a:chExt cx="812799" cy="812799"/>
          </a:xfrm>
        </p:grpSpPr>
        <p:sp>
          <p:nvSpPr>
            <p:cNvPr id="1584470620" name="Freeform 3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87324251" name="TextBox 3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66826241" name="Group 341"/>
          <p:cNvGrpSpPr/>
          <p:nvPr/>
        </p:nvGrpSpPr>
        <p:grpSpPr bwMode="auto">
          <a:xfrm>
            <a:off x="859482" y="3733577"/>
            <a:ext cx="143901" cy="143901"/>
            <a:chOff x="0" y="0"/>
            <a:chExt cx="812799" cy="812799"/>
          </a:xfrm>
        </p:grpSpPr>
        <p:sp>
          <p:nvSpPr>
            <p:cNvPr id="1387186460" name="Freeform 3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3083561" name="TextBox 3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40153910" name="Group 344"/>
          <p:cNvGrpSpPr/>
          <p:nvPr/>
        </p:nvGrpSpPr>
        <p:grpSpPr bwMode="auto">
          <a:xfrm>
            <a:off x="1052103" y="3733577"/>
            <a:ext cx="143901" cy="143901"/>
            <a:chOff x="0" y="0"/>
            <a:chExt cx="812799" cy="812799"/>
          </a:xfrm>
        </p:grpSpPr>
        <p:sp>
          <p:nvSpPr>
            <p:cNvPr id="540070255" name="Freeform 3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30837597" name="TextBox 3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26998422" name="Group 347"/>
          <p:cNvGrpSpPr/>
          <p:nvPr/>
        </p:nvGrpSpPr>
        <p:grpSpPr bwMode="auto">
          <a:xfrm>
            <a:off x="1244730" y="3733577"/>
            <a:ext cx="143901" cy="143901"/>
            <a:chOff x="0" y="0"/>
            <a:chExt cx="812799" cy="812799"/>
          </a:xfrm>
        </p:grpSpPr>
        <p:sp>
          <p:nvSpPr>
            <p:cNvPr id="1125234738" name="Freeform 3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32715422" name="TextBox 3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35986416" name="Group 350"/>
          <p:cNvGrpSpPr/>
          <p:nvPr/>
        </p:nvGrpSpPr>
        <p:grpSpPr bwMode="auto">
          <a:xfrm>
            <a:off x="1436256" y="3923049"/>
            <a:ext cx="143901" cy="143901"/>
            <a:chOff x="0" y="0"/>
            <a:chExt cx="812799" cy="812799"/>
          </a:xfrm>
        </p:grpSpPr>
        <p:sp>
          <p:nvSpPr>
            <p:cNvPr id="1772500753" name="Freeform 3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7487871" name="TextBox 3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99741359" name="Group 353"/>
          <p:cNvGrpSpPr/>
          <p:nvPr/>
        </p:nvGrpSpPr>
        <p:grpSpPr bwMode="auto">
          <a:xfrm>
            <a:off x="1628879" y="3923049"/>
            <a:ext cx="143901" cy="143901"/>
            <a:chOff x="0" y="0"/>
            <a:chExt cx="812799" cy="812799"/>
          </a:xfrm>
        </p:grpSpPr>
        <p:sp>
          <p:nvSpPr>
            <p:cNvPr id="1121879303" name="Freeform 3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90664913" name="TextBox 3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62897922" name="Group 356"/>
          <p:cNvGrpSpPr/>
          <p:nvPr/>
        </p:nvGrpSpPr>
        <p:grpSpPr bwMode="auto">
          <a:xfrm>
            <a:off x="1821504" y="3923049"/>
            <a:ext cx="143901" cy="143901"/>
            <a:chOff x="0" y="0"/>
            <a:chExt cx="812799" cy="812799"/>
          </a:xfrm>
        </p:grpSpPr>
        <p:sp>
          <p:nvSpPr>
            <p:cNvPr id="726422062" name="Freeform 3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02598693" name="TextBox 3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0424341" name="Group 359"/>
          <p:cNvGrpSpPr/>
          <p:nvPr/>
        </p:nvGrpSpPr>
        <p:grpSpPr bwMode="auto">
          <a:xfrm>
            <a:off x="2013033" y="3923049"/>
            <a:ext cx="143901" cy="143901"/>
            <a:chOff x="0" y="0"/>
            <a:chExt cx="812799" cy="812799"/>
          </a:xfrm>
        </p:grpSpPr>
        <p:sp>
          <p:nvSpPr>
            <p:cNvPr id="3443601" name="Freeform 3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87569604" name="TextBox 3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03676027" name="Group 362"/>
          <p:cNvGrpSpPr/>
          <p:nvPr/>
        </p:nvGrpSpPr>
        <p:grpSpPr bwMode="auto">
          <a:xfrm>
            <a:off x="2205657" y="3923049"/>
            <a:ext cx="143901" cy="143901"/>
            <a:chOff x="0" y="0"/>
            <a:chExt cx="812799" cy="812799"/>
          </a:xfrm>
        </p:grpSpPr>
        <p:sp>
          <p:nvSpPr>
            <p:cNvPr id="1644635627" name="Freeform 3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14665672" name="TextBox 3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2583829" name="Group 365"/>
          <p:cNvGrpSpPr/>
          <p:nvPr/>
        </p:nvGrpSpPr>
        <p:grpSpPr bwMode="auto">
          <a:xfrm>
            <a:off x="2398279" y="3923049"/>
            <a:ext cx="143901" cy="143901"/>
            <a:chOff x="0" y="0"/>
            <a:chExt cx="812799" cy="812799"/>
          </a:xfrm>
        </p:grpSpPr>
        <p:sp>
          <p:nvSpPr>
            <p:cNvPr id="733112990" name="Freeform 3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0738609" name="TextBox 3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85377380" name="Group 368"/>
          <p:cNvGrpSpPr/>
          <p:nvPr/>
        </p:nvGrpSpPr>
        <p:grpSpPr bwMode="auto">
          <a:xfrm>
            <a:off x="2589808" y="3923049"/>
            <a:ext cx="143901" cy="143901"/>
            <a:chOff x="0" y="0"/>
            <a:chExt cx="812799" cy="812799"/>
          </a:xfrm>
        </p:grpSpPr>
        <p:sp>
          <p:nvSpPr>
            <p:cNvPr id="302236041" name="Freeform 3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1204739" name="TextBox 3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12267715" name="Group 371"/>
          <p:cNvGrpSpPr/>
          <p:nvPr/>
        </p:nvGrpSpPr>
        <p:grpSpPr bwMode="auto">
          <a:xfrm>
            <a:off x="2782433" y="3923049"/>
            <a:ext cx="143901" cy="143901"/>
            <a:chOff x="0" y="0"/>
            <a:chExt cx="812799" cy="812799"/>
          </a:xfrm>
        </p:grpSpPr>
        <p:sp>
          <p:nvSpPr>
            <p:cNvPr id="176853274" name="Freeform 3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82199350" name="TextBox 3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4269351" name="Group 374"/>
          <p:cNvGrpSpPr/>
          <p:nvPr/>
        </p:nvGrpSpPr>
        <p:grpSpPr bwMode="auto">
          <a:xfrm>
            <a:off x="2975058" y="3923049"/>
            <a:ext cx="143901" cy="143901"/>
            <a:chOff x="0" y="0"/>
            <a:chExt cx="812799" cy="812799"/>
          </a:xfrm>
        </p:grpSpPr>
        <p:sp>
          <p:nvSpPr>
            <p:cNvPr id="1265238346" name="Freeform 3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70578085" name="TextBox 3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01263910" name="Group 377"/>
          <p:cNvGrpSpPr/>
          <p:nvPr/>
        </p:nvGrpSpPr>
        <p:grpSpPr bwMode="auto">
          <a:xfrm>
            <a:off x="859482" y="3923049"/>
            <a:ext cx="143901" cy="143901"/>
            <a:chOff x="0" y="0"/>
            <a:chExt cx="812799" cy="812799"/>
          </a:xfrm>
        </p:grpSpPr>
        <p:sp>
          <p:nvSpPr>
            <p:cNvPr id="1944286586" name="Freeform 3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19902072" name="TextBox 3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4166231" name="Group 380"/>
          <p:cNvGrpSpPr/>
          <p:nvPr/>
        </p:nvGrpSpPr>
        <p:grpSpPr bwMode="auto">
          <a:xfrm>
            <a:off x="1052103" y="3923049"/>
            <a:ext cx="143901" cy="143901"/>
            <a:chOff x="0" y="0"/>
            <a:chExt cx="812799" cy="812799"/>
          </a:xfrm>
        </p:grpSpPr>
        <p:sp>
          <p:nvSpPr>
            <p:cNvPr id="1378566590" name="Freeform 3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43660631" name="TextBox 3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8238174" name="Group 383"/>
          <p:cNvGrpSpPr/>
          <p:nvPr/>
        </p:nvGrpSpPr>
        <p:grpSpPr bwMode="auto">
          <a:xfrm>
            <a:off x="1244730" y="3923049"/>
            <a:ext cx="143901" cy="143901"/>
            <a:chOff x="0" y="0"/>
            <a:chExt cx="812799" cy="812799"/>
          </a:xfrm>
        </p:grpSpPr>
        <p:sp>
          <p:nvSpPr>
            <p:cNvPr id="1357897785" name="Freeform 3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05881530" name="TextBox 3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47022174" name="Group 386"/>
          <p:cNvGrpSpPr/>
          <p:nvPr/>
        </p:nvGrpSpPr>
        <p:grpSpPr bwMode="auto">
          <a:xfrm>
            <a:off x="1436256" y="4114577"/>
            <a:ext cx="143901" cy="143901"/>
            <a:chOff x="0" y="0"/>
            <a:chExt cx="812799" cy="812799"/>
          </a:xfrm>
        </p:grpSpPr>
        <p:sp>
          <p:nvSpPr>
            <p:cNvPr id="1709708783" name="Freeform 3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81993742" name="TextBox 3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97791726" name="Group 389"/>
          <p:cNvGrpSpPr/>
          <p:nvPr/>
        </p:nvGrpSpPr>
        <p:grpSpPr bwMode="auto">
          <a:xfrm>
            <a:off x="1628879" y="4114577"/>
            <a:ext cx="143901" cy="143901"/>
            <a:chOff x="0" y="0"/>
            <a:chExt cx="812799" cy="812799"/>
          </a:xfrm>
        </p:grpSpPr>
        <p:sp>
          <p:nvSpPr>
            <p:cNvPr id="1304660699" name="Freeform 3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1034384" name="TextBox 3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53945318" name="Group 392"/>
          <p:cNvGrpSpPr/>
          <p:nvPr/>
        </p:nvGrpSpPr>
        <p:grpSpPr bwMode="auto">
          <a:xfrm>
            <a:off x="1821504" y="4114577"/>
            <a:ext cx="143901" cy="143901"/>
            <a:chOff x="0" y="0"/>
            <a:chExt cx="812799" cy="812799"/>
          </a:xfrm>
        </p:grpSpPr>
        <p:sp>
          <p:nvSpPr>
            <p:cNvPr id="781684148" name="Freeform 3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58690471" name="TextBox 3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4704508" name="Group 395"/>
          <p:cNvGrpSpPr/>
          <p:nvPr/>
        </p:nvGrpSpPr>
        <p:grpSpPr bwMode="auto">
          <a:xfrm>
            <a:off x="2013033" y="4114577"/>
            <a:ext cx="143901" cy="143901"/>
            <a:chOff x="0" y="0"/>
            <a:chExt cx="812799" cy="812799"/>
          </a:xfrm>
        </p:grpSpPr>
        <p:sp>
          <p:nvSpPr>
            <p:cNvPr id="299997272" name="Freeform 3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20362629" name="TextBox 3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55349737" name="Group 398"/>
          <p:cNvGrpSpPr/>
          <p:nvPr/>
        </p:nvGrpSpPr>
        <p:grpSpPr bwMode="auto">
          <a:xfrm>
            <a:off x="2205657" y="4114577"/>
            <a:ext cx="143901" cy="143901"/>
            <a:chOff x="0" y="0"/>
            <a:chExt cx="812799" cy="812799"/>
          </a:xfrm>
        </p:grpSpPr>
        <p:sp>
          <p:nvSpPr>
            <p:cNvPr id="466345228" name="Freeform 3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67104872" name="TextBox 4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8635683" name="Group 401"/>
          <p:cNvGrpSpPr/>
          <p:nvPr/>
        </p:nvGrpSpPr>
        <p:grpSpPr bwMode="auto">
          <a:xfrm>
            <a:off x="2398279" y="4114577"/>
            <a:ext cx="143901" cy="143901"/>
            <a:chOff x="0" y="0"/>
            <a:chExt cx="812799" cy="812799"/>
          </a:xfrm>
        </p:grpSpPr>
        <p:sp>
          <p:nvSpPr>
            <p:cNvPr id="1475017909" name="Freeform 4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59270719" name="TextBox 4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47846533" name="Group 404"/>
          <p:cNvGrpSpPr/>
          <p:nvPr/>
        </p:nvGrpSpPr>
        <p:grpSpPr bwMode="auto">
          <a:xfrm>
            <a:off x="2589808" y="4114577"/>
            <a:ext cx="143901" cy="143901"/>
            <a:chOff x="0" y="0"/>
            <a:chExt cx="812799" cy="812799"/>
          </a:xfrm>
        </p:grpSpPr>
        <p:sp>
          <p:nvSpPr>
            <p:cNvPr id="1738238614" name="Freeform 4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3448489" name="TextBox 4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60240105" name="Group 407"/>
          <p:cNvGrpSpPr/>
          <p:nvPr/>
        </p:nvGrpSpPr>
        <p:grpSpPr bwMode="auto">
          <a:xfrm>
            <a:off x="2782433" y="4114577"/>
            <a:ext cx="143901" cy="143901"/>
            <a:chOff x="0" y="0"/>
            <a:chExt cx="812799" cy="812799"/>
          </a:xfrm>
        </p:grpSpPr>
        <p:sp>
          <p:nvSpPr>
            <p:cNvPr id="345841842" name="Freeform 4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25036520" name="TextBox 4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748016" name="Group 410"/>
          <p:cNvGrpSpPr/>
          <p:nvPr/>
        </p:nvGrpSpPr>
        <p:grpSpPr bwMode="auto">
          <a:xfrm>
            <a:off x="2975058" y="4114577"/>
            <a:ext cx="143901" cy="143901"/>
            <a:chOff x="0" y="0"/>
            <a:chExt cx="812799" cy="812799"/>
          </a:xfrm>
        </p:grpSpPr>
        <p:sp>
          <p:nvSpPr>
            <p:cNvPr id="316539177" name="Freeform 4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07848948" name="TextBox 4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34169436" name="Group 413"/>
          <p:cNvGrpSpPr/>
          <p:nvPr/>
        </p:nvGrpSpPr>
        <p:grpSpPr bwMode="auto">
          <a:xfrm>
            <a:off x="859482" y="4114577"/>
            <a:ext cx="143901" cy="143901"/>
            <a:chOff x="0" y="0"/>
            <a:chExt cx="812799" cy="812799"/>
          </a:xfrm>
        </p:grpSpPr>
        <p:sp>
          <p:nvSpPr>
            <p:cNvPr id="448420942" name="Freeform 4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39250689" name="TextBox 4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50240338" name="Group 416"/>
          <p:cNvGrpSpPr/>
          <p:nvPr/>
        </p:nvGrpSpPr>
        <p:grpSpPr bwMode="auto">
          <a:xfrm>
            <a:off x="1052103" y="4114577"/>
            <a:ext cx="143901" cy="143901"/>
            <a:chOff x="0" y="0"/>
            <a:chExt cx="812799" cy="812799"/>
          </a:xfrm>
        </p:grpSpPr>
        <p:sp>
          <p:nvSpPr>
            <p:cNvPr id="1527664861" name="Freeform 4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10657768" name="TextBox 4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8940044" name="Group 419"/>
          <p:cNvGrpSpPr/>
          <p:nvPr/>
        </p:nvGrpSpPr>
        <p:grpSpPr bwMode="auto">
          <a:xfrm>
            <a:off x="1244730" y="4114577"/>
            <a:ext cx="143901" cy="143901"/>
            <a:chOff x="0" y="0"/>
            <a:chExt cx="812799" cy="812799"/>
          </a:xfrm>
        </p:grpSpPr>
        <p:sp>
          <p:nvSpPr>
            <p:cNvPr id="518531036" name="Freeform 4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22805578" name="TextBox 4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2913705" name="Group 422"/>
          <p:cNvGrpSpPr/>
          <p:nvPr/>
        </p:nvGrpSpPr>
        <p:grpSpPr bwMode="auto">
          <a:xfrm>
            <a:off x="1436256" y="4304050"/>
            <a:ext cx="143901" cy="143901"/>
            <a:chOff x="0" y="0"/>
            <a:chExt cx="812799" cy="812799"/>
          </a:xfrm>
        </p:grpSpPr>
        <p:sp>
          <p:nvSpPr>
            <p:cNvPr id="1458031356" name="Freeform 4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64303419" name="TextBox 4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02502657" name="Group 425"/>
          <p:cNvGrpSpPr/>
          <p:nvPr/>
        </p:nvGrpSpPr>
        <p:grpSpPr bwMode="auto">
          <a:xfrm>
            <a:off x="1628879" y="4304050"/>
            <a:ext cx="143901" cy="143901"/>
            <a:chOff x="0" y="0"/>
            <a:chExt cx="812799" cy="812799"/>
          </a:xfrm>
        </p:grpSpPr>
        <p:sp>
          <p:nvSpPr>
            <p:cNvPr id="183487920" name="Freeform 4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07636036" name="TextBox 4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04255620" name="Group 428"/>
          <p:cNvGrpSpPr/>
          <p:nvPr/>
        </p:nvGrpSpPr>
        <p:grpSpPr bwMode="auto">
          <a:xfrm>
            <a:off x="1821504" y="4304050"/>
            <a:ext cx="143901" cy="143901"/>
            <a:chOff x="0" y="0"/>
            <a:chExt cx="812799" cy="812799"/>
          </a:xfrm>
        </p:grpSpPr>
        <p:sp>
          <p:nvSpPr>
            <p:cNvPr id="825699799" name="Freeform 4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78489138" name="TextBox 4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07617771" name="Group 431"/>
          <p:cNvGrpSpPr/>
          <p:nvPr/>
        </p:nvGrpSpPr>
        <p:grpSpPr bwMode="auto">
          <a:xfrm>
            <a:off x="2013033" y="4304050"/>
            <a:ext cx="143901" cy="143901"/>
            <a:chOff x="0" y="0"/>
            <a:chExt cx="812799" cy="812799"/>
          </a:xfrm>
        </p:grpSpPr>
        <p:sp>
          <p:nvSpPr>
            <p:cNvPr id="455758430" name="Freeform 4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3893917" name="TextBox 4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30355901" name="Group 434"/>
          <p:cNvGrpSpPr/>
          <p:nvPr/>
        </p:nvGrpSpPr>
        <p:grpSpPr bwMode="auto">
          <a:xfrm>
            <a:off x="2205657" y="4304050"/>
            <a:ext cx="143901" cy="143901"/>
            <a:chOff x="0" y="0"/>
            <a:chExt cx="812799" cy="812799"/>
          </a:xfrm>
        </p:grpSpPr>
        <p:sp>
          <p:nvSpPr>
            <p:cNvPr id="419608543" name="Freeform 4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53970247" name="TextBox 4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05901751" name="Group 437"/>
          <p:cNvGrpSpPr/>
          <p:nvPr/>
        </p:nvGrpSpPr>
        <p:grpSpPr bwMode="auto">
          <a:xfrm>
            <a:off x="2398279" y="4304050"/>
            <a:ext cx="143901" cy="143901"/>
            <a:chOff x="0" y="0"/>
            <a:chExt cx="812799" cy="812799"/>
          </a:xfrm>
        </p:grpSpPr>
        <p:sp>
          <p:nvSpPr>
            <p:cNvPr id="1072427211" name="Freeform 4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1165777" name="TextBox 4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77618325" name="Group 440"/>
          <p:cNvGrpSpPr/>
          <p:nvPr/>
        </p:nvGrpSpPr>
        <p:grpSpPr bwMode="auto">
          <a:xfrm>
            <a:off x="2589808" y="4304050"/>
            <a:ext cx="143901" cy="143901"/>
            <a:chOff x="0" y="0"/>
            <a:chExt cx="812799" cy="812799"/>
          </a:xfrm>
        </p:grpSpPr>
        <p:sp>
          <p:nvSpPr>
            <p:cNvPr id="60492118" name="Freeform 4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89130750" name="TextBox 4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73799619" name="Group 443"/>
          <p:cNvGrpSpPr/>
          <p:nvPr/>
        </p:nvGrpSpPr>
        <p:grpSpPr bwMode="auto">
          <a:xfrm>
            <a:off x="2782433" y="4304050"/>
            <a:ext cx="143901" cy="143901"/>
            <a:chOff x="0" y="0"/>
            <a:chExt cx="812799" cy="812799"/>
          </a:xfrm>
        </p:grpSpPr>
        <p:sp>
          <p:nvSpPr>
            <p:cNvPr id="1661574428" name="Freeform 4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3803741" name="TextBox 4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5706617" name="Group 446"/>
          <p:cNvGrpSpPr/>
          <p:nvPr/>
        </p:nvGrpSpPr>
        <p:grpSpPr bwMode="auto">
          <a:xfrm>
            <a:off x="2975058" y="4304050"/>
            <a:ext cx="143901" cy="143901"/>
            <a:chOff x="0" y="0"/>
            <a:chExt cx="812799" cy="812799"/>
          </a:xfrm>
        </p:grpSpPr>
        <p:sp>
          <p:nvSpPr>
            <p:cNvPr id="264970223" name="Freeform 4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64683503" name="TextBox 4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10290909" name="Group 449"/>
          <p:cNvGrpSpPr/>
          <p:nvPr/>
        </p:nvGrpSpPr>
        <p:grpSpPr bwMode="auto">
          <a:xfrm>
            <a:off x="859482" y="4304050"/>
            <a:ext cx="143901" cy="143901"/>
            <a:chOff x="0" y="0"/>
            <a:chExt cx="812799" cy="812799"/>
          </a:xfrm>
        </p:grpSpPr>
        <p:sp>
          <p:nvSpPr>
            <p:cNvPr id="1331222140" name="Freeform 4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31485033" name="TextBox 4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4696310" name="Group 452"/>
          <p:cNvGrpSpPr/>
          <p:nvPr/>
        </p:nvGrpSpPr>
        <p:grpSpPr bwMode="auto">
          <a:xfrm>
            <a:off x="1052103" y="4304050"/>
            <a:ext cx="143901" cy="143901"/>
            <a:chOff x="0" y="0"/>
            <a:chExt cx="812799" cy="812799"/>
          </a:xfrm>
        </p:grpSpPr>
        <p:sp>
          <p:nvSpPr>
            <p:cNvPr id="1608350681" name="Freeform 4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68685274" name="TextBox 4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71753717" name="Group 455"/>
          <p:cNvGrpSpPr/>
          <p:nvPr/>
        </p:nvGrpSpPr>
        <p:grpSpPr bwMode="auto">
          <a:xfrm>
            <a:off x="1244730" y="4304050"/>
            <a:ext cx="143901" cy="143901"/>
            <a:chOff x="0" y="0"/>
            <a:chExt cx="812799" cy="812799"/>
          </a:xfrm>
        </p:grpSpPr>
        <p:sp>
          <p:nvSpPr>
            <p:cNvPr id="187628069" name="Freeform 4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01336550" name="TextBox 4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1667179" name="Group 458"/>
          <p:cNvGrpSpPr/>
          <p:nvPr/>
        </p:nvGrpSpPr>
        <p:grpSpPr bwMode="auto">
          <a:xfrm>
            <a:off x="1436256" y="1826787"/>
            <a:ext cx="143901" cy="143901"/>
            <a:chOff x="0" y="0"/>
            <a:chExt cx="812799" cy="812799"/>
          </a:xfrm>
        </p:grpSpPr>
        <p:sp>
          <p:nvSpPr>
            <p:cNvPr id="494711831" name="Freeform 4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62877007" name="TextBox 4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3810870" name="Group 461"/>
          <p:cNvGrpSpPr/>
          <p:nvPr/>
        </p:nvGrpSpPr>
        <p:grpSpPr bwMode="auto">
          <a:xfrm>
            <a:off x="1628879" y="1826787"/>
            <a:ext cx="143901" cy="143901"/>
            <a:chOff x="0" y="0"/>
            <a:chExt cx="812799" cy="812799"/>
          </a:xfrm>
        </p:grpSpPr>
        <p:sp>
          <p:nvSpPr>
            <p:cNvPr id="1692716815" name="Freeform 4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63356951" name="TextBox 4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4223017" name="Group 464"/>
          <p:cNvGrpSpPr/>
          <p:nvPr/>
        </p:nvGrpSpPr>
        <p:grpSpPr bwMode="auto">
          <a:xfrm>
            <a:off x="1821504" y="1826787"/>
            <a:ext cx="143901" cy="143901"/>
            <a:chOff x="0" y="0"/>
            <a:chExt cx="812799" cy="812799"/>
          </a:xfrm>
        </p:grpSpPr>
        <p:sp>
          <p:nvSpPr>
            <p:cNvPr id="708532425" name="Freeform 4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4484401" name="TextBox 4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36919295" name="Group 467"/>
          <p:cNvGrpSpPr/>
          <p:nvPr/>
        </p:nvGrpSpPr>
        <p:grpSpPr bwMode="auto">
          <a:xfrm>
            <a:off x="2013033" y="1826787"/>
            <a:ext cx="143901" cy="143901"/>
            <a:chOff x="0" y="0"/>
            <a:chExt cx="812799" cy="812799"/>
          </a:xfrm>
        </p:grpSpPr>
        <p:sp>
          <p:nvSpPr>
            <p:cNvPr id="1133034340" name="Freeform 4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8941636" name="TextBox 4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0412973" name="Group 470"/>
          <p:cNvGrpSpPr/>
          <p:nvPr/>
        </p:nvGrpSpPr>
        <p:grpSpPr bwMode="auto">
          <a:xfrm>
            <a:off x="2205657" y="1826787"/>
            <a:ext cx="143901" cy="143901"/>
            <a:chOff x="0" y="0"/>
            <a:chExt cx="812799" cy="812799"/>
          </a:xfrm>
        </p:grpSpPr>
        <p:sp>
          <p:nvSpPr>
            <p:cNvPr id="1088732387" name="Freeform 4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81659307" name="TextBox 4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41121356" name="Group 473"/>
          <p:cNvGrpSpPr/>
          <p:nvPr/>
        </p:nvGrpSpPr>
        <p:grpSpPr bwMode="auto">
          <a:xfrm>
            <a:off x="2398279" y="1826787"/>
            <a:ext cx="143901" cy="143901"/>
            <a:chOff x="0" y="0"/>
            <a:chExt cx="812799" cy="812799"/>
          </a:xfrm>
        </p:grpSpPr>
        <p:sp>
          <p:nvSpPr>
            <p:cNvPr id="431395437" name="Freeform 4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05725629" name="TextBox 4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4200658" name="Group 476"/>
          <p:cNvGrpSpPr/>
          <p:nvPr/>
        </p:nvGrpSpPr>
        <p:grpSpPr bwMode="auto">
          <a:xfrm>
            <a:off x="2589808" y="1826787"/>
            <a:ext cx="143901" cy="143901"/>
            <a:chOff x="0" y="0"/>
            <a:chExt cx="812799" cy="812799"/>
          </a:xfrm>
        </p:grpSpPr>
        <p:sp>
          <p:nvSpPr>
            <p:cNvPr id="1296910019" name="Freeform 4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07571761" name="TextBox 4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7471039" name="Group 479"/>
          <p:cNvGrpSpPr/>
          <p:nvPr/>
        </p:nvGrpSpPr>
        <p:grpSpPr bwMode="auto">
          <a:xfrm>
            <a:off x="2782433" y="1826787"/>
            <a:ext cx="143901" cy="143901"/>
            <a:chOff x="0" y="0"/>
            <a:chExt cx="812799" cy="812799"/>
          </a:xfrm>
        </p:grpSpPr>
        <p:sp>
          <p:nvSpPr>
            <p:cNvPr id="1080492474" name="Freeform 4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68546394" name="TextBox 4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59806102" name="Group 482"/>
          <p:cNvGrpSpPr/>
          <p:nvPr/>
        </p:nvGrpSpPr>
        <p:grpSpPr bwMode="auto">
          <a:xfrm>
            <a:off x="2975058" y="1826787"/>
            <a:ext cx="143901" cy="143901"/>
            <a:chOff x="0" y="0"/>
            <a:chExt cx="812799" cy="812799"/>
          </a:xfrm>
        </p:grpSpPr>
        <p:sp>
          <p:nvSpPr>
            <p:cNvPr id="849844588" name="Freeform 4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03569492" name="TextBox 4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6558693" name="Group 485"/>
          <p:cNvGrpSpPr/>
          <p:nvPr/>
        </p:nvGrpSpPr>
        <p:grpSpPr bwMode="auto">
          <a:xfrm>
            <a:off x="859482" y="1826787"/>
            <a:ext cx="143901" cy="143901"/>
            <a:chOff x="0" y="0"/>
            <a:chExt cx="812799" cy="812799"/>
          </a:xfrm>
        </p:grpSpPr>
        <p:sp>
          <p:nvSpPr>
            <p:cNvPr id="71073617" name="Freeform 4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1648341" name="TextBox 4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61836095" name="Group 488"/>
          <p:cNvGrpSpPr/>
          <p:nvPr/>
        </p:nvGrpSpPr>
        <p:grpSpPr bwMode="auto">
          <a:xfrm>
            <a:off x="1052103" y="1826787"/>
            <a:ext cx="143901" cy="143901"/>
            <a:chOff x="0" y="0"/>
            <a:chExt cx="812799" cy="812799"/>
          </a:xfrm>
        </p:grpSpPr>
        <p:sp>
          <p:nvSpPr>
            <p:cNvPr id="1280204250" name="Freeform 4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4653533" name="TextBox 4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94834439" name="Group 491"/>
          <p:cNvGrpSpPr/>
          <p:nvPr/>
        </p:nvGrpSpPr>
        <p:grpSpPr bwMode="auto">
          <a:xfrm>
            <a:off x="1244730" y="1826787"/>
            <a:ext cx="143901" cy="143901"/>
            <a:chOff x="0" y="0"/>
            <a:chExt cx="812799" cy="812799"/>
          </a:xfrm>
        </p:grpSpPr>
        <p:sp>
          <p:nvSpPr>
            <p:cNvPr id="1803581409" name="Freeform 4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53111429" name="TextBox 4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3528748" name="Group 494"/>
          <p:cNvGrpSpPr/>
          <p:nvPr/>
        </p:nvGrpSpPr>
        <p:grpSpPr bwMode="auto">
          <a:xfrm>
            <a:off x="1436256" y="2016260"/>
            <a:ext cx="143901" cy="143901"/>
            <a:chOff x="0" y="0"/>
            <a:chExt cx="812799" cy="812799"/>
          </a:xfrm>
        </p:grpSpPr>
        <p:sp>
          <p:nvSpPr>
            <p:cNvPr id="468094571" name="Freeform 4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89820370" name="TextBox 4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91487645" name="Group 497"/>
          <p:cNvGrpSpPr/>
          <p:nvPr/>
        </p:nvGrpSpPr>
        <p:grpSpPr bwMode="auto">
          <a:xfrm>
            <a:off x="1628879" y="2016260"/>
            <a:ext cx="143901" cy="143901"/>
            <a:chOff x="0" y="0"/>
            <a:chExt cx="812799" cy="812799"/>
          </a:xfrm>
        </p:grpSpPr>
        <p:sp>
          <p:nvSpPr>
            <p:cNvPr id="1311475525" name="Freeform 4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16381681" name="TextBox 4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62191404" name="Group 500"/>
          <p:cNvGrpSpPr/>
          <p:nvPr/>
        </p:nvGrpSpPr>
        <p:grpSpPr bwMode="auto">
          <a:xfrm>
            <a:off x="1821504" y="2016260"/>
            <a:ext cx="143901" cy="143901"/>
            <a:chOff x="0" y="0"/>
            <a:chExt cx="812799" cy="812799"/>
          </a:xfrm>
        </p:grpSpPr>
        <p:sp>
          <p:nvSpPr>
            <p:cNvPr id="1404390693" name="Freeform 5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3651267" name="TextBox 5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16897385" name="Group 503"/>
          <p:cNvGrpSpPr/>
          <p:nvPr/>
        </p:nvGrpSpPr>
        <p:grpSpPr bwMode="auto">
          <a:xfrm>
            <a:off x="2013033" y="2016260"/>
            <a:ext cx="143901" cy="143901"/>
            <a:chOff x="0" y="0"/>
            <a:chExt cx="812799" cy="812799"/>
          </a:xfrm>
        </p:grpSpPr>
        <p:sp>
          <p:nvSpPr>
            <p:cNvPr id="602282330" name="Freeform 5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6793725" name="TextBox 5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36037936" name="Group 506"/>
          <p:cNvGrpSpPr/>
          <p:nvPr/>
        </p:nvGrpSpPr>
        <p:grpSpPr bwMode="auto">
          <a:xfrm>
            <a:off x="2205657" y="2016260"/>
            <a:ext cx="143901" cy="143901"/>
            <a:chOff x="0" y="0"/>
            <a:chExt cx="812799" cy="812799"/>
          </a:xfrm>
        </p:grpSpPr>
        <p:sp>
          <p:nvSpPr>
            <p:cNvPr id="1978679061" name="Freeform 5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5458738" name="TextBox 5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71523024" name="Group 509"/>
          <p:cNvGrpSpPr/>
          <p:nvPr/>
        </p:nvGrpSpPr>
        <p:grpSpPr bwMode="auto">
          <a:xfrm>
            <a:off x="2398279" y="2016260"/>
            <a:ext cx="143901" cy="143901"/>
            <a:chOff x="0" y="0"/>
            <a:chExt cx="812799" cy="812799"/>
          </a:xfrm>
        </p:grpSpPr>
        <p:sp>
          <p:nvSpPr>
            <p:cNvPr id="1021971172" name="Freeform 5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5829181" name="TextBox 5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69003036" name="Group 512"/>
          <p:cNvGrpSpPr/>
          <p:nvPr/>
        </p:nvGrpSpPr>
        <p:grpSpPr bwMode="auto">
          <a:xfrm>
            <a:off x="2589808" y="2016260"/>
            <a:ext cx="143901" cy="143901"/>
            <a:chOff x="0" y="0"/>
            <a:chExt cx="812799" cy="812799"/>
          </a:xfrm>
        </p:grpSpPr>
        <p:sp>
          <p:nvSpPr>
            <p:cNvPr id="9221054" name="Freeform 5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9571293" name="TextBox 5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00623380" name="Group 515"/>
          <p:cNvGrpSpPr/>
          <p:nvPr/>
        </p:nvGrpSpPr>
        <p:grpSpPr bwMode="auto">
          <a:xfrm>
            <a:off x="2782433" y="2016260"/>
            <a:ext cx="143901" cy="143901"/>
            <a:chOff x="0" y="0"/>
            <a:chExt cx="812799" cy="812799"/>
          </a:xfrm>
        </p:grpSpPr>
        <p:sp>
          <p:nvSpPr>
            <p:cNvPr id="928112241" name="Freeform 5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37198694" name="TextBox 5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5956704" name="Group 518"/>
          <p:cNvGrpSpPr/>
          <p:nvPr/>
        </p:nvGrpSpPr>
        <p:grpSpPr bwMode="auto">
          <a:xfrm>
            <a:off x="2975058" y="2016260"/>
            <a:ext cx="143901" cy="143901"/>
            <a:chOff x="0" y="0"/>
            <a:chExt cx="812799" cy="812799"/>
          </a:xfrm>
        </p:grpSpPr>
        <p:sp>
          <p:nvSpPr>
            <p:cNvPr id="1369127045" name="Freeform 5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41672558" name="TextBox 5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4863138" name="Group 521"/>
          <p:cNvGrpSpPr/>
          <p:nvPr/>
        </p:nvGrpSpPr>
        <p:grpSpPr bwMode="auto">
          <a:xfrm>
            <a:off x="859482" y="2016260"/>
            <a:ext cx="143901" cy="143901"/>
            <a:chOff x="0" y="0"/>
            <a:chExt cx="812799" cy="812799"/>
          </a:xfrm>
        </p:grpSpPr>
        <p:sp>
          <p:nvSpPr>
            <p:cNvPr id="159581411" name="Freeform 5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76690486" name="TextBox 5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2828035" name="Group 524"/>
          <p:cNvGrpSpPr/>
          <p:nvPr/>
        </p:nvGrpSpPr>
        <p:grpSpPr bwMode="auto">
          <a:xfrm>
            <a:off x="1052103" y="2016260"/>
            <a:ext cx="143901" cy="143901"/>
            <a:chOff x="0" y="0"/>
            <a:chExt cx="812799" cy="812799"/>
          </a:xfrm>
        </p:grpSpPr>
        <p:sp>
          <p:nvSpPr>
            <p:cNvPr id="245522036" name="Freeform 5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19647491" name="TextBox 5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83911542" name="Group 527"/>
          <p:cNvGrpSpPr/>
          <p:nvPr/>
        </p:nvGrpSpPr>
        <p:grpSpPr bwMode="auto">
          <a:xfrm>
            <a:off x="1244730" y="2016260"/>
            <a:ext cx="143901" cy="143901"/>
            <a:chOff x="0" y="0"/>
            <a:chExt cx="812799" cy="812799"/>
          </a:xfrm>
        </p:grpSpPr>
        <p:sp>
          <p:nvSpPr>
            <p:cNvPr id="1714410109" name="Freeform 5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78683994" name="TextBox 5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1504660" name="Group 530"/>
          <p:cNvGrpSpPr/>
          <p:nvPr/>
        </p:nvGrpSpPr>
        <p:grpSpPr bwMode="auto">
          <a:xfrm>
            <a:off x="1436256" y="4494549"/>
            <a:ext cx="143901" cy="143901"/>
            <a:chOff x="0" y="0"/>
            <a:chExt cx="812799" cy="812799"/>
          </a:xfrm>
        </p:grpSpPr>
        <p:sp>
          <p:nvSpPr>
            <p:cNvPr id="677368266" name="Freeform 5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8531844" name="TextBox 5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1545233" name="Group 533"/>
          <p:cNvGrpSpPr/>
          <p:nvPr/>
        </p:nvGrpSpPr>
        <p:grpSpPr bwMode="auto">
          <a:xfrm>
            <a:off x="1628879" y="4494549"/>
            <a:ext cx="143901" cy="143901"/>
            <a:chOff x="0" y="0"/>
            <a:chExt cx="812799" cy="812799"/>
          </a:xfrm>
        </p:grpSpPr>
        <p:sp>
          <p:nvSpPr>
            <p:cNvPr id="1997970246" name="Freeform 5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17730127" name="TextBox 5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0378828" name="Group 536"/>
          <p:cNvGrpSpPr/>
          <p:nvPr/>
        </p:nvGrpSpPr>
        <p:grpSpPr bwMode="auto">
          <a:xfrm>
            <a:off x="1821504" y="4494549"/>
            <a:ext cx="143901" cy="143901"/>
            <a:chOff x="0" y="0"/>
            <a:chExt cx="812799" cy="812799"/>
          </a:xfrm>
        </p:grpSpPr>
        <p:sp>
          <p:nvSpPr>
            <p:cNvPr id="1327041838" name="Freeform 5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83843427" name="TextBox 5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81784633" name="Group 539"/>
          <p:cNvGrpSpPr/>
          <p:nvPr/>
        </p:nvGrpSpPr>
        <p:grpSpPr bwMode="auto">
          <a:xfrm>
            <a:off x="2013033" y="4494549"/>
            <a:ext cx="143901" cy="143901"/>
            <a:chOff x="0" y="0"/>
            <a:chExt cx="812799" cy="812799"/>
          </a:xfrm>
        </p:grpSpPr>
        <p:sp>
          <p:nvSpPr>
            <p:cNvPr id="91340074" name="Freeform 5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781016" name="TextBox 5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3293910" name="Group 542"/>
          <p:cNvGrpSpPr/>
          <p:nvPr/>
        </p:nvGrpSpPr>
        <p:grpSpPr bwMode="auto">
          <a:xfrm>
            <a:off x="2205657" y="4494549"/>
            <a:ext cx="143901" cy="143901"/>
            <a:chOff x="0" y="0"/>
            <a:chExt cx="812799" cy="812799"/>
          </a:xfrm>
        </p:grpSpPr>
        <p:sp>
          <p:nvSpPr>
            <p:cNvPr id="100611038" name="Freeform 5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37797821" name="TextBox 5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35055306" name="Group 545"/>
          <p:cNvGrpSpPr/>
          <p:nvPr/>
        </p:nvGrpSpPr>
        <p:grpSpPr bwMode="auto">
          <a:xfrm>
            <a:off x="2398279" y="4494549"/>
            <a:ext cx="143901" cy="143901"/>
            <a:chOff x="0" y="0"/>
            <a:chExt cx="812799" cy="812799"/>
          </a:xfrm>
        </p:grpSpPr>
        <p:sp>
          <p:nvSpPr>
            <p:cNvPr id="684247158" name="Freeform 5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26376884" name="TextBox 5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7150149" name="Group 548"/>
          <p:cNvGrpSpPr/>
          <p:nvPr/>
        </p:nvGrpSpPr>
        <p:grpSpPr bwMode="auto">
          <a:xfrm>
            <a:off x="2589808" y="4494549"/>
            <a:ext cx="143901" cy="143901"/>
            <a:chOff x="0" y="0"/>
            <a:chExt cx="812799" cy="812799"/>
          </a:xfrm>
        </p:grpSpPr>
        <p:sp>
          <p:nvSpPr>
            <p:cNvPr id="1786690722" name="Freeform 5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43343479" name="TextBox 5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72659936" name="Group 551"/>
          <p:cNvGrpSpPr/>
          <p:nvPr/>
        </p:nvGrpSpPr>
        <p:grpSpPr bwMode="auto">
          <a:xfrm>
            <a:off x="2782433" y="4494549"/>
            <a:ext cx="143901" cy="143901"/>
            <a:chOff x="0" y="0"/>
            <a:chExt cx="812799" cy="812799"/>
          </a:xfrm>
        </p:grpSpPr>
        <p:sp>
          <p:nvSpPr>
            <p:cNvPr id="1606630871" name="Freeform 5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98484357" name="TextBox 5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0888405" name="Group 554"/>
          <p:cNvGrpSpPr/>
          <p:nvPr/>
        </p:nvGrpSpPr>
        <p:grpSpPr bwMode="auto">
          <a:xfrm>
            <a:off x="2975058" y="4494549"/>
            <a:ext cx="143901" cy="143901"/>
            <a:chOff x="0" y="0"/>
            <a:chExt cx="812799" cy="812799"/>
          </a:xfrm>
        </p:grpSpPr>
        <p:sp>
          <p:nvSpPr>
            <p:cNvPr id="1717350889" name="Freeform 5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0727914" name="TextBox 5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3696268" name="Group 557"/>
          <p:cNvGrpSpPr/>
          <p:nvPr/>
        </p:nvGrpSpPr>
        <p:grpSpPr bwMode="auto">
          <a:xfrm>
            <a:off x="859482" y="4494549"/>
            <a:ext cx="143901" cy="143901"/>
            <a:chOff x="0" y="0"/>
            <a:chExt cx="812799" cy="812799"/>
          </a:xfrm>
        </p:grpSpPr>
        <p:sp>
          <p:nvSpPr>
            <p:cNvPr id="1610936643" name="Freeform 5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09093879" name="TextBox 5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58058159" name="Group 560"/>
          <p:cNvGrpSpPr/>
          <p:nvPr/>
        </p:nvGrpSpPr>
        <p:grpSpPr bwMode="auto">
          <a:xfrm>
            <a:off x="1052103" y="4494549"/>
            <a:ext cx="143901" cy="143901"/>
            <a:chOff x="0" y="0"/>
            <a:chExt cx="812799" cy="812799"/>
          </a:xfrm>
        </p:grpSpPr>
        <p:sp>
          <p:nvSpPr>
            <p:cNvPr id="1548333311" name="Freeform 5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36141359" name="TextBox 5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91110889" name="Group 563"/>
          <p:cNvGrpSpPr/>
          <p:nvPr/>
        </p:nvGrpSpPr>
        <p:grpSpPr bwMode="auto">
          <a:xfrm>
            <a:off x="1244730" y="4494549"/>
            <a:ext cx="143901" cy="143901"/>
            <a:chOff x="0" y="0"/>
            <a:chExt cx="812799" cy="812799"/>
          </a:xfrm>
        </p:grpSpPr>
        <p:sp>
          <p:nvSpPr>
            <p:cNvPr id="38963922" name="Freeform 5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05258251" name="TextBox 5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8770389" name="Group 566"/>
          <p:cNvGrpSpPr/>
          <p:nvPr/>
        </p:nvGrpSpPr>
        <p:grpSpPr bwMode="auto">
          <a:xfrm>
            <a:off x="1436256" y="4684020"/>
            <a:ext cx="143901" cy="143901"/>
            <a:chOff x="0" y="0"/>
            <a:chExt cx="812799" cy="812799"/>
          </a:xfrm>
        </p:grpSpPr>
        <p:sp>
          <p:nvSpPr>
            <p:cNvPr id="876875605" name="Freeform 5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80169890" name="TextBox 5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9597229" name="Group 569"/>
          <p:cNvGrpSpPr/>
          <p:nvPr/>
        </p:nvGrpSpPr>
        <p:grpSpPr bwMode="auto">
          <a:xfrm>
            <a:off x="1628879" y="4684020"/>
            <a:ext cx="143901" cy="143901"/>
            <a:chOff x="0" y="0"/>
            <a:chExt cx="812799" cy="812799"/>
          </a:xfrm>
        </p:grpSpPr>
        <p:sp>
          <p:nvSpPr>
            <p:cNvPr id="1309505793" name="Freeform 5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89803192" name="TextBox 5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76518101" name="Group 572"/>
          <p:cNvGrpSpPr/>
          <p:nvPr/>
        </p:nvGrpSpPr>
        <p:grpSpPr bwMode="auto">
          <a:xfrm>
            <a:off x="1821504" y="4684020"/>
            <a:ext cx="143901" cy="143901"/>
            <a:chOff x="0" y="0"/>
            <a:chExt cx="812799" cy="812799"/>
          </a:xfrm>
        </p:grpSpPr>
        <p:sp>
          <p:nvSpPr>
            <p:cNvPr id="2059274758" name="Freeform 5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3726139" name="TextBox 5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4229197" name="Group 575"/>
          <p:cNvGrpSpPr/>
          <p:nvPr/>
        </p:nvGrpSpPr>
        <p:grpSpPr bwMode="auto">
          <a:xfrm>
            <a:off x="2013033" y="4684020"/>
            <a:ext cx="143901" cy="143901"/>
            <a:chOff x="0" y="0"/>
            <a:chExt cx="812799" cy="812799"/>
          </a:xfrm>
        </p:grpSpPr>
        <p:sp>
          <p:nvSpPr>
            <p:cNvPr id="1819001038" name="Freeform 5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32975921" name="TextBox 5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70030833" name="Group 578"/>
          <p:cNvGrpSpPr/>
          <p:nvPr/>
        </p:nvGrpSpPr>
        <p:grpSpPr bwMode="auto">
          <a:xfrm>
            <a:off x="2205657" y="4684020"/>
            <a:ext cx="143901" cy="143901"/>
            <a:chOff x="0" y="0"/>
            <a:chExt cx="812799" cy="812799"/>
          </a:xfrm>
        </p:grpSpPr>
        <p:sp>
          <p:nvSpPr>
            <p:cNvPr id="1194974648" name="Freeform 5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9765113" name="TextBox 5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2151742" name="Group 581"/>
          <p:cNvGrpSpPr/>
          <p:nvPr/>
        </p:nvGrpSpPr>
        <p:grpSpPr bwMode="auto">
          <a:xfrm>
            <a:off x="2398279" y="4684020"/>
            <a:ext cx="143901" cy="143901"/>
            <a:chOff x="0" y="0"/>
            <a:chExt cx="812799" cy="812799"/>
          </a:xfrm>
        </p:grpSpPr>
        <p:sp>
          <p:nvSpPr>
            <p:cNvPr id="1478217677" name="Freeform 5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7515851" name="TextBox 5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72295231" name="Group 584"/>
          <p:cNvGrpSpPr/>
          <p:nvPr/>
        </p:nvGrpSpPr>
        <p:grpSpPr bwMode="auto">
          <a:xfrm>
            <a:off x="2589808" y="4684020"/>
            <a:ext cx="143901" cy="143901"/>
            <a:chOff x="0" y="0"/>
            <a:chExt cx="812799" cy="812799"/>
          </a:xfrm>
        </p:grpSpPr>
        <p:sp>
          <p:nvSpPr>
            <p:cNvPr id="847749852" name="Freeform 5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775983" name="TextBox 5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0897689" name="Group 587"/>
          <p:cNvGrpSpPr/>
          <p:nvPr/>
        </p:nvGrpSpPr>
        <p:grpSpPr bwMode="auto">
          <a:xfrm>
            <a:off x="2782433" y="4684020"/>
            <a:ext cx="143901" cy="143901"/>
            <a:chOff x="0" y="0"/>
            <a:chExt cx="812799" cy="812799"/>
          </a:xfrm>
        </p:grpSpPr>
        <p:sp>
          <p:nvSpPr>
            <p:cNvPr id="222348588" name="Freeform 5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42773291" name="TextBox 5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625779" name="Group 590"/>
          <p:cNvGrpSpPr/>
          <p:nvPr/>
        </p:nvGrpSpPr>
        <p:grpSpPr bwMode="auto">
          <a:xfrm>
            <a:off x="2975058" y="4684020"/>
            <a:ext cx="143901" cy="143901"/>
            <a:chOff x="0" y="0"/>
            <a:chExt cx="812799" cy="812799"/>
          </a:xfrm>
        </p:grpSpPr>
        <p:sp>
          <p:nvSpPr>
            <p:cNvPr id="1918423255" name="Freeform 5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71852695" name="TextBox 5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76758729" name="Group 593"/>
          <p:cNvGrpSpPr/>
          <p:nvPr/>
        </p:nvGrpSpPr>
        <p:grpSpPr bwMode="auto">
          <a:xfrm>
            <a:off x="859482" y="4684020"/>
            <a:ext cx="143901" cy="143901"/>
            <a:chOff x="0" y="0"/>
            <a:chExt cx="812799" cy="812799"/>
          </a:xfrm>
        </p:grpSpPr>
        <p:sp>
          <p:nvSpPr>
            <p:cNvPr id="1243484606" name="Freeform 5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62664770" name="TextBox 5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93565537" name="Group 596"/>
          <p:cNvGrpSpPr/>
          <p:nvPr/>
        </p:nvGrpSpPr>
        <p:grpSpPr bwMode="auto">
          <a:xfrm>
            <a:off x="1052103" y="4684020"/>
            <a:ext cx="143901" cy="143901"/>
            <a:chOff x="0" y="0"/>
            <a:chExt cx="812799" cy="812799"/>
          </a:xfrm>
        </p:grpSpPr>
        <p:sp>
          <p:nvSpPr>
            <p:cNvPr id="1301086132" name="Freeform 5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04484730" name="TextBox 5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41445368" name="Group 599"/>
          <p:cNvGrpSpPr/>
          <p:nvPr/>
        </p:nvGrpSpPr>
        <p:grpSpPr bwMode="auto">
          <a:xfrm>
            <a:off x="1244730" y="4684020"/>
            <a:ext cx="143901" cy="143901"/>
            <a:chOff x="0" y="0"/>
            <a:chExt cx="812799" cy="812799"/>
          </a:xfrm>
        </p:grpSpPr>
        <p:sp>
          <p:nvSpPr>
            <p:cNvPr id="1650046787" name="Freeform 6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02034292" name="TextBox 6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97076072" name="Group 602"/>
          <p:cNvGrpSpPr/>
          <p:nvPr/>
        </p:nvGrpSpPr>
        <p:grpSpPr bwMode="auto">
          <a:xfrm>
            <a:off x="5562624" y="2207788"/>
            <a:ext cx="143901" cy="143901"/>
            <a:chOff x="0" y="0"/>
            <a:chExt cx="812799" cy="812799"/>
          </a:xfrm>
        </p:grpSpPr>
        <p:sp>
          <p:nvSpPr>
            <p:cNvPr id="2065616843" name="Freeform 6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0641410" name="TextBox 6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11424227" name="Group 605"/>
          <p:cNvGrpSpPr/>
          <p:nvPr/>
        </p:nvGrpSpPr>
        <p:grpSpPr bwMode="auto">
          <a:xfrm>
            <a:off x="5755248" y="2207788"/>
            <a:ext cx="143901" cy="143901"/>
            <a:chOff x="0" y="0"/>
            <a:chExt cx="812799" cy="812799"/>
          </a:xfrm>
        </p:grpSpPr>
        <p:sp>
          <p:nvSpPr>
            <p:cNvPr id="841073801" name="Freeform 6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29722320" name="TextBox 6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09327212" name="Group 608"/>
          <p:cNvGrpSpPr/>
          <p:nvPr/>
        </p:nvGrpSpPr>
        <p:grpSpPr bwMode="auto">
          <a:xfrm>
            <a:off x="5947869" y="2207788"/>
            <a:ext cx="143901" cy="143901"/>
            <a:chOff x="0" y="0"/>
            <a:chExt cx="812799" cy="812799"/>
          </a:xfrm>
        </p:grpSpPr>
        <p:sp>
          <p:nvSpPr>
            <p:cNvPr id="900625812" name="Freeform 6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21407535" name="TextBox 6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58372348" name="Group 611"/>
          <p:cNvGrpSpPr/>
          <p:nvPr/>
        </p:nvGrpSpPr>
        <p:grpSpPr bwMode="auto">
          <a:xfrm>
            <a:off x="6139398" y="2207788"/>
            <a:ext cx="143901" cy="143901"/>
            <a:chOff x="0" y="0"/>
            <a:chExt cx="812799" cy="812799"/>
          </a:xfrm>
        </p:grpSpPr>
        <p:sp>
          <p:nvSpPr>
            <p:cNvPr id="1472408169" name="Freeform 6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80450458" name="TextBox 6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75803903" name="Group 614"/>
          <p:cNvGrpSpPr/>
          <p:nvPr/>
        </p:nvGrpSpPr>
        <p:grpSpPr bwMode="auto">
          <a:xfrm>
            <a:off x="6332024" y="2207788"/>
            <a:ext cx="143901" cy="143901"/>
            <a:chOff x="0" y="0"/>
            <a:chExt cx="812799" cy="812799"/>
          </a:xfrm>
        </p:grpSpPr>
        <p:sp>
          <p:nvSpPr>
            <p:cNvPr id="1014983222" name="Freeform 6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48275985" name="TextBox 6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82065606" name="Group 617"/>
          <p:cNvGrpSpPr/>
          <p:nvPr/>
        </p:nvGrpSpPr>
        <p:grpSpPr bwMode="auto">
          <a:xfrm>
            <a:off x="6524644" y="2207788"/>
            <a:ext cx="143901" cy="143901"/>
            <a:chOff x="0" y="0"/>
            <a:chExt cx="812799" cy="812799"/>
          </a:xfrm>
        </p:grpSpPr>
        <p:sp>
          <p:nvSpPr>
            <p:cNvPr id="1767916602" name="Freeform 6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19736881" name="TextBox 6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38998880" name="Group 620"/>
          <p:cNvGrpSpPr/>
          <p:nvPr/>
        </p:nvGrpSpPr>
        <p:grpSpPr bwMode="auto">
          <a:xfrm>
            <a:off x="6716174" y="2207788"/>
            <a:ext cx="143901" cy="143901"/>
            <a:chOff x="0" y="0"/>
            <a:chExt cx="812799" cy="812799"/>
          </a:xfrm>
        </p:grpSpPr>
        <p:sp>
          <p:nvSpPr>
            <p:cNvPr id="996769535" name="Freeform 6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28199747" name="TextBox 6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57730001" name="Group 623"/>
          <p:cNvGrpSpPr/>
          <p:nvPr/>
        </p:nvGrpSpPr>
        <p:grpSpPr bwMode="auto">
          <a:xfrm>
            <a:off x="6908798" y="2207788"/>
            <a:ext cx="143901" cy="143901"/>
            <a:chOff x="0" y="0"/>
            <a:chExt cx="812799" cy="812799"/>
          </a:xfrm>
        </p:grpSpPr>
        <p:sp>
          <p:nvSpPr>
            <p:cNvPr id="1512736302" name="Freeform 6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53939705" name="TextBox 6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29583901" name="Group 626"/>
          <p:cNvGrpSpPr/>
          <p:nvPr/>
        </p:nvGrpSpPr>
        <p:grpSpPr bwMode="auto">
          <a:xfrm>
            <a:off x="7101426" y="2207788"/>
            <a:ext cx="143901" cy="143901"/>
            <a:chOff x="0" y="0"/>
            <a:chExt cx="812799" cy="812799"/>
          </a:xfrm>
        </p:grpSpPr>
        <p:sp>
          <p:nvSpPr>
            <p:cNvPr id="533318310" name="Freeform 6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8700063" name="TextBox 6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6824546" name="Group 629"/>
          <p:cNvGrpSpPr/>
          <p:nvPr/>
        </p:nvGrpSpPr>
        <p:grpSpPr bwMode="auto">
          <a:xfrm>
            <a:off x="4985844" y="2207788"/>
            <a:ext cx="143901" cy="143901"/>
            <a:chOff x="0" y="0"/>
            <a:chExt cx="812799" cy="812799"/>
          </a:xfrm>
        </p:grpSpPr>
        <p:sp>
          <p:nvSpPr>
            <p:cNvPr id="38752060" name="Freeform 6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07583111" name="TextBox 6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10192850" name="Group 632"/>
          <p:cNvGrpSpPr/>
          <p:nvPr/>
        </p:nvGrpSpPr>
        <p:grpSpPr bwMode="auto">
          <a:xfrm>
            <a:off x="5178467" y="2207788"/>
            <a:ext cx="143901" cy="143901"/>
            <a:chOff x="0" y="0"/>
            <a:chExt cx="812799" cy="812799"/>
          </a:xfrm>
        </p:grpSpPr>
        <p:sp>
          <p:nvSpPr>
            <p:cNvPr id="146909711" name="Freeform 6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76395419" name="TextBox 6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9763508" name="Group 635"/>
          <p:cNvGrpSpPr/>
          <p:nvPr/>
        </p:nvGrpSpPr>
        <p:grpSpPr bwMode="auto">
          <a:xfrm>
            <a:off x="5371095" y="2207788"/>
            <a:ext cx="143901" cy="143901"/>
            <a:chOff x="0" y="0"/>
            <a:chExt cx="812799" cy="812799"/>
          </a:xfrm>
        </p:grpSpPr>
        <p:sp>
          <p:nvSpPr>
            <p:cNvPr id="377038651" name="Freeform 6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77538068" name="TextBox 6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1715314" name="Group 638"/>
          <p:cNvGrpSpPr/>
          <p:nvPr/>
        </p:nvGrpSpPr>
        <p:grpSpPr bwMode="auto">
          <a:xfrm>
            <a:off x="5562624" y="2397260"/>
            <a:ext cx="143901" cy="143901"/>
            <a:chOff x="0" y="0"/>
            <a:chExt cx="812799" cy="812799"/>
          </a:xfrm>
        </p:grpSpPr>
        <p:sp>
          <p:nvSpPr>
            <p:cNvPr id="2096187282" name="Freeform 6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86297798" name="TextBox 6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66121171" name="Group 641"/>
          <p:cNvGrpSpPr/>
          <p:nvPr/>
        </p:nvGrpSpPr>
        <p:grpSpPr bwMode="auto">
          <a:xfrm>
            <a:off x="5755248" y="2397260"/>
            <a:ext cx="143901" cy="143901"/>
            <a:chOff x="0" y="0"/>
            <a:chExt cx="812799" cy="812799"/>
          </a:xfrm>
        </p:grpSpPr>
        <p:sp>
          <p:nvSpPr>
            <p:cNvPr id="274299307" name="Freeform 6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23336220" name="TextBox 6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76083076" name="Group 644"/>
          <p:cNvGrpSpPr/>
          <p:nvPr/>
        </p:nvGrpSpPr>
        <p:grpSpPr bwMode="auto">
          <a:xfrm>
            <a:off x="5947869" y="2397260"/>
            <a:ext cx="143901" cy="143901"/>
            <a:chOff x="0" y="0"/>
            <a:chExt cx="812799" cy="812799"/>
          </a:xfrm>
        </p:grpSpPr>
        <p:sp>
          <p:nvSpPr>
            <p:cNvPr id="261298854" name="Freeform 6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8054676" name="TextBox 6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32599274" name="Group 647"/>
          <p:cNvGrpSpPr/>
          <p:nvPr/>
        </p:nvGrpSpPr>
        <p:grpSpPr bwMode="auto">
          <a:xfrm>
            <a:off x="6139398" y="2397260"/>
            <a:ext cx="143901" cy="143901"/>
            <a:chOff x="0" y="0"/>
            <a:chExt cx="812799" cy="812799"/>
          </a:xfrm>
        </p:grpSpPr>
        <p:sp>
          <p:nvSpPr>
            <p:cNvPr id="1929038201" name="Freeform 6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96637371" name="TextBox 6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71518744" name="Group 650"/>
          <p:cNvGrpSpPr/>
          <p:nvPr/>
        </p:nvGrpSpPr>
        <p:grpSpPr bwMode="auto">
          <a:xfrm>
            <a:off x="6332024" y="2397260"/>
            <a:ext cx="143901" cy="143901"/>
            <a:chOff x="0" y="0"/>
            <a:chExt cx="812799" cy="812799"/>
          </a:xfrm>
        </p:grpSpPr>
        <p:sp>
          <p:nvSpPr>
            <p:cNvPr id="2042409971" name="Freeform 6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0662568" name="TextBox 6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73944142" name="Group 653"/>
          <p:cNvGrpSpPr/>
          <p:nvPr/>
        </p:nvGrpSpPr>
        <p:grpSpPr bwMode="auto">
          <a:xfrm>
            <a:off x="6524644" y="2397260"/>
            <a:ext cx="143901" cy="143901"/>
            <a:chOff x="0" y="0"/>
            <a:chExt cx="812799" cy="812799"/>
          </a:xfrm>
        </p:grpSpPr>
        <p:sp>
          <p:nvSpPr>
            <p:cNvPr id="1369463708" name="Freeform 6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7659319" name="TextBox 6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5295577" name="Group 656"/>
          <p:cNvGrpSpPr/>
          <p:nvPr/>
        </p:nvGrpSpPr>
        <p:grpSpPr bwMode="auto">
          <a:xfrm>
            <a:off x="6716174" y="2397260"/>
            <a:ext cx="143901" cy="143901"/>
            <a:chOff x="0" y="0"/>
            <a:chExt cx="812799" cy="812799"/>
          </a:xfrm>
        </p:grpSpPr>
        <p:sp>
          <p:nvSpPr>
            <p:cNvPr id="108412324" name="Freeform 6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1715233" name="TextBox 6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34610021" name="Group 659"/>
          <p:cNvGrpSpPr/>
          <p:nvPr/>
        </p:nvGrpSpPr>
        <p:grpSpPr bwMode="auto">
          <a:xfrm>
            <a:off x="6908798" y="2397260"/>
            <a:ext cx="143901" cy="143901"/>
            <a:chOff x="0" y="0"/>
            <a:chExt cx="812799" cy="812799"/>
          </a:xfrm>
        </p:grpSpPr>
        <p:sp>
          <p:nvSpPr>
            <p:cNvPr id="774875506" name="Freeform 6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5511993" name="TextBox 6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3649802" name="Group 662"/>
          <p:cNvGrpSpPr/>
          <p:nvPr/>
        </p:nvGrpSpPr>
        <p:grpSpPr bwMode="auto">
          <a:xfrm>
            <a:off x="7101426" y="2397260"/>
            <a:ext cx="143901" cy="143901"/>
            <a:chOff x="0" y="0"/>
            <a:chExt cx="812799" cy="812799"/>
          </a:xfrm>
        </p:grpSpPr>
        <p:sp>
          <p:nvSpPr>
            <p:cNvPr id="1595272822" name="Freeform 6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82779754" name="TextBox 6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78685406" name="Group 665"/>
          <p:cNvGrpSpPr/>
          <p:nvPr/>
        </p:nvGrpSpPr>
        <p:grpSpPr bwMode="auto">
          <a:xfrm>
            <a:off x="4985844" y="2397260"/>
            <a:ext cx="143901" cy="143901"/>
            <a:chOff x="0" y="0"/>
            <a:chExt cx="812799" cy="812799"/>
          </a:xfrm>
        </p:grpSpPr>
        <p:sp>
          <p:nvSpPr>
            <p:cNvPr id="1279548758" name="Freeform 6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71839830" name="TextBox 6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86507437" name="Group 668"/>
          <p:cNvGrpSpPr/>
          <p:nvPr/>
        </p:nvGrpSpPr>
        <p:grpSpPr bwMode="auto">
          <a:xfrm>
            <a:off x="5178467" y="2397260"/>
            <a:ext cx="143901" cy="143901"/>
            <a:chOff x="0" y="0"/>
            <a:chExt cx="812799" cy="812799"/>
          </a:xfrm>
        </p:grpSpPr>
        <p:sp>
          <p:nvSpPr>
            <p:cNvPr id="1548110972" name="Freeform 6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85333920" name="TextBox 6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70831990" name="Group 671"/>
          <p:cNvGrpSpPr/>
          <p:nvPr/>
        </p:nvGrpSpPr>
        <p:grpSpPr bwMode="auto">
          <a:xfrm>
            <a:off x="5371095" y="2397260"/>
            <a:ext cx="143901" cy="143901"/>
            <a:chOff x="0" y="0"/>
            <a:chExt cx="812799" cy="812799"/>
          </a:xfrm>
        </p:grpSpPr>
        <p:sp>
          <p:nvSpPr>
            <p:cNvPr id="959098884" name="Freeform 6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748865" name="TextBox 6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82984456" name="Group 674"/>
          <p:cNvGrpSpPr/>
          <p:nvPr/>
        </p:nvGrpSpPr>
        <p:grpSpPr bwMode="auto">
          <a:xfrm>
            <a:off x="5562624" y="2588788"/>
            <a:ext cx="143901" cy="143901"/>
            <a:chOff x="0" y="0"/>
            <a:chExt cx="812799" cy="812799"/>
          </a:xfrm>
        </p:grpSpPr>
        <p:sp>
          <p:nvSpPr>
            <p:cNvPr id="1747544313" name="Freeform 6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87327718" name="TextBox 6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4111916" name="Group 677"/>
          <p:cNvGrpSpPr/>
          <p:nvPr/>
        </p:nvGrpSpPr>
        <p:grpSpPr bwMode="auto">
          <a:xfrm>
            <a:off x="5755248" y="2588788"/>
            <a:ext cx="143901" cy="143901"/>
            <a:chOff x="0" y="0"/>
            <a:chExt cx="812799" cy="812799"/>
          </a:xfrm>
        </p:grpSpPr>
        <p:sp>
          <p:nvSpPr>
            <p:cNvPr id="1594883039" name="Freeform 6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8319189" name="TextBox 6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59433589" name="Group 680"/>
          <p:cNvGrpSpPr/>
          <p:nvPr/>
        </p:nvGrpSpPr>
        <p:grpSpPr bwMode="auto">
          <a:xfrm>
            <a:off x="5947869" y="2588788"/>
            <a:ext cx="143901" cy="143901"/>
            <a:chOff x="0" y="0"/>
            <a:chExt cx="812799" cy="812799"/>
          </a:xfrm>
        </p:grpSpPr>
        <p:sp>
          <p:nvSpPr>
            <p:cNvPr id="1999285208" name="Freeform 6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96899056" name="TextBox 6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1609870" name="Group 683"/>
          <p:cNvGrpSpPr/>
          <p:nvPr/>
        </p:nvGrpSpPr>
        <p:grpSpPr bwMode="auto">
          <a:xfrm>
            <a:off x="6139398" y="2588788"/>
            <a:ext cx="143901" cy="143901"/>
            <a:chOff x="0" y="0"/>
            <a:chExt cx="812799" cy="812799"/>
          </a:xfrm>
        </p:grpSpPr>
        <p:sp>
          <p:nvSpPr>
            <p:cNvPr id="42939797" name="Freeform 6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61786595" name="TextBox 6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75624129" name="Group 686"/>
          <p:cNvGrpSpPr/>
          <p:nvPr/>
        </p:nvGrpSpPr>
        <p:grpSpPr bwMode="auto">
          <a:xfrm>
            <a:off x="6332024" y="2588788"/>
            <a:ext cx="143901" cy="143901"/>
            <a:chOff x="0" y="0"/>
            <a:chExt cx="812799" cy="812799"/>
          </a:xfrm>
        </p:grpSpPr>
        <p:sp>
          <p:nvSpPr>
            <p:cNvPr id="98252100" name="Freeform 6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16299294" name="TextBox 6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09690449" name="Group 689"/>
          <p:cNvGrpSpPr/>
          <p:nvPr/>
        </p:nvGrpSpPr>
        <p:grpSpPr bwMode="auto">
          <a:xfrm>
            <a:off x="6524644" y="2588788"/>
            <a:ext cx="143901" cy="143901"/>
            <a:chOff x="0" y="0"/>
            <a:chExt cx="812799" cy="812799"/>
          </a:xfrm>
        </p:grpSpPr>
        <p:sp>
          <p:nvSpPr>
            <p:cNvPr id="138978050" name="Freeform 6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9594777" name="TextBox 6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27054131" name="Group 692"/>
          <p:cNvGrpSpPr/>
          <p:nvPr/>
        </p:nvGrpSpPr>
        <p:grpSpPr bwMode="auto">
          <a:xfrm>
            <a:off x="6716174" y="2588788"/>
            <a:ext cx="143901" cy="143901"/>
            <a:chOff x="0" y="0"/>
            <a:chExt cx="812799" cy="812799"/>
          </a:xfrm>
        </p:grpSpPr>
        <p:sp>
          <p:nvSpPr>
            <p:cNvPr id="615270410" name="Freeform 6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43518299" name="TextBox 6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992388" name="Group 695"/>
          <p:cNvGrpSpPr/>
          <p:nvPr/>
        </p:nvGrpSpPr>
        <p:grpSpPr bwMode="auto">
          <a:xfrm>
            <a:off x="6908798" y="2588788"/>
            <a:ext cx="143901" cy="143901"/>
            <a:chOff x="0" y="0"/>
            <a:chExt cx="812799" cy="812799"/>
          </a:xfrm>
        </p:grpSpPr>
        <p:sp>
          <p:nvSpPr>
            <p:cNvPr id="452057308" name="Freeform 6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65757065" name="TextBox 6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55444779" name="Group 698"/>
          <p:cNvGrpSpPr/>
          <p:nvPr/>
        </p:nvGrpSpPr>
        <p:grpSpPr bwMode="auto">
          <a:xfrm>
            <a:off x="7101426" y="2588788"/>
            <a:ext cx="143901" cy="143901"/>
            <a:chOff x="0" y="0"/>
            <a:chExt cx="812799" cy="812799"/>
          </a:xfrm>
        </p:grpSpPr>
        <p:sp>
          <p:nvSpPr>
            <p:cNvPr id="70377116" name="Freeform 6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40664348" name="TextBox 7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25500560" name="Group 701"/>
          <p:cNvGrpSpPr/>
          <p:nvPr/>
        </p:nvGrpSpPr>
        <p:grpSpPr bwMode="auto">
          <a:xfrm>
            <a:off x="4985844" y="2588788"/>
            <a:ext cx="143901" cy="143901"/>
            <a:chOff x="0" y="0"/>
            <a:chExt cx="812799" cy="812799"/>
          </a:xfrm>
        </p:grpSpPr>
        <p:sp>
          <p:nvSpPr>
            <p:cNvPr id="291367174" name="Freeform 7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10045475" name="TextBox 7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41204477" name="Group 704"/>
          <p:cNvGrpSpPr/>
          <p:nvPr/>
        </p:nvGrpSpPr>
        <p:grpSpPr bwMode="auto">
          <a:xfrm>
            <a:off x="5178467" y="2588788"/>
            <a:ext cx="143901" cy="143901"/>
            <a:chOff x="0" y="0"/>
            <a:chExt cx="812799" cy="812799"/>
          </a:xfrm>
        </p:grpSpPr>
        <p:sp>
          <p:nvSpPr>
            <p:cNvPr id="253082824" name="Freeform 7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39904206" name="TextBox 7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76099089" name="Group 707"/>
          <p:cNvGrpSpPr/>
          <p:nvPr/>
        </p:nvGrpSpPr>
        <p:grpSpPr bwMode="auto">
          <a:xfrm>
            <a:off x="5371095" y="2588788"/>
            <a:ext cx="143901" cy="143901"/>
            <a:chOff x="0" y="0"/>
            <a:chExt cx="812799" cy="812799"/>
          </a:xfrm>
        </p:grpSpPr>
        <p:sp>
          <p:nvSpPr>
            <p:cNvPr id="572898724" name="Freeform 7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42576288" name="TextBox 7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36075961" name="Group 710"/>
          <p:cNvGrpSpPr/>
          <p:nvPr/>
        </p:nvGrpSpPr>
        <p:grpSpPr bwMode="auto">
          <a:xfrm>
            <a:off x="5562624" y="2778259"/>
            <a:ext cx="143901" cy="143901"/>
            <a:chOff x="0" y="0"/>
            <a:chExt cx="812799" cy="812799"/>
          </a:xfrm>
        </p:grpSpPr>
        <p:sp>
          <p:nvSpPr>
            <p:cNvPr id="1212302552" name="Freeform 7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4450877" name="TextBox 7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67321652" name="Group 713"/>
          <p:cNvGrpSpPr/>
          <p:nvPr/>
        </p:nvGrpSpPr>
        <p:grpSpPr bwMode="auto">
          <a:xfrm>
            <a:off x="5755248" y="2778259"/>
            <a:ext cx="143901" cy="143901"/>
            <a:chOff x="0" y="0"/>
            <a:chExt cx="812799" cy="812799"/>
          </a:xfrm>
        </p:grpSpPr>
        <p:sp>
          <p:nvSpPr>
            <p:cNvPr id="1215845637" name="Freeform 7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38020810" name="TextBox 7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03547105" name="Group 716"/>
          <p:cNvGrpSpPr/>
          <p:nvPr/>
        </p:nvGrpSpPr>
        <p:grpSpPr bwMode="auto">
          <a:xfrm>
            <a:off x="5947869" y="2778259"/>
            <a:ext cx="143901" cy="143901"/>
            <a:chOff x="0" y="0"/>
            <a:chExt cx="812799" cy="812799"/>
          </a:xfrm>
        </p:grpSpPr>
        <p:sp>
          <p:nvSpPr>
            <p:cNvPr id="1371296619" name="Freeform 7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91360804" name="TextBox 7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6490357" name="Group 719"/>
          <p:cNvGrpSpPr/>
          <p:nvPr/>
        </p:nvGrpSpPr>
        <p:grpSpPr bwMode="auto">
          <a:xfrm>
            <a:off x="6139398" y="2778259"/>
            <a:ext cx="143901" cy="143901"/>
            <a:chOff x="0" y="0"/>
            <a:chExt cx="812799" cy="812799"/>
          </a:xfrm>
        </p:grpSpPr>
        <p:sp>
          <p:nvSpPr>
            <p:cNvPr id="1774668874" name="Freeform 7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16703355" name="TextBox 7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10574897" name="Group 722"/>
          <p:cNvGrpSpPr/>
          <p:nvPr/>
        </p:nvGrpSpPr>
        <p:grpSpPr bwMode="auto">
          <a:xfrm>
            <a:off x="6332024" y="2778259"/>
            <a:ext cx="143901" cy="143901"/>
            <a:chOff x="0" y="0"/>
            <a:chExt cx="812799" cy="812799"/>
          </a:xfrm>
        </p:grpSpPr>
        <p:sp>
          <p:nvSpPr>
            <p:cNvPr id="395952260" name="Freeform 7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2495470" name="TextBox 7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84409501" name="Group 725"/>
          <p:cNvGrpSpPr/>
          <p:nvPr/>
        </p:nvGrpSpPr>
        <p:grpSpPr bwMode="auto">
          <a:xfrm>
            <a:off x="6524644" y="2778259"/>
            <a:ext cx="143901" cy="143901"/>
            <a:chOff x="0" y="0"/>
            <a:chExt cx="812799" cy="812799"/>
          </a:xfrm>
        </p:grpSpPr>
        <p:sp>
          <p:nvSpPr>
            <p:cNvPr id="76284664" name="Freeform 7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89393238" name="TextBox 7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9592234" name="Group 728"/>
          <p:cNvGrpSpPr/>
          <p:nvPr/>
        </p:nvGrpSpPr>
        <p:grpSpPr bwMode="auto">
          <a:xfrm>
            <a:off x="6716174" y="2778259"/>
            <a:ext cx="143901" cy="143901"/>
            <a:chOff x="0" y="0"/>
            <a:chExt cx="812799" cy="812799"/>
          </a:xfrm>
        </p:grpSpPr>
        <p:sp>
          <p:nvSpPr>
            <p:cNvPr id="1196121954" name="Freeform 7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56365234" name="TextBox 7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758037" name="Group 731"/>
          <p:cNvGrpSpPr/>
          <p:nvPr/>
        </p:nvGrpSpPr>
        <p:grpSpPr bwMode="auto">
          <a:xfrm>
            <a:off x="6908798" y="2778259"/>
            <a:ext cx="143901" cy="143901"/>
            <a:chOff x="0" y="0"/>
            <a:chExt cx="812799" cy="812799"/>
          </a:xfrm>
        </p:grpSpPr>
        <p:sp>
          <p:nvSpPr>
            <p:cNvPr id="1480387535" name="Freeform 7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5321405" name="TextBox 7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79623946" name="Group 734"/>
          <p:cNvGrpSpPr/>
          <p:nvPr/>
        </p:nvGrpSpPr>
        <p:grpSpPr bwMode="auto">
          <a:xfrm>
            <a:off x="7101426" y="2778259"/>
            <a:ext cx="143901" cy="143901"/>
            <a:chOff x="0" y="0"/>
            <a:chExt cx="812799" cy="812799"/>
          </a:xfrm>
        </p:grpSpPr>
        <p:sp>
          <p:nvSpPr>
            <p:cNvPr id="763300981" name="Freeform 7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96196002" name="TextBox 7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9657328" name="Group 737"/>
          <p:cNvGrpSpPr/>
          <p:nvPr/>
        </p:nvGrpSpPr>
        <p:grpSpPr bwMode="auto">
          <a:xfrm>
            <a:off x="4985844" y="2778259"/>
            <a:ext cx="143901" cy="143901"/>
            <a:chOff x="0" y="0"/>
            <a:chExt cx="812799" cy="812799"/>
          </a:xfrm>
        </p:grpSpPr>
        <p:sp>
          <p:nvSpPr>
            <p:cNvPr id="2114156840" name="Freeform 7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284113" name="TextBox 7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65992642" name="Group 740"/>
          <p:cNvGrpSpPr/>
          <p:nvPr/>
        </p:nvGrpSpPr>
        <p:grpSpPr bwMode="auto">
          <a:xfrm>
            <a:off x="5178467" y="2778259"/>
            <a:ext cx="143901" cy="143901"/>
            <a:chOff x="0" y="0"/>
            <a:chExt cx="812799" cy="812799"/>
          </a:xfrm>
        </p:grpSpPr>
        <p:sp>
          <p:nvSpPr>
            <p:cNvPr id="1641692109" name="Freeform 7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33016615" name="TextBox 7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3110665" name="Group 743"/>
          <p:cNvGrpSpPr/>
          <p:nvPr/>
        </p:nvGrpSpPr>
        <p:grpSpPr bwMode="auto">
          <a:xfrm>
            <a:off x="5371095" y="2778259"/>
            <a:ext cx="143901" cy="143901"/>
            <a:chOff x="0" y="0"/>
            <a:chExt cx="812799" cy="812799"/>
          </a:xfrm>
        </p:grpSpPr>
        <p:sp>
          <p:nvSpPr>
            <p:cNvPr id="420075650" name="Freeform 7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37826326" name="TextBox 7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22367657" name="Group 746"/>
          <p:cNvGrpSpPr/>
          <p:nvPr/>
        </p:nvGrpSpPr>
        <p:grpSpPr bwMode="auto">
          <a:xfrm>
            <a:off x="5562624" y="2969787"/>
            <a:ext cx="143901" cy="143901"/>
            <a:chOff x="0" y="0"/>
            <a:chExt cx="812799" cy="812799"/>
          </a:xfrm>
        </p:grpSpPr>
        <p:sp>
          <p:nvSpPr>
            <p:cNvPr id="175553545" name="Freeform 7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5995131" name="TextBox 7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8542569" name="Group 749"/>
          <p:cNvGrpSpPr/>
          <p:nvPr/>
        </p:nvGrpSpPr>
        <p:grpSpPr bwMode="auto">
          <a:xfrm>
            <a:off x="5755248" y="2969787"/>
            <a:ext cx="143901" cy="143901"/>
            <a:chOff x="0" y="0"/>
            <a:chExt cx="812799" cy="812799"/>
          </a:xfrm>
        </p:grpSpPr>
        <p:sp>
          <p:nvSpPr>
            <p:cNvPr id="1282050460" name="Freeform 7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6951125" name="TextBox 7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29379845" name="Group 752"/>
          <p:cNvGrpSpPr/>
          <p:nvPr/>
        </p:nvGrpSpPr>
        <p:grpSpPr bwMode="auto">
          <a:xfrm>
            <a:off x="5947869" y="2969787"/>
            <a:ext cx="143901" cy="143901"/>
            <a:chOff x="0" y="0"/>
            <a:chExt cx="812799" cy="812799"/>
          </a:xfrm>
        </p:grpSpPr>
        <p:sp>
          <p:nvSpPr>
            <p:cNvPr id="2135887683" name="Freeform 7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33488711" name="TextBox 7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37119800" name="Group 755"/>
          <p:cNvGrpSpPr/>
          <p:nvPr/>
        </p:nvGrpSpPr>
        <p:grpSpPr bwMode="auto">
          <a:xfrm>
            <a:off x="6139398" y="2969787"/>
            <a:ext cx="143901" cy="143901"/>
            <a:chOff x="0" y="0"/>
            <a:chExt cx="812799" cy="812799"/>
          </a:xfrm>
        </p:grpSpPr>
        <p:sp>
          <p:nvSpPr>
            <p:cNvPr id="1073077066" name="Freeform 7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39554581" name="TextBox 7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5163179" name="Group 758"/>
          <p:cNvGrpSpPr/>
          <p:nvPr/>
        </p:nvGrpSpPr>
        <p:grpSpPr bwMode="auto">
          <a:xfrm>
            <a:off x="6332024" y="2969787"/>
            <a:ext cx="143901" cy="143901"/>
            <a:chOff x="0" y="0"/>
            <a:chExt cx="812799" cy="812799"/>
          </a:xfrm>
        </p:grpSpPr>
        <p:sp>
          <p:nvSpPr>
            <p:cNvPr id="1352792460" name="Freeform 7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6252357" name="TextBox 7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17527498" name="Group 761"/>
          <p:cNvGrpSpPr/>
          <p:nvPr/>
        </p:nvGrpSpPr>
        <p:grpSpPr bwMode="auto">
          <a:xfrm>
            <a:off x="6524644" y="2969787"/>
            <a:ext cx="143901" cy="143901"/>
            <a:chOff x="0" y="0"/>
            <a:chExt cx="812799" cy="812799"/>
          </a:xfrm>
        </p:grpSpPr>
        <p:sp>
          <p:nvSpPr>
            <p:cNvPr id="1924676694" name="Freeform 7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60830263" name="TextBox 7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04116138" name="Group 764"/>
          <p:cNvGrpSpPr/>
          <p:nvPr/>
        </p:nvGrpSpPr>
        <p:grpSpPr bwMode="auto">
          <a:xfrm>
            <a:off x="6716174" y="2969787"/>
            <a:ext cx="143901" cy="143901"/>
            <a:chOff x="0" y="0"/>
            <a:chExt cx="812799" cy="812799"/>
          </a:xfrm>
        </p:grpSpPr>
        <p:sp>
          <p:nvSpPr>
            <p:cNvPr id="503974579" name="Freeform 7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5729566" name="TextBox 7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2059846" name="Group 767"/>
          <p:cNvGrpSpPr/>
          <p:nvPr/>
        </p:nvGrpSpPr>
        <p:grpSpPr bwMode="auto">
          <a:xfrm>
            <a:off x="6908798" y="2969787"/>
            <a:ext cx="143901" cy="143901"/>
            <a:chOff x="0" y="0"/>
            <a:chExt cx="812799" cy="812799"/>
          </a:xfrm>
        </p:grpSpPr>
        <p:sp>
          <p:nvSpPr>
            <p:cNvPr id="970475909" name="Freeform 7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2351750" name="TextBox 7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259902" name="Group 770"/>
          <p:cNvGrpSpPr/>
          <p:nvPr/>
        </p:nvGrpSpPr>
        <p:grpSpPr bwMode="auto">
          <a:xfrm>
            <a:off x="7101426" y="2969787"/>
            <a:ext cx="143901" cy="143901"/>
            <a:chOff x="0" y="0"/>
            <a:chExt cx="812799" cy="812799"/>
          </a:xfrm>
        </p:grpSpPr>
        <p:sp>
          <p:nvSpPr>
            <p:cNvPr id="1906956913" name="Freeform 7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19744456" name="TextBox 7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25268670" name="Group 773"/>
          <p:cNvGrpSpPr/>
          <p:nvPr/>
        </p:nvGrpSpPr>
        <p:grpSpPr bwMode="auto">
          <a:xfrm>
            <a:off x="4985844" y="2969787"/>
            <a:ext cx="143901" cy="143901"/>
            <a:chOff x="0" y="0"/>
            <a:chExt cx="812799" cy="812799"/>
          </a:xfrm>
        </p:grpSpPr>
        <p:sp>
          <p:nvSpPr>
            <p:cNvPr id="998875321" name="Freeform 7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23773427" name="TextBox 7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25832363" name="Group 776"/>
          <p:cNvGrpSpPr/>
          <p:nvPr/>
        </p:nvGrpSpPr>
        <p:grpSpPr bwMode="auto">
          <a:xfrm>
            <a:off x="5178467" y="2969787"/>
            <a:ext cx="143901" cy="143901"/>
            <a:chOff x="0" y="0"/>
            <a:chExt cx="812799" cy="812799"/>
          </a:xfrm>
        </p:grpSpPr>
        <p:sp>
          <p:nvSpPr>
            <p:cNvPr id="2059189206" name="Freeform 7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29615740" name="TextBox 7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6594547" name="Group 779"/>
          <p:cNvGrpSpPr/>
          <p:nvPr/>
        </p:nvGrpSpPr>
        <p:grpSpPr bwMode="auto">
          <a:xfrm>
            <a:off x="5371095" y="2969787"/>
            <a:ext cx="143901" cy="143901"/>
            <a:chOff x="0" y="0"/>
            <a:chExt cx="812799" cy="812799"/>
          </a:xfrm>
        </p:grpSpPr>
        <p:sp>
          <p:nvSpPr>
            <p:cNvPr id="605938751" name="Freeform 7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9725380" name="TextBox 7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07561931" name="Group 782"/>
          <p:cNvGrpSpPr/>
          <p:nvPr/>
        </p:nvGrpSpPr>
        <p:grpSpPr bwMode="auto">
          <a:xfrm>
            <a:off x="5562624" y="3159260"/>
            <a:ext cx="143901" cy="143901"/>
            <a:chOff x="0" y="0"/>
            <a:chExt cx="812799" cy="812799"/>
          </a:xfrm>
        </p:grpSpPr>
        <p:sp>
          <p:nvSpPr>
            <p:cNvPr id="1648458283" name="Freeform 7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5827525" name="TextBox 7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89702980" name="Group 785"/>
          <p:cNvGrpSpPr/>
          <p:nvPr/>
        </p:nvGrpSpPr>
        <p:grpSpPr bwMode="auto">
          <a:xfrm>
            <a:off x="5755248" y="3159260"/>
            <a:ext cx="143901" cy="143901"/>
            <a:chOff x="0" y="0"/>
            <a:chExt cx="812799" cy="812799"/>
          </a:xfrm>
        </p:grpSpPr>
        <p:sp>
          <p:nvSpPr>
            <p:cNvPr id="1189944841" name="Freeform 7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02299985" name="TextBox 7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53954900" name="Group 788"/>
          <p:cNvGrpSpPr/>
          <p:nvPr/>
        </p:nvGrpSpPr>
        <p:grpSpPr bwMode="auto">
          <a:xfrm>
            <a:off x="5947869" y="3159260"/>
            <a:ext cx="143901" cy="143901"/>
            <a:chOff x="0" y="0"/>
            <a:chExt cx="812799" cy="812799"/>
          </a:xfrm>
        </p:grpSpPr>
        <p:sp>
          <p:nvSpPr>
            <p:cNvPr id="373913904" name="Freeform 7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14855787" name="TextBox 7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79849938" name="Group 791"/>
          <p:cNvGrpSpPr/>
          <p:nvPr/>
        </p:nvGrpSpPr>
        <p:grpSpPr bwMode="auto">
          <a:xfrm>
            <a:off x="6139398" y="3159260"/>
            <a:ext cx="143901" cy="143901"/>
            <a:chOff x="0" y="0"/>
            <a:chExt cx="812799" cy="812799"/>
          </a:xfrm>
        </p:grpSpPr>
        <p:sp>
          <p:nvSpPr>
            <p:cNvPr id="1655467281" name="Freeform 7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99791060" name="TextBox 7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3599428" name="Group 794"/>
          <p:cNvGrpSpPr/>
          <p:nvPr/>
        </p:nvGrpSpPr>
        <p:grpSpPr bwMode="auto">
          <a:xfrm>
            <a:off x="6332024" y="3159260"/>
            <a:ext cx="143901" cy="143901"/>
            <a:chOff x="0" y="0"/>
            <a:chExt cx="812799" cy="812799"/>
          </a:xfrm>
        </p:grpSpPr>
        <p:sp>
          <p:nvSpPr>
            <p:cNvPr id="480607157" name="Freeform 7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98685677" name="TextBox 7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1012544" name="Group 797"/>
          <p:cNvGrpSpPr/>
          <p:nvPr/>
        </p:nvGrpSpPr>
        <p:grpSpPr bwMode="auto">
          <a:xfrm>
            <a:off x="6524644" y="3159260"/>
            <a:ext cx="143901" cy="143901"/>
            <a:chOff x="0" y="0"/>
            <a:chExt cx="812799" cy="812799"/>
          </a:xfrm>
        </p:grpSpPr>
        <p:sp>
          <p:nvSpPr>
            <p:cNvPr id="1999901250" name="Freeform 7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7497242" name="TextBox 7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08089659" name="Group 800"/>
          <p:cNvGrpSpPr/>
          <p:nvPr/>
        </p:nvGrpSpPr>
        <p:grpSpPr bwMode="auto">
          <a:xfrm>
            <a:off x="6716174" y="3159260"/>
            <a:ext cx="143901" cy="143901"/>
            <a:chOff x="0" y="0"/>
            <a:chExt cx="812799" cy="812799"/>
          </a:xfrm>
        </p:grpSpPr>
        <p:sp>
          <p:nvSpPr>
            <p:cNvPr id="1928137865" name="Freeform 8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8924146" name="TextBox 8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70777158" name="Group 803"/>
          <p:cNvGrpSpPr/>
          <p:nvPr/>
        </p:nvGrpSpPr>
        <p:grpSpPr bwMode="auto">
          <a:xfrm>
            <a:off x="6908798" y="3159260"/>
            <a:ext cx="143901" cy="143901"/>
            <a:chOff x="0" y="0"/>
            <a:chExt cx="812799" cy="812799"/>
          </a:xfrm>
        </p:grpSpPr>
        <p:sp>
          <p:nvSpPr>
            <p:cNvPr id="2042040339" name="Freeform 8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64159521" name="TextBox 8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50976767" name="Group 806"/>
          <p:cNvGrpSpPr/>
          <p:nvPr/>
        </p:nvGrpSpPr>
        <p:grpSpPr bwMode="auto">
          <a:xfrm>
            <a:off x="7101426" y="3159260"/>
            <a:ext cx="143901" cy="143901"/>
            <a:chOff x="0" y="0"/>
            <a:chExt cx="812799" cy="812799"/>
          </a:xfrm>
        </p:grpSpPr>
        <p:sp>
          <p:nvSpPr>
            <p:cNvPr id="1187790163" name="Freeform 8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31628718" name="TextBox 8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93698659" name="Group 809"/>
          <p:cNvGrpSpPr/>
          <p:nvPr/>
        </p:nvGrpSpPr>
        <p:grpSpPr bwMode="auto">
          <a:xfrm>
            <a:off x="4985844" y="3159260"/>
            <a:ext cx="143901" cy="143901"/>
            <a:chOff x="0" y="0"/>
            <a:chExt cx="812799" cy="812799"/>
          </a:xfrm>
        </p:grpSpPr>
        <p:sp>
          <p:nvSpPr>
            <p:cNvPr id="602049842" name="Freeform 8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2157373" name="TextBox 8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89773197" name="Group 812"/>
          <p:cNvGrpSpPr/>
          <p:nvPr/>
        </p:nvGrpSpPr>
        <p:grpSpPr bwMode="auto">
          <a:xfrm>
            <a:off x="5178467" y="3159260"/>
            <a:ext cx="143901" cy="143901"/>
            <a:chOff x="0" y="0"/>
            <a:chExt cx="812799" cy="812799"/>
          </a:xfrm>
        </p:grpSpPr>
        <p:sp>
          <p:nvSpPr>
            <p:cNvPr id="262687686" name="Freeform 8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22823855" name="TextBox 8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9771819" name="Group 815"/>
          <p:cNvGrpSpPr/>
          <p:nvPr/>
        </p:nvGrpSpPr>
        <p:grpSpPr bwMode="auto">
          <a:xfrm>
            <a:off x="5371095" y="3159260"/>
            <a:ext cx="143901" cy="143901"/>
            <a:chOff x="0" y="0"/>
            <a:chExt cx="812799" cy="812799"/>
          </a:xfrm>
        </p:grpSpPr>
        <p:sp>
          <p:nvSpPr>
            <p:cNvPr id="883919671" name="Freeform 8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3557817" name="TextBox 8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26179451" name="Group 818"/>
          <p:cNvGrpSpPr/>
          <p:nvPr/>
        </p:nvGrpSpPr>
        <p:grpSpPr bwMode="auto">
          <a:xfrm>
            <a:off x="5562624" y="3352577"/>
            <a:ext cx="143901" cy="143901"/>
            <a:chOff x="0" y="0"/>
            <a:chExt cx="812799" cy="812799"/>
          </a:xfrm>
        </p:grpSpPr>
        <p:sp>
          <p:nvSpPr>
            <p:cNvPr id="1528257562" name="Freeform 8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46819008" name="TextBox 8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77428946" name="Group 821"/>
          <p:cNvGrpSpPr/>
          <p:nvPr/>
        </p:nvGrpSpPr>
        <p:grpSpPr bwMode="auto">
          <a:xfrm>
            <a:off x="5755248" y="3352577"/>
            <a:ext cx="143901" cy="143901"/>
            <a:chOff x="0" y="0"/>
            <a:chExt cx="812799" cy="812799"/>
          </a:xfrm>
        </p:grpSpPr>
        <p:sp>
          <p:nvSpPr>
            <p:cNvPr id="1972799534" name="Freeform 8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12581758" name="TextBox 8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33662645" name="Group 824"/>
          <p:cNvGrpSpPr/>
          <p:nvPr/>
        </p:nvGrpSpPr>
        <p:grpSpPr bwMode="auto">
          <a:xfrm>
            <a:off x="5947869" y="3352577"/>
            <a:ext cx="143901" cy="143901"/>
            <a:chOff x="0" y="0"/>
            <a:chExt cx="812799" cy="812799"/>
          </a:xfrm>
        </p:grpSpPr>
        <p:sp>
          <p:nvSpPr>
            <p:cNvPr id="2098120462" name="Freeform 8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741328" name="TextBox 8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09538817" name="Group 827"/>
          <p:cNvGrpSpPr/>
          <p:nvPr/>
        </p:nvGrpSpPr>
        <p:grpSpPr bwMode="auto">
          <a:xfrm>
            <a:off x="6139398" y="3352577"/>
            <a:ext cx="143901" cy="143901"/>
            <a:chOff x="0" y="0"/>
            <a:chExt cx="812799" cy="812799"/>
          </a:xfrm>
        </p:grpSpPr>
        <p:sp>
          <p:nvSpPr>
            <p:cNvPr id="1908215013" name="Freeform 8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76990131" name="TextBox 8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82917684" name="Group 830"/>
          <p:cNvGrpSpPr/>
          <p:nvPr/>
        </p:nvGrpSpPr>
        <p:grpSpPr bwMode="auto">
          <a:xfrm>
            <a:off x="6332024" y="3352577"/>
            <a:ext cx="143901" cy="143901"/>
            <a:chOff x="0" y="0"/>
            <a:chExt cx="812799" cy="812799"/>
          </a:xfrm>
        </p:grpSpPr>
        <p:sp>
          <p:nvSpPr>
            <p:cNvPr id="827199523" name="Freeform 8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8819190" name="TextBox 8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06637538" name="Group 833"/>
          <p:cNvGrpSpPr/>
          <p:nvPr/>
        </p:nvGrpSpPr>
        <p:grpSpPr bwMode="auto">
          <a:xfrm>
            <a:off x="6524644" y="3352577"/>
            <a:ext cx="143901" cy="143901"/>
            <a:chOff x="0" y="0"/>
            <a:chExt cx="812799" cy="812799"/>
          </a:xfrm>
        </p:grpSpPr>
        <p:sp>
          <p:nvSpPr>
            <p:cNvPr id="820813135" name="Freeform 8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29120303" name="TextBox 8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52879839" name="Group 836"/>
          <p:cNvGrpSpPr/>
          <p:nvPr/>
        </p:nvGrpSpPr>
        <p:grpSpPr bwMode="auto">
          <a:xfrm>
            <a:off x="6716174" y="3352577"/>
            <a:ext cx="143901" cy="143901"/>
            <a:chOff x="0" y="0"/>
            <a:chExt cx="812799" cy="812799"/>
          </a:xfrm>
        </p:grpSpPr>
        <p:sp>
          <p:nvSpPr>
            <p:cNvPr id="383245909" name="Freeform 8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2241698" name="TextBox 8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0252512" name="Group 839"/>
          <p:cNvGrpSpPr/>
          <p:nvPr/>
        </p:nvGrpSpPr>
        <p:grpSpPr bwMode="auto">
          <a:xfrm>
            <a:off x="6908798" y="3352577"/>
            <a:ext cx="143901" cy="143901"/>
            <a:chOff x="0" y="0"/>
            <a:chExt cx="812799" cy="812799"/>
          </a:xfrm>
        </p:grpSpPr>
        <p:sp>
          <p:nvSpPr>
            <p:cNvPr id="1875057083" name="Freeform 8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1883456" name="TextBox 8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68790762" name="Group 842"/>
          <p:cNvGrpSpPr/>
          <p:nvPr/>
        </p:nvGrpSpPr>
        <p:grpSpPr bwMode="auto">
          <a:xfrm>
            <a:off x="7101426" y="3352577"/>
            <a:ext cx="143901" cy="143901"/>
            <a:chOff x="0" y="0"/>
            <a:chExt cx="812799" cy="812799"/>
          </a:xfrm>
        </p:grpSpPr>
        <p:sp>
          <p:nvSpPr>
            <p:cNvPr id="1821647779" name="Freeform 8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98798959" name="TextBox 8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71963975" name="Group 845"/>
          <p:cNvGrpSpPr/>
          <p:nvPr/>
        </p:nvGrpSpPr>
        <p:grpSpPr bwMode="auto">
          <a:xfrm>
            <a:off x="4985844" y="3352577"/>
            <a:ext cx="143901" cy="143901"/>
            <a:chOff x="0" y="0"/>
            <a:chExt cx="812799" cy="812799"/>
          </a:xfrm>
        </p:grpSpPr>
        <p:sp>
          <p:nvSpPr>
            <p:cNvPr id="715380251" name="Freeform 8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61680197" name="TextBox 8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20916017" name="Group 848"/>
          <p:cNvGrpSpPr/>
          <p:nvPr/>
        </p:nvGrpSpPr>
        <p:grpSpPr bwMode="auto">
          <a:xfrm>
            <a:off x="5178467" y="3352577"/>
            <a:ext cx="143901" cy="143901"/>
            <a:chOff x="0" y="0"/>
            <a:chExt cx="812799" cy="812799"/>
          </a:xfrm>
        </p:grpSpPr>
        <p:sp>
          <p:nvSpPr>
            <p:cNvPr id="1444686743" name="Freeform 8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30216919" name="TextBox 8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4547238" name="Group 851"/>
          <p:cNvGrpSpPr/>
          <p:nvPr/>
        </p:nvGrpSpPr>
        <p:grpSpPr bwMode="auto">
          <a:xfrm>
            <a:off x="5371095" y="3352577"/>
            <a:ext cx="143901" cy="143901"/>
            <a:chOff x="0" y="0"/>
            <a:chExt cx="812799" cy="812799"/>
          </a:xfrm>
        </p:grpSpPr>
        <p:sp>
          <p:nvSpPr>
            <p:cNvPr id="1204956947" name="Freeform 8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74623256" name="TextBox 8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31156606" name="Group 854"/>
          <p:cNvGrpSpPr/>
          <p:nvPr/>
        </p:nvGrpSpPr>
        <p:grpSpPr bwMode="auto">
          <a:xfrm>
            <a:off x="5562624" y="3542049"/>
            <a:ext cx="143901" cy="143901"/>
            <a:chOff x="0" y="0"/>
            <a:chExt cx="812799" cy="812799"/>
          </a:xfrm>
        </p:grpSpPr>
        <p:sp>
          <p:nvSpPr>
            <p:cNvPr id="1217327760" name="Freeform 8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24906213" name="TextBox 8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0257985" name="Group 857"/>
          <p:cNvGrpSpPr/>
          <p:nvPr/>
        </p:nvGrpSpPr>
        <p:grpSpPr bwMode="auto">
          <a:xfrm>
            <a:off x="5755248" y="3542049"/>
            <a:ext cx="143901" cy="143901"/>
            <a:chOff x="0" y="0"/>
            <a:chExt cx="812799" cy="812799"/>
          </a:xfrm>
        </p:grpSpPr>
        <p:sp>
          <p:nvSpPr>
            <p:cNvPr id="1881158864" name="Freeform 8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30692050" name="TextBox 8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562979" name="Group 860"/>
          <p:cNvGrpSpPr/>
          <p:nvPr/>
        </p:nvGrpSpPr>
        <p:grpSpPr bwMode="auto">
          <a:xfrm>
            <a:off x="5947869" y="3542049"/>
            <a:ext cx="143901" cy="143901"/>
            <a:chOff x="0" y="0"/>
            <a:chExt cx="812799" cy="812799"/>
          </a:xfrm>
        </p:grpSpPr>
        <p:sp>
          <p:nvSpPr>
            <p:cNvPr id="849867697" name="Freeform 8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86053687" name="TextBox 8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0605123" name="Group 863"/>
          <p:cNvGrpSpPr/>
          <p:nvPr/>
        </p:nvGrpSpPr>
        <p:grpSpPr bwMode="auto">
          <a:xfrm>
            <a:off x="6139398" y="3542049"/>
            <a:ext cx="143901" cy="143901"/>
            <a:chOff x="0" y="0"/>
            <a:chExt cx="812799" cy="812799"/>
          </a:xfrm>
        </p:grpSpPr>
        <p:sp>
          <p:nvSpPr>
            <p:cNvPr id="1705863641" name="Freeform 8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25849574" name="TextBox 8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47580061" name="Group 866"/>
          <p:cNvGrpSpPr/>
          <p:nvPr/>
        </p:nvGrpSpPr>
        <p:grpSpPr bwMode="auto">
          <a:xfrm>
            <a:off x="6332024" y="3542049"/>
            <a:ext cx="143901" cy="143901"/>
            <a:chOff x="0" y="0"/>
            <a:chExt cx="812799" cy="812799"/>
          </a:xfrm>
        </p:grpSpPr>
        <p:sp>
          <p:nvSpPr>
            <p:cNvPr id="1350787215" name="Freeform 8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81540318" name="TextBox 8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59858728" name="Group 869"/>
          <p:cNvGrpSpPr/>
          <p:nvPr/>
        </p:nvGrpSpPr>
        <p:grpSpPr bwMode="auto">
          <a:xfrm>
            <a:off x="6524644" y="3542049"/>
            <a:ext cx="143901" cy="143901"/>
            <a:chOff x="0" y="0"/>
            <a:chExt cx="812799" cy="812799"/>
          </a:xfrm>
        </p:grpSpPr>
        <p:sp>
          <p:nvSpPr>
            <p:cNvPr id="1252645865" name="Freeform 8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7114410" name="TextBox 8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3615308" name="Group 872"/>
          <p:cNvGrpSpPr/>
          <p:nvPr/>
        </p:nvGrpSpPr>
        <p:grpSpPr bwMode="auto">
          <a:xfrm>
            <a:off x="6716174" y="3542049"/>
            <a:ext cx="143901" cy="143901"/>
            <a:chOff x="0" y="0"/>
            <a:chExt cx="812799" cy="812799"/>
          </a:xfrm>
        </p:grpSpPr>
        <p:sp>
          <p:nvSpPr>
            <p:cNvPr id="1633065651" name="Freeform 8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51034425" name="TextBox 8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7233974" name="Group 875"/>
          <p:cNvGrpSpPr/>
          <p:nvPr/>
        </p:nvGrpSpPr>
        <p:grpSpPr bwMode="auto">
          <a:xfrm>
            <a:off x="6908798" y="3542049"/>
            <a:ext cx="143901" cy="143901"/>
            <a:chOff x="0" y="0"/>
            <a:chExt cx="812799" cy="812799"/>
          </a:xfrm>
        </p:grpSpPr>
        <p:sp>
          <p:nvSpPr>
            <p:cNvPr id="664027064" name="Freeform 8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72836689" name="TextBox 8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33533322" name="Group 878"/>
          <p:cNvGrpSpPr/>
          <p:nvPr/>
        </p:nvGrpSpPr>
        <p:grpSpPr bwMode="auto">
          <a:xfrm>
            <a:off x="7101426" y="3542049"/>
            <a:ext cx="143901" cy="143901"/>
            <a:chOff x="0" y="0"/>
            <a:chExt cx="812799" cy="812799"/>
          </a:xfrm>
        </p:grpSpPr>
        <p:sp>
          <p:nvSpPr>
            <p:cNvPr id="59460264" name="Freeform 8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4733468" name="TextBox 8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633110" name="Group 881"/>
          <p:cNvGrpSpPr/>
          <p:nvPr/>
        </p:nvGrpSpPr>
        <p:grpSpPr bwMode="auto">
          <a:xfrm>
            <a:off x="4985844" y="3542049"/>
            <a:ext cx="143901" cy="143901"/>
            <a:chOff x="0" y="0"/>
            <a:chExt cx="812799" cy="812799"/>
          </a:xfrm>
        </p:grpSpPr>
        <p:sp>
          <p:nvSpPr>
            <p:cNvPr id="524429062" name="Freeform 8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19283187" name="TextBox 8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76273964" name="Group 884"/>
          <p:cNvGrpSpPr/>
          <p:nvPr/>
        </p:nvGrpSpPr>
        <p:grpSpPr bwMode="auto">
          <a:xfrm>
            <a:off x="5178467" y="3542049"/>
            <a:ext cx="143901" cy="143901"/>
            <a:chOff x="0" y="0"/>
            <a:chExt cx="812799" cy="812799"/>
          </a:xfrm>
        </p:grpSpPr>
        <p:sp>
          <p:nvSpPr>
            <p:cNvPr id="1732201119" name="Freeform 8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95009850" name="TextBox 8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72424199" name="Group 887"/>
          <p:cNvGrpSpPr/>
          <p:nvPr/>
        </p:nvGrpSpPr>
        <p:grpSpPr bwMode="auto">
          <a:xfrm>
            <a:off x="5371095" y="3542049"/>
            <a:ext cx="143901" cy="143901"/>
            <a:chOff x="0" y="0"/>
            <a:chExt cx="812799" cy="812799"/>
          </a:xfrm>
        </p:grpSpPr>
        <p:sp>
          <p:nvSpPr>
            <p:cNvPr id="1245862884" name="Freeform 8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64993805" name="TextBox 8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13534870" name="Group 890"/>
          <p:cNvGrpSpPr/>
          <p:nvPr/>
        </p:nvGrpSpPr>
        <p:grpSpPr bwMode="auto">
          <a:xfrm>
            <a:off x="5562624" y="3733577"/>
            <a:ext cx="143901" cy="143901"/>
            <a:chOff x="0" y="0"/>
            <a:chExt cx="812799" cy="812799"/>
          </a:xfrm>
        </p:grpSpPr>
        <p:sp>
          <p:nvSpPr>
            <p:cNvPr id="1723967652" name="Freeform 8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527296" name="TextBox 8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1196278" name="Group 893"/>
          <p:cNvGrpSpPr/>
          <p:nvPr/>
        </p:nvGrpSpPr>
        <p:grpSpPr bwMode="auto">
          <a:xfrm>
            <a:off x="5755248" y="3733577"/>
            <a:ext cx="143901" cy="143901"/>
            <a:chOff x="0" y="0"/>
            <a:chExt cx="812799" cy="812799"/>
          </a:xfrm>
        </p:grpSpPr>
        <p:sp>
          <p:nvSpPr>
            <p:cNvPr id="887416148" name="Freeform 8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77500999" name="TextBox 8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76465456" name="Group 896"/>
          <p:cNvGrpSpPr/>
          <p:nvPr/>
        </p:nvGrpSpPr>
        <p:grpSpPr bwMode="auto">
          <a:xfrm>
            <a:off x="5947869" y="3733577"/>
            <a:ext cx="143901" cy="143901"/>
            <a:chOff x="0" y="0"/>
            <a:chExt cx="812799" cy="812799"/>
          </a:xfrm>
        </p:grpSpPr>
        <p:sp>
          <p:nvSpPr>
            <p:cNvPr id="1865941923" name="Freeform 8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03258795" name="TextBox 8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6406818" name="Group 899"/>
          <p:cNvGrpSpPr/>
          <p:nvPr/>
        </p:nvGrpSpPr>
        <p:grpSpPr bwMode="auto">
          <a:xfrm>
            <a:off x="6139398" y="3733577"/>
            <a:ext cx="143901" cy="143901"/>
            <a:chOff x="0" y="0"/>
            <a:chExt cx="812799" cy="812799"/>
          </a:xfrm>
        </p:grpSpPr>
        <p:sp>
          <p:nvSpPr>
            <p:cNvPr id="144160385" name="Freeform 9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17889308" name="TextBox 9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53706612" name="Group 902"/>
          <p:cNvGrpSpPr/>
          <p:nvPr/>
        </p:nvGrpSpPr>
        <p:grpSpPr bwMode="auto">
          <a:xfrm>
            <a:off x="6332024" y="3733577"/>
            <a:ext cx="143901" cy="143901"/>
            <a:chOff x="0" y="0"/>
            <a:chExt cx="812799" cy="812799"/>
          </a:xfrm>
        </p:grpSpPr>
        <p:sp>
          <p:nvSpPr>
            <p:cNvPr id="1820117329" name="Freeform 9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0488558" name="TextBox 9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38434595" name="Group 905"/>
          <p:cNvGrpSpPr/>
          <p:nvPr/>
        </p:nvGrpSpPr>
        <p:grpSpPr bwMode="auto">
          <a:xfrm>
            <a:off x="6524644" y="3733577"/>
            <a:ext cx="143901" cy="143901"/>
            <a:chOff x="0" y="0"/>
            <a:chExt cx="812799" cy="812799"/>
          </a:xfrm>
        </p:grpSpPr>
        <p:sp>
          <p:nvSpPr>
            <p:cNvPr id="942029295" name="Freeform 9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03883174" name="TextBox 9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31302750" name="Group 908"/>
          <p:cNvGrpSpPr/>
          <p:nvPr/>
        </p:nvGrpSpPr>
        <p:grpSpPr bwMode="auto">
          <a:xfrm>
            <a:off x="6716174" y="3733577"/>
            <a:ext cx="143901" cy="143901"/>
            <a:chOff x="0" y="0"/>
            <a:chExt cx="812799" cy="812799"/>
          </a:xfrm>
        </p:grpSpPr>
        <p:sp>
          <p:nvSpPr>
            <p:cNvPr id="460497757" name="Freeform 9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42260104" name="TextBox 9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292121" name="Group 911"/>
          <p:cNvGrpSpPr/>
          <p:nvPr/>
        </p:nvGrpSpPr>
        <p:grpSpPr bwMode="auto">
          <a:xfrm>
            <a:off x="6908798" y="3733577"/>
            <a:ext cx="143901" cy="143901"/>
            <a:chOff x="0" y="0"/>
            <a:chExt cx="812799" cy="812799"/>
          </a:xfrm>
        </p:grpSpPr>
        <p:sp>
          <p:nvSpPr>
            <p:cNvPr id="1496259961" name="Freeform 9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63811639" name="TextBox 9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6839587" name="Group 914"/>
          <p:cNvGrpSpPr/>
          <p:nvPr/>
        </p:nvGrpSpPr>
        <p:grpSpPr bwMode="auto">
          <a:xfrm>
            <a:off x="7101426" y="3733577"/>
            <a:ext cx="143901" cy="143901"/>
            <a:chOff x="0" y="0"/>
            <a:chExt cx="812799" cy="812799"/>
          </a:xfrm>
        </p:grpSpPr>
        <p:sp>
          <p:nvSpPr>
            <p:cNvPr id="869997928" name="Freeform 9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07699580" name="TextBox 9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14360340" name="Group 917"/>
          <p:cNvGrpSpPr/>
          <p:nvPr/>
        </p:nvGrpSpPr>
        <p:grpSpPr bwMode="auto">
          <a:xfrm>
            <a:off x="4985844" y="3733577"/>
            <a:ext cx="143901" cy="143901"/>
            <a:chOff x="0" y="0"/>
            <a:chExt cx="812799" cy="812799"/>
          </a:xfrm>
        </p:grpSpPr>
        <p:sp>
          <p:nvSpPr>
            <p:cNvPr id="2121294102" name="Freeform 9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54847113" name="TextBox 9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50264055" name="Group 920"/>
          <p:cNvGrpSpPr/>
          <p:nvPr/>
        </p:nvGrpSpPr>
        <p:grpSpPr bwMode="auto">
          <a:xfrm>
            <a:off x="5178467" y="3733577"/>
            <a:ext cx="143901" cy="143901"/>
            <a:chOff x="0" y="0"/>
            <a:chExt cx="812799" cy="812799"/>
          </a:xfrm>
        </p:grpSpPr>
        <p:sp>
          <p:nvSpPr>
            <p:cNvPr id="1400994890" name="Freeform 9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52918850" name="TextBox 9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6539217" name="Group 923"/>
          <p:cNvGrpSpPr/>
          <p:nvPr/>
        </p:nvGrpSpPr>
        <p:grpSpPr bwMode="auto">
          <a:xfrm>
            <a:off x="5371095" y="3733577"/>
            <a:ext cx="143901" cy="143901"/>
            <a:chOff x="0" y="0"/>
            <a:chExt cx="812799" cy="812799"/>
          </a:xfrm>
        </p:grpSpPr>
        <p:sp>
          <p:nvSpPr>
            <p:cNvPr id="1309842192" name="Freeform 9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14582561" name="TextBox 9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1293823" name="Group 926"/>
          <p:cNvGrpSpPr/>
          <p:nvPr/>
        </p:nvGrpSpPr>
        <p:grpSpPr bwMode="auto">
          <a:xfrm>
            <a:off x="5562624" y="3923049"/>
            <a:ext cx="143901" cy="143901"/>
            <a:chOff x="0" y="0"/>
            <a:chExt cx="812799" cy="812799"/>
          </a:xfrm>
        </p:grpSpPr>
        <p:sp>
          <p:nvSpPr>
            <p:cNvPr id="1649740687" name="Freeform 9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49692808" name="TextBox 9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9371897" name="Group 929"/>
          <p:cNvGrpSpPr/>
          <p:nvPr/>
        </p:nvGrpSpPr>
        <p:grpSpPr bwMode="auto">
          <a:xfrm>
            <a:off x="5755248" y="3923049"/>
            <a:ext cx="143901" cy="143901"/>
            <a:chOff x="0" y="0"/>
            <a:chExt cx="812799" cy="812799"/>
          </a:xfrm>
        </p:grpSpPr>
        <p:sp>
          <p:nvSpPr>
            <p:cNvPr id="482572088" name="Freeform 9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7255955" name="TextBox 9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74337312" name="Group 932"/>
          <p:cNvGrpSpPr/>
          <p:nvPr/>
        </p:nvGrpSpPr>
        <p:grpSpPr bwMode="auto">
          <a:xfrm>
            <a:off x="5947869" y="3923049"/>
            <a:ext cx="143901" cy="143901"/>
            <a:chOff x="0" y="0"/>
            <a:chExt cx="812799" cy="812799"/>
          </a:xfrm>
        </p:grpSpPr>
        <p:sp>
          <p:nvSpPr>
            <p:cNvPr id="938972284" name="Freeform 9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36249454" name="TextBox 9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96583384" name="Group 935"/>
          <p:cNvGrpSpPr/>
          <p:nvPr/>
        </p:nvGrpSpPr>
        <p:grpSpPr bwMode="auto">
          <a:xfrm>
            <a:off x="6139398" y="3923049"/>
            <a:ext cx="143901" cy="143901"/>
            <a:chOff x="0" y="0"/>
            <a:chExt cx="812799" cy="812799"/>
          </a:xfrm>
        </p:grpSpPr>
        <p:sp>
          <p:nvSpPr>
            <p:cNvPr id="913824763" name="Freeform 9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77804645" name="TextBox 9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26781816" name="Group 938"/>
          <p:cNvGrpSpPr/>
          <p:nvPr/>
        </p:nvGrpSpPr>
        <p:grpSpPr bwMode="auto">
          <a:xfrm>
            <a:off x="6332024" y="3923049"/>
            <a:ext cx="143901" cy="143901"/>
            <a:chOff x="0" y="0"/>
            <a:chExt cx="812799" cy="812799"/>
          </a:xfrm>
        </p:grpSpPr>
        <p:sp>
          <p:nvSpPr>
            <p:cNvPr id="1547519733" name="Freeform 9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1593283" name="TextBox 9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38001154" name="Group 941"/>
          <p:cNvGrpSpPr/>
          <p:nvPr/>
        </p:nvGrpSpPr>
        <p:grpSpPr bwMode="auto">
          <a:xfrm>
            <a:off x="6524644" y="3923049"/>
            <a:ext cx="143901" cy="143901"/>
            <a:chOff x="0" y="0"/>
            <a:chExt cx="812799" cy="812799"/>
          </a:xfrm>
        </p:grpSpPr>
        <p:sp>
          <p:nvSpPr>
            <p:cNvPr id="503293321" name="Freeform 9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1123613" name="TextBox 9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2643235" name="Group 944"/>
          <p:cNvGrpSpPr/>
          <p:nvPr/>
        </p:nvGrpSpPr>
        <p:grpSpPr bwMode="auto">
          <a:xfrm>
            <a:off x="6716174" y="3923049"/>
            <a:ext cx="143901" cy="143901"/>
            <a:chOff x="0" y="0"/>
            <a:chExt cx="812799" cy="812799"/>
          </a:xfrm>
        </p:grpSpPr>
        <p:sp>
          <p:nvSpPr>
            <p:cNvPr id="612696318" name="Freeform 9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12178" name="TextBox 9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50525881" name="Group 947"/>
          <p:cNvGrpSpPr/>
          <p:nvPr/>
        </p:nvGrpSpPr>
        <p:grpSpPr bwMode="auto">
          <a:xfrm>
            <a:off x="6908798" y="3923049"/>
            <a:ext cx="143901" cy="143901"/>
            <a:chOff x="0" y="0"/>
            <a:chExt cx="812799" cy="812799"/>
          </a:xfrm>
        </p:grpSpPr>
        <p:sp>
          <p:nvSpPr>
            <p:cNvPr id="1009893397" name="Freeform 9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844704" name="TextBox 9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1816353" name="Group 950"/>
          <p:cNvGrpSpPr/>
          <p:nvPr/>
        </p:nvGrpSpPr>
        <p:grpSpPr bwMode="auto">
          <a:xfrm>
            <a:off x="7101426" y="3923049"/>
            <a:ext cx="143901" cy="143901"/>
            <a:chOff x="0" y="0"/>
            <a:chExt cx="812799" cy="812799"/>
          </a:xfrm>
        </p:grpSpPr>
        <p:sp>
          <p:nvSpPr>
            <p:cNvPr id="2021098776" name="Freeform 9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06780464" name="TextBox 9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59150705" name="Group 953"/>
          <p:cNvGrpSpPr/>
          <p:nvPr/>
        </p:nvGrpSpPr>
        <p:grpSpPr bwMode="auto">
          <a:xfrm>
            <a:off x="4985844" y="3923049"/>
            <a:ext cx="143901" cy="143901"/>
            <a:chOff x="0" y="0"/>
            <a:chExt cx="812799" cy="812799"/>
          </a:xfrm>
        </p:grpSpPr>
        <p:sp>
          <p:nvSpPr>
            <p:cNvPr id="1138428401" name="Freeform 9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5366787" name="TextBox 9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62343203" name="Group 956"/>
          <p:cNvGrpSpPr/>
          <p:nvPr/>
        </p:nvGrpSpPr>
        <p:grpSpPr bwMode="auto">
          <a:xfrm>
            <a:off x="5178467" y="3923049"/>
            <a:ext cx="143901" cy="143901"/>
            <a:chOff x="0" y="0"/>
            <a:chExt cx="812799" cy="812799"/>
          </a:xfrm>
        </p:grpSpPr>
        <p:sp>
          <p:nvSpPr>
            <p:cNvPr id="1971637811" name="Freeform 9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36212557" name="TextBox 9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6042112" name="Group 959"/>
          <p:cNvGrpSpPr/>
          <p:nvPr/>
        </p:nvGrpSpPr>
        <p:grpSpPr bwMode="auto">
          <a:xfrm>
            <a:off x="5371095" y="3923049"/>
            <a:ext cx="143901" cy="143901"/>
            <a:chOff x="0" y="0"/>
            <a:chExt cx="812799" cy="812799"/>
          </a:xfrm>
        </p:grpSpPr>
        <p:sp>
          <p:nvSpPr>
            <p:cNvPr id="1682403798" name="Freeform 9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1787306" name="TextBox 9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79478012" name="Group 962"/>
          <p:cNvGrpSpPr/>
          <p:nvPr/>
        </p:nvGrpSpPr>
        <p:grpSpPr bwMode="auto">
          <a:xfrm>
            <a:off x="5562624" y="4114577"/>
            <a:ext cx="143901" cy="143901"/>
            <a:chOff x="0" y="0"/>
            <a:chExt cx="812799" cy="812799"/>
          </a:xfrm>
        </p:grpSpPr>
        <p:sp>
          <p:nvSpPr>
            <p:cNvPr id="259509918" name="Freeform 9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27355014" name="TextBox 9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9209871" name="Group 965"/>
          <p:cNvGrpSpPr/>
          <p:nvPr/>
        </p:nvGrpSpPr>
        <p:grpSpPr bwMode="auto">
          <a:xfrm>
            <a:off x="5755248" y="4114577"/>
            <a:ext cx="143901" cy="143901"/>
            <a:chOff x="0" y="0"/>
            <a:chExt cx="812799" cy="812799"/>
          </a:xfrm>
        </p:grpSpPr>
        <p:sp>
          <p:nvSpPr>
            <p:cNvPr id="1497255773" name="Freeform 9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4842507" name="TextBox 9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74849232" name="Group 968"/>
          <p:cNvGrpSpPr/>
          <p:nvPr/>
        </p:nvGrpSpPr>
        <p:grpSpPr bwMode="auto">
          <a:xfrm>
            <a:off x="5947869" y="4114577"/>
            <a:ext cx="143901" cy="143901"/>
            <a:chOff x="0" y="0"/>
            <a:chExt cx="812799" cy="812799"/>
          </a:xfrm>
        </p:grpSpPr>
        <p:sp>
          <p:nvSpPr>
            <p:cNvPr id="637088141" name="Freeform 9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0599634" name="TextBox 9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2278600" name="Group 971"/>
          <p:cNvGrpSpPr/>
          <p:nvPr/>
        </p:nvGrpSpPr>
        <p:grpSpPr bwMode="auto">
          <a:xfrm>
            <a:off x="6139398" y="4114577"/>
            <a:ext cx="143901" cy="143901"/>
            <a:chOff x="0" y="0"/>
            <a:chExt cx="812799" cy="812799"/>
          </a:xfrm>
        </p:grpSpPr>
        <p:sp>
          <p:nvSpPr>
            <p:cNvPr id="1381579676" name="Freeform 9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63792164" name="TextBox 9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15714189" name="Group 974"/>
          <p:cNvGrpSpPr/>
          <p:nvPr/>
        </p:nvGrpSpPr>
        <p:grpSpPr bwMode="auto">
          <a:xfrm>
            <a:off x="6332024" y="4114577"/>
            <a:ext cx="143901" cy="143901"/>
            <a:chOff x="0" y="0"/>
            <a:chExt cx="812799" cy="812799"/>
          </a:xfrm>
        </p:grpSpPr>
        <p:sp>
          <p:nvSpPr>
            <p:cNvPr id="529497153" name="Freeform 9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57098692" name="TextBox 9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06961198" name="Group 977"/>
          <p:cNvGrpSpPr/>
          <p:nvPr/>
        </p:nvGrpSpPr>
        <p:grpSpPr bwMode="auto">
          <a:xfrm>
            <a:off x="6524644" y="4114577"/>
            <a:ext cx="143901" cy="143901"/>
            <a:chOff x="0" y="0"/>
            <a:chExt cx="812799" cy="812799"/>
          </a:xfrm>
        </p:grpSpPr>
        <p:sp>
          <p:nvSpPr>
            <p:cNvPr id="905728224" name="Freeform 9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77580057" name="TextBox 9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8448981" name="Group 980"/>
          <p:cNvGrpSpPr/>
          <p:nvPr/>
        </p:nvGrpSpPr>
        <p:grpSpPr bwMode="auto">
          <a:xfrm>
            <a:off x="6716174" y="4114577"/>
            <a:ext cx="143901" cy="143901"/>
            <a:chOff x="0" y="0"/>
            <a:chExt cx="812799" cy="812799"/>
          </a:xfrm>
        </p:grpSpPr>
        <p:sp>
          <p:nvSpPr>
            <p:cNvPr id="1888760943" name="Freeform 9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63806277" name="TextBox 9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1214446" name="Group 983"/>
          <p:cNvGrpSpPr/>
          <p:nvPr/>
        </p:nvGrpSpPr>
        <p:grpSpPr bwMode="auto">
          <a:xfrm>
            <a:off x="6908798" y="4114577"/>
            <a:ext cx="143901" cy="143901"/>
            <a:chOff x="0" y="0"/>
            <a:chExt cx="812799" cy="812799"/>
          </a:xfrm>
        </p:grpSpPr>
        <p:sp>
          <p:nvSpPr>
            <p:cNvPr id="740316247" name="Freeform 9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72402350" name="TextBox 9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37582657" name="Group 986"/>
          <p:cNvGrpSpPr/>
          <p:nvPr/>
        </p:nvGrpSpPr>
        <p:grpSpPr bwMode="auto">
          <a:xfrm>
            <a:off x="7101426" y="4114577"/>
            <a:ext cx="143901" cy="143901"/>
            <a:chOff x="0" y="0"/>
            <a:chExt cx="812799" cy="812799"/>
          </a:xfrm>
        </p:grpSpPr>
        <p:sp>
          <p:nvSpPr>
            <p:cNvPr id="1598856518" name="Freeform 9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65297162" name="TextBox 9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30903327" name="Group 989"/>
          <p:cNvGrpSpPr/>
          <p:nvPr/>
        </p:nvGrpSpPr>
        <p:grpSpPr bwMode="auto">
          <a:xfrm>
            <a:off x="4985844" y="4114577"/>
            <a:ext cx="143901" cy="143901"/>
            <a:chOff x="0" y="0"/>
            <a:chExt cx="812799" cy="812799"/>
          </a:xfrm>
        </p:grpSpPr>
        <p:sp>
          <p:nvSpPr>
            <p:cNvPr id="429678103" name="Freeform 9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454261" name="TextBox 9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70331190" name="Group 992"/>
          <p:cNvGrpSpPr/>
          <p:nvPr/>
        </p:nvGrpSpPr>
        <p:grpSpPr bwMode="auto">
          <a:xfrm>
            <a:off x="5178467" y="4114577"/>
            <a:ext cx="143901" cy="143901"/>
            <a:chOff x="0" y="0"/>
            <a:chExt cx="812799" cy="812799"/>
          </a:xfrm>
        </p:grpSpPr>
        <p:sp>
          <p:nvSpPr>
            <p:cNvPr id="1580221933" name="Freeform 9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86091233" name="TextBox 9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02421769" name="Group 995"/>
          <p:cNvGrpSpPr/>
          <p:nvPr/>
        </p:nvGrpSpPr>
        <p:grpSpPr bwMode="auto">
          <a:xfrm>
            <a:off x="5371095" y="4114577"/>
            <a:ext cx="143901" cy="143901"/>
            <a:chOff x="0" y="0"/>
            <a:chExt cx="812799" cy="812799"/>
          </a:xfrm>
        </p:grpSpPr>
        <p:sp>
          <p:nvSpPr>
            <p:cNvPr id="749782003" name="Freeform 9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5339932" name="TextBox 9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8109011" name="Group 998"/>
          <p:cNvGrpSpPr/>
          <p:nvPr/>
        </p:nvGrpSpPr>
        <p:grpSpPr bwMode="auto">
          <a:xfrm>
            <a:off x="5562624" y="4304050"/>
            <a:ext cx="143901" cy="143901"/>
            <a:chOff x="0" y="0"/>
            <a:chExt cx="812799" cy="812799"/>
          </a:xfrm>
        </p:grpSpPr>
        <p:sp>
          <p:nvSpPr>
            <p:cNvPr id="1756178568" name="Freeform 9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92726950" name="TextBox 10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359898" name="Group 1001"/>
          <p:cNvGrpSpPr/>
          <p:nvPr/>
        </p:nvGrpSpPr>
        <p:grpSpPr bwMode="auto">
          <a:xfrm>
            <a:off x="5755248" y="4304050"/>
            <a:ext cx="143901" cy="143901"/>
            <a:chOff x="0" y="0"/>
            <a:chExt cx="812799" cy="812799"/>
          </a:xfrm>
        </p:grpSpPr>
        <p:sp>
          <p:nvSpPr>
            <p:cNvPr id="159791990" name="Freeform 10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23848398" name="TextBox 10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12131723" name="Group 1004"/>
          <p:cNvGrpSpPr/>
          <p:nvPr/>
        </p:nvGrpSpPr>
        <p:grpSpPr bwMode="auto">
          <a:xfrm>
            <a:off x="5947869" y="4304050"/>
            <a:ext cx="143901" cy="143901"/>
            <a:chOff x="0" y="0"/>
            <a:chExt cx="812799" cy="812799"/>
          </a:xfrm>
        </p:grpSpPr>
        <p:sp>
          <p:nvSpPr>
            <p:cNvPr id="1212988045" name="Freeform 10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1175348" name="TextBox 10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20672765" name="Group 1007"/>
          <p:cNvGrpSpPr/>
          <p:nvPr/>
        </p:nvGrpSpPr>
        <p:grpSpPr bwMode="auto">
          <a:xfrm>
            <a:off x="6139398" y="4304050"/>
            <a:ext cx="143901" cy="143901"/>
            <a:chOff x="0" y="0"/>
            <a:chExt cx="812799" cy="812799"/>
          </a:xfrm>
        </p:grpSpPr>
        <p:sp>
          <p:nvSpPr>
            <p:cNvPr id="1339444320" name="Freeform 10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05617070" name="TextBox 10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6532607" name="Group 1010"/>
          <p:cNvGrpSpPr/>
          <p:nvPr/>
        </p:nvGrpSpPr>
        <p:grpSpPr bwMode="auto">
          <a:xfrm>
            <a:off x="6332024" y="4304050"/>
            <a:ext cx="143901" cy="143901"/>
            <a:chOff x="0" y="0"/>
            <a:chExt cx="812799" cy="812799"/>
          </a:xfrm>
        </p:grpSpPr>
        <p:sp>
          <p:nvSpPr>
            <p:cNvPr id="282191348" name="Freeform 10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89902746" name="TextBox 10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9965359" name="Group 1013"/>
          <p:cNvGrpSpPr/>
          <p:nvPr/>
        </p:nvGrpSpPr>
        <p:grpSpPr bwMode="auto">
          <a:xfrm>
            <a:off x="6524644" y="4304050"/>
            <a:ext cx="143901" cy="143901"/>
            <a:chOff x="0" y="0"/>
            <a:chExt cx="812799" cy="812799"/>
          </a:xfrm>
        </p:grpSpPr>
        <p:sp>
          <p:nvSpPr>
            <p:cNvPr id="1634232388" name="Freeform 10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43293999" name="TextBox 10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78731809" name="Group 1016"/>
          <p:cNvGrpSpPr/>
          <p:nvPr/>
        </p:nvGrpSpPr>
        <p:grpSpPr bwMode="auto">
          <a:xfrm>
            <a:off x="6716174" y="4304050"/>
            <a:ext cx="143901" cy="143901"/>
            <a:chOff x="0" y="0"/>
            <a:chExt cx="812799" cy="812799"/>
          </a:xfrm>
        </p:grpSpPr>
        <p:sp>
          <p:nvSpPr>
            <p:cNvPr id="763522663" name="Freeform 10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69510850" name="TextBox 10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402590" name="Group 1019"/>
          <p:cNvGrpSpPr/>
          <p:nvPr/>
        </p:nvGrpSpPr>
        <p:grpSpPr bwMode="auto">
          <a:xfrm>
            <a:off x="6908798" y="4304050"/>
            <a:ext cx="143901" cy="143901"/>
            <a:chOff x="0" y="0"/>
            <a:chExt cx="812799" cy="812799"/>
          </a:xfrm>
        </p:grpSpPr>
        <p:sp>
          <p:nvSpPr>
            <p:cNvPr id="1122693414" name="Freeform 10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31664243" name="TextBox 10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1731585" name="Group 1022"/>
          <p:cNvGrpSpPr/>
          <p:nvPr/>
        </p:nvGrpSpPr>
        <p:grpSpPr bwMode="auto">
          <a:xfrm>
            <a:off x="7101426" y="4304050"/>
            <a:ext cx="143901" cy="143901"/>
            <a:chOff x="0" y="0"/>
            <a:chExt cx="812799" cy="812799"/>
          </a:xfrm>
        </p:grpSpPr>
        <p:sp>
          <p:nvSpPr>
            <p:cNvPr id="19766612" name="Freeform 10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51214919" name="TextBox 10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7508121" name="Group 1025"/>
          <p:cNvGrpSpPr/>
          <p:nvPr/>
        </p:nvGrpSpPr>
        <p:grpSpPr bwMode="auto">
          <a:xfrm>
            <a:off x="4985844" y="4304050"/>
            <a:ext cx="143901" cy="143901"/>
            <a:chOff x="0" y="0"/>
            <a:chExt cx="812799" cy="812799"/>
          </a:xfrm>
        </p:grpSpPr>
        <p:sp>
          <p:nvSpPr>
            <p:cNvPr id="128675114" name="Freeform 10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23873662" name="TextBox 10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54542770" name="Group 1028"/>
          <p:cNvGrpSpPr/>
          <p:nvPr/>
        </p:nvGrpSpPr>
        <p:grpSpPr bwMode="auto">
          <a:xfrm>
            <a:off x="5178467" y="4304050"/>
            <a:ext cx="143901" cy="143901"/>
            <a:chOff x="0" y="0"/>
            <a:chExt cx="812799" cy="812799"/>
          </a:xfrm>
        </p:grpSpPr>
        <p:sp>
          <p:nvSpPr>
            <p:cNvPr id="1119140071" name="Freeform 10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3537466" name="TextBox 10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32429329" name="Group 1031"/>
          <p:cNvGrpSpPr/>
          <p:nvPr/>
        </p:nvGrpSpPr>
        <p:grpSpPr bwMode="auto">
          <a:xfrm>
            <a:off x="5371095" y="4304050"/>
            <a:ext cx="143901" cy="143901"/>
            <a:chOff x="0" y="0"/>
            <a:chExt cx="812799" cy="812799"/>
          </a:xfrm>
        </p:grpSpPr>
        <p:sp>
          <p:nvSpPr>
            <p:cNvPr id="709011542" name="Freeform 10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14406826" name="TextBox 10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7522958" name="Group 1034"/>
          <p:cNvGrpSpPr/>
          <p:nvPr/>
        </p:nvGrpSpPr>
        <p:grpSpPr bwMode="auto">
          <a:xfrm>
            <a:off x="5562624" y="1826787"/>
            <a:ext cx="143901" cy="143901"/>
            <a:chOff x="0" y="0"/>
            <a:chExt cx="812799" cy="812799"/>
          </a:xfrm>
        </p:grpSpPr>
        <p:sp>
          <p:nvSpPr>
            <p:cNvPr id="1935065502" name="Freeform 10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6317947" name="TextBox 10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82283528" name="Group 1037"/>
          <p:cNvGrpSpPr/>
          <p:nvPr/>
        </p:nvGrpSpPr>
        <p:grpSpPr bwMode="auto">
          <a:xfrm>
            <a:off x="5755248" y="1826787"/>
            <a:ext cx="143901" cy="143901"/>
            <a:chOff x="0" y="0"/>
            <a:chExt cx="812799" cy="812799"/>
          </a:xfrm>
        </p:grpSpPr>
        <p:sp>
          <p:nvSpPr>
            <p:cNvPr id="1855905192" name="Freeform 10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0799" name="TextBox 10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47684977" name="Group 1040"/>
          <p:cNvGrpSpPr/>
          <p:nvPr/>
        </p:nvGrpSpPr>
        <p:grpSpPr bwMode="auto">
          <a:xfrm>
            <a:off x="5947869" y="1826787"/>
            <a:ext cx="143901" cy="143901"/>
            <a:chOff x="0" y="0"/>
            <a:chExt cx="812799" cy="812799"/>
          </a:xfrm>
        </p:grpSpPr>
        <p:sp>
          <p:nvSpPr>
            <p:cNvPr id="954988005" name="Freeform 10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32461106" name="TextBox 10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73008895" name="Group 1043"/>
          <p:cNvGrpSpPr/>
          <p:nvPr/>
        </p:nvGrpSpPr>
        <p:grpSpPr bwMode="auto">
          <a:xfrm>
            <a:off x="6139398" y="1826787"/>
            <a:ext cx="143901" cy="143901"/>
            <a:chOff x="0" y="0"/>
            <a:chExt cx="812799" cy="812799"/>
          </a:xfrm>
        </p:grpSpPr>
        <p:sp>
          <p:nvSpPr>
            <p:cNvPr id="717923144" name="Freeform 10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0733078" name="TextBox 10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16312118" name="Group 1046"/>
          <p:cNvGrpSpPr/>
          <p:nvPr/>
        </p:nvGrpSpPr>
        <p:grpSpPr bwMode="auto">
          <a:xfrm>
            <a:off x="6332024" y="1826787"/>
            <a:ext cx="143901" cy="143901"/>
            <a:chOff x="0" y="0"/>
            <a:chExt cx="812799" cy="812799"/>
          </a:xfrm>
        </p:grpSpPr>
        <p:sp>
          <p:nvSpPr>
            <p:cNvPr id="9097219" name="Freeform 10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26645928" name="TextBox 10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6000348" name="Group 1049"/>
          <p:cNvGrpSpPr/>
          <p:nvPr/>
        </p:nvGrpSpPr>
        <p:grpSpPr bwMode="auto">
          <a:xfrm>
            <a:off x="6524644" y="1826787"/>
            <a:ext cx="143901" cy="143901"/>
            <a:chOff x="0" y="0"/>
            <a:chExt cx="812799" cy="812799"/>
          </a:xfrm>
        </p:grpSpPr>
        <p:sp>
          <p:nvSpPr>
            <p:cNvPr id="498365135" name="Freeform 10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793753" name="TextBox 10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66058578" name="Group 1052"/>
          <p:cNvGrpSpPr/>
          <p:nvPr/>
        </p:nvGrpSpPr>
        <p:grpSpPr bwMode="auto">
          <a:xfrm>
            <a:off x="6716174" y="1826787"/>
            <a:ext cx="143901" cy="143901"/>
            <a:chOff x="0" y="0"/>
            <a:chExt cx="812799" cy="812799"/>
          </a:xfrm>
        </p:grpSpPr>
        <p:sp>
          <p:nvSpPr>
            <p:cNvPr id="755054476" name="Freeform 10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8223087" name="TextBox 10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82422953" name="Group 1055"/>
          <p:cNvGrpSpPr/>
          <p:nvPr/>
        </p:nvGrpSpPr>
        <p:grpSpPr bwMode="auto">
          <a:xfrm>
            <a:off x="6908798" y="1826787"/>
            <a:ext cx="143901" cy="143901"/>
            <a:chOff x="0" y="0"/>
            <a:chExt cx="812799" cy="812799"/>
          </a:xfrm>
        </p:grpSpPr>
        <p:sp>
          <p:nvSpPr>
            <p:cNvPr id="1611811339" name="Freeform 10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57024488" name="TextBox 10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3907606" name="Group 1058"/>
          <p:cNvGrpSpPr/>
          <p:nvPr/>
        </p:nvGrpSpPr>
        <p:grpSpPr bwMode="auto">
          <a:xfrm>
            <a:off x="7101426" y="1826787"/>
            <a:ext cx="143901" cy="143901"/>
            <a:chOff x="0" y="0"/>
            <a:chExt cx="812799" cy="812799"/>
          </a:xfrm>
        </p:grpSpPr>
        <p:sp>
          <p:nvSpPr>
            <p:cNvPr id="552744486" name="Freeform 10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13234482" name="TextBox 10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95634342" name="Group 1061"/>
          <p:cNvGrpSpPr/>
          <p:nvPr/>
        </p:nvGrpSpPr>
        <p:grpSpPr bwMode="auto">
          <a:xfrm>
            <a:off x="4985844" y="1826787"/>
            <a:ext cx="143901" cy="143901"/>
            <a:chOff x="0" y="0"/>
            <a:chExt cx="812799" cy="812799"/>
          </a:xfrm>
        </p:grpSpPr>
        <p:sp>
          <p:nvSpPr>
            <p:cNvPr id="1522463429" name="Freeform 10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0596204" name="TextBox 10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60123213" name="Group 1064"/>
          <p:cNvGrpSpPr/>
          <p:nvPr/>
        </p:nvGrpSpPr>
        <p:grpSpPr bwMode="auto">
          <a:xfrm>
            <a:off x="5178467" y="1826787"/>
            <a:ext cx="143901" cy="143901"/>
            <a:chOff x="0" y="0"/>
            <a:chExt cx="812799" cy="812799"/>
          </a:xfrm>
        </p:grpSpPr>
        <p:sp>
          <p:nvSpPr>
            <p:cNvPr id="106283926" name="Freeform 10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10311351" name="TextBox 10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2036331" name="Group 1067"/>
          <p:cNvGrpSpPr/>
          <p:nvPr/>
        </p:nvGrpSpPr>
        <p:grpSpPr bwMode="auto">
          <a:xfrm>
            <a:off x="5371095" y="1826787"/>
            <a:ext cx="143901" cy="143901"/>
            <a:chOff x="0" y="0"/>
            <a:chExt cx="812799" cy="812799"/>
          </a:xfrm>
        </p:grpSpPr>
        <p:sp>
          <p:nvSpPr>
            <p:cNvPr id="1368292475" name="Freeform 10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22643482" name="TextBox 10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75386323" name="Group 1070"/>
          <p:cNvGrpSpPr/>
          <p:nvPr/>
        </p:nvGrpSpPr>
        <p:grpSpPr bwMode="auto">
          <a:xfrm>
            <a:off x="5562624" y="2016260"/>
            <a:ext cx="143901" cy="143901"/>
            <a:chOff x="0" y="0"/>
            <a:chExt cx="812799" cy="812799"/>
          </a:xfrm>
        </p:grpSpPr>
        <p:sp>
          <p:nvSpPr>
            <p:cNvPr id="2101118990" name="Freeform 10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48474327" name="TextBox 10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1372036" name="Group 1073"/>
          <p:cNvGrpSpPr/>
          <p:nvPr/>
        </p:nvGrpSpPr>
        <p:grpSpPr bwMode="auto">
          <a:xfrm>
            <a:off x="5755248" y="2016260"/>
            <a:ext cx="143901" cy="143901"/>
            <a:chOff x="0" y="0"/>
            <a:chExt cx="812799" cy="812799"/>
          </a:xfrm>
        </p:grpSpPr>
        <p:sp>
          <p:nvSpPr>
            <p:cNvPr id="294276009" name="Freeform 10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5793315" name="TextBox 10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81150958" name="Group 1076"/>
          <p:cNvGrpSpPr/>
          <p:nvPr/>
        </p:nvGrpSpPr>
        <p:grpSpPr bwMode="auto">
          <a:xfrm>
            <a:off x="5947869" y="2016260"/>
            <a:ext cx="143901" cy="143901"/>
            <a:chOff x="0" y="0"/>
            <a:chExt cx="812799" cy="812799"/>
          </a:xfrm>
        </p:grpSpPr>
        <p:sp>
          <p:nvSpPr>
            <p:cNvPr id="710233358" name="Freeform 10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75377017" name="TextBox 10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02306767" name="Group 1079"/>
          <p:cNvGrpSpPr/>
          <p:nvPr/>
        </p:nvGrpSpPr>
        <p:grpSpPr bwMode="auto">
          <a:xfrm>
            <a:off x="6139398" y="2016260"/>
            <a:ext cx="143901" cy="143901"/>
            <a:chOff x="0" y="0"/>
            <a:chExt cx="812799" cy="812799"/>
          </a:xfrm>
        </p:grpSpPr>
        <p:sp>
          <p:nvSpPr>
            <p:cNvPr id="763904943" name="Freeform 10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95704995" name="TextBox 10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89308525" name="Group 1082"/>
          <p:cNvGrpSpPr/>
          <p:nvPr/>
        </p:nvGrpSpPr>
        <p:grpSpPr bwMode="auto">
          <a:xfrm>
            <a:off x="6332024" y="2016260"/>
            <a:ext cx="143901" cy="143901"/>
            <a:chOff x="0" y="0"/>
            <a:chExt cx="812799" cy="812799"/>
          </a:xfrm>
        </p:grpSpPr>
        <p:sp>
          <p:nvSpPr>
            <p:cNvPr id="1099351384" name="Freeform 10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55311118" name="TextBox 10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70176938" name="Group 1085"/>
          <p:cNvGrpSpPr/>
          <p:nvPr/>
        </p:nvGrpSpPr>
        <p:grpSpPr bwMode="auto">
          <a:xfrm>
            <a:off x="6524644" y="2016260"/>
            <a:ext cx="143901" cy="143901"/>
            <a:chOff x="0" y="0"/>
            <a:chExt cx="812799" cy="812799"/>
          </a:xfrm>
        </p:grpSpPr>
        <p:sp>
          <p:nvSpPr>
            <p:cNvPr id="2138706543" name="Freeform 10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386869" name="TextBox 10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5018298" name="Group 1088"/>
          <p:cNvGrpSpPr/>
          <p:nvPr/>
        </p:nvGrpSpPr>
        <p:grpSpPr bwMode="auto">
          <a:xfrm>
            <a:off x="6716174" y="2016260"/>
            <a:ext cx="143901" cy="143901"/>
            <a:chOff x="0" y="0"/>
            <a:chExt cx="812799" cy="812799"/>
          </a:xfrm>
        </p:grpSpPr>
        <p:sp>
          <p:nvSpPr>
            <p:cNvPr id="429588957" name="Freeform 10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24594070" name="TextBox 10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57368739" name="Group 1091"/>
          <p:cNvGrpSpPr/>
          <p:nvPr/>
        </p:nvGrpSpPr>
        <p:grpSpPr bwMode="auto">
          <a:xfrm>
            <a:off x="6908798" y="2016260"/>
            <a:ext cx="143901" cy="143901"/>
            <a:chOff x="0" y="0"/>
            <a:chExt cx="812799" cy="812799"/>
          </a:xfrm>
        </p:grpSpPr>
        <p:sp>
          <p:nvSpPr>
            <p:cNvPr id="81109615" name="Freeform 10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1591977" name="TextBox 10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45633799" name="Group 1094"/>
          <p:cNvGrpSpPr/>
          <p:nvPr/>
        </p:nvGrpSpPr>
        <p:grpSpPr bwMode="auto">
          <a:xfrm>
            <a:off x="7101426" y="2016260"/>
            <a:ext cx="143901" cy="143901"/>
            <a:chOff x="0" y="0"/>
            <a:chExt cx="812799" cy="812799"/>
          </a:xfrm>
        </p:grpSpPr>
        <p:sp>
          <p:nvSpPr>
            <p:cNvPr id="1947826850" name="Freeform 10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6899407" name="TextBox 10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2688404" name="Group 1097"/>
          <p:cNvGrpSpPr/>
          <p:nvPr/>
        </p:nvGrpSpPr>
        <p:grpSpPr bwMode="auto">
          <a:xfrm>
            <a:off x="4985844" y="2016260"/>
            <a:ext cx="143901" cy="143901"/>
            <a:chOff x="0" y="0"/>
            <a:chExt cx="812799" cy="812799"/>
          </a:xfrm>
        </p:grpSpPr>
        <p:sp>
          <p:nvSpPr>
            <p:cNvPr id="1227593275" name="Freeform 10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3983926" name="TextBox 10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05303925" name="Group 1100"/>
          <p:cNvGrpSpPr/>
          <p:nvPr/>
        </p:nvGrpSpPr>
        <p:grpSpPr bwMode="auto">
          <a:xfrm>
            <a:off x="5178467" y="2016260"/>
            <a:ext cx="143901" cy="143901"/>
            <a:chOff x="0" y="0"/>
            <a:chExt cx="812799" cy="812799"/>
          </a:xfrm>
        </p:grpSpPr>
        <p:sp>
          <p:nvSpPr>
            <p:cNvPr id="750744645" name="Freeform 11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10175428" name="TextBox 11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25553231" name="Group 1103"/>
          <p:cNvGrpSpPr/>
          <p:nvPr/>
        </p:nvGrpSpPr>
        <p:grpSpPr bwMode="auto">
          <a:xfrm>
            <a:off x="5371095" y="2016260"/>
            <a:ext cx="143901" cy="143901"/>
            <a:chOff x="0" y="0"/>
            <a:chExt cx="812799" cy="812799"/>
          </a:xfrm>
        </p:grpSpPr>
        <p:sp>
          <p:nvSpPr>
            <p:cNvPr id="1459335417" name="Freeform 11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64547168" name="TextBox 11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18700208" name="Group 1106"/>
          <p:cNvGrpSpPr/>
          <p:nvPr/>
        </p:nvGrpSpPr>
        <p:grpSpPr bwMode="auto">
          <a:xfrm>
            <a:off x="5562624" y="4494549"/>
            <a:ext cx="143901" cy="143901"/>
            <a:chOff x="0" y="0"/>
            <a:chExt cx="812799" cy="812799"/>
          </a:xfrm>
        </p:grpSpPr>
        <p:sp>
          <p:nvSpPr>
            <p:cNvPr id="932796847" name="Freeform 11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15075525" name="TextBox 11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67855082" name="Group 1109"/>
          <p:cNvGrpSpPr/>
          <p:nvPr/>
        </p:nvGrpSpPr>
        <p:grpSpPr bwMode="auto">
          <a:xfrm>
            <a:off x="5755248" y="4494549"/>
            <a:ext cx="143901" cy="143901"/>
            <a:chOff x="0" y="0"/>
            <a:chExt cx="812799" cy="812799"/>
          </a:xfrm>
        </p:grpSpPr>
        <p:sp>
          <p:nvSpPr>
            <p:cNvPr id="1000735271" name="Freeform 11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14516437" name="TextBox 11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97975453" name="Group 1112"/>
          <p:cNvGrpSpPr/>
          <p:nvPr/>
        </p:nvGrpSpPr>
        <p:grpSpPr bwMode="auto">
          <a:xfrm>
            <a:off x="5947869" y="4494549"/>
            <a:ext cx="143901" cy="143901"/>
            <a:chOff x="0" y="0"/>
            <a:chExt cx="812799" cy="812799"/>
          </a:xfrm>
        </p:grpSpPr>
        <p:sp>
          <p:nvSpPr>
            <p:cNvPr id="1528994340" name="Freeform 11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29463191" name="TextBox 11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1912005" name="Group 1115"/>
          <p:cNvGrpSpPr/>
          <p:nvPr/>
        </p:nvGrpSpPr>
        <p:grpSpPr bwMode="auto">
          <a:xfrm>
            <a:off x="6139398" y="4494549"/>
            <a:ext cx="143901" cy="143901"/>
            <a:chOff x="0" y="0"/>
            <a:chExt cx="812799" cy="812799"/>
          </a:xfrm>
        </p:grpSpPr>
        <p:sp>
          <p:nvSpPr>
            <p:cNvPr id="1149706598" name="Freeform 11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640805" name="TextBox 11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65785145" name="Group 1118"/>
          <p:cNvGrpSpPr/>
          <p:nvPr/>
        </p:nvGrpSpPr>
        <p:grpSpPr bwMode="auto">
          <a:xfrm>
            <a:off x="6332024" y="4494549"/>
            <a:ext cx="143901" cy="143901"/>
            <a:chOff x="0" y="0"/>
            <a:chExt cx="812799" cy="812799"/>
          </a:xfrm>
        </p:grpSpPr>
        <p:sp>
          <p:nvSpPr>
            <p:cNvPr id="495052880" name="Freeform 11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3401705" name="TextBox 11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56656843" name="Group 1121"/>
          <p:cNvGrpSpPr/>
          <p:nvPr/>
        </p:nvGrpSpPr>
        <p:grpSpPr bwMode="auto">
          <a:xfrm>
            <a:off x="6524644" y="4494549"/>
            <a:ext cx="143901" cy="143901"/>
            <a:chOff x="0" y="0"/>
            <a:chExt cx="812799" cy="812799"/>
          </a:xfrm>
        </p:grpSpPr>
        <p:sp>
          <p:nvSpPr>
            <p:cNvPr id="1617391091" name="Freeform 11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60661959" name="TextBox 11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85803763" name="Group 1124"/>
          <p:cNvGrpSpPr/>
          <p:nvPr/>
        </p:nvGrpSpPr>
        <p:grpSpPr bwMode="auto">
          <a:xfrm>
            <a:off x="6716174" y="4494549"/>
            <a:ext cx="143901" cy="143901"/>
            <a:chOff x="0" y="0"/>
            <a:chExt cx="812799" cy="812799"/>
          </a:xfrm>
        </p:grpSpPr>
        <p:sp>
          <p:nvSpPr>
            <p:cNvPr id="1156257653" name="Freeform 11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60940134" name="TextBox 11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79049394" name="Group 1127"/>
          <p:cNvGrpSpPr/>
          <p:nvPr/>
        </p:nvGrpSpPr>
        <p:grpSpPr bwMode="auto">
          <a:xfrm>
            <a:off x="6908798" y="4494549"/>
            <a:ext cx="143901" cy="143901"/>
            <a:chOff x="0" y="0"/>
            <a:chExt cx="812799" cy="812799"/>
          </a:xfrm>
        </p:grpSpPr>
        <p:sp>
          <p:nvSpPr>
            <p:cNvPr id="1049702103" name="Freeform 11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41780972" name="TextBox 11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5414487" name="Group 1130"/>
          <p:cNvGrpSpPr/>
          <p:nvPr/>
        </p:nvGrpSpPr>
        <p:grpSpPr bwMode="auto">
          <a:xfrm>
            <a:off x="7101426" y="4494549"/>
            <a:ext cx="143901" cy="143901"/>
            <a:chOff x="0" y="0"/>
            <a:chExt cx="812799" cy="812799"/>
          </a:xfrm>
        </p:grpSpPr>
        <p:sp>
          <p:nvSpPr>
            <p:cNvPr id="620362063" name="Freeform 11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31011874" name="TextBox 11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5111002" name="Group 1133"/>
          <p:cNvGrpSpPr/>
          <p:nvPr/>
        </p:nvGrpSpPr>
        <p:grpSpPr bwMode="auto">
          <a:xfrm>
            <a:off x="4985844" y="4494549"/>
            <a:ext cx="143901" cy="143901"/>
            <a:chOff x="0" y="0"/>
            <a:chExt cx="812799" cy="812799"/>
          </a:xfrm>
        </p:grpSpPr>
        <p:sp>
          <p:nvSpPr>
            <p:cNvPr id="1971029241" name="Freeform 11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61953245" name="TextBox 11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77286673" name="Group 1136"/>
          <p:cNvGrpSpPr/>
          <p:nvPr/>
        </p:nvGrpSpPr>
        <p:grpSpPr bwMode="auto">
          <a:xfrm>
            <a:off x="5178467" y="4494549"/>
            <a:ext cx="143901" cy="143901"/>
            <a:chOff x="0" y="0"/>
            <a:chExt cx="812799" cy="812799"/>
          </a:xfrm>
        </p:grpSpPr>
        <p:sp>
          <p:nvSpPr>
            <p:cNvPr id="1198377191" name="Freeform 11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48436303" name="TextBox 11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82799796" name="Group 1139"/>
          <p:cNvGrpSpPr/>
          <p:nvPr/>
        </p:nvGrpSpPr>
        <p:grpSpPr bwMode="auto">
          <a:xfrm>
            <a:off x="5371095" y="4494549"/>
            <a:ext cx="143901" cy="143901"/>
            <a:chOff x="0" y="0"/>
            <a:chExt cx="812799" cy="812799"/>
          </a:xfrm>
        </p:grpSpPr>
        <p:sp>
          <p:nvSpPr>
            <p:cNvPr id="385162019" name="Freeform 11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3229461" name="TextBox 11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10045194" name="Group 1142"/>
          <p:cNvGrpSpPr/>
          <p:nvPr/>
        </p:nvGrpSpPr>
        <p:grpSpPr bwMode="auto">
          <a:xfrm>
            <a:off x="5562624" y="4684020"/>
            <a:ext cx="143901" cy="143901"/>
            <a:chOff x="0" y="0"/>
            <a:chExt cx="812799" cy="812799"/>
          </a:xfrm>
        </p:grpSpPr>
        <p:sp>
          <p:nvSpPr>
            <p:cNvPr id="1148202345" name="Freeform 11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484785" name="TextBox 11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0358361" name="Group 1145"/>
          <p:cNvGrpSpPr/>
          <p:nvPr/>
        </p:nvGrpSpPr>
        <p:grpSpPr bwMode="auto">
          <a:xfrm>
            <a:off x="5755248" y="4684020"/>
            <a:ext cx="143901" cy="143901"/>
            <a:chOff x="0" y="0"/>
            <a:chExt cx="812799" cy="812799"/>
          </a:xfrm>
        </p:grpSpPr>
        <p:sp>
          <p:nvSpPr>
            <p:cNvPr id="1945506719" name="Freeform 11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5442677" name="TextBox 11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15297678" name="Group 1148"/>
          <p:cNvGrpSpPr/>
          <p:nvPr/>
        </p:nvGrpSpPr>
        <p:grpSpPr bwMode="auto">
          <a:xfrm>
            <a:off x="5947869" y="4684020"/>
            <a:ext cx="143901" cy="143901"/>
            <a:chOff x="0" y="0"/>
            <a:chExt cx="812799" cy="812799"/>
          </a:xfrm>
        </p:grpSpPr>
        <p:sp>
          <p:nvSpPr>
            <p:cNvPr id="295189379" name="Freeform 11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46189973" name="TextBox 11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58892834" name="Group 1151"/>
          <p:cNvGrpSpPr/>
          <p:nvPr/>
        </p:nvGrpSpPr>
        <p:grpSpPr bwMode="auto">
          <a:xfrm>
            <a:off x="6139398" y="4684020"/>
            <a:ext cx="143901" cy="143901"/>
            <a:chOff x="0" y="0"/>
            <a:chExt cx="812799" cy="812799"/>
          </a:xfrm>
        </p:grpSpPr>
        <p:sp>
          <p:nvSpPr>
            <p:cNvPr id="1687601896" name="Freeform 11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2620220" name="TextBox 11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55534886" name="Group 1154"/>
          <p:cNvGrpSpPr/>
          <p:nvPr/>
        </p:nvGrpSpPr>
        <p:grpSpPr bwMode="auto">
          <a:xfrm>
            <a:off x="6332024" y="4684020"/>
            <a:ext cx="143901" cy="143901"/>
            <a:chOff x="0" y="0"/>
            <a:chExt cx="812799" cy="812799"/>
          </a:xfrm>
        </p:grpSpPr>
        <p:sp>
          <p:nvSpPr>
            <p:cNvPr id="171408626" name="Freeform 11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83196040" name="TextBox 11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16221649" name="Group 1157"/>
          <p:cNvGrpSpPr/>
          <p:nvPr/>
        </p:nvGrpSpPr>
        <p:grpSpPr bwMode="auto">
          <a:xfrm>
            <a:off x="6524644" y="4684020"/>
            <a:ext cx="143901" cy="143901"/>
            <a:chOff x="0" y="0"/>
            <a:chExt cx="812799" cy="812799"/>
          </a:xfrm>
        </p:grpSpPr>
        <p:sp>
          <p:nvSpPr>
            <p:cNvPr id="416944411" name="Freeform 11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88911627" name="TextBox 11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3233107" name="Group 1160"/>
          <p:cNvGrpSpPr/>
          <p:nvPr/>
        </p:nvGrpSpPr>
        <p:grpSpPr bwMode="auto">
          <a:xfrm>
            <a:off x="6716174" y="4684020"/>
            <a:ext cx="143901" cy="143901"/>
            <a:chOff x="0" y="0"/>
            <a:chExt cx="812799" cy="812799"/>
          </a:xfrm>
        </p:grpSpPr>
        <p:sp>
          <p:nvSpPr>
            <p:cNvPr id="1920830153" name="Freeform 11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57078222" name="TextBox 11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83996642" name="Group 1163"/>
          <p:cNvGrpSpPr/>
          <p:nvPr/>
        </p:nvGrpSpPr>
        <p:grpSpPr bwMode="auto">
          <a:xfrm>
            <a:off x="6908798" y="4684020"/>
            <a:ext cx="143901" cy="143901"/>
            <a:chOff x="0" y="0"/>
            <a:chExt cx="812799" cy="812799"/>
          </a:xfrm>
        </p:grpSpPr>
        <p:sp>
          <p:nvSpPr>
            <p:cNvPr id="1498143209" name="Freeform 11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3830526" name="TextBox 11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102480" name="Group 1166"/>
          <p:cNvGrpSpPr/>
          <p:nvPr/>
        </p:nvGrpSpPr>
        <p:grpSpPr bwMode="auto">
          <a:xfrm>
            <a:off x="7101426" y="4684020"/>
            <a:ext cx="143901" cy="143901"/>
            <a:chOff x="0" y="0"/>
            <a:chExt cx="812799" cy="812799"/>
          </a:xfrm>
        </p:grpSpPr>
        <p:sp>
          <p:nvSpPr>
            <p:cNvPr id="1425689737" name="Freeform 11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3745936" name="TextBox 11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1712843" name="Group 1169"/>
          <p:cNvGrpSpPr/>
          <p:nvPr/>
        </p:nvGrpSpPr>
        <p:grpSpPr bwMode="auto">
          <a:xfrm>
            <a:off x="4985844" y="4684020"/>
            <a:ext cx="143901" cy="143901"/>
            <a:chOff x="0" y="0"/>
            <a:chExt cx="812799" cy="812799"/>
          </a:xfrm>
        </p:grpSpPr>
        <p:sp>
          <p:nvSpPr>
            <p:cNvPr id="1138756202" name="Freeform 11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16437998" name="TextBox 11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83066371" name="Group 1172"/>
          <p:cNvGrpSpPr/>
          <p:nvPr/>
        </p:nvGrpSpPr>
        <p:grpSpPr bwMode="auto">
          <a:xfrm>
            <a:off x="5178467" y="4684020"/>
            <a:ext cx="143901" cy="143901"/>
            <a:chOff x="0" y="0"/>
            <a:chExt cx="812799" cy="812799"/>
          </a:xfrm>
        </p:grpSpPr>
        <p:sp>
          <p:nvSpPr>
            <p:cNvPr id="1025052827" name="Freeform 11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83329852" name="TextBox 11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89897321" name="Group 1175"/>
          <p:cNvGrpSpPr/>
          <p:nvPr/>
        </p:nvGrpSpPr>
        <p:grpSpPr bwMode="auto">
          <a:xfrm>
            <a:off x="5371095" y="4684020"/>
            <a:ext cx="143901" cy="143901"/>
            <a:chOff x="0" y="0"/>
            <a:chExt cx="812799" cy="812799"/>
          </a:xfrm>
        </p:grpSpPr>
        <p:sp>
          <p:nvSpPr>
            <p:cNvPr id="845626629" name="Freeform 11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26626136" name="TextBox 11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19105048" name="Group 1178"/>
          <p:cNvGrpSpPr/>
          <p:nvPr/>
        </p:nvGrpSpPr>
        <p:grpSpPr bwMode="auto">
          <a:xfrm>
            <a:off x="4671867" y="584155"/>
            <a:ext cx="2887434" cy="5486400"/>
            <a:chOff x="0" y="0"/>
            <a:chExt cx="1140714" cy="2167465"/>
          </a:xfrm>
        </p:grpSpPr>
        <p:sp>
          <p:nvSpPr>
            <p:cNvPr id="1880749990" name="Freeform 1179"/>
            <p:cNvSpPr/>
            <p:nvPr/>
          </p:nvSpPr>
          <p:spPr bwMode="auto">
            <a:xfrm>
              <a:off x="0" y="0"/>
              <a:ext cx="1140714" cy="2167465"/>
            </a:xfrm>
            <a:custGeom>
              <a:avLst/>
              <a:gdLst/>
              <a:ahLst/>
              <a:cxnLst/>
              <a:rect l="l" t="t" r="r" b="b"/>
              <a:pathLst>
                <a:path w="1140715" h="2167467" fill="norm" stroke="1" extrusionOk="0">
                  <a:moveTo>
                    <a:pt x="0" y="0"/>
                  </a:moveTo>
                  <a:lnTo>
                    <a:pt x="1140715" y="0"/>
                  </a:lnTo>
                  <a:lnTo>
                    <a:pt x="1140715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019008723" name="TextBox 1180"/>
            <p:cNvSpPr txBox="1"/>
            <p:nvPr/>
          </p:nvSpPr>
          <p:spPr bwMode="auto">
            <a:xfrm>
              <a:off x="0" y="-47622"/>
              <a:ext cx="1140714" cy="221509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91693975" name="Group 1181"/>
          <p:cNvGrpSpPr/>
          <p:nvPr/>
        </p:nvGrpSpPr>
        <p:grpSpPr bwMode="auto">
          <a:xfrm>
            <a:off x="545502" y="584155"/>
            <a:ext cx="2887434" cy="5486400"/>
            <a:chOff x="0" y="0"/>
            <a:chExt cx="1140714" cy="2167465"/>
          </a:xfrm>
        </p:grpSpPr>
        <p:sp>
          <p:nvSpPr>
            <p:cNvPr id="1498661740" name="Freeform 1182"/>
            <p:cNvSpPr/>
            <p:nvPr/>
          </p:nvSpPr>
          <p:spPr bwMode="auto">
            <a:xfrm>
              <a:off x="0" y="0"/>
              <a:ext cx="1140714" cy="2167465"/>
            </a:xfrm>
            <a:custGeom>
              <a:avLst/>
              <a:gdLst/>
              <a:ahLst/>
              <a:cxnLst/>
              <a:rect l="l" t="t" r="r" b="b"/>
              <a:pathLst>
                <a:path w="1140715" h="2167467" fill="norm" stroke="1" extrusionOk="0">
                  <a:moveTo>
                    <a:pt x="0" y="0"/>
                  </a:moveTo>
                  <a:lnTo>
                    <a:pt x="1140715" y="0"/>
                  </a:lnTo>
                  <a:lnTo>
                    <a:pt x="1140715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906079162" name="TextBox 1183"/>
            <p:cNvSpPr txBox="1"/>
            <p:nvPr/>
          </p:nvSpPr>
          <p:spPr bwMode="auto">
            <a:xfrm>
              <a:off x="0" y="-47622"/>
              <a:ext cx="1140714" cy="221509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47759691" name="Group 1184"/>
          <p:cNvGrpSpPr/>
          <p:nvPr/>
        </p:nvGrpSpPr>
        <p:grpSpPr bwMode="auto">
          <a:xfrm>
            <a:off x="8800275" y="584155"/>
            <a:ext cx="2887434" cy="5486400"/>
            <a:chOff x="0" y="0"/>
            <a:chExt cx="1140714" cy="2167465"/>
          </a:xfrm>
        </p:grpSpPr>
        <p:sp>
          <p:nvSpPr>
            <p:cNvPr id="968062535" name="Freeform 1185"/>
            <p:cNvSpPr/>
            <p:nvPr/>
          </p:nvSpPr>
          <p:spPr bwMode="auto">
            <a:xfrm>
              <a:off x="0" y="0"/>
              <a:ext cx="1140714" cy="2167465"/>
            </a:xfrm>
            <a:custGeom>
              <a:avLst/>
              <a:gdLst/>
              <a:ahLst/>
              <a:cxnLst/>
              <a:rect l="l" t="t" r="r" b="b"/>
              <a:pathLst>
                <a:path w="1140715" h="2167467" fill="norm" stroke="1" extrusionOk="0">
                  <a:moveTo>
                    <a:pt x="0" y="0"/>
                  </a:moveTo>
                  <a:lnTo>
                    <a:pt x="1140715" y="0"/>
                  </a:lnTo>
                  <a:lnTo>
                    <a:pt x="1140715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636742957" name="TextBox 1186"/>
            <p:cNvSpPr txBox="1"/>
            <p:nvPr/>
          </p:nvSpPr>
          <p:spPr bwMode="auto">
            <a:xfrm>
              <a:off x="0" y="-47622"/>
              <a:ext cx="1140714" cy="221509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56910746" name="Group 1187"/>
          <p:cNvGrpSpPr/>
          <p:nvPr/>
        </p:nvGrpSpPr>
        <p:grpSpPr bwMode="auto">
          <a:xfrm>
            <a:off x="9691029" y="2207788"/>
            <a:ext cx="143901" cy="143901"/>
            <a:chOff x="0" y="0"/>
            <a:chExt cx="812799" cy="812799"/>
          </a:xfrm>
        </p:grpSpPr>
        <p:sp>
          <p:nvSpPr>
            <p:cNvPr id="779618800" name="Freeform 11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2689898" name="TextBox 11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3243906" name="Group 1190"/>
          <p:cNvGrpSpPr/>
          <p:nvPr/>
        </p:nvGrpSpPr>
        <p:grpSpPr bwMode="auto">
          <a:xfrm>
            <a:off x="9883656" y="2207788"/>
            <a:ext cx="143901" cy="143901"/>
            <a:chOff x="0" y="0"/>
            <a:chExt cx="812799" cy="812799"/>
          </a:xfrm>
        </p:grpSpPr>
        <p:sp>
          <p:nvSpPr>
            <p:cNvPr id="2071107268" name="Freeform 11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2141520" name="TextBox 11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87242860" name="Group 1193"/>
          <p:cNvGrpSpPr/>
          <p:nvPr/>
        </p:nvGrpSpPr>
        <p:grpSpPr bwMode="auto">
          <a:xfrm>
            <a:off x="10076277" y="2207788"/>
            <a:ext cx="143901" cy="143901"/>
            <a:chOff x="0" y="0"/>
            <a:chExt cx="812799" cy="812799"/>
          </a:xfrm>
        </p:grpSpPr>
        <p:sp>
          <p:nvSpPr>
            <p:cNvPr id="1431651553" name="Freeform 11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6693810" name="TextBox 11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644299" name="Group 1196"/>
          <p:cNvGrpSpPr/>
          <p:nvPr/>
        </p:nvGrpSpPr>
        <p:grpSpPr bwMode="auto">
          <a:xfrm>
            <a:off x="10267806" y="2207788"/>
            <a:ext cx="143901" cy="143901"/>
            <a:chOff x="0" y="0"/>
            <a:chExt cx="812799" cy="812799"/>
          </a:xfrm>
        </p:grpSpPr>
        <p:sp>
          <p:nvSpPr>
            <p:cNvPr id="974869124" name="Freeform 11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07757457" name="TextBox 11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13822658" name="Group 1199"/>
          <p:cNvGrpSpPr/>
          <p:nvPr/>
        </p:nvGrpSpPr>
        <p:grpSpPr bwMode="auto">
          <a:xfrm>
            <a:off x="10460430" y="2207788"/>
            <a:ext cx="143901" cy="143901"/>
            <a:chOff x="0" y="0"/>
            <a:chExt cx="812799" cy="812799"/>
          </a:xfrm>
        </p:grpSpPr>
        <p:sp>
          <p:nvSpPr>
            <p:cNvPr id="326276465" name="Freeform 12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10294163" name="TextBox 12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55505998" name="Group 1202"/>
          <p:cNvGrpSpPr/>
          <p:nvPr/>
        </p:nvGrpSpPr>
        <p:grpSpPr bwMode="auto">
          <a:xfrm>
            <a:off x="10653053" y="2207788"/>
            <a:ext cx="143901" cy="143901"/>
            <a:chOff x="0" y="0"/>
            <a:chExt cx="812799" cy="812799"/>
          </a:xfrm>
        </p:grpSpPr>
        <p:sp>
          <p:nvSpPr>
            <p:cNvPr id="533160983" name="Freeform 12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58945974" name="TextBox 12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87062589" name="Group 1205"/>
          <p:cNvGrpSpPr/>
          <p:nvPr/>
        </p:nvGrpSpPr>
        <p:grpSpPr bwMode="auto">
          <a:xfrm>
            <a:off x="10844581" y="2207788"/>
            <a:ext cx="143901" cy="143901"/>
            <a:chOff x="0" y="0"/>
            <a:chExt cx="812799" cy="812799"/>
          </a:xfrm>
        </p:grpSpPr>
        <p:sp>
          <p:nvSpPr>
            <p:cNvPr id="756021167" name="Freeform 12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8663630" name="TextBox 12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18897912" name="Group 1208"/>
          <p:cNvGrpSpPr/>
          <p:nvPr/>
        </p:nvGrpSpPr>
        <p:grpSpPr bwMode="auto">
          <a:xfrm>
            <a:off x="11037207" y="2207788"/>
            <a:ext cx="143901" cy="143901"/>
            <a:chOff x="0" y="0"/>
            <a:chExt cx="812799" cy="812799"/>
          </a:xfrm>
        </p:grpSpPr>
        <p:sp>
          <p:nvSpPr>
            <p:cNvPr id="1064864526" name="Freeform 12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46809552" name="TextBox 12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5282101" name="Group 1211"/>
          <p:cNvGrpSpPr/>
          <p:nvPr/>
        </p:nvGrpSpPr>
        <p:grpSpPr bwMode="auto">
          <a:xfrm>
            <a:off x="11229831" y="2207788"/>
            <a:ext cx="143901" cy="143901"/>
            <a:chOff x="0" y="0"/>
            <a:chExt cx="812799" cy="812799"/>
          </a:xfrm>
        </p:grpSpPr>
        <p:sp>
          <p:nvSpPr>
            <p:cNvPr id="373920961" name="Freeform 12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03282724" name="TextBox 12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72675424" name="Group 1214"/>
          <p:cNvGrpSpPr/>
          <p:nvPr/>
        </p:nvGrpSpPr>
        <p:grpSpPr bwMode="auto">
          <a:xfrm>
            <a:off x="9114255" y="2207788"/>
            <a:ext cx="143901" cy="143901"/>
            <a:chOff x="0" y="0"/>
            <a:chExt cx="812799" cy="812799"/>
          </a:xfrm>
        </p:grpSpPr>
        <p:sp>
          <p:nvSpPr>
            <p:cNvPr id="1393045198" name="Freeform 12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56974008" name="TextBox 12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39799516" name="Group 1217"/>
          <p:cNvGrpSpPr/>
          <p:nvPr/>
        </p:nvGrpSpPr>
        <p:grpSpPr bwMode="auto">
          <a:xfrm>
            <a:off x="9306876" y="2207788"/>
            <a:ext cx="143901" cy="143901"/>
            <a:chOff x="0" y="0"/>
            <a:chExt cx="812799" cy="812799"/>
          </a:xfrm>
        </p:grpSpPr>
        <p:sp>
          <p:nvSpPr>
            <p:cNvPr id="346572973" name="Freeform 12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03689115" name="TextBox 12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51679710" name="Group 1220"/>
          <p:cNvGrpSpPr/>
          <p:nvPr/>
        </p:nvGrpSpPr>
        <p:grpSpPr bwMode="auto">
          <a:xfrm>
            <a:off x="9499500" y="2207788"/>
            <a:ext cx="143901" cy="143901"/>
            <a:chOff x="0" y="0"/>
            <a:chExt cx="812799" cy="812799"/>
          </a:xfrm>
        </p:grpSpPr>
        <p:sp>
          <p:nvSpPr>
            <p:cNvPr id="1375153015" name="Freeform 12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26342763" name="TextBox 12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11915494" name="Group 1223"/>
          <p:cNvGrpSpPr/>
          <p:nvPr/>
        </p:nvGrpSpPr>
        <p:grpSpPr bwMode="auto">
          <a:xfrm>
            <a:off x="9691029" y="2397260"/>
            <a:ext cx="143901" cy="143901"/>
            <a:chOff x="0" y="0"/>
            <a:chExt cx="812799" cy="812799"/>
          </a:xfrm>
        </p:grpSpPr>
        <p:sp>
          <p:nvSpPr>
            <p:cNvPr id="1931928721" name="Freeform 12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9329306" name="TextBox 12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98554919" name="Group 1226"/>
          <p:cNvGrpSpPr/>
          <p:nvPr/>
        </p:nvGrpSpPr>
        <p:grpSpPr bwMode="auto">
          <a:xfrm>
            <a:off x="9883656" y="2397260"/>
            <a:ext cx="143901" cy="143901"/>
            <a:chOff x="0" y="0"/>
            <a:chExt cx="812799" cy="812799"/>
          </a:xfrm>
        </p:grpSpPr>
        <p:sp>
          <p:nvSpPr>
            <p:cNvPr id="1856007006" name="Freeform 12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01736414" name="TextBox 12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4748210" name="Group 1229"/>
          <p:cNvGrpSpPr/>
          <p:nvPr/>
        </p:nvGrpSpPr>
        <p:grpSpPr bwMode="auto">
          <a:xfrm>
            <a:off x="10076277" y="2397260"/>
            <a:ext cx="143901" cy="143901"/>
            <a:chOff x="0" y="0"/>
            <a:chExt cx="812799" cy="812799"/>
          </a:xfrm>
        </p:grpSpPr>
        <p:sp>
          <p:nvSpPr>
            <p:cNvPr id="202857397" name="Freeform 12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06923563" name="TextBox 12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38841833" name="Group 1232"/>
          <p:cNvGrpSpPr/>
          <p:nvPr/>
        </p:nvGrpSpPr>
        <p:grpSpPr bwMode="auto">
          <a:xfrm>
            <a:off x="10267806" y="2397260"/>
            <a:ext cx="143901" cy="143901"/>
            <a:chOff x="0" y="0"/>
            <a:chExt cx="812799" cy="812799"/>
          </a:xfrm>
        </p:grpSpPr>
        <p:sp>
          <p:nvSpPr>
            <p:cNvPr id="328320646" name="Freeform 12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0613745" name="TextBox 12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5196830" name="Group 1235"/>
          <p:cNvGrpSpPr/>
          <p:nvPr/>
        </p:nvGrpSpPr>
        <p:grpSpPr bwMode="auto">
          <a:xfrm>
            <a:off x="10460430" y="2397260"/>
            <a:ext cx="143901" cy="143901"/>
            <a:chOff x="0" y="0"/>
            <a:chExt cx="812799" cy="812799"/>
          </a:xfrm>
        </p:grpSpPr>
        <p:sp>
          <p:nvSpPr>
            <p:cNvPr id="1057888913" name="Freeform 12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5421365" name="TextBox 12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48787380" name="Group 1238"/>
          <p:cNvGrpSpPr/>
          <p:nvPr/>
        </p:nvGrpSpPr>
        <p:grpSpPr bwMode="auto">
          <a:xfrm>
            <a:off x="10653053" y="2397260"/>
            <a:ext cx="143901" cy="143901"/>
            <a:chOff x="0" y="0"/>
            <a:chExt cx="812799" cy="812799"/>
          </a:xfrm>
        </p:grpSpPr>
        <p:sp>
          <p:nvSpPr>
            <p:cNvPr id="424023843" name="Freeform 12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70501954" name="TextBox 12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74516677" name="Group 1241"/>
          <p:cNvGrpSpPr/>
          <p:nvPr/>
        </p:nvGrpSpPr>
        <p:grpSpPr bwMode="auto">
          <a:xfrm>
            <a:off x="10844581" y="2397260"/>
            <a:ext cx="143901" cy="143901"/>
            <a:chOff x="0" y="0"/>
            <a:chExt cx="812799" cy="812799"/>
          </a:xfrm>
        </p:grpSpPr>
        <p:sp>
          <p:nvSpPr>
            <p:cNvPr id="679473024" name="Freeform 12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0750938" name="TextBox 12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0416832" name="Group 1244"/>
          <p:cNvGrpSpPr/>
          <p:nvPr/>
        </p:nvGrpSpPr>
        <p:grpSpPr bwMode="auto">
          <a:xfrm>
            <a:off x="11037207" y="2397260"/>
            <a:ext cx="143901" cy="143901"/>
            <a:chOff x="0" y="0"/>
            <a:chExt cx="812799" cy="812799"/>
          </a:xfrm>
        </p:grpSpPr>
        <p:sp>
          <p:nvSpPr>
            <p:cNvPr id="602329002" name="Freeform 12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26157386" name="TextBox 12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8519547" name="Group 1247"/>
          <p:cNvGrpSpPr/>
          <p:nvPr/>
        </p:nvGrpSpPr>
        <p:grpSpPr bwMode="auto">
          <a:xfrm>
            <a:off x="11229831" y="2397260"/>
            <a:ext cx="143901" cy="143901"/>
            <a:chOff x="0" y="0"/>
            <a:chExt cx="812799" cy="812799"/>
          </a:xfrm>
        </p:grpSpPr>
        <p:sp>
          <p:nvSpPr>
            <p:cNvPr id="557885659" name="Freeform 12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01352766" name="TextBox 12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09328554" name="Group 1250"/>
          <p:cNvGrpSpPr/>
          <p:nvPr/>
        </p:nvGrpSpPr>
        <p:grpSpPr bwMode="auto">
          <a:xfrm>
            <a:off x="9114255" y="2397260"/>
            <a:ext cx="143901" cy="143901"/>
            <a:chOff x="0" y="0"/>
            <a:chExt cx="812799" cy="812799"/>
          </a:xfrm>
        </p:grpSpPr>
        <p:sp>
          <p:nvSpPr>
            <p:cNvPr id="168267938" name="Freeform 12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57991414" name="TextBox 12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49562417" name="Group 1253"/>
          <p:cNvGrpSpPr/>
          <p:nvPr/>
        </p:nvGrpSpPr>
        <p:grpSpPr bwMode="auto">
          <a:xfrm>
            <a:off x="9306876" y="2397260"/>
            <a:ext cx="143901" cy="143901"/>
            <a:chOff x="0" y="0"/>
            <a:chExt cx="812799" cy="812799"/>
          </a:xfrm>
        </p:grpSpPr>
        <p:sp>
          <p:nvSpPr>
            <p:cNvPr id="763628040" name="Freeform 12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30236776" name="TextBox 12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02546515" name="Group 1256"/>
          <p:cNvGrpSpPr/>
          <p:nvPr/>
        </p:nvGrpSpPr>
        <p:grpSpPr bwMode="auto">
          <a:xfrm>
            <a:off x="9499500" y="2397260"/>
            <a:ext cx="143901" cy="143901"/>
            <a:chOff x="0" y="0"/>
            <a:chExt cx="812799" cy="812799"/>
          </a:xfrm>
        </p:grpSpPr>
        <p:sp>
          <p:nvSpPr>
            <p:cNvPr id="1107560456" name="Freeform 12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73781333" name="TextBox 12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98023894" name="Group 1259"/>
          <p:cNvGrpSpPr/>
          <p:nvPr/>
        </p:nvGrpSpPr>
        <p:grpSpPr bwMode="auto">
          <a:xfrm>
            <a:off x="9691029" y="2588788"/>
            <a:ext cx="143901" cy="143901"/>
            <a:chOff x="0" y="0"/>
            <a:chExt cx="812799" cy="812799"/>
          </a:xfrm>
        </p:grpSpPr>
        <p:sp>
          <p:nvSpPr>
            <p:cNvPr id="168136404" name="Freeform 12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40725803" name="TextBox 12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7851343" name="Group 1262"/>
          <p:cNvGrpSpPr/>
          <p:nvPr/>
        </p:nvGrpSpPr>
        <p:grpSpPr bwMode="auto">
          <a:xfrm>
            <a:off x="9883656" y="2588788"/>
            <a:ext cx="143901" cy="143901"/>
            <a:chOff x="0" y="0"/>
            <a:chExt cx="812799" cy="812799"/>
          </a:xfrm>
        </p:grpSpPr>
        <p:sp>
          <p:nvSpPr>
            <p:cNvPr id="516617798" name="Freeform 12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8782184" name="TextBox 12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9013560" name="Group 1265"/>
          <p:cNvGrpSpPr/>
          <p:nvPr/>
        </p:nvGrpSpPr>
        <p:grpSpPr bwMode="auto">
          <a:xfrm>
            <a:off x="10076277" y="2588788"/>
            <a:ext cx="143901" cy="143901"/>
            <a:chOff x="0" y="0"/>
            <a:chExt cx="812799" cy="812799"/>
          </a:xfrm>
        </p:grpSpPr>
        <p:sp>
          <p:nvSpPr>
            <p:cNvPr id="701464230" name="Freeform 12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9379019" name="TextBox 12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15999731" name="Group 1268"/>
          <p:cNvGrpSpPr/>
          <p:nvPr/>
        </p:nvGrpSpPr>
        <p:grpSpPr bwMode="auto">
          <a:xfrm>
            <a:off x="10267806" y="2588788"/>
            <a:ext cx="143901" cy="143901"/>
            <a:chOff x="0" y="0"/>
            <a:chExt cx="812799" cy="812799"/>
          </a:xfrm>
        </p:grpSpPr>
        <p:sp>
          <p:nvSpPr>
            <p:cNvPr id="1006927899" name="Freeform 12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7925450" name="TextBox 12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47635744" name="Group 1271"/>
          <p:cNvGrpSpPr/>
          <p:nvPr/>
        </p:nvGrpSpPr>
        <p:grpSpPr bwMode="auto">
          <a:xfrm>
            <a:off x="10460430" y="2588788"/>
            <a:ext cx="143901" cy="143901"/>
            <a:chOff x="0" y="0"/>
            <a:chExt cx="812799" cy="812799"/>
          </a:xfrm>
        </p:grpSpPr>
        <p:sp>
          <p:nvSpPr>
            <p:cNvPr id="1247827451" name="Freeform 12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10822230" name="TextBox 12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02683569" name="Group 1274"/>
          <p:cNvGrpSpPr/>
          <p:nvPr/>
        </p:nvGrpSpPr>
        <p:grpSpPr bwMode="auto">
          <a:xfrm>
            <a:off x="10653053" y="2588788"/>
            <a:ext cx="143901" cy="143901"/>
            <a:chOff x="0" y="0"/>
            <a:chExt cx="812799" cy="812799"/>
          </a:xfrm>
        </p:grpSpPr>
        <p:sp>
          <p:nvSpPr>
            <p:cNvPr id="699490507" name="Freeform 12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55964691" name="TextBox 12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449060" name="Group 1277"/>
          <p:cNvGrpSpPr/>
          <p:nvPr/>
        </p:nvGrpSpPr>
        <p:grpSpPr bwMode="auto">
          <a:xfrm>
            <a:off x="10844581" y="2588788"/>
            <a:ext cx="143901" cy="143901"/>
            <a:chOff x="0" y="0"/>
            <a:chExt cx="812799" cy="812799"/>
          </a:xfrm>
        </p:grpSpPr>
        <p:sp>
          <p:nvSpPr>
            <p:cNvPr id="1680146895" name="Freeform 12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6553400" name="TextBox 12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3209113" name="Group 1280"/>
          <p:cNvGrpSpPr/>
          <p:nvPr/>
        </p:nvGrpSpPr>
        <p:grpSpPr bwMode="auto">
          <a:xfrm>
            <a:off x="11037207" y="2588788"/>
            <a:ext cx="143901" cy="143901"/>
            <a:chOff x="0" y="0"/>
            <a:chExt cx="812799" cy="812799"/>
          </a:xfrm>
        </p:grpSpPr>
        <p:sp>
          <p:nvSpPr>
            <p:cNvPr id="729616238" name="Freeform 12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00420554" name="TextBox 12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25016217" name="Group 1283"/>
          <p:cNvGrpSpPr/>
          <p:nvPr/>
        </p:nvGrpSpPr>
        <p:grpSpPr bwMode="auto">
          <a:xfrm>
            <a:off x="11229831" y="2588788"/>
            <a:ext cx="143901" cy="143901"/>
            <a:chOff x="0" y="0"/>
            <a:chExt cx="812799" cy="812799"/>
          </a:xfrm>
        </p:grpSpPr>
        <p:sp>
          <p:nvSpPr>
            <p:cNvPr id="858428422" name="Freeform 12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97989736" name="TextBox 12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8604792" name="Group 1286"/>
          <p:cNvGrpSpPr/>
          <p:nvPr/>
        </p:nvGrpSpPr>
        <p:grpSpPr bwMode="auto">
          <a:xfrm>
            <a:off x="9114255" y="2588788"/>
            <a:ext cx="143901" cy="143901"/>
            <a:chOff x="0" y="0"/>
            <a:chExt cx="812799" cy="812799"/>
          </a:xfrm>
        </p:grpSpPr>
        <p:sp>
          <p:nvSpPr>
            <p:cNvPr id="2010333895" name="Freeform 12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7485610" name="TextBox 12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49916532" name="Group 1289"/>
          <p:cNvGrpSpPr/>
          <p:nvPr/>
        </p:nvGrpSpPr>
        <p:grpSpPr bwMode="auto">
          <a:xfrm>
            <a:off x="9306876" y="2588788"/>
            <a:ext cx="143901" cy="143901"/>
            <a:chOff x="0" y="0"/>
            <a:chExt cx="812799" cy="812799"/>
          </a:xfrm>
        </p:grpSpPr>
        <p:sp>
          <p:nvSpPr>
            <p:cNvPr id="561394381" name="Freeform 12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41900134" name="TextBox 12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70188523" name="Group 1292"/>
          <p:cNvGrpSpPr/>
          <p:nvPr/>
        </p:nvGrpSpPr>
        <p:grpSpPr bwMode="auto">
          <a:xfrm>
            <a:off x="9499500" y="2588788"/>
            <a:ext cx="143901" cy="143901"/>
            <a:chOff x="0" y="0"/>
            <a:chExt cx="812799" cy="812799"/>
          </a:xfrm>
        </p:grpSpPr>
        <p:sp>
          <p:nvSpPr>
            <p:cNvPr id="1635984557" name="Freeform 12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2147479" name="TextBox 12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07953333" name="Group 1295"/>
          <p:cNvGrpSpPr/>
          <p:nvPr/>
        </p:nvGrpSpPr>
        <p:grpSpPr bwMode="auto">
          <a:xfrm>
            <a:off x="9691029" y="2778259"/>
            <a:ext cx="143901" cy="143901"/>
            <a:chOff x="0" y="0"/>
            <a:chExt cx="812799" cy="812799"/>
          </a:xfrm>
        </p:grpSpPr>
        <p:sp>
          <p:nvSpPr>
            <p:cNvPr id="1751726895" name="Freeform 12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46006401" name="TextBox 12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90852218" name="Group 1298"/>
          <p:cNvGrpSpPr/>
          <p:nvPr/>
        </p:nvGrpSpPr>
        <p:grpSpPr bwMode="auto">
          <a:xfrm>
            <a:off x="9883656" y="2778259"/>
            <a:ext cx="143901" cy="143901"/>
            <a:chOff x="0" y="0"/>
            <a:chExt cx="812799" cy="812799"/>
          </a:xfrm>
        </p:grpSpPr>
        <p:sp>
          <p:nvSpPr>
            <p:cNvPr id="816124339" name="Freeform 12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9684091" name="TextBox 13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67147359" name="Group 1301"/>
          <p:cNvGrpSpPr/>
          <p:nvPr/>
        </p:nvGrpSpPr>
        <p:grpSpPr bwMode="auto">
          <a:xfrm>
            <a:off x="10076277" y="2778259"/>
            <a:ext cx="143901" cy="143901"/>
            <a:chOff x="0" y="0"/>
            <a:chExt cx="812799" cy="812799"/>
          </a:xfrm>
        </p:grpSpPr>
        <p:sp>
          <p:nvSpPr>
            <p:cNvPr id="2085092683" name="Freeform 13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6427597" name="TextBox 13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8057542" name="Group 1304"/>
          <p:cNvGrpSpPr/>
          <p:nvPr/>
        </p:nvGrpSpPr>
        <p:grpSpPr bwMode="auto">
          <a:xfrm>
            <a:off x="10267806" y="2778259"/>
            <a:ext cx="143901" cy="143901"/>
            <a:chOff x="0" y="0"/>
            <a:chExt cx="812799" cy="812799"/>
          </a:xfrm>
        </p:grpSpPr>
        <p:sp>
          <p:nvSpPr>
            <p:cNvPr id="2051517880" name="Freeform 13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2138462" name="TextBox 13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70755091" name="Group 1307"/>
          <p:cNvGrpSpPr/>
          <p:nvPr/>
        </p:nvGrpSpPr>
        <p:grpSpPr bwMode="auto">
          <a:xfrm>
            <a:off x="10460430" y="2778259"/>
            <a:ext cx="143901" cy="143901"/>
            <a:chOff x="0" y="0"/>
            <a:chExt cx="812799" cy="812799"/>
          </a:xfrm>
        </p:grpSpPr>
        <p:sp>
          <p:nvSpPr>
            <p:cNvPr id="630221808" name="Freeform 13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2112576" name="TextBox 13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18041889" name="Group 1310"/>
          <p:cNvGrpSpPr/>
          <p:nvPr/>
        </p:nvGrpSpPr>
        <p:grpSpPr bwMode="auto">
          <a:xfrm>
            <a:off x="10653053" y="2778259"/>
            <a:ext cx="143901" cy="143901"/>
            <a:chOff x="0" y="0"/>
            <a:chExt cx="812799" cy="812799"/>
          </a:xfrm>
        </p:grpSpPr>
        <p:sp>
          <p:nvSpPr>
            <p:cNvPr id="437321913" name="Freeform 13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80226523" name="TextBox 13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29690128" name="Group 1313"/>
          <p:cNvGrpSpPr/>
          <p:nvPr/>
        </p:nvGrpSpPr>
        <p:grpSpPr bwMode="auto">
          <a:xfrm>
            <a:off x="10844581" y="2778259"/>
            <a:ext cx="143901" cy="143901"/>
            <a:chOff x="0" y="0"/>
            <a:chExt cx="812799" cy="812799"/>
          </a:xfrm>
        </p:grpSpPr>
        <p:sp>
          <p:nvSpPr>
            <p:cNvPr id="899166671" name="Freeform 13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30525222" name="TextBox 13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7925884" name="Group 1316"/>
          <p:cNvGrpSpPr/>
          <p:nvPr/>
        </p:nvGrpSpPr>
        <p:grpSpPr bwMode="auto">
          <a:xfrm>
            <a:off x="11037207" y="2778259"/>
            <a:ext cx="143901" cy="143901"/>
            <a:chOff x="0" y="0"/>
            <a:chExt cx="812799" cy="812799"/>
          </a:xfrm>
        </p:grpSpPr>
        <p:sp>
          <p:nvSpPr>
            <p:cNvPr id="1601002935" name="Freeform 13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2751953" name="TextBox 13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50357256" name="Group 1319"/>
          <p:cNvGrpSpPr/>
          <p:nvPr/>
        </p:nvGrpSpPr>
        <p:grpSpPr bwMode="auto">
          <a:xfrm>
            <a:off x="11229831" y="2778259"/>
            <a:ext cx="143901" cy="143901"/>
            <a:chOff x="0" y="0"/>
            <a:chExt cx="812799" cy="812799"/>
          </a:xfrm>
        </p:grpSpPr>
        <p:sp>
          <p:nvSpPr>
            <p:cNvPr id="66530517" name="Freeform 13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73275614" name="TextBox 13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7353242" name="Group 1322"/>
          <p:cNvGrpSpPr/>
          <p:nvPr/>
        </p:nvGrpSpPr>
        <p:grpSpPr bwMode="auto">
          <a:xfrm>
            <a:off x="9114255" y="2778259"/>
            <a:ext cx="143901" cy="143901"/>
            <a:chOff x="0" y="0"/>
            <a:chExt cx="812799" cy="812799"/>
          </a:xfrm>
        </p:grpSpPr>
        <p:sp>
          <p:nvSpPr>
            <p:cNvPr id="947801190" name="Freeform 13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50615030" name="TextBox 13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48545920" name="Group 1325"/>
          <p:cNvGrpSpPr/>
          <p:nvPr/>
        </p:nvGrpSpPr>
        <p:grpSpPr bwMode="auto">
          <a:xfrm>
            <a:off x="9306876" y="2778259"/>
            <a:ext cx="143901" cy="143901"/>
            <a:chOff x="0" y="0"/>
            <a:chExt cx="812799" cy="812799"/>
          </a:xfrm>
        </p:grpSpPr>
        <p:sp>
          <p:nvSpPr>
            <p:cNvPr id="651439930" name="Freeform 13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25687797" name="TextBox 13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6118197" name="Group 1328"/>
          <p:cNvGrpSpPr/>
          <p:nvPr/>
        </p:nvGrpSpPr>
        <p:grpSpPr bwMode="auto">
          <a:xfrm>
            <a:off x="9499500" y="2778259"/>
            <a:ext cx="143901" cy="143901"/>
            <a:chOff x="0" y="0"/>
            <a:chExt cx="812799" cy="812799"/>
          </a:xfrm>
        </p:grpSpPr>
        <p:sp>
          <p:nvSpPr>
            <p:cNvPr id="1871357782" name="Freeform 13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34960977" name="TextBox 13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9006851" name="Group 1331"/>
          <p:cNvGrpSpPr/>
          <p:nvPr/>
        </p:nvGrpSpPr>
        <p:grpSpPr bwMode="auto">
          <a:xfrm>
            <a:off x="9691029" y="2969787"/>
            <a:ext cx="143901" cy="143901"/>
            <a:chOff x="0" y="0"/>
            <a:chExt cx="812799" cy="812799"/>
          </a:xfrm>
        </p:grpSpPr>
        <p:sp>
          <p:nvSpPr>
            <p:cNvPr id="2091707256" name="Freeform 13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15413616" name="TextBox 13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18432289" name="Group 1334"/>
          <p:cNvGrpSpPr/>
          <p:nvPr/>
        </p:nvGrpSpPr>
        <p:grpSpPr bwMode="auto">
          <a:xfrm>
            <a:off x="9883656" y="2969787"/>
            <a:ext cx="143901" cy="143901"/>
            <a:chOff x="0" y="0"/>
            <a:chExt cx="812799" cy="812799"/>
          </a:xfrm>
        </p:grpSpPr>
        <p:sp>
          <p:nvSpPr>
            <p:cNvPr id="1503020724" name="Freeform 13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42272262" name="TextBox 13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26516746" name="Group 1337"/>
          <p:cNvGrpSpPr/>
          <p:nvPr/>
        </p:nvGrpSpPr>
        <p:grpSpPr bwMode="auto">
          <a:xfrm>
            <a:off x="10076277" y="2969787"/>
            <a:ext cx="143901" cy="143901"/>
            <a:chOff x="0" y="0"/>
            <a:chExt cx="812799" cy="812799"/>
          </a:xfrm>
        </p:grpSpPr>
        <p:sp>
          <p:nvSpPr>
            <p:cNvPr id="200185807" name="Freeform 13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5960878" name="TextBox 13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47144773" name="Group 1340"/>
          <p:cNvGrpSpPr/>
          <p:nvPr/>
        </p:nvGrpSpPr>
        <p:grpSpPr bwMode="auto">
          <a:xfrm>
            <a:off x="10267806" y="2969787"/>
            <a:ext cx="143901" cy="143901"/>
            <a:chOff x="0" y="0"/>
            <a:chExt cx="812799" cy="812799"/>
          </a:xfrm>
        </p:grpSpPr>
        <p:sp>
          <p:nvSpPr>
            <p:cNvPr id="1798994933" name="Freeform 13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96467617" name="TextBox 13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8905004" name="Group 1343"/>
          <p:cNvGrpSpPr/>
          <p:nvPr/>
        </p:nvGrpSpPr>
        <p:grpSpPr bwMode="auto">
          <a:xfrm>
            <a:off x="10460430" y="2969787"/>
            <a:ext cx="143901" cy="143901"/>
            <a:chOff x="0" y="0"/>
            <a:chExt cx="812799" cy="812799"/>
          </a:xfrm>
        </p:grpSpPr>
        <p:sp>
          <p:nvSpPr>
            <p:cNvPr id="1932663239" name="Freeform 13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3994876" name="TextBox 13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94503743" name="Group 1346"/>
          <p:cNvGrpSpPr/>
          <p:nvPr/>
        </p:nvGrpSpPr>
        <p:grpSpPr bwMode="auto">
          <a:xfrm>
            <a:off x="10653053" y="2969787"/>
            <a:ext cx="143901" cy="143901"/>
            <a:chOff x="0" y="0"/>
            <a:chExt cx="812799" cy="812799"/>
          </a:xfrm>
        </p:grpSpPr>
        <p:sp>
          <p:nvSpPr>
            <p:cNvPr id="2143419837" name="Freeform 13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87991450" name="TextBox 13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7419733" name="Group 1349"/>
          <p:cNvGrpSpPr/>
          <p:nvPr/>
        </p:nvGrpSpPr>
        <p:grpSpPr bwMode="auto">
          <a:xfrm>
            <a:off x="10844581" y="2969787"/>
            <a:ext cx="143901" cy="143901"/>
            <a:chOff x="0" y="0"/>
            <a:chExt cx="812799" cy="812799"/>
          </a:xfrm>
        </p:grpSpPr>
        <p:sp>
          <p:nvSpPr>
            <p:cNvPr id="1742615329" name="Freeform 13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933139" name="TextBox 13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0999773" name="Group 1352"/>
          <p:cNvGrpSpPr/>
          <p:nvPr/>
        </p:nvGrpSpPr>
        <p:grpSpPr bwMode="auto">
          <a:xfrm>
            <a:off x="11037207" y="2969787"/>
            <a:ext cx="143901" cy="143901"/>
            <a:chOff x="0" y="0"/>
            <a:chExt cx="812799" cy="812799"/>
          </a:xfrm>
        </p:grpSpPr>
        <p:sp>
          <p:nvSpPr>
            <p:cNvPr id="1945862685" name="Freeform 13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2382342" name="TextBox 13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01406435" name="Group 1355"/>
          <p:cNvGrpSpPr/>
          <p:nvPr/>
        </p:nvGrpSpPr>
        <p:grpSpPr bwMode="auto">
          <a:xfrm>
            <a:off x="11229831" y="2969787"/>
            <a:ext cx="143901" cy="143901"/>
            <a:chOff x="0" y="0"/>
            <a:chExt cx="812799" cy="812799"/>
          </a:xfrm>
        </p:grpSpPr>
        <p:sp>
          <p:nvSpPr>
            <p:cNvPr id="1400981335" name="Freeform 13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07995110" name="TextBox 13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70100512" name="Group 1358"/>
          <p:cNvGrpSpPr/>
          <p:nvPr/>
        </p:nvGrpSpPr>
        <p:grpSpPr bwMode="auto">
          <a:xfrm>
            <a:off x="9114255" y="2969787"/>
            <a:ext cx="143901" cy="143901"/>
            <a:chOff x="0" y="0"/>
            <a:chExt cx="812799" cy="812799"/>
          </a:xfrm>
        </p:grpSpPr>
        <p:sp>
          <p:nvSpPr>
            <p:cNvPr id="451018709" name="Freeform 13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5843479" name="TextBox 13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5340573" name="Group 1361"/>
          <p:cNvGrpSpPr/>
          <p:nvPr/>
        </p:nvGrpSpPr>
        <p:grpSpPr bwMode="auto">
          <a:xfrm>
            <a:off x="9306876" y="2969787"/>
            <a:ext cx="143901" cy="143901"/>
            <a:chOff x="0" y="0"/>
            <a:chExt cx="812799" cy="812799"/>
          </a:xfrm>
        </p:grpSpPr>
        <p:sp>
          <p:nvSpPr>
            <p:cNvPr id="1859474495" name="Freeform 13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80376425" name="TextBox 13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39868278" name="Group 1364"/>
          <p:cNvGrpSpPr/>
          <p:nvPr/>
        </p:nvGrpSpPr>
        <p:grpSpPr bwMode="auto">
          <a:xfrm>
            <a:off x="9499500" y="2969787"/>
            <a:ext cx="143901" cy="143901"/>
            <a:chOff x="0" y="0"/>
            <a:chExt cx="812799" cy="812799"/>
          </a:xfrm>
        </p:grpSpPr>
        <p:sp>
          <p:nvSpPr>
            <p:cNvPr id="343420437" name="Freeform 13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35980452" name="TextBox 13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49976730" name="Group 1367"/>
          <p:cNvGrpSpPr/>
          <p:nvPr/>
        </p:nvGrpSpPr>
        <p:grpSpPr bwMode="auto">
          <a:xfrm>
            <a:off x="9691029" y="3159260"/>
            <a:ext cx="143901" cy="143901"/>
            <a:chOff x="0" y="0"/>
            <a:chExt cx="812799" cy="812799"/>
          </a:xfrm>
        </p:grpSpPr>
        <p:sp>
          <p:nvSpPr>
            <p:cNvPr id="1235764108" name="Freeform 13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58594386" name="TextBox 13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4229204" name="Group 1370"/>
          <p:cNvGrpSpPr/>
          <p:nvPr/>
        </p:nvGrpSpPr>
        <p:grpSpPr bwMode="auto">
          <a:xfrm>
            <a:off x="9883656" y="3159260"/>
            <a:ext cx="143901" cy="143901"/>
            <a:chOff x="0" y="0"/>
            <a:chExt cx="812799" cy="812799"/>
          </a:xfrm>
        </p:grpSpPr>
        <p:sp>
          <p:nvSpPr>
            <p:cNvPr id="1202135029" name="Freeform 13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6641688" name="TextBox 13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60881100" name="Group 1373"/>
          <p:cNvGrpSpPr/>
          <p:nvPr/>
        </p:nvGrpSpPr>
        <p:grpSpPr bwMode="auto">
          <a:xfrm>
            <a:off x="10076277" y="3159260"/>
            <a:ext cx="143901" cy="143901"/>
            <a:chOff x="0" y="0"/>
            <a:chExt cx="812799" cy="812799"/>
          </a:xfrm>
        </p:grpSpPr>
        <p:sp>
          <p:nvSpPr>
            <p:cNvPr id="888456675" name="Freeform 13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18054587" name="TextBox 13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6476002" name="Group 1376"/>
          <p:cNvGrpSpPr/>
          <p:nvPr/>
        </p:nvGrpSpPr>
        <p:grpSpPr bwMode="auto">
          <a:xfrm>
            <a:off x="10267806" y="3159260"/>
            <a:ext cx="143901" cy="143901"/>
            <a:chOff x="0" y="0"/>
            <a:chExt cx="812799" cy="812799"/>
          </a:xfrm>
        </p:grpSpPr>
        <p:sp>
          <p:nvSpPr>
            <p:cNvPr id="1997043592" name="Freeform 13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49873221" name="TextBox 13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2921401" name="Group 1379"/>
          <p:cNvGrpSpPr/>
          <p:nvPr/>
        </p:nvGrpSpPr>
        <p:grpSpPr bwMode="auto">
          <a:xfrm>
            <a:off x="10460430" y="3159260"/>
            <a:ext cx="143901" cy="143901"/>
            <a:chOff x="0" y="0"/>
            <a:chExt cx="812799" cy="812799"/>
          </a:xfrm>
        </p:grpSpPr>
        <p:sp>
          <p:nvSpPr>
            <p:cNvPr id="2128917225" name="Freeform 13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38193428" name="TextBox 13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7616850" name="Group 1382"/>
          <p:cNvGrpSpPr/>
          <p:nvPr/>
        </p:nvGrpSpPr>
        <p:grpSpPr bwMode="auto">
          <a:xfrm>
            <a:off x="10653053" y="3159260"/>
            <a:ext cx="143901" cy="143901"/>
            <a:chOff x="0" y="0"/>
            <a:chExt cx="812799" cy="812799"/>
          </a:xfrm>
        </p:grpSpPr>
        <p:sp>
          <p:nvSpPr>
            <p:cNvPr id="463405132" name="Freeform 13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7291179" name="TextBox 13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41253291" name="Group 1385"/>
          <p:cNvGrpSpPr/>
          <p:nvPr/>
        </p:nvGrpSpPr>
        <p:grpSpPr bwMode="auto">
          <a:xfrm>
            <a:off x="10844581" y="3159260"/>
            <a:ext cx="143901" cy="143901"/>
            <a:chOff x="0" y="0"/>
            <a:chExt cx="812799" cy="812799"/>
          </a:xfrm>
        </p:grpSpPr>
        <p:sp>
          <p:nvSpPr>
            <p:cNvPr id="1343121826" name="Freeform 13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42070891" name="TextBox 13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9298104" name="Group 1388"/>
          <p:cNvGrpSpPr/>
          <p:nvPr/>
        </p:nvGrpSpPr>
        <p:grpSpPr bwMode="auto">
          <a:xfrm>
            <a:off x="11037207" y="3159260"/>
            <a:ext cx="143901" cy="143901"/>
            <a:chOff x="0" y="0"/>
            <a:chExt cx="812799" cy="812799"/>
          </a:xfrm>
        </p:grpSpPr>
        <p:sp>
          <p:nvSpPr>
            <p:cNvPr id="1486485181" name="Freeform 13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6753039" name="TextBox 13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70796933" name="Group 1391"/>
          <p:cNvGrpSpPr/>
          <p:nvPr/>
        </p:nvGrpSpPr>
        <p:grpSpPr bwMode="auto">
          <a:xfrm>
            <a:off x="11229831" y="3159260"/>
            <a:ext cx="143901" cy="143901"/>
            <a:chOff x="0" y="0"/>
            <a:chExt cx="812799" cy="812799"/>
          </a:xfrm>
        </p:grpSpPr>
        <p:sp>
          <p:nvSpPr>
            <p:cNvPr id="904808683" name="Freeform 13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85230901" name="TextBox 13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84955290" name="Group 1394"/>
          <p:cNvGrpSpPr/>
          <p:nvPr/>
        </p:nvGrpSpPr>
        <p:grpSpPr bwMode="auto">
          <a:xfrm>
            <a:off x="9114255" y="3159260"/>
            <a:ext cx="143901" cy="143901"/>
            <a:chOff x="0" y="0"/>
            <a:chExt cx="812799" cy="812799"/>
          </a:xfrm>
        </p:grpSpPr>
        <p:sp>
          <p:nvSpPr>
            <p:cNvPr id="320279023" name="Freeform 13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1771971" name="TextBox 13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38788645" name="Group 1397"/>
          <p:cNvGrpSpPr/>
          <p:nvPr/>
        </p:nvGrpSpPr>
        <p:grpSpPr bwMode="auto">
          <a:xfrm>
            <a:off x="9306876" y="3159260"/>
            <a:ext cx="143901" cy="143901"/>
            <a:chOff x="0" y="0"/>
            <a:chExt cx="812799" cy="812799"/>
          </a:xfrm>
        </p:grpSpPr>
        <p:sp>
          <p:nvSpPr>
            <p:cNvPr id="2006118014" name="Freeform 13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6344429" name="TextBox 13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74529588" name="Group 1400"/>
          <p:cNvGrpSpPr/>
          <p:nvPr/>
        </p:nvGrpSpPr>
        <p:grpSpPr bwMode="auto">
          <a:xfrm>
            <a:off x="9499500" y="3159260"/>
            <a:ext cx="143901" cy="143901"/>
            <a:chOff x="0" y="0"/>
            <a:chExt cx="812799" cy="812799"/>
          </a:xfrm>
        </p:grpSpPr>
        <p:sp>
          <p:nvSpPr>
            <p:cNvPr id="1035712295" name="Freeform 14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4381844" name="TextBox 14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57591605" name="Group 1403"/>
          <p:cNvGrpSpPr/>
          <p:nvPr/>
        </p:nvGrpSpPr>
        <p:grpSpPr bwMode="auto">
          <a:xfrm>
            <a:off x="9691029" y="3352577"/>
            <a:ext cx="143901" cy="143901"/>
            <a:chOff x="0" y="0"/>
            <a:chExt cx="812799" cy="812799"/>
          </a:xfrm>
        </p:grpSpPr>
        <p:sp>
          <p:nvSpPr>
            <p:cNvPr id="50382720" name="Freeform 14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10184545" name="TextBox 14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00434780" name="Group 1406"/>
          <p:cNvGrpSpPr/>
          <p:nvPr/>
        </p:nvGrpSpPr>
        <p:grpSpPr bwMode="auto">
          <a:xfrm>
            <a:off x="9883656" y="3352577"/>
            <a:ext cx="143901" cy="143901"/>
            <a:chOff x="0" y="0"/>
            <a:chExt cx="812799" cy="812799"/>
          </a:xfrm>
        </p:grpSpPr>
        <p:sp>
          <p:nvSpPr>
            <p:cNvPr id="507306411" name="Freeform 14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47661187" name="TextBox 14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688071" name="Group 1409"/>
          <p:cNvGrpSpPr/>
          <p:nvPr/>
        </p:nvGrpSpPr>
        <p:grpSpPr bwMode="auto">
          <a:xfrm>
            <a:off x="10076277" y="3352577"/>
            <a:ext cx="143901" cy="143901"/>
            <a:chOff x="0" y="0"/>
            <a:chExt cx="812799" cy="812799"/>
          </a:xfrm>
        </p:grpSpPr>
        <p:sp>
          <p:nvSpPr>
            <p:cNvPr id="743787994" name="Freeform 14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8435215" name="TextBox 14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25959796" name="Group 1412"/>
          <p:cNvGrpSpPr/>
          <p:nvPr/>
        </p:nvGrpSpPr>
        <p:grpSpPr bwMode="auto">
          <a:xfrm>
            <a:off x="10267806" y="3352577"/>
            <a:ext cx="143901" cy="143901"/>
            <a:chOff x="0" y="0"/>
            <a:chExt cx="812799" cy="812799"/>
          </a:xfrm>
        </p:grpSpPr>
        <p:sp>
          <p:nvSpPr>
            <p:cNvPr id="1495531318" name="Freeform 14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065773" name="TextBox 14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51040187" name="Group 1415"/>
          <p:cNvGrpSpPr/>
          <p:nvPr/>
        </p:nvGrpSpPr>
        <p:grpSpPr bwMode="auto">
          <a:xfrm>
            <a:off x="10460430" y="3352577"/>
            <a:ext cx="143901" cy="143901"/>
            <a:chOff x="0" y="0"/>
            <a:chExt cx="812799" cy="812799"/>
          </a:xfrm>
        </p:grpSpPr>
        <p:sp>
          <p:nvSpPr>
            <p:cNvPr id="44560301" name="Freeform 14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42035559" name="TextBox 14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48486742" name="Group 1418"/>
          <p:cNvGrpSpPr/>
          <p:nvPr/>
        </p:nvGrpSpPr>
        <p:grpSpPr bwMode="auto">
          <a:xfrm>
            <a:off x="10653053" y="3352577"/>
            <a:ext cx="143901" cy="143901"/>
            <a:chOff x="0" y="0"/>
            <a:chExt cx="812799" cy="812799"/>
          </a:xfrm>
        </p:grpSpPr>
        <p:sp>
          <p:nvSpPr>
            <p:cNvPr id="1549646658" name="Freeform 14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59999514" name="TextBox 14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4316359" name="Group 1421"/>
          <p:cNvGrpSpPr/>
          <p:nvPr/>
        </p:nvGrpSpPr>
        <p:grpSpPr bwMode="auto">
          <a:xfrm>
            <a:off x="10844581" y="3352577"/>
            <a:ext cx="143901" cy="143901"/>
            <a:chOff x="0" y="0"/>
            <a:chExt cx="812799" cy="812799"/>
          </a:xfrm>
        </p:grpSpPr>
        <p:sp>
          <p:nvSpPr>
            <p:cNvPr id="1732598242" name="Freeform 14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45278565" name="TextBox 14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24562067" name="Group 1424"/>
          <p:cNvGrpSpPr/>
          <p:nvPr/>
        </p:nvGrpSpPr>
        <p:grpSpPr bwMode="auto">
          <a:xfrm>
            <a:off x="11037207" y="3352577"/>
            <a:ext cx="143901" cy="143901"/>
            <a:chOff x="0" y="0"/>
            <a:chExt cx="812799" cy="812799"/>
          </a:xfrm>
        </p:grpSpPr>
        <p:sp>
          <p:nvSpPr>
            <p:cNvPr id="1289125238" name="Freeform 14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1026919" name="TextBox 14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4076603" name="Group 1427"/>
          <p:cNvGrpSpPr/>
          <p:nvPr/>
        </p:nvGrpSpPr>
        <p:grpSpPr bwMode="auto">
          <a:xfrm>
            <a:off x="11229831" y="3352577"/>
            <a:ext cx="143901" cy="143901"/>
            <a:chOff x="0" y="0"/>
            <a:chExt cx="812799" cy="812799"/>
          </a:xfrm>
        </p:grpSpPr>
        <p:sp>
          <p:nvSpPr>
            <p:cNvPr id="995728550" name="Freeform 14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39235701" name="TextBox 14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5217415" name="Group 1430"/>
          <p:cNvGrpSpPr/>
          <p:nvPr/>
        </p:nvGrpSpPr>
        <p:grpSpPr bwMode="auto">
          <a:xfrm>
            <a:off x="9114255" y="3352577"/>
            <a:ext cx="143901" cy="143901"/>
            <a:chOff x="0" y="0"/>
            <a:chExt cx="812799" cy="812799"/>
          </a:xfrm>
        </p:grpSpPr>
        <p:sp>
          <p:nvSpPr>
            <p:cNvPr id="1250254321" name="Freeform 14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46014613" name="TextBox 14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2990236" name="Group 1433"/>
          <p:cNvGrpSpPr/>
          <p:nvPr/>
        </p:nvGrpSpPr>
        <p:grpSpPr bwMode="auto">
          <a:xfrm>
            <a:off x="9306876" y="3352577"/>
            <a:ext cx="143901" cy="143901"/>
            <a:chOff x="0" y="0"/>
            <a:chExt cx="812799" cy="812799"/>
          </a:xfrm>
        </p:grpSpPr>
        <p:sp>
          <p:nvSpPr>
            <p:cNvPr id="1873006631" name="Freeform 14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411528" name="TextBox 14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87118847" name="Group 1436"/>
          <p:cNvGrpSpPr/>
          <p:nvPr/>
        </p:nvGrpSpPr>
        <p:grpSpPr bwMode="auto">
          <a:xfrm>
            <a:off x="9499500" y="3352577"/>
            <a:ext cx="143901" cy="143901"/>
            <a:chOff x="0" y="0"/>
            <a:chExt cx="812799" cy="812799"/>
          </a:xfrm>
        </p:grpSpPr>
        <p:sp>
          <p:nvSpPr>
            <p:cNvPr id="202966351" name="Freeform 14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02565384" name="TextBox 14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17337167" name="Group 1439"/>
          <p:cNvGrpSpPr/>
          <p:nvPr/>
        </p:nvGrpSpPr>
        <p:grpSpPr bwMode="auto">
          <a:xfrm>
            <a:off x="9691029" y="3542049"/>
            <a:ext cx="143901" cy="143901"/>
            <a:chOff x="0" y="0"/>
            <a:chExt cx="812799" cy="812799"/>
          </a:xfrm>
        </p:grpSpPr>
        <p:sp>
          <p:nvSpPr>
            <p:cNvPr id="1512518352" name="Freeform 14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40265035" name="TextBox 14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4407377" name="Group 1442"/>
          <p:cNvGrpSpPr/>
          <p:nvPr/>
        </p:nvGrpSpPr>
        <p:grpSpPr bwMode="auto">
          <a:xfrm>
            <a:off x="9883656" y="3542049"/>
            <a:ext cx="143901" cy="143901"/>
            <a:chOff x="0" y="0"/>
            <a:chExt cx="812799" cy="812799"/>
          </a:xfrm>
        </p:grpSpPr>
        <p:sp>
          <p:nvSpPr>
            <p:cNvPr id="1425670414" name="Freeform 14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90245680" name="TextBox 14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27596440" name="Group 1445"/>
          <p:cNvGrpSpPr/>
          <p:nvPr/>
        </p:nvGrpSpPr>
        <p:grpSpPr bwMode="auto">
          <a:xfrm>
            <a:off x="10076277" y="3542049"/>
            <a:ext cx="143901" cy="143901"/>
            <a:chOff x="0" y="0"/>
            <a:chExt cx="812799" cy="812799"/>
          </a:xfrm>
        </p:grpSpPr>
        <p:sp>
          <p:nvSpPr>
            <p:cNvPr id="1579891828" name="Freeform 14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38392380" name="TextBox 14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77031648" name="Group 1448"/>
          <p:cNvGrpSpPr/>
          <p:nvPr/>
        </p:nvGrpSpPr>
        <p:grpSpPr bwMode="auto">
          <a:xfrm>
            <a:off x="10267806" y="3542049"/>
            <a:ext cx="143901" cy="143901"/>
            <a:chOff x="0" y="0"/>
            <a:chExt cx="812799" cy="812799"/>
          </a:xfrm>
        </p:grpSpPr>
        <p:sp>
          <p:nvSpPr>
            <p:cNvPr id="412357994" name="Freeform 14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00776357" name="TextBox 14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8256763" name="Group 1451"/>
          <p:cNvGrpSpPr/>
          <p:nvPr/>
        </p:nvGrpSpPr>
        <p:grpSpPr bwMode="auto">
          <a:xfrm>
            <a:off x="10460430" y="3542049"/>
            <a:ext cx="143901" cy="143901"/>
            <a:chOff x="0" y="0"/>
            <a:chExt cx="812799" cy="812799"/>
          </a:xfrm>
        </p:grpSpPr>
        <p:sp>
          <p:nvSpPr>
            <p:cNvPr id="2065585162" name="Freeform 14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91536519" name="TextBox 14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5053128" name="Group 1454"/>
          <p:cNvGrpSpPr/>
          <p:nvPr/>
        </p:nvGrpSpPr>
        <p:grpSpPr bwMode="auto">
          <a:xfrm>
            <a:off x="10653053" y="3542049"/>
            <a:ext cx="143901" cy="143901"/>
            <a:chOff x="0" y="0"/>
            <a:chExt cx="812799" cy="812799"/>
          </a:xfrm>
        </p:grpSpPr>
        <p:sp>
          <p:nvSpPr>
            <p:cNvPr id="938615519" name="Freeform 14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83224" name="TextBox 14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4732936" name="Group 1457"/>
          <p:cNvGrpSpPr/>
          <p:nvPr/>
        </p:nvGrpSpPr>
        <p:grpSpPr bwMode="auto">
          <a:xfrm>
            <a:off x="10844581" y="3542049"/>
            <a:ext cx="143901" cy="143901"/>
            <a:chOff x="0" y="0"/>
            <a:chExt cx="812799" cy="812799"/>
          </a:xfrm>
        </p:grpSpPr>
        <p:sp>
          <p:nvSpPr>
            <p:cNvPr id="1170121962" name="Freeform 14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40535355" name="TextBox 14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50216312" name="Group 1460"/>
          <p:cNvGrpSpPr/>
          <p:nvPr/>
        </p:nvGrpSpPr>
        <p:grpSpPr bwMode="auto">
          <a:xfrm>
            <a:off x="11037207" y="3542049"/>
            <a:ext cx="143901" cy="143901"/>
            <a:chOff x="0" y="0"/>
            <a:chExt cx="812799" cy="812799"/>
          </a:xfrm>
        </p:grpSpPr>
        <p:sp>
          <p:nvSpPr>
            <p:cNvPr id="660182236" name="Freeform 14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30530282" name="TextBox 14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0549117" name="Group 1463"/>
          <p:cNvGrpSpPr/>
          <p:nvPr/>
        </p:nvGrpSpPr>
        <p:grpSpPr bwMode="auto">
          <a:xfrm>
            <a:off x="11229831" y="3542049"/>
            <a:ext cx="143901" cy="143901"/>
            <a:chOff x="0" y="0"/>
            <a:chExt cx="812799" cy="812799"/>
          </a:xfrm>
        </p:grpSpPr>
        <p:sp>
          <p:nvSpPr>
            <p:cNvPr id="168382992" name="Freeform 14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3403854" name="TextBox 14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989382" name="Group 1466"/>
          <p:cNvGrpSpPr/>
          <p:nvPr/>
        </p:nvGrpSpPr>
        <p:grpSpPr bwMode="auto">
          <a:xfrm>
            <a:off x="9114255" y="3542049"/>
            <a:ext cx="143901" cy="143901"/>
            <a:chOff x="0" y="0"/>
            <a:chExt cx="812799" cy="812799"/>
          </a:xfrm>
        </p:grpSpPr>
        <p:sp>
          <p:nvSpPr>
            <p:cNvPr id="1937901342" name="Freeform 14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90464455" name="TextBox 14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94885474" name="Group 1469"/>
          <p:cNvGrpSpPr/>
          <p:nvPr/>
        </p:nvGrpSpPr>
        <p:grpSpPr bwMode="auto">
          <a:xfrm>
            <a:off x="9306876" y="3542049"/>
            <a:ext cx="143901" cy="143901"/>
            <a:chOff x="0" y="0"/>
            <a:chExt cx="812799" cy="812799"/>
          </a:xfrm>
        </p:grpSpPr>
        <p:sp>
          <p:nvSpPr>
            <p:cNvPr id="434805340" name="Freeform 14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41186243" name="TextBox 14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45129443" name="Group 1472"/>
          <p:cNvGrpSpPr/>
          <p:nvPr/>
        </p:nvGrpSpPr>
        <p:grpSpPr bwMode="auto">
          <a:xfrm>
            <a:off x="9499500" y="3542049"/>
            <a:ext cx="143901" cy="143901"/>
            <a:chOff x="0" y="0"/>
            <a:chExt cx="812799" cy="812799"/>
          </a:xfrm>
        </p:grpSpPr>
        <p:sp>
          <p:nvSpPr>
            <p:cNvPr id="1840630975" name="Freeform 14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55332671" name="TextBox 14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08598208" name="Group 1475"/>
          <p:cNvGrpSpPr/>
          <p:nvPr/>
        </p:nvGrpSpPr>
        <p:grpSpPr bwMode="auto">
          <a:xfrm>
            <a:off x="9691029" y="3733577"/>
            <a:ext cx="143901" cy="143901"/>
            <a:chOff x="0" y="0"/>
            <a:chExt cx="812799" cy="812799"/>
          </a:xfrm>
        </p:grpSpPr>
        <p:sp>
          <p:nvSpPr>
            <p:cNvPr id="2068308579" name="Freeform 14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5254170" name="TextBox 14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44361830" name="Group 1478"/>
          <p:cNvGrpSpPr/>
          <p:nvPr/>
        </p:nvGrpSpPr>
        <p:grpSpPr bwMode="auto">
          <a:xfrm>
            <a:off x="9883656" y="3733577"/>
            <a:ext cx="143901" cy="143901"/>
            <a:chOff x="0" y="0"/>
            <a:chExt cx="812799" cy="812799"/>
          </a:xfrm>
        </p:grpSpPr>
        <p:sp>
          <p:nvSpPr>
            <p:cNvPr id="1678195047" name="Freeform 14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20720612" name="TextBox 14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43637761" name="Group 1481"/>
          <p:cNvGrpSpPr/>
          <p:nvPr/>
        </p:nvGrpSpPr>
        <p:grpSpPr bwMode="auto">
          <a:xfrm>
            <a:off x="10076277" y="3733577"/>
            <a:ext cx="143901" cy="143901"/>
            <a:chOff x="0" y="0"/>
            <a:chExt cx="812799" cy="812799"/>
          </a:xfrm>
        </p:grpSpPr>
        <p:sp>
          <p:nvSpPr>
            <p:cNvPr id="1144894290" name="Freeform 14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96566666" name="TextBox 14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3753444" name="Group 1484"/>
          <p:cNvGrpSpPr/>
          <p:nvPr/>
        </p:nvGrpSpPr>
        <p:grpSpPr bwMode="auto">
          <a:xfrm>
            <a:off x="10267806" y="3733577"/>
            <a:ext cx="143901" cy="143901"/>
            <a:chOff x="0" y="0"/>
            <a:chExt cx="812799" cy="812799"/>
          </a:xfrm>
        </p:grpSpPr>
        <p:sp>
          <p:nvSpPr>
            <p:cNvPr id="333069743" name="Freeform 14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46640498" name="TextBox 14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19466896" name="Group 1487"/>
          <p:cNvGrpSpPr/>
          <p:nvPr/>
        </p:nvGrpSpPr>
        <p:grpSpPr bwMode="auto">
          <a:xfrm>
            <a:off x="10460430" y="3733577"/>
            <a:ext cx="143901" cy="143901"/>
            <a:chOff x="0" y="0"/>
            <a:chExt cx="812799" cy="812799"/>
          </a:xfrm>
        </p:grpSpPr>
        <p:sp>
          <p:nvSpPr>
            <p:cNvPr id="1279434396" name="Freeform 14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9553273" name="TextBox 14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5248391" name="Group 1490"/>
          <p:cNvGrpSpPr/>
          <p:nvPr/>
        </p:nvGrpSpPr>
        <p:grpSpPr bwMode="auto">
          <a:xfrm>
            <a:off x="10653053" y="3733577"/>
            <a:ext cx="143901" cy="143901"/>
            <a:chOff x="0" y="0"/>
            <a:chExt cx="812799" cy="812799"/>
          </a:xfrm>
        </p:grpSpPr>
        <p:sp>
          <p:nvSpPr>
            <p:cNvPr id="2132194131" name="Freeform 14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1471492" name="TextBox 14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01536915" name="Group 1493"/>
          <p:cNvGrpSpPr/>
          <p:nvPr/>
        </p:nvGrpSpPr>
        <p:grpSpPr bwMode="auto">
          <a:xfrm>
            <a:off x="10844581" y="3733577"/>
            <a:ext cx="143901" cy="143901"/>
            <a:chOff x="0" y="0"/>
            <a:chExt cx="812799" cy="812799"/>
          </a:xfrm>
        </p:grpSpPr>
        <p:sp>
          <p:nvSpPr>
            <p:cNvPr id="236846693" name="Freeform 14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3912203" name="TextBox 14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1658891" name="Group 1496"/>
          <p:cNvGrpSpPr/>
          <p:nvPr/>
        </p:nvGrpSpPr>
        <p:grpSpPr bwMode="auto">
          <a:xfrm>
            <a:off x="11037207" y="3733577"/>
            <a:ext cx="143901" cy="143901"/>
            <a:chOff x="0" y="0"/>
            <a:chExt cx="812799" cy="812799"/>
          </a:xfrm>
        </p:grpSpPr>
        <p:sp>
          <p:nvSpPr>
            <p:cNvPr id="1488798386" name="Freeform 14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70981754" name="TextBox 14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18357252" name="Group 1499"/>
          <p:cNvGrpSpPr/>
          <p:nvPr/>
        </p:nvGrpSpPr>
        <p:grpSpPr bwMode="auto">
          <a:xfrm>
            <a:off x="11229831" y="3733577"/>
            <a:ext cx="143901" cy="143901"/>
            <a:chOff x="0" y="0"/>
            <a:chExt cx="812799" cy="812799"/>
          </a:xfrm>
        </p:grpSpPr>
        <p:sp>
          <p:nvSpPr>
            <p:cNvPr id="1424475685" name="Freeform 15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6755811" name="TextBox 15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9417355" name="Group 1502"/>
          <p:cNvGrpSpPr/>
          <p:nvPr/>
        </p:nvGrpSpPr>
        <p:grpSpPr bwMode="auto">
          <a:xfrm>
            <a:off x="9114255" y="3733577"/>
            <a:ext cx="143901" cy="143901"/>
            <a:chOff x="0" y="0"/>
            <a:chExt cx="812799" cy="812799"/>
          </a:xfrm>
        </p:grpSpPr>
        <p:sp>
          <p:nvSpPr>
            <p:cNvPr id="1889968843" name="Freeform 15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97519668" name="TextBox 15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0421152" name="Group 1505"/>
          <p:cNvGrpSpPr/>
          <p:nvPr/>
        </p:nvGrpSpPr>
        <p:grpSpPr bwMode="auto">
          <a:xfrm>
            <a:off x="9306876" y="3733577"/>
            <a:ext cx="143901" cy="143901"/>
            <a:chOff x="0" y="0"/>
            <a:chExt cx="812799" cy="812799"/>
          </a:xfrm>
        </p:grpSpPr>
        <p:sp>
          <p:nvSpPr>
            <p:cNvPr id="245308398" name="Freeform 15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41306129" name="TextBox 15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90582327" name="Group 1508"/>
          <p:cNvGrpSpPr/>
          <p:nvPr/>
        </p:nvGrpSpPr>
        <p:grpSpPr bwMode="auto">
          <a:xfrm>
            <a:off x="9499500" y="3733577"/>
            <a:ext cx="143901" cy="143901"/>
            <a:chOff x="0" y="0"/>
            <a:chExt cx="812799" cy="812799"/>
          </a:xfrm>
        </p:grpSpPr>
        <p:sp>
          <p:nvSpPr>
            <p:cNvPr id="1961127987" name="Freeform 15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824115" name="TextBox 15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4297672" name="Group 1511"/>
          <p:cNvGrpSpPr/>
          <p:nvPr/>
        </p:nvGrpSpPr>
        <p:grpSpPr bwMode="auto">
          <a:xfrm>
            <a:off x="9691029" y="3923049"/>
            <a:ext cx="143901" cy="143901"/>
            <a:chOff x="0" y="0"/>
            <a:chExt cx="812799" cy="812799"/>
          </a:xfrm>
        </p:grpSpPr>
        <p:sp>
          <p:nvSpPr>
            <p:cNvPr id="945060799" name="Freeform 15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1130569" name="TextBox 15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70534333" name="Group 1514"/>
          <p:cNvGrpSpPr/>
          <p:nvPr/>
        </p:nvGrpSpPr>
        <p:grpSpPr bwMode="auto">
          <a:xfrm>
            <a:off x="9883656" y="3923049"/>
            <a:ext cx="143901" cy="143901"/>
            <a:chOff x="0" y="0"/>
            <a:chExt cx="812799" cy="812799"/>
          </a:xfrm>
        </p:grpSpPr>
        <p:sp>
          <p:nvSpPr>
            <p:cNvPr id="1356455002" name="Freeform 15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69649330" name="TextBox 15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32133371" name="Group 1517"/>
          <p:cNvGrpSpPr/>
          <p:nvPr/>
        </p:nvGrpSpPr>
        <p:grpSpPr bwMode="auto">
          <a:xfrm>
            <a:off x="10076277" y="3923049"/>
            <a:ext cx="143901" cy="143901"/>
            <a:chOff x="0" y="0"/>
            <a:chExt cx="812799" cy="812799"/>
          </a:xfrm>
        </p:grpSpPr>
        <p:sp>
          <p:nvSpPr>
            <p:cNvPr id="1968047370" name="Freeform 15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8575051" name="TextBox 15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5362757" name="Group 1520"/>
          <p:cNvGrpSpPr/>
          <p:nvPr/>
        </p:nvGrpSpPr>
        <p:grpSpPr bwMode="auto">
          <a:xfrm>
            <a:off x="10267806" y="3923049"/>
            <a:ext cx="143901" cy="143901"/>
            <a:chOff x="0" y="0"/>
            <a:chExt cx="812799" cy="812799"/>
          </a:xfrm>
        </p:grpSpPr>
        <p:sp>
          <p:nvSpPr>
            <p:cNvPr id="1087962017" name="Freeform 15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0724362" name="TextBox 15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5126666" name="Group 1523"/>
          <p:cNvGrpSpPr/>
          <p:nvPr/>
        </p:nvGrpSpPr>
        <p:grpSpPr bwMode="auto">
          <a:xfrm>
            <a:off x="10460430" y="3923049"/>
            <a:ext cx="143901" cy="143901"/>
            <a:chOff x="0" y="0"/>
            <a:chExt cx="812799" cy="812799"/>
          </a:xfrm>
        </p:grpSpPr>
        <p:sp>
          <p:nvSpPr>
            <p:cNvPr id="827040536" name="Freeform 15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38826702" name="TextBox 15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64470184" name="Group 1526"/>
          <p:cNvGrpSpPr/>
          <p:nvPr/>
        </p:nvGrpSpPr>
        <p:grpSpPr bwMode="auto">
          <a:xfrm>
            <a:off x="10653053" y="3923049"/>
            <a:ext cx="143901" cy="143901"/>
            <a:chOff x="0" y="0"/>
            <a:chExt cx="812799" cy="812799"/>
          </a:xfrm>
        </p:grpSpPr>
        <p:sp>
          <p:nvSpPr>
            <p:cNvPr id="2053315720" name="Freeform 15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6966632" name="TextBox 15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10282656" name="Group 1529"/>
          <p:cNvGrpSpPr/>
          <p:nvPr/>
        </p:nvGrpSpPr>
        <p:grpSpPr bwMode="auto">
          <a:xfrm>
            <a:off x="10844581" y="3923049"/>
            <a:ext cx="143901" cy="143901"/>
            <a:chOff x="0" y="0"/>
            <a:chExt cx="812799" cy="812799"/>
          </a:xfrm>
        </p:grpSpPr>
        <p:sp>
          <p:nvSpPr>
            <p:cNvPr id="666392355" name="Freeform 15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19170619" name="TextBox 15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4285096" name="Group 1532"/>
          <p:cNvGrpSpPr/>
          <p:nvPr/>
        </p:nvGrpSpPr>
        <p:grpSpPr bwMode="auto">
          <a:xfrm>
            <a:off x="11037207" y="3923049"/>
            <a:ext cx="143901" cy="143901"/>
            <a:chOff x="0" y="0"/>
            <a:chExt cx="812799" cy="812799"/>
          </a:xfrm>
        </p:grpSpPr>
        <p:sp>
          <p:nvSpPr>
            <p:cNvPr id="2113415090" name="Freeform 15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3897072" name="TextBox 15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69890196" name="Group 1535"/>
          <p:cNvGrpSpPr/>
          <p:nvPr/>
        </p:nvGrpSpPr>
        <p:grpSpPr bwMode="auto">
          <a:xfrm>
            <a:off x="11229831" y="3923049"/>
            <a:ext cx="143901" cy="143901"/>
            <a:chOff x="0" y="0"/>
            <a:chExt cx="812799" cy="812799"/>
          </a:xfrm>
        </p:grpSpPr>
        <p:sp>
          <p:nvSpPr>
            <p:cNvPr id="239254762" name="Freeform 15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84985801" name="TextBox 15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67743194" name="Group 1538"/>
          <p:cNvGrpSpPr/>
          <p:nvPr/>
        </p:nvGrpSpPr>
        <p:grpSpPr bwMode="auto">
          <a:xfrm>
            <a:off x="9114255" y="3923049"/>
            <a:ext cx="143901" cy="143901"/>
            <a:chOff x="0" y="0"/>
            <a:chExt cx="812799" cy="812799"/>
          </a:xfrm>
        </p:grpSpPr>
        <p:sp>
          <p:nvSpPr>
            <p:cNvPr id="1257006552" name="Freeform 15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8862200" name="TextBox 15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6013265" name="Group 1541"/>
          <p:cNvGrpSpPr/>
          <p:nvPr/>
        </p:nvGrpSpPr>
        <p:grpSpPr bwMode="auto">
          <a:xfrm>
            <a:off x="9306876" y="3923049"/>
            <a:ext cx="143901" cy="143901"/>
            <a:chOff x="0" y="0"/>
            <a:chExt cx="812799" cy="812799"/>
          </a:xfrm>
        </p:grpSpPr>
        <p:sp>
          <p:nvSpPr>
            <p:cNvPr id="1120480118" name="Freeform 15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48836497" name="TextBox 15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06919292" name="Group 1544"/>
          <p:cNvGrpSpPr/>
          <p:nvPr/>
        </p:nvGrpSpPr>
        <p:grpSpPr bwMode="auto">
          <a:xfrm>
            <a:off x="9499500" y="3923049"/>
            <a:ext cx="143901" cy="143901"/>
            <a:chOff x="0" y="0"/>
            <a:chExt cx="812799" cy="812799"/>
          </a:xfrm>
        </p:grpSpPr>
        <p:sp>
          <p:nvSpPr>
            <p:cNvPr id="745826009" name="Freeform 15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81252528" name="TextBox 15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11901278" name="Group 1547"/>
          <p:cNvGrpSpPr/>
          <p:nvPr/>
        </p:nvGrpSpPr>
        <p:grpSpPr bwMode="auto">
          <a:xfrm>
            <a:off x="9691029" y="4114577"/>
            <a:ext cx="143901" cy="143901"/>
            <a:chOff x="0" y="0"/>
            <a:chExt cx="812799" cy="812799"/>
          </a:xfrm>
        </p:grpSpPr>
        <p:sp>
          <p:nvSpPr>
            <p:cNvPr id="1765944729" name="Freeform 15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99512537" name="TextBox 15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60495795" name="Group 1550"/>
          <p:cNvGrpSpPr/>
          <p:nvPr/>
        </p:nvGrpSpPr>
        <p:grpSpPr bwMode="auto">
          <a:xfrm>
            <a:off x="9883656" y="4114577"/>
            <a:ext cx="143901" cy="143901"/>
            <a:chOff x="0" y="0"/>
            <a:chExt cx="812799" cy="812799"/>
          </a:xfrm>
        </p:grpSpPr>
        <p:sp>
          <p:nvSpPr>
            <p:cNvPr id="98429792" name="Freeform 15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71931181" name="TextBox 15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07608505" name="Group 1553"/>
          <p:cNvGrpSpPr/>
          <p:nvPr/>
        </p:nvGrpSpPr>
        <p:grpSpPr bwMode="auto">
          <a:xfrm>
            <a:off x="10076277" y="4114577"/>
            <a:ext cx="143901" cy="143901"/>
            <a:chOff x="0" y="0"/>
            <a:chExt cx="812799" cy="812799"/>
          </a:xfrm>
        </p:grpSpPr>
        <p:sp>
          <p:nvSpPr>
            <p:cNvPr id="655898753" name="Freeform 15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53226606" name="TextBox 15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90717034" name="Group 1556"/>
          <p:cNvGrpSpPr/>
          <p:nvPr/>
        </p:nvGrpSpPr>
        <p:grpSpPr bwMode="auto">
          <a:xfrm>
            <a:off x="10267806" y="4114577"/>
            <a:ext cx="143901" cy="143901"/>
            <a:chOff x="0" y="0"/>
            <a:chExt cx="812799" cy="812799"/>
          </a:xfrm>
        </p:grpSpPr>
        <p:sp>
          <p:nvSpPr>
            <p:cNvPr id="1738221945" name="Freeform 15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1454417" name="TextBox 15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2052374" name="Group 1559"/>
          <p:cNvGrpSpPr/>
          <p:nvPr/>
        </p:nvGrpSpPr>
        <p:grpSpPr bwMode="auto">
          <a:xfrm>
            <a:off x="10460430" y="4114577"/>
            <a:ext cx="143901" cy="143901"/>
            <a:chOff x="0" y="0"/>
            <a:chExt cx="812799" cy="812799"/>
          </a:xfrm>
        </p:grpSpPr>
        <p:sp>
          <p:nvSpPr>
            <p:cNvPr id="1063320564" name="Freeform 15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26493524" name="TextBox 15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96552878" name="Group 1562"/>
          <p:cNvGrpSpPr/>
          <p:nvPr/>
        </p:nvGrpSpPr>
        <p:grpSpPr bwMode="auto">
          <a:xfrm>
            <a:off x="10653053" y="4114577"/>
            <a:ext cx="143901" cy="143901"/>
            <a:chOff x="0" y="0"/>
            <a:chExt cx="812799" cy="812799"/>
          </a:xfrm>
        </p:grpSpPr>
        <p:sp>
          <p:nvSpPr>
            <p:cNvPr id="1054350926" name="Freeform 15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1777564" name="TextBox 15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9137455" name="Group 1565"/>
          <p:cNvGrpSpPr/>
          <p:nvPr/>
        </p:nvGrpSpPr>
        <p:grpSpPr bwMode="auto">
          <a:xfrm>
            <a:off x="10844581" y="4114577"/>
            <a:ext cx="143901" cy="143901"/>
            <a:chOff x="0" y="0"/>
            <a:chExt cx="812799" cy="812799"/>
          </a:xfrm>
        </p:grpSpPr>
        <p:sp>
          <p:nvSpPr>
            <p:cNvPr id="1224665204" name="Freeform 15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1660985" name="TextBox 15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5682524" name="Group 1568"/>
          <p:cNvGrpSpPr/>
          <p:nvPr/>
        </p:nvGrpSpPr>
        <p:grpSpPr bwMode="auto">
          <a:xfrm>
            <a:off x="11037207" y="4114577"/>
            <a:ext cx="143901" cy="143901"/>
            <a:chOff x="0" y="0"/>
            <a:chExt cx="812799" cy="812799"/>
          </a:xfrm>
        </p:grpSpPr>
        <p:sp>
          <p:nvSpPr>
            <p:cNvPr id="641204456" name="Freeform 15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7258128" name="TextBox 15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2149062" name="Group 1571"/>
          <p:cNvGrpSpPr/>
          <p:nvPr/>
        </p:nvGrpSpPr>
        <p:grpSpPr bwMode="auto">
          <a:xfrm>
            <a:off x="11229831" y="4114577"/>
            <a:ext cx="143901" cy="143901"/>
            <a:chOff x="0" y="0"/>
            <a:chExt cx="812799" cy="812799"/>
          </a:xfrm>
        </p:grpSpPr>
        <p:sp>
          <p:nvSpPr>
            <p:cNvPr id="1869997311" name="Freeform 15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95684460" name="TextBox 15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7984818" name="Group 1574"/>
          <p:cNvGrpSpPr/>
          <p:nvPr/>
        </p:nvGrpSpPr>
        <p:grpSpPr bwMode="auto">
          <a:xfrm>
            <a:off x="9114255" y="4114577"/>
            <a:ext cx="143901" cy="143901"/>
            <a:chOff x="0" y="0"/>
            <a:chExt cx="812799" cy="812799"/>
          </a:xfrm>
        </p:grpSpPr>
        <p:sp>
          <p:nvSpPr>
            <p:cNvPr id="804285659" name="Freeform 15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5799852" name="TextBox 15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66824178" name="Group 1577"/>
          <p:cNvGrpSpPr/>
          <p:nvPr/>
        </p:nvGrpSpPr>
        <p:grpSpPr bwMode="auto">
          <a:xfrm>
            <a:off x="9306876" y="4114577"/>
            <a:ext cx="143901" cy="143901"/>
            <a:chOff x="0" y="0"/>
            <a:chExt cx="812799" cy="812799"/>
          </a:xfrm>
        </p:grpSpPr>
        <p:sp>
          <p:nvSpPr>
            <p:cNvPr id="1056694450" name="Freeform 15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41988478" name="TextBox 15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06229" name="Group 1580"/>
          <p:cNvGrpSpPr/>
          <p:nvPr/>
        </p:nvGrpSpPr>
        <p:grpSpPr bwMode="auto">
          <a:xfrm>
            <a:off x="9499500" y="4114577"/>
            <a:ext cx="143901" cy="143901"/>
            <a:chOff x="0" y="0"/>
            <a:chExt cx="812799" cy="812799"/>
          </a:xfrm>
        </p:grpSpPr>
        <p:sp>
          <p:nvSpPr>
            <p:cNvPr id="1246907386" name="Freeform 15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20704185" name="TextBox 15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54640244" name="Group 1583"/>
          <p:cNvGrpSpPr/>
          <p:nvPr/>
        </p:nvGrpSpPr>
        <p:grpSpPr bwMode="auto">
          <a:xfrm>
            <a:off x="9691029" y="4304050"/>
            <a:ext cx="143901" cy="143901"/>
            <a:chOff x="0" y="0"/>
            <a:chExt cx="812799" cy="812799"/>
          </a:xfrm>
        </p:grpSpPr>
        <p:sp>
          <p:nvSpPr>
            <p:cNvPr id="1412619815" name="Freeform 15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24329476" name="TextBox 15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1609452" name="Group 1586"/>
          <p:cNvGrpSpPr/>
          <p:nvPr/>
        </p:nvGrpSpPr>
        <p:grpSpPr bwMode="auto">
          <a:xfrm>
            <a:off x="9883656" y="4304050"/>
            <a:ext cx="143901" cy="143901"/>
            <a:chOff x="0" y="0"/>
            <a:chExt cx="812799" cy="812799"/>
          </a:xfrm>
        </p:grpSpPr>
        <p:sp>
          <p:nvSpPr>
            <p:cNvPr id="1910427506" name="Freeform 15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8893341" name="TextBox 15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2754433" name="Group 1589"/>
          <p:cNvGrpSpPr/>
          <p:nvPr/>
        </p:nvGrpSpPr>
        <p:grpSpPr bwMode="auto">
          <a:xfrm>
            <a:off x="10076277" y="4304050"/>
            <a:ext cx="143901" cy="143901"/>
            <a:chOff x="0" y="0"/>
            <a:chExt cx="812799" cy="812799"/>
          </a:xfrm>
        </p:grpSpPr>
        <p:sp>
          <p:nvSpPr>
            <p:cNvPr id="123608397" name="Freeform 15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92919178" name="TextBox 15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3218781" name="Group 1592"/>
          <p:cNvGrpSpPr/>
          <p:nvPr/>
        </p:nvGrpSpPr>
        <p:grpSpPr bwMode="auto">
          <a:xfrm>
            <a:off x="10267806" y="4304050"/>
            <a:ext cx="143901" cy="143901"/>
            <a:chOff x="0" y="0"/>
            <a:chExt cx="812799" cy="812799"/>
          </a:xfrm>
        </p:grpSpPr>
        <p:sp>
          <p:nvSpPr>
            <p:cNvPr id="38655930" name="Freeform 15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33295584" name="TextBox 15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58042974" name="Group 1595"/>
          <p:cNvGrpSpPr/>
          <p:nvPr/>
        </p:nvGrpSpPr>
        <p:grpSpPr bwMode="auto">
          <a:xfrm>
            <a:off x="10460430" y="4304050"/>
            <a:ext cx="143901" cy="143901"/>
            <a:chOff x="0" y="0"/>
            <a:chExt cx="812799" cy="812799"/>
          </a:xfrm>
        </p:grpSpPr>
        <p:sp>
          <p:nvSpPr>
            <p:cNvPr id="37704410" name="Freeform 15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65085160" name="TextBox 15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3527552" name="Group 1598"/>
          <p:cNvGrpSpPr/>
          <p:nvPr/>
        </p:nvGrpSpPr>
        <p:grpSpPr bwMode="auto">
          <a:xfrm>
            <a:off x="10653053" y="4304050"/>
            <a:ext cx="143901" cy="143901"/>
            <a:chOff x="0" y="0"/>
            <a:chExt cx="812799" cy="812799"/>
          </a:xfrm>
        </p:grpSpPr>
        <p:sp>
          <p:nvSpPr>
            <p:cNvPr id="294554288" name="Freeform 15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4397000" name="TextBox 16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60203528" name="Group 1601"/>
          <p:cNvGrpSpPr/>
          <p:nvPr/>
        </p:nvGrpSpPr>
        <p:grpSpPr bwMode="auto">
          <a:xfrm>
            <a:off x="10844581" y="4304050"/>
            <a:ext cx="143901" cy="143901"/>
            <a:chOff x="0" y="0"/>
            <a:chExt cx="812799" cy="812799"/>
          </a:xfrm>
        </p:grpSpPr>
        <p:sp>
          <p:nvSpPr>
            <p:cNvPr id="1973865918" name="Freeform 16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11046874" name="TextBox 16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98164068" name="Group 1604"/>
          <p:cNvGrpSpPr/>
          <p:nvPr/>
        </p:nvGrpSpPr>
        <p:grpSpPr bwMode="auto">
          <a:xfrm>
            <a:off x="11037207" y="4304050"/>
            <a:ext cx="143901" cy="143901"/>
            <a:chOff x="0" y="0"/>
            <a:chExt cx="812799" cy="812799"/>
          </a:xfrm>
        </p:grpSpPr>
        <p:sp>
          <p:nvSpPr>
            <p:cNvPr id="56741066" name="Freeform 16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57315465" name="TextBox 16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5255757" name="Group 1607"/>
          <p:cNvGrpSpPr/>
          <p:nvPr/>
        </p:nvGrpSpPr>
        <p:grpSpPr bwMode="auto">
          <a:xfrm>
            <a:off x="11229831" y="4304050"/>
            <a:ext cx="143901" cy="143901"/>
            <a:chOff x="0" y="0"/>
            <a:chExt cx="812799" cy="812799"/>
          </a:xfrm>
        </p:grpSpPr>
        <p:sp>
          <p:nvSpPr>
            <p:cNvPr id="1470523267" name="Freeform 16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7100088" name="TextBox 16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99129559" name="Group 1610"/>
          <p:cNvGrpSpPr/>
          <p:nvPr/>
        </p:nvGrpSpPr>
        <p:grpSpPr bwMode="auto">
          <a:xfrm>
            <a:off x="9114255" y="4304050"/>
            <a:ext cx="143901" cy="143901"/>
            <a:chOff x="0" y="0"/>
            <a:chExt cx="812799" cy="812799"/>
          </a:xfrm>
        </p:grpSpPr>
        <p:sp>
          <p:nvSpPr>
            <p:cNvPr id="803580605" name="Freeform 16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7787278" name="TextBox 16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4556075" name="Group 1613"/>
          <p:cNvGrpSpPr/>
          <p:nvPr/>
        </p:nvGrpSpPr>
        <p:grpSpPr bwMode="auto">
          <a:xfrm>
            <a:off x="9306876" y="4304050"/>
            <a:ext cx="143901" cy="143901"/>
            <a:chOff x="0" y="0"/>
            <a:chExt cx="812799" cy="812799"/>
          </a:xfrm>
        </p:grpSpPr>
        <p:sp>
          <p:nvSpPr>
            <p:cNvPr id="778550660" name="Freeform 16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26349979" name="TextBox 16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1790780" name="Group 1616"/>
          <p:cNvGrpSpPr/>
          <p:nvPr/>
        </p:nvGrpSpPr>
        <p:grpSpPr bwMode="auto">
          <a:xfrm>
            <a:off x="9499500" y="4304050"/>
            <a:ext cx="143901" cy="143901"/>
            <a:chOff x="0" y="0"/>
            <a:chExt cx="812799" cy="812799"/>
          </a:xfrm>
        </p:grpSpPr>
        <p:sp>
          <p:nvSpPr>
            <p:cNvPr id="55591018" name="Freeform 16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915188" name="TextBox 16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1658068" name="Group 1619"/>
          <p:cNvGrpSpPr/>
          <p:nvPr/>
        </p:nvGrpSpPr>
        <p:grpSpPr bwMode="auto">
          <a:xfrm>
            <a:off x="9691029" y="1826787"/>
            <a:ext cx="143901" cy="143901"/>
            <a:chOff x="0" y="0"/>
            <a:chExt cx="812799" cy="812799"/>
          </a:xfrm>
        </p:grpSpPr>
        <p:sp>
          <p:nvSpPr>
            <p:cNvPr id="447417806" name="Freeform 16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42447434" name="TextBox 16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72083" name="Group 1622"/>
          <p:cNvGrpSpPr/>
          <p:nvPr/>
        </p:nvGrpSpPr>
        <p:grpSpPr bwMode="auto">
          <a:xfrm>
            <a:off x="9883656" y="1826787"/>
            <a:ext cx="143901" cy="143901"/>
            <a:chOff x="0" y="0"/>
            <a:chExt cx="812799" cy="812799"/>
          </a:xfrm>
        </p:grpSpPr>
        <p:sp>
          <p:nvSpPr>
            <p:cNvPr id="1837932430" name="Freeform 16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79885759" name="TextBox 16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69690805" name="Group 1625"/>
          <p:cNvGrpSpPr/>
          <p:nvPr/>
        </p:nvGrpSpPr>
        <p:grpSpPr bwMode="auto">
          <a:xfrm>
            <a:off x="10076277" y="1826787"/>
            <a:ext cx="143901" cy="143901"/>
            <a:chOff x="0" y="0"/>
            <a:chExt cx="812799" cy="812799"/>
          </a:xfrm>
        </p:grpSpPr>
        <p:sp>
          <p:nvSpPr>
            <p:cNvPr id="593682756" name="Freeform 16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23279696" name="TextBox 16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2911578" name="Group 1628"/>
          <p:cNvGrpSpPr/>
          <p:nvPr/>
        </p:nvGrpSpPr>
        <p:grpSpPr bwMode="auto">
          <a:xfrm>
            <a:off x="10267806" y="1826787"/>
            <a:ext cx="143901" cy="143901"/>
            <a:chOff x="0" y="0"/>
            <a:chExt cx="812799" cy="812799"/>
          </a:xfrm>
        </p:grpSpPr>
        <p:sp>
          <p:nvSpPr>
            <p:cNvPr id="1023685618" name="Freeform 16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7412810" name="TextBox 16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30807491" name="Group 1631"/>
          <p:cNvGrpSpPr/>
          <p:nvPr/>
        </p:nvGrpSpPr>
        <p:grpSpPr bwMode="auto">
          <a:xfrm>
            <a:off x="10460430" y="1826787"/>
            <a:ext cx="143901" cy="143901"/>
            <a:chOff x="0" y="0"/>
            <a:chExt cx="812799" cy="812799"/>
          </a:xfrm>
        </p:grpSpPr>
        <p:sp>
          <p:nvSpPr>
            <p:cNvPr id="1800518778" name="Freeform 16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8430330" name="TextBox 16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91892682" name="Group 1634"/>
          <p:cNvGrpSpPr/>
          <p:nvPr/>
        </p:nvGrpSpPr>
        <p:grpSpPr bwMode="auto">
          <a:xfrm>
            <a:off x="10653053" y="1826787"/>
            <a:ext cx="143901" cy="143901"/>
            <a:chOff x="0" y="0"/>
            <a:chExt cx="812799" cy="812799"/>
          </a:xfrm>
        </p:grpSpPr>
        <p:sp>
          <p:nvSpPr>
            <p:cNvPr id="1171024099" name="Freeform 16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82794998" name="TextBox 16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862553" name="Group 1637"/>
          <p:cNvGrpSpPr/>
          <p:nvPr/>
        </p:nvGrpSpPr>
        <p:grpSpPr bwMode="auto">
          <a:xfrm>
            <a:off x="10844581" y="1826787"/>
            <a:ext cx="143901" cy="143901"/>
            <a:chOff x="0" y="0"/>
            <a:chExt cx="812799" cy="812799"/>
          </a:xfrm>
        </p:grpSpPr>
        <p:sp>
          <p:nvSpPr>
            <p:cNvPr id="111653253" name="Freeform 16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91706122" name="TextBox 16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1613473" name="Group 1640"/>
          <p:cNvGrpSpPr/>
          <p:nvPr/>
        </p:nvGrpSpPr>
        <p:grpSpPr bwMode="auto">
          <a:xfrm>
            <a:off x="11037207" y="1826787"/>
            <a:ext cx="143901" cy="143901"/>
            <a:chOff x="0" y="0"/>
            <a:chExt cx="812799" cy="812799"/>
          </a:xfrm>
        </p:grpSpPr>
        <p:sp>
          <p:nvSpPr>
            <p:cNvPr id="1854457188" name="Freeform 16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3692963" name="TextBox 16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1110516" name="Group 1643"/>
          <p:cNvGrpSpPr/>
          <p:nvPr/>
        </p:nvGrpSpPr>
        <p:grpSpPr bwMode="auto">
          <a:xfrm>
            <a:off x="11229831" y="1826787"/>
            <a:ext cx="143901" cy="143901"/>
            <a:chOff x="0" y="0"/>
            <a:chExt cx="812799" cy="812799"/>
          </a:xfrm>
        </p:grpSpPr>
        <p:sp>
          <p:nvSpPr>
            <p:cNvPr id="167129412" name="Freeform 16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3659912" name="TextBox 16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64741581" name="Group 1646"/>
          <p:cNvGrpSpPr/>
          <p:nvPr/>
        </p:nvGrpSpPr>
        <p:grpSpPr bwMode="auto">
          <a:xfrm>
            <a:off x="9114255" y="1826787"/>
            <a:ext cx="143901" cy="143901"/>
            <a:chOff x="0" y="0"/>
            <a:chExt cx="812799" cy="812799"/>
          </a:xfrm>
        </p:grpSpPr>
        <p:sp>
          <p:nvSpPr>
            <p:cNvPr id="1897884528" name="Freeform 16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3823339" name="TextBox 16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3800241" name="Group 1649"/>
          <p:cNvGrpSpPr/>
          <p:nvPr/>
        </p:nvGrpSpPr>
        <p:grpSpPr bwMode="auto">
          <a:xfrm>
            <a:off x="9306876" y="1826787"/>
            <a:ext cx="143901" cy="143901"/>
            <a:chOff x="0" y="0"/>
            <a:chExt cx="812799" cy="812799"/>
          </a:xfrm>
        </p:grpSpPr>
        <p:sp>
          <p:nvSpPr>
            <p:cNvPr id="803436121" name="Freeform 16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4314692" name="TextBox 16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12214066" name="Group 1652"/>
          <p:cNvGrpSpPr/>
          <p:nvPr/>
        </p:nvGrpSpPr>
        <p:grpSpPr bwMode="auto">
          <a:xfrm>
            <a:off x="9499500" y="1826787"/>
            <a:ext cx="143901" cy="143901"/>
            <a:chOff x="0" y="0"/>
            <a:chExt cx="812799" cy="812799"/>
          </a:xfrm>
        </p:grpSpPr>
        <p:sp>
          <p:nvSpPr>
            <p:cNvPr id="2123505538" name="Freeform 16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09200926" name="TextBox 16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2661798" name="Group 1655"/>
          <p:cNvGrpSpPr/>
          <p:nvPr/>
        </p:nvGrpSpPr>
        <p:grpSpPr bwMode="auto">
          <a:xfrm>
            <a:off x="9691029" y="2016260"/>
            <a:ext cx="143901" cy="143901"/>
            <a:chOff x="0" y="0"/>
            <a:chExt cx="812799" cy="812799"/>
          </a:xfrm>
        </p:grpSpPr>
        <p:sp>
          <p:nvSpPr>
            <p:cNvPr id="2027974321" name="Freeform 16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32290037" name="TextBox 16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71595399" name="Group 1658"/>
          <p:cNvGrpSpPr/>
          <p:nvPr/>
        </p:nvGrpSpPr>
        <p:grpSpPr bwMode="auto">
          <a:xfrm>
            <a:off x="9883656" y="2016260"/>
            <a:ext cx="143901" cy="143901"/>
            <a:chOff x="0" y="0"/>
            <a:chExt cx="812799" cy="812799"/>
          </a:xfrm>
        </p:grpSpPr>
        <p:sp>
          <p:nvSpPr>
            <p:cNvPr id="1970185363" name="Freeform 16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2427899" name="TextBox 16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42433600" name="Group 1661"/>
          <p:cNvGrpSpPr/>
          <p:nvPr/>
        </p:nvGrpSpPr>
        <p:grpSpPr bwMode="auto">
          <a:xfrm>
            <a:off x="10076277" y="2016260"/>
            <a:ext cx="143901" cy="143901"/>
            <a:chOff x="0" y="0"/>
            <a:chExt cx="812799" cy="812799"/>
          </a:xfrm>
        </p:grpSpPr>
        <p:sp>
          <p:nvSpPr>
            <p:cNvPr id="1957658239" name="Freeform 16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9043326" name="TextBox 16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38026015" name="Group 1664"/>
          <p:cNvGrpSpPr/>
          <p:nvPr/>
        </p:nvGrpSpPr>
        <p:grpSpPr bwMode="auto">
          <a:xfrm>
            <a:off x="10267806" y="2016260"/>
            <a:ext cx="143901" cy="143901"/>
            <a:chOff x="0" y="0"/>
            <a:chExt cx="812799" cy="812799"/>
          </a:xfrm>
        </p:grpSpPr>
        <p:sp>
          <p:nvSpPr>
            <p:cNvPr id="1123274864" name="Freeform 16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68852462" name="TextBox 16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2220666" name="Group 1667"/>
          <p:cNvGrpSpPr/>
          <p:nvPr/>
        </p:nvGrpSpPr>
        <p:grpSpPr bwMode="auto">
          <a:xfrm>
            <a:off x="10460430" y="2016260"/>
            <a:ext cx="143901" cy="143901"/>
            <a:chOff x="0" y="0"/>
            <a:chExt cx="812799" cy="812799"/>
          </a:xfrm>
        </p:grpSpPr>
        <p:sp>
          <p:nvSpPr>
            <p:cNvPr id="1149430874" name="Freeform 16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1545394" name="TextBox 16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7815572" name="Group 1670"/>
          <p:cNvGrpSpPr/>
          <p:nvPr/>
        </p:nvGrpSpPr>
        <p:grpSpPr bwMode="auto">
          <a:xfrm>
            <a:off x="10653053" y="2016260"/>
            <a:ext cx="143901" cy="143901"/>
            <a:chOff x="0" y="0"/>
            <a:chExt cx="812799" cy="812799"/>
          </a:xfrm>
        </p:grpSpPr>
        <p:sp>
          <p:nvSpPr>
            <p:cNvPr id="1419992100" name="Freeform 16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2273498" name="TextBox 16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77163899" name="Group 1673"/>
          <p:cNvGrpSpPr/>
          <p:nvPr/>
        </p:nvGrpSpPr>
        <p:grpSpPr bwMode="auto">
          <a:xfrm>
            <a:off x="10844581" y="2016260"/>
            <a:ext cx="143901" cy="143901"/>
            <a:chOff x="0" y="0"/>
            <a:chExt cx="812799" cy="812799"/>
          </a:xfrm>
        </p:grpSpPr>
        <p:sp>
          <p:nvSpPr>
            <p:cNvPr id="549037028" name="Freeform 16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95902828" name="TextBox 16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45214476" name="Group 1676"/>
          <p:cNvGrpSpPr/>
          <p:nvPr/>
        </p:nvGrpSpPr>
        <p:grpSpPr bwMode="auto">
          <a:xfrm>
            <a:off x="11037207" y="2016260"/>
            <a:ext cx="143901" cy="143901"/>
            <a:chOff x="0" y="0"/>
            <a:chExt cx="812799" cy="812799"/>
          </a:xfrm>
        </p:grpSpPr>
        <p:sp>
          <p:nvSpPr>
            <p:cNvPr id="1682071849" name="Freeform 16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40887262" name="TextBox 16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19153681" name="Group 1679"/>
          <p:cNvGrpSpPr/>
          <p:nvPr/>
        </p:nvGrpSpPr>
        <p:grpSpPr bwMode="auto">
          <a:xfrm>
            <a:off x="11229831" y="2016260"/>
            <a:ext cx="143901" cy="143901"/>
            <a:chOff x="0" y="0"/>
            <a:chExt cx="812799" cy="812799"/>
          </a:xfrm>
        </p:grpSpPr>
        <p:sp>
          <p:nvSpPr>
            <p:cNvPr id="514266704" name="Freeform 16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74746948" name="TextBox 16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62038970" name="Group 1682"/>
          <p:cNvGrpSpPr/>
          <p:nvPr/>
        </p:nvGrpSpPr>
        <p:grpSpPr bwMode="auto">
          <a:xfrm>
            <a:off x="9114255" y="2016260"/>
            <a:ext cx="143901" cy="143901"/>
            <a:chOff x="0" y="0"/>
            <a:chExt cx="812799" cy="812799"/>
          </a:xfrm>
        </p:grpSpPr>
        <p:sp>
          <p:nvSpPr>
            <p:cNvPr id="375964740" name="Freeform 16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99884564" name="TextBox 16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73221253" name="Group 1685"/>
          <p:cNvGrpSpPr/>
          <p:nvPr/>
        </p:nvGrpSpPr>
        <p:grpSpPr bwMode="auto">
          <a:xfrm>
            <a:off x="9306876" y="2016260"/>
            <a:ext cx="143901" cy="143901"/>
            <a:chOff x="0" y="0"/>
            <a:chExt cx="812799" cy="812799"/>
          </a:xfrm>
        </p:grpSpPr>
        <p:sp>
          <p:nvSpPr>
            <p:cNvPr id="1172854471" name="Freeform 16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84104812" name="TextBox 16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5337717" name="Group 1688"/>
          <p:cNvGrpSpPr/>
          <p:nvPr/>
        </p:nvGrpSpPr>
        <p:grpSpPr bwMode="auto">
          <a:xfrm>
            <a:off x="9499500" y="2016260"/>
            <a:ext cx="143901" cy="143901"/>
            <a:chOff x="0" y="0"/>
            <a:chExt cx="812799" cy="812799"/>
          </a:xfrm>
        </p:grpSpPr>
        <p:sp>
          <p:nvSpPr>
            <p:cNvPr id="1730849294" name="Freeform 16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12108510" name="TextBox 16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83990126" name="Group 1691"/>
          <p:cNvGrpSpPr/>
          <p:nvPr/>
        </p:nvGrpSpPr>
        <p:grpSpPr bwMode="auto">
          <a:xfrm>
            <a:off x="9691029" y="4494549"/>
            <a:ext cx="143901" cy="143901"/>
            <a:chOff x="0" y="0"/>
            <a:chExt cx="812799" cy="812799"/>
          </a:xfrm>
        </p:grpSpPr>
        <p:sp>
          <p:nvSpPr>
            <p:cNvPr id="1235888305" name="Freeform 16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3559179" name="TextBox 16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42653497" name="Group 1694"/>
          <p:cNvGrpSpPr/>
          <p:nvPr/>
        </p:nvGrpSpPr>
        <p:grpSpPr bwMode="auto">
          <a:xfrm>
            <a:off x="9883656" y="4494549"/>
            <a:ext cx="143901" cy="143901"/>
            <a:chOff x="0" y="0"/>
            <a:chExt cx="812799" cy="812799"/>
          </a:xfrm>
        </p:grpSpPr>
        <p:sp>
          <p:nvSpPr>
            <p:cNvPr id="1430812548" name="Freeform 16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05885429" name="TextBox 16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18230146" name="Group 1697"/>
          <p:cNvGrpSpPr/>
          <p:nvPr/>
        </p:nvGrpSpPr>
        <p:grpSpPr bwMode="auto">
          <a:xfrm>
            <a:off x="10076277" y="4494549"/>
            <a:ext cx="143901" cy="143901"/>
            <a:chOff x="0" y="0"/>
            <a:chExt cx="812799" cy="812799"/>
          </a:xfrm>
        </p:grpSpPr>
        <p:sp>
          <p:nvSpPr>
            <p:cNvPr id="2075665064" name="Freeform 16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12368991" name="TextBox 16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6867456" name="Group 1700"/>
          <p:cNvGrpSpPr/>
          <p:nvPr/>
        </p:nvGrpSpPr>
        <p:grpSpPr bwMode="auto">
          <a:xfrm>
            <a:off x="10267806" y="4494549"/>
            <a:ext cx="143901" cy="143901"/>
            <a:chOff x="0" y="0"/>
            <a:chExt cx="812799" cy="812799"/>
          </a:xfrm>
        </p:grpSpPr>
        <p:sp>
          <p:nvSpPr>
            <p:cNvPr id="437709048" name="Freeform 17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73612699" name="TextBox 17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70011854" name="Group 1703"/>
          <p:cNvGrpSpPr/>
          <p:nvPr/>
        </p:nvGrpSpPr>
        <p:grpSpPr bwMode="auto">
          <a:xfrm>
            <a:off x="10460430" y="4494549"/>
            <a:ext cx="143901" cy="143901"/>
            <a:chOff x="0" y="0"/>
            <a:chExt cx="812799" cy="812799"/>
          </a:xfrm>
        </p:grpSpPr>
        <p:sp>
          <p:nvSpPr>
            <p:cNvPr id="1491354027" name="Freeform 17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1035003" name="TextBox 17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71028110" name="Group 1706"/>
          <p:cNvGrpSpPr/>
          <p:nvPr/>
        </p:nvGrpSpPr>
        <p:grpSpPr bwMode="auto">
          <a:xfrm>
            <a:off x="10653053" y="4494549"/>
            <a:ext cx="143901" cy="143901"/>
            <a:chOff x="0" y="0"/>
            <a:chExt cx="812799" cy="812799"/>
          </a:xfrm>
        </p:grpSpPr>
        <p:sp>
          <p:nvSpPr>
            <p:cNvPr id="114834869" name="Freeform 17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22984069" name="TextBox 17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60297387" name="Group 1709"/>
          <p:cNvGrpSpPr/>
          <p:nvPr/>
        </p:nvGrpSpPr>
        <p:grpSpPr bwMode="auto">
          <a:xfrm>
            <a:off x="10844581" y="4494549"/>
            <a:ext cx="143901" cy="143901"/>
            <a:chOff x="0" y="0"/>
            <a:chExt cx="812799" cy="812799"/>
          </a:xfrm>
        </p:grpSpPr>
        <p:sp>
          <p:nvSpPr>
            <p:cNvPr id="1070509080" name="Freeform 17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64318465" name="TextBox 17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4106302" name="Group 1712"/>
          <p:cNvGrpSpPr/>
          <p:nvPr/>
        </p:nvGrpSpPr>
        <p:grpSpPr bwMode="auto">
          <a:xfrm>
            <a:off x="11037207" y="4494549"/>
            <a:ext cx="143901" cy="143901"/>
            <a:chOff x="0" y="0"/>
            <a:chExt cx="812799" cy="812799"/>
          </a:xfrm>
        </p:grpSpPr>
        <p:sp>
          <p:nvSpPr>
            <p:cNvPr id="1736409230" name="Freeform 17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53927934" name="TextBox 17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37512814" name="Group 1715"/>
          <p:cNvGrpSpPr/>
          <p:nvPr/>
        </p:nvGrpSpPr>
        <p:grpSpPr bwMode="auto">
          <a:xfrm>
            <a:off x="11229831" y="4494549"/>
            <a:ext cx="143901" cy="143901"/>
            <a:chOff x="0" y="0"/>
            <a:chExt cx="812799" cy="812799"/>
          </a:xfrm>
        </p:grpSpPr>
        <p:sp>
          <p:nvSpPr>
            <p:cNvPr id="427201175" name="Freeform 17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20874605" name="TextBox 17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8372766" name="Group 1718"/>
          <p:cNvGrpSpPr/>
          <p:nvPr/>
        </p:nvGrpSpPr>
        <p:grpSpPr bwMode="auto">
          <a:xfrm>
            <a:off x="9114255" y="4494549"/>
            <a:ext cx="143901" cy="143901"/>
            <a:chOff x="0" y="0"/>
            <a:chExt cx="812799" cy="812799"/>
          </a:xfrm>
        </p:grpSpPr>
        <p:sp>
          <p:nvSpPr>
            <p:cNvPr id="1102521922" name="Freeform 17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36632542" name="TextBox 17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82810866" name="Group 1721"/>
          <p:cNvGrpSpPr/>
          <p:nvPr/>
        </p:nvGrpSpPr>
        <p:grpSpPr bwMode="auto">
          <a:xfrm>
            <a:off x="9306876" y="4494549"/>
            <a:ext cx="143901" cy="143901"/>
            <a:chOff x="0" y="0"/>
            <a:chExt cx="812799" cy="812799"/>
          </a:xfrm>
        </p:grpSpPr>
        <p:sp>
          <p:nvSpPr>
            <p:cNvPr id="1175326510" name="Freeform 17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2311216" name="TextBox 17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1658792" name="Group 1724"/>
          <p:cNvGrpSpPr/>
          <p:nvPr/>
        </p:nvGrpSpPr>
        <p:grpSpPr bwMode="auto">
          <a:xfrm>
            <a:off x="9499500" y="4494549"/>
            <a:ext cx="143901" cy="143901"/>
            <a:chOff x="0" y="0"/>
            <a:chExt cx="812799" cy="812799"/>
          </a:xfrm>
        </p:grpSpPr>
        <p:sp>
          <p:nvSpPr>
            <p:cNvPr id="1840372914" name="Freeform 17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9461992" name="TextBox 17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1175166" name="Group 1727"/>
          <p:cNvGrpSpPr/>
          <p:nvPr/>
        </p:nvGrpSpPr>
        <p:grpSpPr bwMode="auto">
          <a:xfrm>
            <a:off x="9691029" y="4684020"/>
            <a:ext cx="143901" cy="143901"/>
            <a:chOff x="0" y="0"/>
            <a:chExt cx="812799" cy="812799"/>
          </a:xfrm>
        </p:grpSpPr>
        <p:sp>
          <p:nvSpPr>
            <p:cNvPr id="1251968290" name="Freeform 17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64898649" name="TextBox 17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0130754" name="Group 1730"/>
          <p:cNvGrpSpPr/>
          <p:nvPr/>
        </p:nvGrpSpPr>
        <p:grpSpPr bwMode="auto">
          <a:xfrm>
            <a:off x="9883656" y="4684020"/>
            <a:ext cx="143901" cy="143901"/>
            <a:chOff x="0" y="0"/>
            <a:chExt cx="812799" cy="812799"/>
          </a:xfrm>
        </p:grpSpPr>
        <p:sp>
          <p:nvSpPr>
            <p:cNvPr id="1777387516" name="Freeform 17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0466642" name="TextBox 17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95744531" name="Group 1733"/>
          <p:cNvGrpSpPr/>
          <p:nvPr/>
        </p:nvGrpSpPr>
        <p:grpSpPr bwMode="auto">
          <a:xfrm>
            <a:off x="10076277" y="4684020"/>
            <a:ext cx="143901" cy="143901"/>
            <a:chOff x="0" y="0"/>
            <a:chExt cx="812799" cy="812799"/>
          </a:xfrm>
        </p:grpSpPr>
        <p:sp>
          <p:nvSpPr>
            <p:cNvPr id="1563089699" name="Freeform 17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8462497" name="TextBox 17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69646315" name="Group 1736"/>
          <p:cNvGrpSpPr/>
          <p:nvPr/>
        </p:nvGrpSpPr>
        <p:grpSpPr bwMode="auto">
          <a:xfrm>
            <a:off x="10267806" y="4684020"/>
            <a:ext cx="143901" cy="143901"/>
            <a:chOff x="0" y="0"/>
            <a:chExt cx="812799" cy="812799"/>
          </a:xfrm>
        </p:grpSpPr>
        <p:sp>
          <p:nvSpPr>
            <p:cNvPr id="1359332362" name="Freeform 17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86207114" name="TextBox 17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78151849" name="Group 1739"/>
          <p:cNvGrpSpPr/>
          <p:nvPr/>
        </p:nvGrpSpPr>
        <p:grpSpPr bwMode="auto">
          <a:xfrm>
            <a:off x="10460430" y="4684020"/>
            <a:ext cx="143901" cy="143901"/>
            <a:chOff x="0" y="0"/>
            <a:chExt cx="812799" cy="812799"/>
          </a:xfrm>
        </p:grpSpPr>
        <p:sp>
          <p:nvSpPr>
            <p:cNvPr id="575085587" name="Freeform 17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8496454" name="TextBox 17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5218253" name="Group 1742"/>
          <p:cNvGrpSpPr/>
          <p:nvPr/>
        </p:nvGrpSpPr>
        <p:grpSpPr bwMode="auto">
          <a:xfrm>
            <a:off x="10653053" y="4684020"/>
            <a:ext cx="143901" cy="143901"/>
            <a:chOff x="0" y="0"/>
            <a:chExt cx="812799" cy="812799"/>
          </a:xfrm>
        </p:grpSpPr>
        <p:sp>
          <p:nvSpPr>
            <p:cNvPr id="373325193" name="Freeform 17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36770614" name="TextBox 17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1092651" name="Group 1745"/>
          <p:cNvGrpSpPr/>
          <p:nvPr/>
        </p:nvGrpSpPr>
        <p:grpSpPr bwMode="auto">
          <a:xfrm>
            <a:off x="10844581" y="4684020"/>
            <a:ext cx="143901" cy="143901"/>
            <a:chOff x="0" y="0"/>
            <a:chExt cx="812799" cy="812799"/>
          </a:xfrm>
        </p:grpSpPr>
        <p:sp>
          <p:nvSpPr>
            <p:cNvPr id="366638273" name="Freeform 17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82392368" name="TextBox 17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29099593" name="Group 1748"/>
          <p:cNvGrpSpPr/>
          <p:nvPr/>
        </p:nvGrpSpPr>
        <p:grpSpPr bwMode="auto">
          <a:xfrm>
            <a:off x="11037207" y="4684020"/>
            <a:ext cx="143901" cy="143901"/>
            <a:chOff x="0" y="0"/>
            <a:chExt cx="812799" cy="812799"/>
          </a:xfrm>
        </p:grpSpPr>
        <p:sp>
          <p:nvSpPr>
            <p:cNvPr id="2017153835" name="Freeform 17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6766047" name="TextBox 17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6532534" name="Group 1751"/>
          <p:cNvGrpSpPr/>
          <p:nvPr/>
        </p:nvGrpSpPr>
        <p:grpSpPr bwMode="auto">
          <a:xfrm>
            <a:off x="11229831" y="4684020"/>
            <a:ext cx="143901" cy="143901"/>
            <a:chOff x="0" y="0"/>
            <a:chExt cx="812799" cy="812799"/>
          </a:xfrm>
        </p:grpSpPr>
        <p:sp>
          <p:nvSpPr>
            <p:cNvPr id="134870164" name="Freeform 17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35721271" name="TextBox 17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89090104" name="Group 1754"/>
          <p:cNvGrpSpPr/>
          <p:nvPr/>
        </p:nvGrpSpPr>
        <p:grpSpPr bwMode="auto">
          <a:xfrm>
            <a:off x="9114255" y="4684020"/>
            <a:ext cx="143901" cy="143901"/>
            <a:chOff x="0" y="0"/>
            <a:chExt cx="812799" cy="812799"/>
          </a:xfrm>
        </p:grpSpPr>
        <p:sp>
          <p:nvSpPr>
            <p:cNvPr id="2043087250" name="Freeform 17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74965304" name="TextBox 17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1654676" name="Group 1757"/>
          <p:cNvGrpSpPr/>
          <p:nvPr/>
        </p:nvGrpSpPr>
        <p:grpSpPr bwMode="auto">
          <a:xfrm>
            <a:off x="9306876" y="4684020"/>
            <a:ext cx="143901" cy="143901"/>
            <a:chOff x="0" y="0"/>
            <a:chExt cx="812799" cy="812799"/>
          </a:xfrm>
        </p:grpSpPr>
        <p:sp>
          <p:nvSpPr>
            <p:cNvPr id="1507386436" name="Freeform 17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67295519" name="TextBox 17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1326862" name="Group 1760"/>
          <p:cNvGrpSpPr/>
          <p:nvPr/>
        </p:nvGrpSpPr>
        <p:grpSpPr bwMode="auto">
          <a:xfrm>
            <a:off x="9499500" y="4684020"/>
            <a:ext cx="143901" cy="143901"/>
            <a:chOff x="0" y="0"/>
            <a:chExt cx="812799" cy="812799"/>
          </a:xfrm>
        </p:grpSpPr>
        <p:sp>
          <p:nvSpPr>
            <p:cNvPr id="1998080847" name="Freeform 17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89580152" name="TextBox 17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sp>
        <p:nvSpPr>
          <p:cNvPr id="648711419" name="AutoShape 1763"/>
          <p:cNvSpPr/>
          <p:nvPr/>
        </p:nvSpPr>
        <p:spPr bwMode="auto">
          <a:xfrm flipH="1">
            <a:off x="3432937" y="3327356"/>
            <a:ext cx="123892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395353" name="AutoShape 1764"/>
          <p:cNvSpPr/>
          <p:nvPr/>
        </p:nvSpPr>
        <p:spPr bwMode="auto">
          <a:xfrm flipH="1">
            <a:off x="7559303" y="3327356"/>
            <a:ext cx="12409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3154160" name="AutoShape 26"/>
          <p:cNvSpPr/>
          <p:nvPr/>
        </p:nvSpPr>
        <p:spPr bwMode="auto">
          <a:xfrm flipH="1" flipV="1">
            <a:off x="1847466" y="1068224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9361511" name="AutoShape 27"/>
          <p:cNvSpPr/>
          <p:nvPr/>
        </p:nvSpPr>
        <p:spPr bwMode="auto">
          <a:xfrm flipH="1" flipV="1">
            <a:off x="1847466" y="2231410"/>
            <a:ext cx="3268031" cy="91309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5855191" name="AutoShape 28"/>
          <p:cNvSpPr/>
          <p:nvPr/>
        </p:nvSpPr>
        <p:spPr bwMode="auto">
          <a:xfrm flipH="1" flipV="1">
            <a:off x="1847466" y="3394594"/>
            <a:ext cx="3268031" cy="687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6619787" name="AutoShape 29"/>
          <p:cNvSpPr/>
          <p:nvPr/>
        </p:nvSpPr>
        <p:spPr bwMode="auto">
          <a:xfrm flipH="1">
            <a:off x="1847466" y="3658444"/>
            <a:ext cx="3268031" cy="89933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0264004" name="AutoShape 30"/>
          <p:cNvSpPr/>
          <p:nvPr/>
        </p:nvSpPr>
        <p:spPr bwMode="auto">
          <a:xfrm flipH="1">
            <a:off x="1847466" y="3914791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769630" name="Freeform 31"/>
          <p:cNvSpPr/>
          <p:nvPr/>
        </p:nvSpPr>
        <p:spPr bwMode="auto">
          <a:xfrm>
            <a:off x="1047906" y="629508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0370123" name="Freeform 32"/>
          <p:cNvSpPr/>
          <p:nvPr/>
        </p:nvSpPr>
        <p:spPr bwMode="auto">
          <a:xfrm>
            <a:off x="1047906" y="2955877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5337407" name="Freeform 33"/>
          <p:cNvSpPr/>
          <p:nvPr/>
        </p:nvSpPr>
        <p:spPr bwMode="auto">
          <a:xfrm>
            <a:off x="1047906" y="1792693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8194495" name="Freeform 34"/>
          <p:cNvSpPr/>
          <p:nvPr/>
        </p:nvSpPr>
        <p:spPr bwMode="auto">
          <a:xfrm>
            <a:off x="1047906" y="5279430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7193515" name="Freeform 35"/>
          <p:cNvSpPr/>
          <p:nvPr/>
        </p:nvSpPr>
        <p:spPr bwMode="auto">
          <a:xfrm>
            <a:off x="1047906" y="4119062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9633980" name="AutoShape 36"/>
          <p:cNvSpPr/>
          <p:nvPr/>
        </p:nvSpPr>
        <p:spPr bwMode="auto">
          <a:xfrm flipH="1" flipV="1">
            <a:off x="6968889" y="3919315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2480890" name="AutoShape 37"/>
          <p:cNvSpPr/>
          <p:nvPr/>
        </p:nvSpPr>
        <p:spPr bwMode="auto">
          <a:xfrm flipH="1" flipV="1">
            <a:off x="6968889" y="3662968"/>
            <a:ext cx="3268031" cy="9152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6436737" name="AutoShape 38"/>
          <p:cNvSpPr/>
          <p:nvPr/>
        </p:nvSpPr>
        <p:spPr bwMode="auto">
          <a:xfrm flipH="1" flipV="1">
            <a:off x="6968889" y="3405998"/>
            <a:ext cx="3268031" cy="90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8613117" name="AutoShape 39"/>
          <p:cNvSpPr/>
          <p:nvPr/>
        </p:nvSpPr>
        <p:spPr bwMode="auto">
          <a:xfrm flipH="1">
            <a:off x="6968889" y="2251888"/>
            <a:ext cx="3268031" cy="8971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5315819" name="AutoShape 40"/>
          <p:cNvSpPr/>
          <p:nvPr/>
        </p:nvSpPr>
        <p:spPr bwMode="auto">
          <a:xfrm flipH="1">
            <a:off x="6968889" y="1088704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7470258" name="Freeform 41"/>
          <p:cNvSpPr/>
          <p:nvPr/>
        </p:nvSpPr>
        <p:spPr bwMode="auto">
          <a:xfrm>
            <a:off x="10236921" y="649986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0267357" name="Freeform 42"/>
          <p:cNvSpPr/>
          <p:nvPr/>
        </p:nvSpPr>
        <p:spPr bwMode="auto">
          <a:xfrm>
            <a:off x="10236921" y="2976355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2156535" name="Freeform 43"/>
          <p:cNvSpPr/>
          <p:nvPr/>
        </p:nvSpPr>
        <p:spPr bwMode="auto">
          <a:xfrm>
            <a:off x="10236921" y="1813171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8333843" name="Freeform 44"/>
          <p:cNvSpPr/>
          <p:nvPr/>
        </p:nvSpPr>
        <p:spPr bwMode="auto">
          <a:xfrm>
            <a:off x="10236921" y="5299908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4623910" name="Freeform 45"/>
          <p:cNvSpPr/>
          <p:nvPr/>
        </p:nvSpPr>
        <p:spPr bwMode="auto">
          <a:xfrm>
            <a:off x="10236921" y="4139540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7847363" name="Freeform 46"/>
          <p:cNvSpPr/>
          <p:nvPr/>
        </p:nvSpPr>
        <p:spPr bwMode="auto">
          <a:xfrm>
            <a:off x="5115501" y="2517168"/>
            <a:ext cx="1853388" cy="1772514"/>
          </a:xfrm>
          <a:custGeom>
            <a:avLst/>
            <a:gdLst/>
            <a:ahLst/>
            <a:cxnLst/>
            <a:rect l="l" t="t" r="r" b="b"/>
            <a:pathLst>
              <a:path w="1853389" h="1772514" fill="norm" stroke="1" extrusionOk="0">
                <a:moveTo>
                  <a:pt x="0" y="0"/>
                </a:moveTo>
                <a:lnTo>
                  <a:pt x="1853389" y="0"/>
                </a:lnTo>
                <a:lnTo>
                  <a:pt x="1853389" y="1772514"/>
                </a:lnTo>
                <a:lnTo>
                  <a:pt x="0" y="177251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5440692" name="Freeform 47"/>
          <p:cNvSpPr/>
          <p:nvPr/>
        </p:nvSpPr>
        <p:spPr bwMode="auto">
          <a:xfrm>
            <a:off x="3267788" y="1766622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0149899" name="Freeform 48"/>
          <p:cNvSpPr/>
          <p:nvPr/>
        </p:nvSpPr>
        <p:spPr bwMode="auto">
          <a:xfrm>
            <a:off x="3267788" y="2467759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4357727" name="Freeform 49"/>
          <p:cNvSpPr/>
          <p:nvPr/>
        </p:nvSpPr>
        <p:spPr bwMode="auto">
          <a:xfrm>
            <a:off x="3267788" y="3180898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5472746" name="Freeform 50"/>
          <p:cNvSpPr/>
          <p:nvPr/>
        </p:nvSpPr>
        <p:spPr bwMode="auto">
          <a:xfrm>
            <a:off x="3267788" y="3894040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1"/>
                </a:lnTo>
                <a:lnTo>
                  <a:pt x="0" y="427391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6162139" name="Freeform 51"/>
          <p:cNvSpPr/>
          <p:nvPr/>
        </p:nvSpPr>
        <p:spPr bwMode="auto">
          <a:xfrm>
            <a:off x="3267788" y="4604721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3190771" name="Freeform 52"/>
          <p:cNvSpPr/>
          <p:nvPr/>
        </p:nvSpPr>
        <p:spPr bwMode="auto">
          <a:xfrm>
            <a:off x="8388113" y="1731007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7607280" name="Freeform 53"/>
          <p:cNvSpPr/>
          <p:nvPr/>
        </p:nvSpPr>
        <p:spPr bwMode="auto">
          <a:xfrm>
            <a:off x="8388113" y="2432143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6138550" name="Freeform 54"/>
          <p:cNvSpPr/>
          <p:nvPr/>
        </p:nvSpPr>
        <p:spPr bwMode="auto">
          <a:xfrm>
            <a:off x="8388113" y="3145285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0506619" name="Freeform 55"/>
          <p:cNvSpPr/>
          <p:nvPr/>
        </p:nvSpPr>
        <p:spPr bwMode="auto">
          <a:xfrm>
            <a:off x="8388113" y="3858423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1"/>
                </a:lnTo>
                <a:lnTo>
                  <a:pt x="0" y="427391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0150592" name="Freeform 56"/>
          <p:cNvSpPr/>
          <p:nvPr/>
        </p:nvSpPr>
        <p:spPr bwMode="auto">
          <a:xfrm>
            <a:off x="8388113" y="4569105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454270088" name=""/>
          <p:cNvPicPr>
            <a:picLocks noChangeAspect="1"/>
          </p:cNvPicPr>
          <p:nvPr/>
        </p:nvPicPr>
        <p:blipFill>
          <a:blip r:embed="rId24"/>
          <a:stretch/>
        </p:blipFill>
        <p:spPr bwMode="auto">
          <a:xfrm flipH="0" flipV="0">
            <a:off x="5577255" y="4538773"/>
            <a:ext cx="986670" cy="9866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1185728" name="Freeform 27"/>
          <p:cNvSpPr/>
          <p:nvPr/>
        </p:nvSpPr>
        <p:spPr bwMode="auto">
          <a:xfrm rot="0" flipH="0" flipV="0">
            <a:off x="479007" y="634966"/>
            <a:ext cx="5678752" cy="5657456"/>
          </a:xfrm>
          <a:custGeom>
            <a:avLst/>
            <a:gdLst/>
            <a:ahLst/>
            <a:cxnLst/>
            <a:rect l="l" t="t" r="r" b="b"/>
            <a:pathLst>
              <a:path w="7571673" h="7543280" fill="norm" stroke="1" extrusionOk="0">
                <a:moveTo>
                  <a:pt x="0" y="0"/>
                </a:moveTo>
                <a:lnTo>
                  <a:pt x="7571673" y="0"/>
                </a:lnTo>
                <a:lnTo>
                  <a:pt x="7571673" y="7543280"/>
                </a:lnTo>
                <a:lnTo>
                  <a:pt x="0" y="75432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grpSp>
        <p:nvGrpSpPr>
          <p:cNvPr id="635659157" name="Group 28"/>
          <p:cNvGrpSpPr/>
          <p:nvPr/>
        </p:nvGrpSpPr>
        <p:grpSpPr bwMode="auto">
          <a:xfrm rot="0" flipH="0" flipV="0">
            <a:off x="479007" y="633483"/>
            <a:ext cx="5657456" cy="5657456"/>
            <a:chOff x="0" y="0"/>
            <a:chExt cx="5657456" cy="5657456"/>
          </a:xfrm>
        </p:grpSpPr>
        <p:sp>
          <p:nvSpPr>
            <p:cNvPr id="623280162" name="Freeform 29"/>
            <p:cNvSpPr/>
            <p:nvPr/>
          </p:nvSpPr>
          <p:spPr bwMode="auto">
            <a:xfrm>
              <a:off x="0" y="0"/>
              <a:ext cx="5657456" cy="5657456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80512514" name="TextBox 30"/>
            <p:cNvSpPr txBox="1"/>
            <p:nvPr/>
          </p:nvSpPr>
          <p:spPr bwMode="auto">
            <a:xfrm>
              <a:off x="530373" y="198894"/>
              <a:ext cx="4596675" cy="492816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sp>
        <p:nvSpPr>
          <p:cNvPr id="336310723" name="AutoShape 31"/>
          <p:cNvSpPr/>
          <p:nvPr/>
        </p:nvSpPr>
        <p:spPr bwMode="auto">
          <a:xfrm flipH="1" flipV="1">
            <a:off x="4643717" y="2445675"/>
            <a:ext cx="2092613" cy="73376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0011953" name="AutoShape 32"/>
          <p:cNvSpPr/>
          <p:nvPr/>
        </p:nvSpPr>
        <p:spPr bwMode="auto">
          <a:xfrm flipH="1" flipV="1">
            <a:off x="2818913" y="1184544"/>
            <a:ext cx="3917417" cy="188860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5425633" name="AutoShape 33"/>
          <p:cNvSpPr/>
          <p:nvPr/>
        </p:nvSpPr>
        <p:spPr bwMode="auto">
          <a:xfrm flipH="1" flipV="1">
            <a:off x="1088105" y="2831192"/>
            <a:ext cx="5648225" cy="55264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5171606" name="AutoShape 34"/>
          <p:cNvSpPr/>
          <p:nvPr/>
        </p:nvSpPr>
        <p:spPr bwMode="auto">
          <a:xfrm flipH="1">
            <a:off x="3900074" y="3531662"/>
            <a:ext cx="2836253" cy="24100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4145442" name="AutoShape 35"/>
          <p:cNvSpPr/>
          <p:nvPr/>
        </p:nvSpPr>
        <p:spPr bwMode="auto">
          <a:xfrm flipH="1">
            <a:off x="2015239" y="3699537"/>
            <a:ext cx="4721090" cy="138139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2183987" name="Freeform 36"/>
          <p:cNvSpPr/>
          <p:nvPr/>
        </p:nvSpPr>
        <p:spPr bwMode="auto">
          <a:xfrm>
            <a:off x="2395377" y="952150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7" y="0"/>
                </a:lnTo>
                <a:lnTo>
                  <a:pt x="423537" y="464788"/>
                </a:lnTo>
                <a:lnTo>
                  <a:pt x="0" y="4647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2836524" name="Freeform 38"/>
          <p:cNvSpPr/>
          <p:nvPr/>
        </p:nvSpPr>
        <p:spPr bwMode="auto">
          <a:xfrm>
            <a:off x="4220181" y="2213281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8" y="0"/>
                </a:lnTo>
                <a:lnTo>
                  <a:pt x="423538" y="464788"/>
                </a:lnTo>
                <a:lnTo>
                  <a:pt x="0" y="4647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2668935" name="Freeform 39"/>
          <p:cNvSpPr/>
          <p:nvPr/>
        </p:nvSpPr>
        <p:spPr bwMode="auto">
          <a:xfrm>
            <a:off x="664568" y="2578078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8" y="0"/>
                </a:lnTo>
                <a:lnTo>
                  <a:pt x="423538" y="464788"/>
                </a:lnTo>
                <a:lnTo>
                  <a:pt x="0" y="4647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5685756" name="Freeform 40"/>
          <p:cNvSpPr/>
          <p:nvPr/>
        </p:nvSpPr>
        <p:spPr bwMode="auto">
          <a:xfrm>
            <a:off x="3476539" y="3558270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7" y="0"/>
                </a:lnTo>
                <a:lnTo>
                  <a:pt x="423537" y="464787"/>
                </a:lnTo>
                <a:lnTo>
                  <a:pt x="0" y="4647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531262" name="Freeform 41"/>
          <p:cNvSpPr/>
          <p:nvPr/>
        </p:nvSpPr>
        <p:spPr bwMode="auto">
          <a:xfrm>
            <a:off x="1591700" y="4910501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8" y="0"/>
                </a:lnTo>
                <a:lnTo>
                  <a:pt x="423538" y="464787"/>
                </a:lnTo>
                <a:lnTo>
                  <a:pt x="0" y="46478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1946713" name="Freeform 42"/>
          <p:cNvSpPr/>
          <p:nvPr/>
        </p:nvSpPr>
        <p:spPr bwMode="auto">
          <a:xfrm>
            <a:off x="6736333" y="2819150"/>
            <a:ext cx="1617093" cy="1287609"/>
          </a:xfrm>
          <a:custGeom>
            <a:avLst/>
            <a:gdLst/>
            <a:ahLst/>
            <a:cxnLst/>
            <a:rect l="l" t="t" r="r" b="b"/>
            <a:pathLst>
              <a:path w="1617094" h="1287611" fill="norm" stroke="1" extrusionOk="0">
                <a:moveTo>
                  <a:pt x="0" y="0"/>
                </a:moveTo>
                <a:lnTo>
                  <a:pt x="1617094" y="0"/>
                </a:lnTo>
                <a:lnTo>
                  <a:pt x="1617094" y="1287611"/>
                </a:lnTo>
                <a:lnTo>
                  <a:pt x="0" y="128761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3424212" name="AutoShape 43"/>
          <p:cNvSpPr/>
          <p:nvPr/>
        </p:nvSpPr>
        <p:spPr bwMode="auto">
          <a:xfrm flipH="1">
            <a:off x="8353426" y="3462956"/>
            <a:ext cx="959772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1317844" name="Freeform 45"/>
          <p:cNvSpPr/>
          <p:nvPr/>
        </p:nvSpPr>
        <p:spPr bwMode="auto">
          <a:xfrm rot="0" flipH="0" flipV="0">
            <a:off x="9313200" y="2601016"/>
            <a:ext cx="2441007" cy="1723878"/>
          </a:xfrm>
          <a:custGeom>
            <a:avLst/>
            <a:gdLst/>
            <a:ahLst/>
            <a:cxnLst/>
            <a:rect l="l" t="t" r="r" b="b"/>
            <a:pathLst>
              <a:path w="2845795" h="2009746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009746"/>
                </a:lnTo>
                <a:lnTo>
                  <a:pt x="0" y="200974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317763152" name="TextBox 46"/>
          <p:cNvSpPr txBox="1"/>
          <p:nvPr/>
        </p:nvSpPr>
        <p:spPr bwMode="auto">
          <a:xfrm rot="0" flipH="0" flipV="0">
            <a:off x="9313200" y="2592849"/>
            <a:ext cx="2441007" cy="173204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583497026" name="Freeform 48"/>
          <p:cNvSpPr/>
          <p:nvPr/>
        </p:nvSpPr>
        <p:spPr bwMode="auto">
          <a:xfrm rot="0" flipH="0" flipV="0">
            <a:off x="9529317" y="2688281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5882794" name="TextBox 49"/>
          <p:cNvSpPr txBox="1"/>
          <p:nvPr/>
        </p:nvSpPr>
        <p:spPr bwMode="auto">
          <a:xfrm rot="0" flipH="0" flipV="0">
            <a:off x="9529317" y="2680114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155914124" name="AutoShape 50"/>
          <p:cNvSpPr/>
          <p:nvPr/>
        </p:nvSpPr>
        <p:spPr bwMode="auto">
          <a:xfrm>
            <a:off x="10533704" y="2688282"/>
            <a:ext cx="0" cy="1552662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8359381" name="Freeform 52"/>
          <p:cNvSpPr/>
          <p:nvPr/>
        </p:nvSpPr>
        <p:spPr bwMode="auto">
          <a:xfrm rot="0" flipH="0" flipV="0">
            <a:off x="9529317" y="3015599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7489458" name="TextBox 53"/>
          <p:cNvSpPr txBox="1"/>
          <p:nvPr/>
        </p:nvSpPr>
        <p:spPr bwMode="auto">
          <a:xfrm rot="0" flipH="0" flipV="0">
            <a:off x="9529317" y="3007432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430212921" name="Freeform 55"/>
          <p:cNvSpPr/>
          <p:nvPr/>
        </p:nvSpPr>
        <p:spPr bwMode="auto">
          <a:xfrm rot="0" flipH="0" flipV="0">
            <a:off x="9529380" y="3342914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77077493" name="TextBox 56"/>
          <p:cNvSpPr txBox="1"/>
          <p:nvPr/>
        </p:nvSpPr>
        <p:spPr bwMode="auto">
          <a:xfrm rot="0" flipH="0" flipV="0">
            <a:off x="9529380" y="3334747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912195313" name="Freeform 58"/>
          <p:cNvSpPr/>
          <p:nvPr/>
        </p:nvSpPr>
        <p:spPr bwMode="auto">
          <a:xfrm rot="0" flipH="0" flipV="0">
            <a:off x="9529380" y="3670232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6334375" name="TextBox 59"/>
          <p:cNvSpPr txBox="1"/>
          <p:nvPr/>
        </p:nvSpPr>
        <p:spPr bwMode="auto">
          <a:xfrm rot="0" flipH="0" flipV="0">
            <a:off x="9529380" y="3662065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599087172" name="Freeform 61"/>
          <p:cNvSpPr/>
          <p:nvPr/>
        </p:nvSpPr>
        <p:spPr bwMode="auto">
          <a:xfrm rot="0" flipH="0" flipV="0">
            <a:off x="9529380" y="3997547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14566530" name="TextBox 62"/>
          <p:cNvSpPr txBox="1"/>
          <p:nvPr/>
        </p:nvSpPr>
        <p:spPr bwMode="auto">
          <a:xfrm rot="0" flipH="0" flipV="0">
            <a:off x="9529380" y="3989380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257995301" name="Freeform 64"/>
          <p:cNvSpPr/>
          <p:nvPr/>
        </p:nvSpPr>
        <p:spPr bwMode="auto">
          <a:xfrm rot="0" flipH="0" flipV="0">
            <a:off x="10756416" y="2688281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94082138" name="TextBox 65"/>
          <p:cNvSpPr txBox="1"/>
          <p:nvPr/>
        </p:nvSpPr>
        <p:spPr bwMode="auto">
          <a:xfrm rot="0" flipH="0" flipV="0">
            <a:off x="10756416" y="2680114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520572884" name="Freeform 67"/>
          <p:cNvSpPr/>
          <p:nvPr/>
        </p:nvSpPr>
        <p:spPr bwMode="auto">
          <a:xfrm rot="0" flipH="0" flipV="0">
            <a:off x="10756416" y="3015599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6788183" name="TextBox 68"/>
          <p:cNvSpPr txBox="1"/>
          <p:nvPr/>
        </p:nvSpPr>
        <p:spPr bwMode="auto">
          <a:xfrm rot="0" flipH="0" flipV="0">
            <a:off x="10756416" y="3007432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369605060" name="Freeform 70"/>
          <p:cNvSpPr/>
          <p:nvPr/>
        </p:nvSpPr>
        <p:spPr bwMode="auto">
          <a:xfrm rot="0" flipH="0" flipV="0">
            <a:off x="10756479" y="3342914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8889579" name="TextBox 71"/>
          <p:cNvSpPr txBox="1"/>
          <p:nvPr/>
        </p:nvSpPr>
        <p:spPr bwMode="auto">
          <a:xfrm rot="0" flipH="0" flipV="0">
            <a:off x="10756479" y="3334747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605576162" name="Freeform 73"/>
          <p:cNvSpPr/>
          <p:nvPr/>
        </p:nvSpPr>
        <p:spPr bwMode="auto">
          <a:xfrm rot="0" flipH="0" flipV="0">
            <a:off x="10756479" y="3670232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19383131" name="TextBox 74"/>
          <p:cNvSpPr txBox="1"/>
          <p:nvPr/>
        </p:nvSpPr>
        <p:spPr bwMode="auto">
          <a:xfrm rot="0" flipH="0" flipV="0">
            <a:off x="10756479" y="3662065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85645689" name="Freeform 76"/>
          <p:cNvSpPr/>
          <p:nvPr/>
        </p:nvSpPr>
        <p:spPr bwMode="auto">
          <a:xfrm rot="0" flipH="0" flipV="0">
            <a:off x="10756479" y="3997547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52092667" name="TextBox 77"/>
          <p:cNvSpPr txBox="1"/>
          <p:nvPr/>
        </p:nvSpPr>
        <p:spPr bwMode="auto">
          <a:xfrm rot="0" flipH="0" flipV="0">
            <a:off x="10756479" y="3989380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pic>
        <p:nvPicPr>
          <p:cNvPr id="1268211279" name=""/>
          <p:cNvPicPr>
            <a:picLocks noChangeAspect="1"/>
          </p:cNvPicPr>
          <p:nvPr/>
        </p:nvPicPr>
        <p:blipFill>
          <a:blip r:embed="rId10"/>
          <a:stretch/>
        </p:blipFill>
        <p:spPr bwMode="auto">
          <a:xfrm flipH="0" flipV="0">
            <a:off x="7120395" y="4291379"/>
            <a:ext cx="848968" cy="8489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139550" name="Freeform 26"/>
          <p:cNvSpPr/>
          <p:nvPr/>
        </p:nvSpPr>
        <p:spPr bwMode="auto">
          <a:xfrm>
            <a:off x="5660086" y="1535295"/>
            <a:ext cx="1311717" cy="934896"/>
          </a:xfrm>
          <a:custGeom>
            <a:avLst/>
            <a:gdLst/>
            <a:ahLst/>
            <a:cxnLst/>
            <a:rect l="l" t="t" r="r" b="b"/>
            <a:pathLst>
              <a:path w="1311719" h="934898" fill="norm" stroke="1" extrusionOk="0">
                <a:moveTo>
                  <a:pt x="0" y="0"/>
                </a:moveTo>
                <a:lnTo>
                  <a:pt x="1311720" y="0"/>
                </a:lnTo>
                <a:lnTo>
                  <a:pt x="1311720" y="934898"/>
                </a:lnTo>
                <a:lnTo>
                  <a:pt x="0" y="9348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0019320" name="AutoShape 28"/>
          <p:cNvSpPr/>
          <p:nvPr/>
        </p:nvSpPr>
        <p:spPr bwMode="auto">
          <a:xfrm flipH="1">
            <a:off x="2754160" y="2002745"/>
            <a:ext cx="29059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4246441" name="Freeform 29"/>
          <p:cNvSpPr/>
          <p:nvPr/>
        </p:nvSpPr>
        <p:spPr bwMode="auto">
          <a:xfrm>
            <a:off x="7928894" y="1049573"/>
            <a:ext cx="990947" cy="842303"/>
          </a:xfrm>
          <a:custGeom>
            <a:avLst/>
            <a:gdLst/>
            <a:ahLst/>
            <a:cxnLst/>
            <a:rect l="l" t="t" r="r" b="b"/>
            <a:pathLst>
              <a:path w="990949" h="842306" fill="norm" stroke="1" extrusionOk="0">
                <a:moveTo>
                  <a:pt x="0" y="0"/>
                </a:moveTo>
                <a:lnTo>
                  <a:pt x="990948" y="0"/>
                </a:lnTo>
                <a:lnTo>
                  <a:pt x="990948" y="842306"/>
                </a:lnTo>
                <a:lnTo>
                  <a:pt x="0" y="8423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017357" name="Freeform 30"/>
          <p:cNvSpPr/>
          <p:nvPr/>
        </p:nvSpPr>
        <p:spPr bwMode="auto">
          <a:xfrm>
            <a:off x="3930400" y="1104055"/>
            <a:ext cx="553446" cy="787824"/>
          </a:xfrm>
          <a:custGeom>
            <a:avLst/>
            <a:gdLst/>
            <a:ahLst/>
            <a:cxnLst/>
            <a:rect l="l" t="t" r="r" b="b"/>
            <a:pathLst>
              <a:path w="553446" h="787824" fill="norm" stroke="1" extrusionOk="0">
                <a:moveTo>
                  <a:pt x="0" y="0"/>
                </a:moveTo>
                <a:lnTo>
                  <a:pt x="553446" y="0"/>
                </a:lnTo>
                <a:lnTo>
                  <a:pt x="553446" y="787824"/>
                </a:lnTo>
                <a:lnTo>
                  <a:pt x="0" y="7878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8098760" name="AutoShape 31"/>
          <p:cNvSpPr/>
          <p:nvPr/>
        </p:nvSpPr>
        <p:spPr bwMode="auto">
          <a:xfrm flipH="1">
            <a:off x="6971806" y="2002745"/>
            <a:ext cx="290512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3710976" name="Freeform 32"/>
          <p:cNvSpPr/>
          <p:nvPr/>
        </p:nvSpPr>
        <p:spPr bwMode="auto">
          <a:xfrm>
            <a:off x="9876931" y="1535295"/>
            <a:ext cx="1311717" cy="934896"/>
          </a:xfrm>
          <a:custGeom>
            <a:avLst/>
            <a:gdLst/>
            <a:ahLst/>
            <a:cxnLst/>
            <a:rect l="l" t="t" r="r" b="b"/>
            <a:pathLst>
              <a:path w="1311719" h="934898" fill="norm" stroke="1" extrusionOk="0">
                <a:moveTo>
                  <a:pt x="0" y="0"/>
                </a:moveTo>
                <a:lnTo>
                  <a:pt x="1311719" y="0"/>
                </a:lnTo>
                <a:lnTo>
                  <a:pt x="1311719" y="934898"/>
                </a:lnTo>
                <a:lnTo>
                  <a:pt x="0" y="9348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9782442" name="Freeform 34"/>
          <p:cNvSpPr/>
          <p:nvPr/>
        </p:nvSpPr>
        <p:spPr bwMode="auto">
          <a:xfrm>
            <a:off x="5562664" y="4520928"/>
            <a:ext cx="1506561" cy="1280577"/>
          </a:xfrm>
          <a:custGeom>
            <a:avLst/>
            <a:gdLst/>
            <a:ahLst/>
            <a:cxnLst/>
            <a:rect l="l" t="t" r="r" b="b"/>
            <a:pathLst>
              <a:path w="1506563" h="1280579" fill="norm" stroke="1" extrusionOk="0">
                <a:moveTo>
                  <a:pt x="0" y="0"/>
                </a:moveTo>
                <a:lnTo>
                  <a:pt x="1506564" y="0"/>
                </a:lnTo>
                <a:lnTo>
                  <a:pt x="1506564" y="1280579"/>
                </a:lnTo>
                <a:lnTo>
                  <a:pt x="0" y="12805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4219278" name="AutoShape 35"/>
          <p:cNvSpPr/>
          <p:nvPr/>
        </p:nvSpPr>
        <p:spPr bwMode="auto">
          <a:xfrm flipH="1">
            <a:off x="2754160" y="5161221"/>
            <a:ext cx="280850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1374127" name="Freeform 36"/>
          <p:cNvSpPr/>
          <p:nvPr/>
        </p:nvSpPr>
        <p:spPr bwMode="auto">
          <a:xfrm>
            <a:off x="9876931" y="4501434"/>
            <a:ext cx="1311717" cy="1285483"/>
          </a:xfrm>
          <a:custGeom>
            <a:avLst/>
            <a:gdLst/>
            <a:ahLst/>
            <a:cxnLst/>
            <a:rect l="l" t="t" r="r" b="b"/>
            <a:pathLst>
              <a:path w="1311719" h="1285485" fill="norm" stroke="1" extrusionOk="0">
                <a:moveTo>
                  <a:pt x="0" y="0"/>
                </a:moveTo>
                <a:lnTo>
                  <a:pt x="1311719" y="0"/>
                </a:lnTo>
                <a:lnTo>
                  <a:pt x="1311719" y="1285485"/>
                </a:lnTo>
                <a:lnTo>
                  <a:pt x="0" y="12854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6838672" name="AutoShape 37"/>
          <p:cNvSpPr/>
          <p:nvPr/>
        </p:nvSpPr>
        <p:spPr bwMode="auto">
          <a:xfrm flipH="1">
            <a:off x="7069227" y="5144178"/>
            <a:ext cx="2807703" cy="1704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2185566" name="Freeform 38"/>
          <p:cNvSpPr/>
          <p:nvPr/>
        </p:nvSpPr>
        <p:spPr bwMode="auto">
          <a:xfrm>
            <a:off x="8604846" y="1049573"/>
            <a:ext cx="314995" cy="448392"/>
          </a:xfrm>
          <a:custGeom>
            <a:avLst/>
            <a:gdLst/>
            <a:ahLst/>
            <a:cxnLst/>
            <a:rect l="l" t="t" r="r" b="b"/>
            <a:pathLst>
              <a:path w="314997" h="448394" fill="norm" stroke="1" extrusionOk="0">
                <a:moveTo>
                  <a:pt x="0" y="0"/>
                </a:moveTo>
                <a:lnTo>
                  <a:pt x="314997" y="0"/>
                </a:lnTo>
                <a:lnTo>
                  <a:pt x="314997" y="448394"/>
                </a:lnTo>
                <a:lnTo>
                  <a:pt x="0" y="44839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340718097" name=""/>
          <p:cNvPicPr>
            <a:picLocks noChangeAspect="1"/>
          </p:cNvPicPr>
          <p:nvPr/>
        </p:nvPicPr>
        <p:blipFill>
          <a:blip r:embed="rId10"/>
          <a:srcRect l="0" t="0" r="8328" b="0"/>
          <a:stretch/>
        </p:blipFill>
        <p:spPr bwMode="auto">
          <a:xfrm flipH="0" flipV="0">
            <a:off x="697302" y="841134"/>
            <a:ext cx="1885511" cy="2056855"/>
          </a:xfrm>
          <a:prstGeom prst="rect">
            <a:avLst/>
          </a:prstGeom>
        </p:spPr>
      </p:pic>
      <p:pic>
        <p:nvPicPr>
          <p:cNvPr id="730846941" name=""/>
          <p:cNvPicPr>
            <a:picLocks noChangeAspect="1"/>
          </p:cNvPicPr>
          <p:nvPr/>
        </p:nvPicPr>
        <p:blipFill>
          <a:blip r:embed="rId11"/>
          <a:srcRect l="0" t="0" r="8328" b="0"/>
          <a:stretch/>
        </p:blipFill>
        <p:spPr bwMode="auto">
          <a:xfrm flipH="0" flipV="0">
            <a:off x="748373" y="3932098"/>
            <a:ext cx="1885511" cy="20568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44581076" name=""/>
          <p:cNvGrpSpPr/>
          <p:nvPr/>
        </p:nvGrpSpPr>
        <p:grpSpPr bwMode="auto">
          <a:xfrm>
            <a:off x="3131767" y="537979"/>
            <a:ext cx="5889528" cy="6041695"/>
            <a:chOff x="0" y="0"/>
            <a:chExt cx="5889528" cy="6041695"/>
          </a:xfrm>
        </p:grpSpPr>
        <p:sp>
          <p:nvSpPr>
            <p:cNvPr id="376929691" name="Freeform 26"/>
            <p:cNvSpPr/>
            <p:nvPr/>
          </p:nvSpPr>
          <p:spPr bwMode="auto">
            <a:xfrm>
              <a:off x="0" y="0"/>
              <a:ext cx="604289" cy="663143"/>
            </a:xfrm>
            <a:custGeom>
              <a:avLst/>
              <a:gdLst/>
              <a:ahLst/>
              <a:cxnLst/>
              <a:rect l="l" t="t" r="r" b="b"/>
              <a:pathLst>
                <a:path w="604291" h="663145" fill="norm" stroke="1" extrusionOk="0">
                  <a:moveTo>
                    <a:pt x="0" y="0"/>
                  </a:moveTo>
                  <a:lnTo>
                    <a:pt x="604291" y="0"/>
                  </a:lnTo>
                  <a:lnTo>
                    <a:pt x="604291" y="663145"/>
                  </a:lnTo>
                  <a:lnTo>
                    <a:pt x="0" y="6631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07307797" name="Freeform 27"/>
            <p:cNvSpPr/>
            <p:nvPr/>
          </p:nvSpPr>
          <p:spPr bwMode="auto">
            <a:xfrm>
              <a:off x="5163908" y="85367"/>
              <a:ext cx="725620" cy="577775"/>
            </a:xfrm>
            <a:custGeom>
              <a:avLst/>
              <a:gdLst/>
              <a:ahLst/>
              <a:cxnLst/>
              <a:rect l="l" t="t" r="r" b="b"/>
              <a:pathLst>
                <a:path w="725622" h="577777" fill="norm" stroke="1" extrusionOk="0">
                  <a:moveTo>
                    <a:pt x="0" y="0"/>
                  </a:moveTo>
                  <a:lnTo>
                    <a:pt x="725622" y="0"/>
                  </a:lnTo>
                  <a:lnTo>
                    <a:pt x="725622" y="577777"/>
                  </a:lnTo>
                  <a:lnTo>
                    <a:pt x="0" y="5777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6823545" name="AutoShape 28"/>
            <p:cNvSpPr/>
            <p:nvPr/>
          </p:nvSpPr>
          <p:spPr bwMode="auto">
            <a:xfrm flipV="1">
              <a:off x="302145" y="663144"/>
              <a:ext cx="0" cy="537855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84419744" name="AutoShape 29"/>
            <p:cNvSpPr/>
            <p:nvPr/>
          </p:nvSpPr>
          <p:spPr bwMode="auto">
            <a:xfrm flipH="1" flipV="1">
              <a:off x="5526720" y="663144"/>
              <a:ext cx="0" cy="537855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84521539" name="AutoShape 30"/>
            <p:cNvSpPr/>
            <p:nvPr/>
          </p:nvSpPr>
          <p:spPr bwMode="auto">
            <a:xfrm>
              <a:off x="302145" y="1494207"/>
              <a:ext cx="5224572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35635553" name="TextBox 31"/>
            <p:cNvSpPr txBox="1"/>
            <p:nvPr/>
          </p:nvSpPr>
          <p:spPr bwMode="auto">
            <a:xfrm flipH="0" flipV="0">
              <a:off x="302145" y="1088031"/>
              <a:ext cx="5226011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 + blinded output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87848284" name=""/>
          <p:cNvGrpSpPr/>
          <p:nvPr/>
        </p:nvGrpSpPr>
        <p:grpSpPr bwMode="auto">
          <a:xfrm>
            <a:off x="3048298" y="426701"/>
            <a:ext cx="5890546" cy="6042742"/>
            <a:chOff x="0" y="0"/>
            <a:chExt cx="5890546" cy="6042742"/>
          </a:xfrm>
        </p:grpSpPr>
        <p:sp>
          <p:nvSpPr>
            <p:cNvPr id="191874669" name="Freeform 26"/>
            <p:cNvSpPr/>
            <p:nvPr/>
          </p:nvSpPr>
          <p:spPr bwMode="auto">
            <a:xfrm>
              <a:off x="0" y="0"/>
              <a:ext cx="604395" cy="663258"/>
            </a:xfrm>
            <a:custGeom>
              <a:avLst/>
              <a:gdLst/>
              <a:ahLst/>
              <a:cxnLst/>
              <a:rect l="l" t="t" r="r" b="b"/>
              <a:pathLst>
                <a:path w="604395" h="663260" fill="norm" stroke="1" extrusionOk="0">
                  <a:moveTo>
                    <a:pt x="0" y="0"/>
                  </a:moveTo>
                  <a:lnTo>
                    <a:pt x="604395" y="0"/>
                  </a:lnTo>
                  <a:lnTo>
                    <a:pt x="604395" y="663260"/>
                  </a:lnTo>
                  <a:lnTo>
                    <a:pt x="0" y="6632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55149098" name="Freeform 27"/>
            <p:cNvSpPr/>
            <p:nvPr/>
          </p:nvSpPr>
          <p:spPr bwMode="auto">
            <a:xfrm>
              <a:off x="5164800" y="85383"/>
              <a:ext cx="725746" cy="577874"/>
            </a:xfrm>
            <a:custGeom>
              <a:avLst/>
              <a:gdLst/>
              <a:ahLst/>
              <a:cxnLst/>
              <a:rect l="l" t="t" r="r" b="b"/>
              <a:pathLst>
                <a:path w="725748" h="577877" fill="norm" stroke="1" extrusionOk="0">
                  <a:moveTo>
                    <a:pt x="0" y="0"/>
                  </a:moveTo>
                  <a:lnTo>
                    <a:pt x="725748" y="0"/>
                  </a:lnTo>
                  <a:lnTo>
                    <a:pt x="725748" y="577877"/>
                  </a:lnTo>
                  <a:lnTo>
                    <a:pt x="0" y="5778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23712841" name="AutoShape 28"/>
            <p:cNvSpPr/>
            <p:nvPr/>
          </p:nvSpPr>
          <p:spPr bwMode="auto">
            <a:xfrm flipV="1">
              <a:off x="302196" y="663261"/>
              <a:ext cx="0" cy="537948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05755688" name="AutoShape 29"/>
            <p:cNvSpPr/>
            <p:nvPr/>
          </p:nvSpPr>
          <p:spPr bwMode="auto">
            <a:xfrm flipV="1">
              <a:off x="5527673" y="663261"/>
              <a:ext cx="0" cy="537948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04535335" name="AutoShape 30"/>
            <p:cNvSpPr/>
            <p:nvPr/>
          </p:nvSpPr>
          <p:spPr bwMode="auto">
            <a:xfrm>
              <a:off x="302196" y="1494466"/>
              <a:ext cx="5225474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27702838" name="TextBox 31"/>
            <p:cNvSpPr txBox="1"/>
            <p:nvPr/>
          </p:nvSpPr>
          <p:spPr bwMode="auto">
            <a:xfrm flipH="0" flipV="0">
              <a:off x="302196" y="1088226"/>
              <a:ext cx="5226916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 + blinded output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3280231" name="AutoShape 32"/>
            <p:cNvSpPr/>
            <p:nvPr/>
          </p:nvSpPr>
          <p:spPr bwMode="auto">
            <a:xfrm flipH="1">
              <a:off x="302196" y="2134870"/>
              <a:ext cx="5225474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66362180" name="TextBox 33"/>
            <p:cNvSpPr txBox="1"/>
            <p:nvPr/>
          </p:nvSpPr>
          <p:spPr bwMode="auto">
            <a:xfrm flipH="0" flipV="0">
              <a:off x="302196" y="1728478"/>
              <a:ext cx="5226916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blind signature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16694307" name=""/>
          <p:cNvGrpSpPr/>
          <p:nvPr/>
        </p:nvGrpSpPr>
        <p:grpSpPr bwMode="auto">
          <a:xfrm>
            <a:off x="593392" y="503986"/>
            <a:ext cx="11046426" cy="6036999"/>
            <a:chOff x="0" y="0"/>
            <a:chExt cx="11046426" cy="6036999"/>
          </a:xfrm>
        </p:grpSpPr>
        <p:sp>
          <p:nvSpPr>
            <p:cNvPr id="1281832548" name="Freeform 26"/>
            <p:cNvSpPr/>
            <p:nvPr/>
          </p:nvSpPr>
          <p:spPr bwMode="auto">
            <a:xfrm>
              <a:off x="0" y="0"/>
              <a:ext cx="603818" cy="662628"/>
            </a:xfrm>
            <a:custGeom>
              <a:avLst/>
              <a:gdLst/>
              <a:ahLst/>
              <a:cxnLst/>
              <a:rect l="l" t="t" r="r" b="b"/>
              <a:pathLst>
                <a:path w="603821" h="662630" fill="norm" stroke="1" extrusionOk="0">
                  <a:moveTo>
                    <a:pt x="0" y="0"/>
                  </a:moveTo>
                  <a:lnTo>
                    <a:pt x="603822" y="0"/>
                  </a:lnTo>
                  <a:lnTo>
                    <a:pt x="603822" y="662630"/>
                  </a:lnTo>
                  <a:lnTo>
                    <a:pt x="0" y="662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8592904" name="Freeform 27"/>
            <p:cNvSpPr/>
            <p:nvPr/>
          </p:nvSpPr>
          <p:spPr bwMode="auto">
            <a:xfrm>
              <a:off x="5159894" y="85301"/>
              <a:ext cx="725058" cy="577326"/>
            </a:xfrm>
            <a:custGeom>
              <a:avLst/>
              <a:gdLst/>
              <a:ahLst/>
              <a:cxnLst/>
              <a:rect l="l" t="t" r="r" b="b"/>
              <a:pathLst>
                <a:path w="725058" h="577328" fill="norm" stroke="1" extrusionOk="0">
                  <a:moveTo>
                    <a:pt x="0" y="0"/>
                  </a:moveTo>
                  <a:lnTo>
                    <a:pt x="725058" y="0"/>
                  </a:lnTo>
                  <a:lnTo>
                    <a:pt x="725058" y="577328"/>
                  </a:lnTo>
                  <a:lnTo>
                    <a:pt x="0" y="5773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58850197" name="AutoShape 28"/>
            <p:cNvSpPr/>
            <p:nvPr/>
          </p:nvSpPr>
          <p:spPr bwMode="auto">
            <a:xfrm flipV="1">
              <a:off x="301914" y="662628"/>
              <a:ext cx="0" cy="537437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8351268" name="AutoShape 29"/>
            <p:cNvSpPr/>
            <p:nvPr/>
          </p:nvSpPr>
          <p:spPr bwMode="auto">
            <a:xfrm flipV="1">
              <a:off x="5522423" y="662628"/>
              <a:ext cx="0" cy="537437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9098562" name="AutoShape 30"/>
            <p:cNvSpPr/>
            <p:nvPr/>
          </p:nvSpPr>
          <p:spPr bwMode="auto">
            <a:xfrm>
              <a:off x="301914" y="1493046"/>
              <a:ext cx="5220510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55935596" name="TextBox 31"/>
            <p:cNvSpPr txBox="1"/>
            <p:nvPr/>
          </p:nvSpPr>
          <p:spPr bwMode="auto">
            <a:xfrm flipH="0" flipV="0">
              <a:off x="301912" y="1087149"/>
              <a:ext cx="5202132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 + blinded output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7396010" name="AutoShape 32"/>
            <p:cNvSpPr/>
            <p:nvPr/>
          </p:nvSpPr>
          <p:spPr bwMode="auto">
            <a:xfrm flipH="1">
              <a:off x="301914" y="2132842"/>
              <a:ext cx="5220510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48503076" name="TextBox 33"/>
            <p:cNvSpPr txBox="1"/>
            <p:nvPr/>
          </p:nvSpPr>
          <p:spPr bwMode="auto">
            <a:xfrm flipH="0" flipV="0">
              <a:off x="301912" y="1726791"/>
              <a:ext cx="5202132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blind signature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776100" name="Freeform 34"/>
            <p:cNvSpPr/>
            <p:nvPr/>
          </p:nvSpPr>
          <p:spPr bwMode="auto">
            <a:xfrm>
              <a:off x="10442610" y="0"/>
              <a:ext cx="603818" cy="662628"/>
            </a:xfrm>
            <a:custGeom>
              <a:avLst/>
              <a:gdLst/>
              <a:ahLst/>
              <a:cxnLst/>
              <a:rect l="l" t="t" r="r" b="b"/>
              <a:pathLst>
                <a:path w="603821" h="662630" fill="norm" stroke="1" extrusionOk="0">
                  <a:moveTo>
                    <a:pt x="0" y="0"/>
                  </a:moveTo>
                  <a:lnTo>
                    <a:pt x="603821" y="0"/>
                  </a:lnTo>
                  <a:lnTo>
                    <a:pt x="603821" y="662630"/>
                  </a:lnTo>
                  <a:lnTo>
                    <a:pt x="0" y="662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91874443" name="AutoShape 35"/>
            <p:cNvSpPr/>
            <p:nvPr/>
          </p:nvSpPr>
          <p:spPr bwMode="auto">
            <a:xfrm flipH="1" flipV="1">
              <a:off x="10744518" y="662628"/>
              <a:ext cx="0" cy="5374371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76194948" name=""/>
          <p:cNvGrpSpPr/>
          <p:nvPr/>
        </p:nvGrpSpPr>
        <p:grpSpPr bwMode="auto">
          <a:xfrm>
            <a:off x="593101" y="503826"/>
            <a:ext cx="11047012" cy="6037320"/>
            <a:chOff x="0" y="0"/>
            <a:chExt cx="11047012" cy="6037320"/>
          </a:xfrm>
        </p:grpSpPr>
        <p:sp>
          <p:nvSpPr>
            <p:cNvPr id="2135961055" name="Freeform 26"/>
            <p:cNvSpPr/>
            <p:nvPr/>
          </p:nvSpPr>
          <p:spPr bwMode="auto">
            <a:xfrm>
              <a:off x="0" y="0"/>
              <a:ext cx="603851" cy="662663"/>
            </a:xfrm>
            <a:custGeom>
              <a:avLst/>
              <a:gdLst/>
              <a:ahLst/>
              <a:cxnLst/>
              <a:rect l="l" t="t" r="r" b="b"/>
              <a:pathLst>
                <a:path w="603853" h="662665" fill="norm" stroke="1" extrusionOk="0">
                  <a:moveTo>
                    <a:pt x="0" y="0"/>
                  </a:moveTo>
                  <a:lnTo>
                    <a:pt x="603854" y="0"/>
                  </a:lnTo>
                  <a:lnTo>
                    <a:pt x="603854" y="662664"/>
                  </a:lnTo>
                  <a:lnTo>
                    <a:pt x="0" y="6626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36970879" name="Freeform 27"/>
            <p:cNvSpPr/>
            <p:nvPr/>
          </p:nvSpPr>
          <p:spPr bwMode="auto">
            <a:xfrm>
              <a:off x="5160166" y="85305"/>
              <a:ext cx="725095" cy="577356"/>
            </a:xfrm>
            <a:custGeom>
              <a:avLst/>
              <a:gdLst/>
              <a:ahLst/>
              <a:cxnLst/>
              <a:rect l="l" t="t" r="r" b="b"/>
              <a:pathLst>
                <a:path w="725097" h="577358" fill="norm" stroke="1" extrusionOk="0">
                  <a:moveTo>
                    <a:pt x="0" y="0"/>
                  </a:moveTo>
                  <a:lnTo>
                    <a:pt x="725097" y="0"/>
                  </a:lnTo>
                  <a:lnTo>
                    <a:pt x="725097" y="577358"/>
                  </a:lnTo>
                  <a:lnTo>
                    <a:pt x="0" y="5773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78058442" name="AutoShape 28"/>
            <p:cNvSpPr/>
            <p:nvPr/>
          </p:nvSpPr>
          <p:spPr bwMode="auto">
            <a:xfrm flipV="1">
              <a:off x="301925" y="662664"/>
              <a:ext cx="0" cy="537465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40586264" name="AutoShape 29"/>
            <p:cNvSpPr/>
            <p:nvPr/>
          </p:nvSpPr>
          <p:spPr bwMode="auto">
            <a:xfrm flipV="1">
              <a:off x="5522715" y="662664"/>
              <a:ext cx="0" cy="537465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22848171" name="AutoShape 30"/>
            <p:cNvSpPr/>
            <p:nvPr/>
          </p:nvSpPr>
          <p:spPr bwMode="auto">
            <a:xfrm>
              <a:off x="301925" y="1493125"/>
              <a:ext cx="522078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60812256" name="TextBox 31"/>
            <p:cNvSpPr txBox="1"/>
            <p:nvPr/>
          </p:nvSpPr>
          <p:spPr bwMode="auto">
            <a:xfrm flipH="0" flipV="0">
              <a:off x="301924" y="1087209"/>
              <a:ext cx="5222228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 + blinded output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52959430" name="AutoShape 32"/>
            <p:cNvSpPr/>
            <p:nvPr/>
          </p:nvSpPr>
          <p:spPr bwMode="auto">
            <a:xfrm flipH="1">
              <a:off x="301925" y="2132955"/>
              <a:ext cx="522078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61284988" name="TextBox 33"/>
            <p:cNvSpPr txBox="1"/>
            <p:nvPr/>
          </p:nvSpPr>
          <p:spPr bwMode="auto">
            <a:xfrm flipH="0" flipV="0">
              <a:off x="301924" y="1726884"/>
              <a:ext cx="5222228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blind signature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93682838" name="Freeform 34"/>
            <p:cNvSpPr/>
            <p:nvPr/>
          </p:nvSpPr>
          <p:spPr bwMode="auto">
            <a:xfrm>
              <a:off x="10443161" y="0"/>
              <a:ext cx="603851" cy="662663"/>
            </a:xfrm>
            <a:custGeom>
              <a:avLst/>
              <a:gdLst/>
              <a:ahLst/>
              <a:cxnLst/>
              <a:rect l="l" t="t" r="r" b="b"/>
              <a:pathLst>
                <a:path w="603853" h="662665" fill="norm" stroke="1" extrusionOk="0">
                  <a:moveTo>
                    <a:pt x="0" y="0"/>
                  </a:moveTo>
                  <a:lnTo>
                    <a:pt x="603853" y="0"/>
                  </a:lnTo>
                  <a:lnTo>
                    <a:pt x="603853" y="662664"/>
                  </a:lnTo>
                  <a:lnTo>
                    <a:pt x="0" y="6626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73516501" name="AutoShape 35"/>
            <p:cNvSpPr/>
            <p:nvPr/>
          </p:nvSpPr>
          <p:spPr bwMode="auto">
            <a:xfrm flipV="1">
              <a:off x="10745085" y="662664"/>
              <a:ext cx="0" cy="5374656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77290236" name="TextBox 36"/>
            <p:cNvSpPr txBox="1"/>
            <p:nvPr/>
          </p:nvSpPr>
          <p:spPr bwMode="auto">
            <a:xfrm flipH="0" flipV="0">
              <a:off x="5524153" y="3022805"/>
              <a:ext cx="5222372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unblinded output + signature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68948622" name="AutoShape 37"/>
            <p:cNvSpPr/>
            <p:nvPr/>
          </p:nvSpPr>
          <p:spPr bwMode="auto">
            <a:xfrm flipH="1">
              <a:off x="5522715" y="3429321"/>
              <a:ext cx="5222369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10588059" name=""/>
          <p:cNvGrpSpPr/>
          <p:nvPr/>
        </p:nvGrpSpPr>
        <p:grpSpPr bwMode="auto">
          <a:xfrm>
            <a:off x="594172" y="504411"/>
            <a:ext cx="11044869" cy="6036149"/>
            <a:chOff x="0" y="0"/>
            <a:chExt cx="11044869" cy="6036149"/>
          </a:xfrm>
        </p:grpSpPr>
        <p:sp>
          <p:nvSpPr>
            <p:cNvPr id="1176078969" name="Freeform 26"/>
            <p:cNvSpPr/>
            <p:nvPr/>
          </p:nvSpPr>
          <p:spPr bwMode="auto">
            <a:xfrm>
              <a:off x="0" y="0"/>
              <a:ext cx="603734" cy="662534"/>
            </a:xfrm>
            <a:custGeom>
              <a:avLst/>
              <a:gdLst/>
              <a:ahLst/>
              <a:cxnLst/>
              <a:rect l="l" t="t" r="r" b="b"/>
              <a:pathLst>
                <a:path w="603736" h="662536" fill="norm" stroke="1" extrusionOk="0">
                  <a:moveTo>
                    <a:pt x="0" y="0"/>
                  </a:moveTo>
                  <a:lnTo>
                    <a:pt x="603736" y="0"/>
                  </a:lnTo>
                  <a:lnTo>
                    <a:pt x="603736" y="662536"/>
                  </a:lnTo>
                  <a:lnTo>
                    <a:pt x="0" y="6625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9687035" name="Freeform 27"/>
            <p:cNvSpPr/>
            <p:nvPr/>
          </p:nvSpPr>
          <p:spPr bwMode="auto">
            <a:xfrm>
              <a:off x="5159166" y="85290"/>
              <a:ext cx="724953" cy="577244"/>
            </a:xfrm>
            <a:custGeom>
              <a:avLst/>
              <a:gdLst/>
              <a:ahLst/>
              <a:cxnLst/>
              <a:rect l="l" t="t" r="r" b="b"/>
              <a:pathLst>
                <a:path w="724956" h="577246" fill="norm" stroke="1" extrusionOk="0">
                  <a:moveTo>
                    <a:pt x="0" y="0"/>
                  </a:moveTo>
                  <a:lnTo>
                    <a:pt x="724957" y="0"/>
                  </a:lnTo>
                  <a:lnTo>
                    <a:pt x="724957" y="577246"/>
                  </a:lnTo>
                  <a:lnTo>
                    <a:pt x="0" y="577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24868735" name="AutoShape 28"/>
            <p:cNvSpPr/>
            <p:nvPr/>
          </p:nvSpPr>
          <p:spPr bwMode="auto">
            <a:xfrm flipV="1">
              <a:off x="301867" y="662536"/>
              <a:ext cx="0" cy="537361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361915" name="AutoShape 29"/>
            <p:cNvSpPr/>
            <p:nvPr/>
          </p:nvSpPr>
          <p:spPr bwMode="auto">
            <a:xfrm flipV="1">
              <a:off x="5521644" y="662536"/>
              <a:ext cx="0" cy="537361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4218894" name="AutoShape 30"/>
            <p:cNvSpPr/>
            <p:nvPr/>
          </p:nvSpPr>
          <p:spPr bwMode="auto">
            <a:xfrm>
              <a:off x="301867" y="1492836"/>
              <a:ext cx="521977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7278036" name="TextBox 31"/>
            <p:cNvSpPr txBox="1"/>
            <p:nvPr/>
          </p:nvSpPr>
          <p:spPr bwMode="auto">
            <a:xfrm flipH="0" flipV="0">
              <a:off x="301866" y="1086989"/>
              <a:ext cx="5201398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 + blinded output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73828408" name="AutoShape 32"/>
            <p:cNvSpPr/>
            <p:nvPr/>
          </p:nvSpPr>
          <p:spPr bwMode="auto">
            <a:xfrm flipH="1">
              <a:off x="301867" y="2132542"/>
              <a:ext cx="521977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5982434" name="TextBox 33"/>
            <p:cNvSpPr txBox="1"/>
            <p:nvPr/>
          </p:nvSpPr>
          <p:spPr bwMode="auto">
            <a:xfrm flipH="0" flipV="0">
              <a:off x="301866" y="1726542"/>
              <a:ext cx="5201398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blind signature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75738625" name="Freeform 34"/>
            <p:cNvSpPr/>
            <p:nvPr/>
          </p:nvSpPr>
          <p:spPr bwMode="auto">
            <a:xfrm>
              <a:off x="10441136" y="0"/>
              <a:ext cx="603734" cy="662534"/>
            </a:xfrm>
            <a:custGeom>
              <a:avLst/>
              <a:gdLst/>
              <a:ahLst/>
              <a:cxnLst/>
              <a:rect l="l" t="t" r="r" b="b"/>
              <a:pathLst>
                <a:path w="603736" h="662536" fill="norm" stroke="1" extrusionOk="0">
                  <a:moveTo>
                    <a:pt x="0" y="0"/>
                  </a:moveTo>
                  <a:lnTo>
                    <a:pt x="603736" y="0"/>
                  </a:lnTo>
                  <a:lnTo>
                    <a:pt x="603736" y="662536"/>
                  </a:lnTo>
                  <a:lnTo>
                    <a:pt x="0" y="6625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63545903" name="AutoShape 35"/>
            <p:cNvSpPr/>
            <p:nvPr/>
          </p:nvSpPr>
          <p:spPr bwMode="auto">
            <a:xfrm flipV="1">
              <a:off x="10743001" y="662536"/>
              <a:ext cx="0" cy="5373613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411399" name="TextBox 36"/>
            <p:cNvSpPr txBox="1"/>
            <p:nvPr/>
          </p:nvSpPr>
          <p:spPr bwMode="auto">
            <a:xfrm flipH="0" flipV="0">
              <a:off x="5523082" y="3022211"/>
              <a:ext cx="5220636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unblinded output + signature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4202422" name="AutoShape 37"/>
            <p:cNvSpPr/>
            <p:nvPr/>
          </p:nvSpPr>
          <p:spPr bwMode="auto">
            <a:xfrm flipH="1">
              <a:off x="5521644" y="3428658"/>
              <a:ext cx="5221357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53162901" name="AutoShape 38"/>
            <p:cNvSpPr/>
            <p:nvPr/>
          </p:nvSpPr>
          <p:spPr bwMode="auto">
            <a:xfrm flipH="1">
              <a:off x="301867" y="4723031"/>
              <a:ext cx="521977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78342252" name="TextBox 39"/>
            <p:cNvSpPr txBox="1"/>
            <p:nvPr/>
          </p:nvSpPr>
          <p:spPr bwMode="auto">
            <a:xfrm flipH="0" flipV="0">
              <a:off x="301866" y="4317183"/>
              <a:ext cx="5221215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unsigned transaction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14907387" name=""/>
          <p:cNvGrpSpPr/>
          <p:nvPr/>
        </p:nvGrpSpPr>
        <p:grpSpPr bwMode="auto">
          <a:xfrm>
            <a:off x="515665" y="502175"/>
            <a:ext cx="11053054" cy="6040622"/>
            <a:chOff x="0" y="0"/>
            <a:chExt cx="11053054" cy="6040622"/>
          </a:xfrm>
        </p:grpSpPr>
        <p:sp>
          <p:nvSpPr>
            <p:cNvPr id="1255186603" name="Freeform 26"/>
            <p:cNvSpPr/>
            <p:nvPr/>
          </p:nvSpPr>
          <p:spPr bwMode="auto">
            <a:xfrm>
              <a:off x="0" y="0"/>
              <a:ext cx="604182" cy="663025"/>
            </a:xfrm>
            <a:custGeom>
              <a:avLst/>
              <a:gdLst/>
              <a:ahLst/>
              <a:cxnLst/>
              <a:rect l="l" t="t" r="r" b="b"/>
              <a:pathLst>
                <a:path w="604184" h="663027" fill="norm" stroke="1" extrusionOk="0">
                  <a:moveTo>
                    <a:pt x="0" y="0"/>
                  </a:moveTo>
                  <a:lnTo>
                    <a:pt x="604184" y="0"/>
                  </a:lnTo>
                  <a:lnTo>
                    <a:pt x="604184" y="663027"/>
                  </a:lnTo>
                  <a:lnTo>
                    <a:pt x="0" y="6630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91748477" name="Freeform 27"/>
            <p:cNvSpPr/>
            <p:nvPr/>
          </p:nvSpPr>
          <p:spPr bwMode="auto">
            <a:xfrm>
              <a:off x="5162989" y="85352"/>
              <a:ext cx="725491" cy="577674"/>
            </a:xfrm>
            <a:custGeom>
              <a:avLst/>
              <a:gdLst/>
              <a:ahLst/>
              <a:cxnLst/>
              <a:rect l="l" t="t" r="r" b="b"/>
              <a:pathLst>
                <a:path w="725493" h="577674" fill="norm" stroke="1" extrusionOk="0">
                  <a:moveTo>
                    <a:pt x="0" y="0"/>
                  </a:moveTo>
                  <a:lnTo>
                    <a:pt x="725494" y="0"/>
                  </a:lnTo>
                  <a:lnTo>
                    <a:pt x="725494" y="577674"/>
                  </a:lnTo>
                  <a:lnTo>
                    <a:pt x="0" y="5776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73075439" name="AutoShape 28"/>
            <p:cNvSpPr/>
            <p:nvPr/>
          </p:nvSpPr>
          <p:spPr bwMode="auto">
            <a:xfrm flipV="1">
              <a:off x="302091" y="663026"/>
              <a:ext cx="0" cy="537759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37137037" name="AutoShape 29"/>
            <p:cNvSpPr/>
            <p:nvPr/>
          </p:nvSpPr>
          <p:spPr bwMode="auto">
            <a:xfrm flipV="1">
              <a:off x="5525736" y="663026"/>
              <a:ext cx="0" cy="537759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33669560" name="AutoShape 30"/>
            <p:cNvSpPr/>
            <p:nvPr/>
          </p:nvSpPr>
          <p:spPr bwMode="auto">
            <a:xfrm>
              <a:off x="302091" y="1493942"/>
              <a:ext cx="522364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81251743" name="TextBox 31"/>
            <p:cNvSpPr txBox="1"/>
            <p:nvPr/>
          </p:nvSpPr>
          <p:spPr bwMode="auto">
            <a:xfrm flipH="0" flipV="0">
              <a:off x="349059" y="1087828"/>
              <a:ext cx="5178116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 + blinded output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75735611" name="AutoShape 32"/>
            <p:cNvSpPr/>
            <p:nvPr/>
          </p:nvSpPr>
          <p:spPr bwMode="auto">
            <a:xfrm flipH="1">
              <a:off x="302091" y="2134122"/>
              <a:ext cx="522364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44297072" name="TextBox 33"/>
            <p:cNvSpPr txBox="1"/>
            <p:nvPr/>
          </p:nvSpPr>
          <p:spPr bwMode="auto">
            <a:xfrm flipH="0" flipV="0">
              <a:off x="302090" y="1727856"/>
              <a:ext cx="5224363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blind signature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69008916" name="Freeform 34"/>
            <p:cNvSpPr/>
            <p:nvPr/>
          </p:nvSpPr>
          <p:spPr bwMode="auto">
            <a:xfrm>
              <a:off x="10448872" y="0"/>
              <a:ext cx="604182" cy="663025"/>
            </a:xfrm>
            <a:custGeom>
              <a:avLst/>
              <a:gdLst/>
              <a:ahLst/>
              <a:cxnLst/>
              <a:rect l="l" t="t" r="r" b="b"/>
              <a:pathLst>
                <a:path w="604184" h="663027" fill="norm" stroke="1" extrusionOk="0">
                  <a:moveTo>
                    <a:pt x="0" y="0"/>
                  </a:moveTo>
                  <a:lnTo>
                    <a:pt x="604183" y="0"/>
                  </a:lnTo>
                  <a:lnTo>
                    <a:pt x="604183" y="663027"/>
                  </a:lnTo>
                  <a:lnTo>
                    <a:pt x="0" y="6630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07915916" name="AutoShape 35"/>
            <p:cNvSpPr/>
            <p:nvPr/>
          </p:nvSpPr>
          <p:spPr bwMode="auto">
            <a:xfrm flipV="1">
              <a:off x="10750964" y="663026"/>
              <a:ext cx="0" cy="5377596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8658713" name="TextBox 36"/>
            <p:cNvSpPr txBox="1"/>
            <p:nvPr/>
          </p:nvSpPr>
          <p:spPr bwMode="auto">
            <a:xfrm flipH="0" flipV="0">
              <a:off x="5647339" y="3024485"/>
              <a:ext cx="5001345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unblinded output + signature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68630836" name="AutoShape 37"/>
            <p:cNvSpPr/>
            <p:nvPr/>
          </p:nvSpPr>
          <p:spPr bwMode="auto">
            <a:xfrm flipH="1">
              <a:off x="5525736" y="3431197"/>
              <a:ext cx="5225229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02220457" name="AutoShape 38"/>
            <p:cNvSpPr/>
            <p:nvPr/>
          </p:nvSpPr>
          <p:spPr bwMode="auto">
            <a:xfrm flipH="1">
              <a:off x="302091" y="4726530"/>
              <a:ext cx="522364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03146347" name="AutoShape 39"/>
            <p:cNvSpPr/>
            <p:nvPr/>
          </p:nvSpPr>
          <p:spPr bwMode="auto">
            <a:xfrm flipH="1">
              <a:off x="302091" y="5361284"/>
              <a:ext cx="522364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4284047" name="TextBox 40"/>
            <p:cNvSpPr txBox="1"/>
            <p:nvPr/>
          </p:nvSpPr>
          <p:spPr bwMode="auto">
            <a:xfrm flipH="0" flipV="0">
              <a:off x="349059" y="4320417"/>
              <a:ext cx="5178834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unsigned transaction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90916532" name="TextBox 41"/>
            <p:cNvSpPr txBox="1"/>
            <p:nvPr/>
          </p:nvSpPr>
          <p:spPr bwMode="auto">
            <a:xfrm flipH="0" flipV="0">
              <a:off x="349059" y="4957196"/>
              <a:ext cx="5178834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transaction signature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5671373" name="Freeform 27"/>
          <p:cNvSpPr/>
          <p:nvPr/>
        </p:nvSpPr>
        <p:spPr bwMode="auto">
          <a:xfrm rot="0" flipH="0" flipV="0">
            <a:off x="207458" y="823935"/>
            <a:ext cx="12202583" cy="4785970"/>
          </a:xfrm>
          <a:prstGeom prst="rect">
            <a:avLst/>
          </a:prstGeom>
          <a:blipFill>
            <a:blip r:embed="rId3"/>
            <a:srcRect l="-73779" t="0" r="-81186" b="0"/>
            <a:stretch/>
          </a:blipFill>
          <a:ln/>
        </p:spPr>
        <p:txBody>
          <a:bodyPr/>
          <a:p/>
        </p:txBody>
      </p:sp>
      <p:sp>
        <p:nvSpPr>
          <p:cNvPr id="1438222183" name="TextBox 28"/>
          <p:cNvSpPr txBox="1"/>
          <p:nvPr/>
        </p:nvSpPr>
        <p:spPr bwMode="auto">
          <a:xfrm flipH="0" flipV="0">
            <a:off x="3738503" y="5639670"/>
            <a:ext cx="4787410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그레고리 맥스웰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9902649" name="TextBox 28"/>
          <p:cNvSpPr txBox="1"/>
          <p:nvPr/>
        </p:nvSpPr>
        <p:spPr bwMode="auto">
          <a:xfrm flipH="0" flipV="0">
            <a:off x="3685810" y="5713957"/>
            <a:ext cx="4945577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피터 토드</a:t>
            </a:r>
            <a:endParaRPr sz="1600">
              <a:latin typeface="IBM Plex Sans"/>
              <a:cs typeface="IBM Plex Sans"/>
            </a:endParaRPr>
          </a:p>
        </p:txBody>
      </p:sp>
      <p:pic>
        <p:nvPicPr>
          <p:cNvPr id="212460368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85813" y="714152"/>
            <a:ext cx="4944138" cy="494413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6003921" name="TextBox 28"/>
          <p:cNvSpPr txBox="1"/>
          <p:nvPr/>
        </p:nvSpPr>
        <p:spPr bwMode="auto">
          <a:xfrm flipH="0" flipV="0">
            <a:off x="730208" y="5769236"/>
            <a:ext cx="4785330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nopara73</a:t>
            </a:r>
            <a:endParaRPr sz="2000">
              <a:latin typeface="IBM Plex Sans"/>
              <a:cs typeface="IBM Plex Sans"/>
            </a:endParaRPr>
          </a:p>
        </p:txBody>
      </p:sp>
      <p:grpSp>
        <p:nvGrpSpPr>
          <p:cNvPr id="1313548741" name="Group 29"/>
          <p:cNvGrpSpPr/>
          <p:nvPr/>
        </p:nvGrpSpPr>
        <p:grpSpPr bwMode="auto">
          <a:xfrm>
            <a:off x="6550589" y="880159"/>
            <a:ext cx="4785972" cy="4785972"/>
            <a:chOff x="0" y="0"/>
            <a:chExt cx="812799" cy="812799"/>
          </a:xfrm>
        </p:grpSpPr>
        <p:sp>
          <p:nvSpPr>
            <p:cNvPr id="9679446" name="Freeform 30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3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  <p:sp>
        <p:nvSpPr>
          <p:cNvPr id="761821178" name="TextBox 31"/>
          <p:cNvSpPr txBox="1"/>
          <p:nvPr/>
        </p:nvSpPr>
        <p:spPr bwMode="auto">
          <a:xfrm flipH="0" flipV="0">
            <a:off x="6652036" y="5769236"/>
            <a:ext cx="4688484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TDevD</a:t>
            </a:r>
            <a:endParaRPr sz="2000">
              <a:latin typeface="IBM Plex Sans"/>
              <a:cs typeface="IBM Plex Sans"/>
            </a:endParaRPr>
          </a:p>
        </p:txBody>
      </p:sp>
      <p:pic>
        <p:nvPicPr>
          <p:cNvPr id="67721674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30208" y="806695"/>
            <a:ext cx="4860635" cy="486063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050538096" name=""/>
          <p:cNvGrpSpPr/>
          <p:nvPr/>
        </p:nvGrpSpPr>
        <p:grpSpPr bwMode="auto">
          <a:xfrm>
            <a:off x="2514729" y="228201"/>
            <a:ext cx="6911163" cy="6429375"/>
            <a:chOff x="0" y="0"/>
            <a:chExt cx="6911163" cy="6429375"/>
          </a:xfrm>
        </p:grpSpPr>
        <p:sp>
          <p:nvSpPr>
            <p:cNvPr id="209124603" name="TextBox 32"/>
            <p:cNvSpPr txBox="1"/>
            <p:nvPr/>
          </p:nvSpPr>
          <p:spPr bwMode="auto">
            <a:xfrm>
              <a:off x="301099" y="236259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Zerolink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72111552" name="TextBox 33"/>
            <p:cNvSpPr txBox="1"/>
            <p:nvPr/>
          </p:nvSpPr>
          <p:spPr bwMode="auto">
            <a:xfrm>
              <a:off x="475767" y="868518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01510113" name="TextBox 38"/>
            <p:cNvSpPr txBox="1"/>
            <p:nvPr/>
          </p:nvSpPr>
          <p:spPr bwMode="auto">
            <a:xfrm>
              <a:off x="4096944" y="868518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43684037" name="Rectangle: Rounded Corners 12"/>
            <p:cNvSpPr/>
            <p:nvPr/>
          </p:nvSpPr>
          <p:spPr bwMode="auto">
            <a:xfrm flipH="0" flipV="0">
              <a:off x="0" y="0"/>
              <a:ext cx="6911163" cy="6429375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969071106" name=""/>
            <p:cNvGrpSpPr/>
            <p:nvPr/>
          </p:nvGrpSpPr>
          <p:grpSpPr bwMode="auto">
            <a:xfrm>
              <a:off x="434445" y="1331028"/>
              <a:ext cx="5927904" cy="4796321"/>
              <a:chOff x="0" y="0"/>
              <a:chExt cx="5927904" cy="4796321"/>
            </a:xfrm>
          </p:grpSpPr>
          <p:sp>
            <p:nvSpPr>
              <p:cNvPr id="301498128" name="Freeform 30"/>
              <p:cNvSpPr/>
              <p:nvPr/>
            </p:nvSpPr>
            <p:spPr bwMode="auto">
              <a:xfrm rot="0" flipH="0" flipV="0">
                <a:off x="0" y="21441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2138810422" name="TextBox 31"/>
              <p:cNvSpPr txBox="1"/>
              <p:nvPr/>
            </p:nvSpPr>
            <p:spPr bwMode="auto">
              <a:xfrm rot="0" flipH="0" flipV="0">
                <a:off x="0" y="45644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115229402" name="AutoShape 34"/>
              <p:cNvSpPr/>
              <p:nvPr/>
            </p:nvSpPr>
            <p:spPr bwMode="auto">
              <a:xfrm flipH="0" flipV="0">
                <a:off x="2963952" y="0"/>
                <a:ext cx="0" cy="4796316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1165150491" name="Freeform 36"/>
              <p:cNvSpPr/>
              <p:nvPr/>
            </p:nvSpPr>
            <p:spPr bwMode="auto">
              <a:xfrm rot="0" flipH="0" flipV="0">
                <a:off x="0" y="118032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355075824" name="TextBox 37"/>
              <p:cNvSpPr txBox="1"/>
              <p:nvPr/>
            </p:nvSpPr>
            <p:spPr bwMode="auto">
              <a:xfrm rot="0" flipH="0" flipV="0">
                <a:off x="0" y="1011556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672064862" name="Freeform 40"/>
              <p:cNvSpPr/>
              <p:nvPr/>
            </p:nvSpPr>
            <p:spPr bwMode="auto">
              <a:xfrm rot="0" flipH="0" flipV="0">
                <a:off x="187" y="214623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320475749" name="TextBox 41"/>
              <p:cNvSpPr txBox="1"/>
              <p:nvPr/>
            </p:nvSpPr>
            <p:spPr bwMode="auto">
              <a:xfrm rot="0" flipH="0" flipV="0">
                <a:off x="187" y="1977467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207853794" name="Freeform 43"/>
              <p:cNvSpPr/>
              <p:nvPr/>
            </p:nvSpPr>
            <p:spPr bwMode="auto">
              <a:xfrm rot="0" flipH="0" flipV="0">
                <a:off x="187" y="3112144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016466384" name="TextBox 44"/>
              <p:cNvSpPr txBox="1"/>
              <p:nvPr/>
            </p:nvSpPr>
            <p:spPr bwMode="auto">
              <a:xfrm rot="0" flipH="0" flipV="0">
                <a:off x="187" y="2943377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2128338751" name="Freeform 46"/>
              <p:cNvSpPr/>
              <p:nvPr/>
            </p:nvSpPr>
            <p:spPr bwMode="auto">
              <a:xfrm rot="0" flipH="0" flipV="0">
                <a:off x="187" y="4078055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851321298" name="TextBox 47"/>
              <p:cNvSpPr txBox="1"/>
              <p:nvPr/>
            </p:nvSpPr>
            <p:spPr bwMode="auto">
              <a:xfrm rot="0" flipH="0" flipV="0">
                <a:off x="187" y="390929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555711115" name="Freeform 49"/>
              <p:cNvSpPr/>
              <p:nvPr/>
            </p:nvSpPr>
            <p:spPr bwMode="auto">
              <a:xfrm rot="0" flipH="0" flipV="0">
                <a:off x="3621178" y="21441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346754709" name="TextBox 50"/>
              <p:cNvSpPr txBox="1"/>
              <p:nvPr/>
            </p:nvSpPr>
            <p:spPr bwMode="auto">
              <a:xfrm rot="0" flipH="0" flipV="0">
                <a:off x="3621178" y="45644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547613779" name="Freeform 52"/>
              <p:cNvSpPr/>
              <p:nvPr/>
            </p:nvSpPr>
            <p:spPr bwMode="auto">
              <a:xfrm rot="0" flipH="0" flipV="0">
                <a:off x="3621178" y="118032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134195062" name="TextBox 53"/>
              <p:cNvSpPr txBox="1"/>
              <p:nvPr/>
            </p:nvSpPr>
            <p:spPr bwMode="auto">
              <a:xfrm rot="0" flipH="0" flipV="0">
                <a:off x="3621178" y="1011556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057533596" name="Freeform 55"/>
              <p:cNvSpPr/>
              <p:nvPr/>
            </p:nvSpPr>
            <p:spPr bwMode="auto">
              <a:xfrm rot="0" flipH="0" flipV="0">
                <a:off x="3621364" y="214623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281087326" name="TextBox 56"/>
              <p:cNvSpPr txBox="1"/>
              <p:nvPr/>
            </p:nvSpPr>
            <p:spPr bwMode="auto">
              <a:xfrm rot="0" flipH="0" flipV="0">
                <a:off x="3621364" y="1977467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21301404" name="Freeform 58"/>
              <p:cNvSpPr/>
              <p:nvPr/>
            </p:nvSpPr>
            <p:spPr bwMode="auto">
              <a:xfrm rot="0" flipH="0" flipV="0">
                <a:off x="3621364" y="3112144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631529651" name="TextBox 59"/>
              <p:cNvSpPr txBox="1"/>
              <p:nvPr/>
            </p:nvSpPr>
            <p:spPr bwMode="auto">
              <a:xfrm rot="0" flipH="0" flipV="0">
                <a:off x="3621364" y="2943377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801798928" name="Freeform 61"/>
              <p:cNvSpPr/>
              <p:nvPr/>
            </p:nvSpPr>
            <p:spPr bwMode="auto">
              <a:xfrm rot="0" flipH="0" flipV="0">
                <a:off x="3621364" y="4078055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525755623" name="TextBox 62"/>
              <p:cNvSpPr txBox="1"/>
              <p:nvPr/>
            </p:nvSpPr>
            <p:spPr bwMode="auto">
              <a:xfrm rot="0" flipH="0" flipV="0">
                <a:off x="3621364" y="390929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06533107" name=""/>
          <p:cNvGrpSpPr/>
          <p:nvPr/>
        </p:nvGrpSpPr>
        <p:grpSpPr bwMode="auto">
          <a:xfrm>
            <a:off x="702104" y="397334"/>
            <a:ext cx="10767243" cy="5977998"/>
            <a:chOff x="0" y="0"/>
            <a:chExt cx="10767243" cy="5977998"/>
          </a:xfrm>
        </p:grpSpPr>
        <p:sp>
          <p:nvSpPr>
            <p:cNvPr id="1284365017" name="Freeform 32"/>
            <p:cNvSpPr/>
            <p:nvPr/>
          </p:nvSpPr>
          <p:spPr bwMode="auto">
            <a:xfrm>
              <a:off x="531136" y="1981544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5665992" name="Freeform 33"/>
            <p:cNvSpPr/>
            <p:nvPr/>
          </p:nvSpPr>
          <p:spPr bwMode="auto">
            <a:xfrm>
              <a:off x="2384590" y="1311188"/>
              <a:ext cx="755172" cy="755172"/>
            </a:xfrm>
            <a:custGeom>
              <a:avLst/>
              <a:gdLst/>
              <a:ahLst/>
              <a:cxnLst/>
              <a:rect l="l" t="t" r="r" b="b"/>
              <a:pathLst>
                <a:path w="755174" h="755174" fill="norm" stroke="1" extrusionOk="0">
                  <a:moveTo>
                    <a:pt x="0" y="0"/>
                  </a:moveTo>
                  <a:lnTo>
                    <a:pt x="755174" y="0"/>
                  </a:lnTo>
                  <a:lnTo>
                    <a:pt x="755174" y="755173"/>
                  </a:lnTo>
                  <a:lnTo>
                    <a:pt x="0" y="7551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12102800" name="Freeform 34"/>
            <p:cNvSpPr/>
            <p:nvPr/>
          </p:nvSpPr>
          <p:spPr bwMode="auto">
            <a:xfrm>
              <a:off x="1521865" y="2955517"/>
              <a:ext cx="426565" cy="426565"/>
            </a:xfrm>
            <a:custGeom>
              <a:avLst/>
              <a:gdLst/>
              <a:ahLst/>
              <a:cxnLst/>
              <a:rect l="l" t="t" r="r" b="b"/>
              <a:pathLst>
                <a:path w="426567" h="426567" fill="norm" stroke="1" extrusionOk="0">
                  <a:moveTo>
                    <a:pt x="0" y="0"/>
                  </a:moveTo>
                  <a:lnTo>
                    <a:pt x="426567" y="0"/>
                  </a:lnTo>
                  <a:lnTo>
                    <a:pt x="426567" y="426567"/>
                  </a:lnTo>
                  <a:lnTo>
                    <a:pt x="0" y="426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35698511" name="Freeform 35"/>
            <p:cNvSpPr/>
            <p:nvPr/>
          </p:nvSpPr>
          <p:spPr bwMode="auto">
            <a:xfrm>
              <a:off x="531136" y="3168801"/>
              <a:ext cx="426565" cy="426565"/>
            </a:xfrm>
            <a:custGeom>
              <a:avLst/>
              <a:gdLst/>
              <a:ahLst/>
              <a:cxnLst/>
              <a:rect l="l" t="t" r="r" b="b"/>
              <a:pathLst>
                <a:path w="426567" h="426567" fill="norm" stroke="1" extrusionOk="0">
                  <a:moveTo>
                    <a:pt x="0" y="0"/>
                  </a:moveTo>
                  <a:lnTo>
                    <a:pt x="426567" y="0"/>
                  </a:lnTo>
                  <a:lnTo>
                    <a:pt x="426567" y="426568"/>
                  </a:lnTo>
                  <a:lnTo>
                    <a:pt x="0" y="426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51459833" name="Freeform 36"/>
            <p:cNvSpPr/>
            <p:nvPr/>
          </p:nvSpPr>
          <p:spPr bwMode="auto">
            <a:xfrm>
              <a:off x="1361160" y="3926198"/>
              <a:ext cx="426565" cy="426565"/>
            </a:xfrm>
            <a:custGeom>
              <a:avLst/>
              <a:gdLst/>
              <a:ahLst/>
              <a:cxnLst/>
              <a:rect l="l" t="t" r="r" b="b"/>
              <a:pathLst>
                <a:path w="426567" h="426567" fill="norm" stroke="1" extrusionOk="0">
                  <a:moveTo>
                    <a:pt x="0" y="0"/>
                  </a:moveTo>
                  <a:lnTo>
                    <a:pt x="426567" y="0"/>
                  </a:lnTo>
                  <a:lnTo>
                    <a:pt x="426567" y="426568"/>
                  </a:lnTo>
                  <a:lnTo>
                    <a:pt x="0" y="426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80448271" name="Freeform 37"/>
            <p:cNvSpPr/>
            <p:nvPr/>
          </p:nvSpPr>
          <p:spPr bwMode="auto">
            <a:xfrm>
              <a:off x="2384590" y="3728169"/>
              <a:ext cx="426565" cy="426565"/>
            </a:xfrm>
            <a:custGeom>
              <a:avLst/>
              <a:gdLst/>
              <a:ahLst/>
              <a:cxnLst/>
              <a:rect l="l" t="t" r="r" b="b"/>
              <a:pathLst>
                <a:path w="426567" h="426567" fill="norm" stroke="1" extrusionOk="0">
                  <a:moveTo>
                    <a:pt x="0" y="0"/>
                  </a:moveTo>
                  <a:lnTo>
                    <a:pt x="426567" y="0"/>
                  </a:lnTo>
                  <a:lnTo>
                    <a:pt x="426567" y="426567"/>
                  </a:lnTo>
                  <a:lnTo>
                    <a:pt x="0" y="426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33074449" name="Freeform 38"/>
            <p:cNvSpPr/>
            <p:nvPr/>
          </p:nvSpPr>
          <p:spPr bwMode="auto">
            <a:xfrm>
              <a:off x="317851" y="4581300"/>
              <a:ext cx="426565" cy="426565"/>
            </a:xfrm>
            <a:custGeom>
              <a:avLst/>
              <a:gdLst/>
              <a:ahLst/>
              <a:cxnLst/>
              <a:rect l="l" t="t" r="r" b="b"/>
              <a:pathLst>
                <a:path w="426567" h="426567" fill="norm" stroke="1" extrusionOk="0">
                  <a:moveTo>
                    <a:pt x="0" y="0"/>
                  </a:moveTo>
                  <a:lnTo>
                    <a:pt x="426567" y="0"/>
                  </a:lnTo>
                  <a:lnTo>
                    <a:pt x="426567" y="426567"/>
                  </a:lnTo>
                  <a:lnTo>
                    <a:pt x="0" y="426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56783647" name="Freeform 39"/>
            <p:cNvSpPr/>
            <p:nvPr/>
          </p:nvSpPr>
          <p:spPr bwMode="auto">
            <a:xfrm>
              <a:off x="1134847" y="4896880"/>
              <a:ext cx="600300" cy="600300"/>
            </a:xfrm>
            <a:custGeom>
              <a:avLst/>
              <a:gdLst/>
              <a:ahLst/>
              <a:cxnLst/>
              <a:rect l="l" t="t" r="r" b="b"/>
              <a:pathLst>
                <a:path w="600302" h="600302" fill="norm" stroke="1" extrusionOk="0">
                  <a:moveTo>
                    <a:pt x="0" y="0"/>
                  </a:moveTo>
                  <a:lnTo>
                    <a:pt x="600303" y="0"/>
                  </a:lnTo>
                  <a:lnTo>
                    <a:pt x="600303" y="600302"/>
                  </a:lnTo>
                  <a:lnTo>
                    <a:pt x="0" y="6003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08296291" name="Freeform 40"/>
            <p:cNvSpPr/>
            <p:nvPr/>
          </p:nvSpPr>
          <p:spPr bwMode="auto">
            <a:xfrm>
              <a:off x="1457863" y="1715684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82751857" name="Freeform 41"/>
            <p:cNvSpPr/>
            <p:nvPr/>
          </p:nvSpPr>
          <p:spPr bwMode="auto">
            <a:xfrm>
              <a:off x="2762178" y="4794586"/>
              <a:ext cx="600300" cy="600300"/>
            </a:xfrm>
            <a:custGeom>
              <a:avLst/>
              <a:gdLst/>
              <a:ahLst/>
              <a:cxnLst/>
              <a:rect l="l" t="t" r="r" b="b"/>
              <a:pathLst>
                <a:path w="600302" h="600302" fill="norm" stroke="1" extrusionOk="0">
                  <a:moveTo>
                    <a:pt x="0" y="0"/>
                  </a:moveTo>
                  <a:lnTo>
                    <a:pt x="600303" y="0"/>
                  </a:lnTo>
                  <a:lnTo>
                    <a:pt x="600303" y="600302"/>
                  </a:lnTo>
                  <a:lnTo>
                    <a:pt x="0" y="6003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16807308" name="Freeform 42"/>
            <p:cNvSpPr/>
            <p:nvPr/>
          </p:nvSpPr>
          <p:spPr bwMode="auto">
            <a:xfrm>
              <a:off x="2307156" y="2738637"/>
              <a:ext cx="755172" cy="755172"/>
            </a:xfrm>
            <a:custGeom>
              <a:avLst/>
              <a:gdLst/>
              <a:ahLst/>
              <a:cxnLst/>
              <a:rect l="l" t="t" r="r" b="b"/>
              <a:pathLst>
                <a:path w="755174" h="755174" fill="norm" stroke="1" extrusionOk="0">
                  <a:moveTo>
                    <a:pt x="0" y="0"/>
                  </a:moveTo>
                  <a:lnTo>
                    <a:pt x="755173" y="0"/>
                  </a:lnTo>
                  <a:lnTo>
                    <a:pt x="755173" y="755173"/>
                  </a:lnTo>
                  <a:lnTo>
                    <a:pt x="0" y="7551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1448052" name="Freeform 43"/>
            <p:cNvSpPr/>
            <p:nvPr/>
          </p:nvSpPr>
          <p:spPr bwMode="auto">
            <a:xfrm>
              <a:off x="531136" y="1218981"/>
              <a:ext cx="426565" cy="426565"/>
            </a:xfrm>
            <a:custGeom>
              <a:avLst/>
              <a:gdLst/>
              <a:ahLst/>
              <a:cxnLst/>
              <a:rect l="l" t="t" r="r" b="b"/>
              <a:pathLst>
                <a:path w="426567" h="426567" fill="norm" stroke="1" extrusionOk="0">
                  <a:moveTo>
                    <a:pt x="0" y="0"/>
                  </a:moveTo>
                  <a:lnTo>
                    <a:pt x="426567" y="0"/>
                  </a:lnTo>
                  <a:lnTo>
                    <a:pt x="426567" y="426567"/>
                  </a:lnTo>
                  <a:lnTo>
                    <a:pt x="0" y="426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91708346" name="Freeform 44"/>
            <p:cNvSpPr/>
            <p:nvPr/>
          </p:nvSpPr>
          <p:spPr bwMode="auto">
            <a:xfrm>
              <a:off x="7998985" y="1218981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/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27014339" name="Freeform 45"/>
            <p:cNvSpPr/>
            <p:nvPr/>
          </p:nvSpPr>
          <p:spPr bwMode="auto">
            <a:xfrm>
              <a:off x="9944449" y="2046207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48381110" name="Freeform 46"/>
            <p:cNvSpPr/>
            <p:nvPr/>
          </p:nvSpPr>
          <p:spPr bwMode="auto">
            <a:xfrm>
              <a:off x="7851422" y="2247405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2"/>
                  </a:lnTo>
                  <a:lnTo>
                    <a:pt x="0" y="5317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/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73738226" name="Freeform 47"/>
            <p:cNvSpPr/>
            <p:nvPr/>
          </p:nvSpPr>
          <p:spPr bwMode="auto">
            <a:xfrm>
              <a:off x="9944449" y="3067243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/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1296129" name="Freeform 48"/>
            <p:cNvSpPr/>
            <p:nvPr/>
          </p:nvSpPr>
          <p:spPr bwMode="auto">
            <a:xfrm>
              <a:off x="9180726" y="1422914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73595313" name="Freeform 49"/>
            <p:cNvSpPr/>
            <p:nvPr/>
          </p:nvSpPr>
          <p:spPr bwMode="auto">
            <a:xfrm>
              <a:off x="8649004" y="2850361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/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89996898" name="Freeform 50"/>
            <p:cNvSpPr/>
            <p:nvPr/>
          </p:nvSpPr>
          <p:spPr bwMode="auto">
            <a:xfrm>
              <a:off x="7585562" y="4049580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9097255" name="Freeform 51"/>
            <p:cNvSpPr/>
            <p:nvPr/>
          </p:nvSpPr>
          <p:spPr bwMode="auto">
            <a:xfrm>
              <a:off x="9816921" y="3949641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2"/>
                  </a:lnTo>
                  <a:lnTo>
                    <a:pt x="0" y="5317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62000817" name="Freeform 52"/>
            <p:cNvSpPr/>
            <p:nvPr/>
          </p:nvSpPr>
          <p:spPr bwMode="auto">
            <a:xfrm>
              <a:off x="8117282" y="5129028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2" y="0"/>
                  </a:lnTo>
                  <a:lnTo>
                    <a:pt x="531722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/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58892997" name="Freeform 53"/>
            <p:cNvSpPr/>
            <p:nvPr/>
          </p:nvSpPr>
          <p:spPr bwMode="auto">
            <a:xfrm>
              <a:off x="8732268" y="4215502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96003887" name="Freeform 54"/>
            <p:cNvSpPr/>
            <p:nvPr/>
          </p:nvSpPr>
          <p:spPr bwMode="auto">
            <a:xfrm>
              <a:off x="10036671" y="5236535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2" y="0"/>
                  </a:lnTo>
                  <a:lnTo>
                    <a:pt x="531722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08659784" name="TextBox 55"/>
            <p:cNvSpPr txBox="1"/>
            <p:nvPr/>
          </p:nvSpPr>
          <p:spPr bwMode="auto">
            <a:xfrm flipH="0" flipV="0">
              <a:off x="39344" y="463956"/>
              <a:ext cx="3594883" cy="43901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54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pre-mix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354716193" name="TextBox 56"/>
            <p:cNvSpPr txBox="1"/>
            <p:nvPr/>
          </p:nvSpPr>
          <p:spPr bwMode="auto">
            <a:xfrm flipH="0" flipV="0">
              <a:off x="7398487" y="463956"/>
              <a:ext cx="3368756" cy="43901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54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post-mix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1780308820" name="Freeform 58"/>
            <p:cNvSpPr/>
            <p:nvPr/>
          </p:nvSpPr>
          <p:spPr bwMode="auto">
            <a:xfrm rot="0" flipH="0" flipV="0">
              <a:off x="3859016" y="2143649"/>
              <a:ext cx="3208488" cy="1945145"/>
            </a:xfrm>
            <a:custGeom>
              <a:avLst/>
              <a:gdLst/>
              <a:ahLst/>
              <a:cxnLst/>
              <a:rect l="l" t="t" r="r" b="b"/>
              <a:pathLst>
                <a:path w="4277986" h="2593529" fill="norm" stroke="1" extrusionOk="0">
                  <a:moveTo>
                    <a:pt x="0" y="0"/>
                  </a:moveTo>
                  <a:lnTo>
                    <a:pt x="4277986" y="0"/>
                  </a:lnTo>
                  <a:lnTo>
                    <a:pt x="4277986" y="2593529"/>
                  </a:lnTo>
                  <a:lnTo>
                    <a:pt x="0" y="25935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/>
            </a:blipFill>
          </p:spPr>
        </p:sp>
        <p:sp>
          <p:nvSpPr>
            <p:cNvPr id="1767246651" name="TextBox 59"/>
            <p:cNvSpPr txBox="1"/>
            <p:nvPr/>
          </p:nvSpPr>
          <p:spPr bwMode="auto">
            <a:xfrm rot="0" flipH="0" flipV="0">
              <a:off x="4314925" y="3031664"/>
              <a:ext cx="2367807" cy="43901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54"/>
                </a:lnSpc>
                <a:defRPr/>
              </a:pPr>
              <a:r>
                <a:rPr lang="en-US" sz="2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coinjoins</a:t>
              </a:r>
              <a:endParaRPr/>
            </a:p>
          </p:txBody>
        </p:sp>
        <p:sp>
          <p:nvSpPr>
            <p:cNvPr id="386031795" name="AutoShape 60"/>
            <p:cNvSpPr/>
            <p:nvPr/>
          </p:nvSpPr>
          <p:spPr bwMode="auto">
            <a:xfrm>
              <a:off x="1989585" y="2062215"/>
              <a:ext cx="1869431" cy="56723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43804922" name="AutoShape 61"/>
            <p:cNvSpPr/>
            <p:nvPr/>
          </p:nvSpPr>
          <p:spPr bwMode="auto">
            <a:xfrm>
              <a:off x="3062329" y="3116223"/>
              <a:ext cx="796686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22103253" name="AutoShape 62"/>
            <p:cNvSpPr/>
            <p:nvPr/>
          </p:nvSpPr>
          <p:spPr bwMode="auto">
            <a:xfrm flipV="1">
              <a:off x="1735149" y="3944899"/>
              <a:ext cx="2123866" cy="109708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65937900" name="AutoShape 63"/>
            <p:cNvSpPr/>
            <p:nvPr/>
          </p:nvSpPr>
          <p:spPr bwMode="auto">
            <a:xfrm>
              <a:off x="7067506" y="3921797"/>
              <a:ext cx="518053" cy="26013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71357999" name="AutoShape 64"/>
            <p:cNvSpPr/>
            <p:nvPr/>
          </p:nvSpPr>
          <p:spPr bwMode="auto">
            <a:xfrm>
              <a:off x="7067506" y="3116223"/>
              <a:ext cx="158149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48662283" name="AutoShape 65"/>
            <p:cNvSpPr/>
            <p:nvPr/>
          </p:nvSpPr>
          <p:spPr bwMode="auto">
            <a:xfrm flipV="1">
              <a:off x="7067506" y="2573667"/>
              <a:ext cx="783914" cy="17809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29411176" name="AutoShape 66"/>
            <p:cNvSpPr/>
            <p:nvPr/>
          </p:nvSpPr>
          <p:spPr bwMode="auto">
            <a:xfrm flipV="1">
              <a:off x="8383142" y="2337626"/>
              <a:ext cx="1561304" cy="15008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22636650" name="AutoShape 67"/>
            <p:cNvSpPr/>
            <p:nvPr/>
          </p:nvSpPr>
          <p:spPr bwMode="auto">
            <a:xfrm>
              <a:off x="9180726" y="3160733"/>
              <a:ext cx="763722" cy="12785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59035104" name="AutoShape 68"/>
            <p:cNvSpPr/>
            <p:nvPr/>
          </p:nvSpPr>
          <p:spPr bwMode="auto">
            <a:xfrm flipV="1">
              <a:off x="9263986" y="4280667"/>
              <a:ext cx="552929" cy="13552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38966934" name="AutoShape 69"/>
            <p:cNvSpPr/>
            <p:nvPr/>
          </p:nvSpPr>
          <p:spPr bwMode="auto">
            <a:xfrm>
              <a:off x="8117282" y="4353910"/>
              <a:ext cx="614983" cy="8898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41770051" name="Freeform 70"/>
            <p:cNvSpPr/>
            <p:nvPr/>
          </p:nvSpPr>
          <p:spPr bwMode="auto">
            <a:xfrm>
              <a:off x="5162345" y="4280667"/>
              <a:ext cx="601830" cy="551426"/>
            </a:xfrm>
            <a:custGeom>
              <a:avLst/>
              <a:gdLst/>
              <a:ahLst/>
              <a:cxnLst/>
              <a:rect l="l" t="t" r="r" b="b"/>
              <a:pathLst>
                <a:path w="601831" h="551428" fill="norm" stroke="1" extrusionOk="0">
                  <a:moveTo>
                    <a:pt x="0" y="0"/>
                  </a:moveTo>
                  <a:lnTo>
                    <a:pt x="601831" y="0"/>
                  </a:lnTo>
                  <a:lnTo>
                    <a:pt x="601831" y="551428"/>
                  </a:lnTo>
                  <a:lnTo>
                    <a:pt x="0" y="5514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22021549" name="Rectangle: Rounded Corners 12"/>
            <p:cNvSpPr/>
            <p:nvPr/>
          </p:nvSpPr>
          <p:spPr bwMode="auto">
            <a:xfrm>
              <a:off x="0" y="88604"/>
              <a:ext cx="3632789" cy="5889393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27425332" name="Rectangle: Rounded Corners 12"/>
            <p:cNvSpPr/>
            <p:nvPr/>
          </p:nvSpPr>
          <p:spPr bwMode="auto">
            <a:xfrm>
              <a:off x="7398487" y="0"/>
              <a:ext cx="3367676" cy="597799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6872125" name=""/>
          <p:cNvGrpSpPr/>
          <p:nvPr/>
        </p:nvGrpSpPr>
        <p:grpSpPr bwMode="auto">
          <a:xfrm>
            <a:off x="627688" y="439559"/>
            <a:ext cx="10854067" cy="5889391"/>
            <a:chOff x="0" y="0"/>
            <a:chExt cx="10854067" cy="5889391"/>
          </a:xfrm>
        </p:grpSpPr>
        <p:sp>
          <p:nvSpPr>
            <p:cNvPr id="1880644315" name="Freeform 29"/>
            <p:cNvSpPr/>
            <p:nvPr/>
          </p:nvSpPr>
          <p:spPr bwMode="auto">
            <a:xfrm>
              <a:off x="488417" y="1992069"/>
              <a:ext cx="560007" cy="560007"/>
            </a:xfrm>
            <a:custGeom>
              <a:avLst/>
              <a:gdLst/>
              <a:ahLst/>
              <a:cxnLst/>
              <a:rect l="l" t="t" r="r" b="b"/>
              <a:pathLst>
                <a:path w="560007" h="560007" fill="norm" stroke="1" extrusionOk="0">
                  <a:moveTo>
                    <a:pt x="0" y="0"/>
                  </a:moveTo>
                  <a:lnTo>
                    <a:pt x="560007" y="0"/>
                  </a:lnTo>
                  <a:lnTo>
                    <a:pt x="560007" y="560007"/>
                  </a:lnTo>
                  <a:lnTo>
                    <a:pt x="0" y="5600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42381760" name="Freeform 30"/>
            <p:cNvSpPr/>
            <p:nvPr/>
          </p:nvSpPr>
          <p:spPr bwMode="auto">
            <a:xfrm>
              <a:off x="2440471" y="1286050"/>
              <a:ext cx="795344" cy="795344"/>
            </a:xfrm>
            <a:custGeom>
              <a:avLst/>
              <a:gdLst/>
              <a:ahLst/>
              <a:cxnLst/>
              <a:rect l="l" t="t" r="r" b="b"/>
              <a:pathLst>
                <a:path w="795346" h="795346" fill="norm" stroke="1" extrusionOk="0">
                  <a:moveTo>
                    <a:pt x="0" y="0"/>
                  </a:moveTo>
                  <a:lnTo>
                    <a:pt x="795346" y="0"/>
                  </a:lnTo>
                  <a:lnTo>
                    <a:pt x="795346" y="795346"/>
                  </a:lnTo>
                  <a:lnTo>
                    <a:pt x="0" y="795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964358" name="Freeform 31"/>
            <p:cNvSpPr/>
            <p:nvPr/>
          </p:nvSpPr>
          <p:spPr bwMode="auto">
            <a:xfrm>
              <a:off x="1531849" y="3017853"/>
              <a:ext cx="449257" cy="449257"/>
            </a:xfrm>
            <a:custGeom>
              <a:avLst/>
              <a:gdLst/>
              <a:ahLst/>
              <a:cxnLst/>
              <a:rect l="l" t="t" r="r" b="b"/>
              <a:pathLst>
                <a:path w="449259" h="449259" fill="norm" stroke="1" extrusionOk="0">
                  <a:moveTo>
                    <a:pt x="0" y="0"/>
                  </a:moveTo>
                  <a:lnTo>
                    <a:pt x="449260" y="0"/>
                  </a:lnTo>
                  <a:lnTo>
                    <a:pt x="449260" y="449259"/>
                  </a:lnTo>
                  <a:lnTo>
                    <a:pt x="0" y="449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0698192" name="Freeform 32"/>
            <p:cNvSpPr/>
            <p:nvPr/>
          </p:nvSpPr>
          <p:spPr bwMode="auto">
            <a:xfrm>
              <a:off x="488417" y="3242484"/>
              <a:ext cx="449257" cy="449257"/>
            </a:xfrm>
            <a:custGeom>
              <a:avLst/>
              <a:gdLst/>
              <a:ahLst/>
              <a:cxnLst/>
              <a:rect l="l" t="t" r="r" b="b"/>
              <a:pathLst>
                <a:path w="449259" h="449259" fill="norm" stroke="1" extrusionOk="0">
                  <a:moveTo>
                    <a:pt x="0" y="0"/>
                  </a:moveTo>
                  <a:lnTo>
                    <a:pt x="449259" y="0"/>
                  </a:lnTo>
                  <a:lnTo>
                    <a:pt x="449259" y="449259"/>
                  </a:lnTo>
                  <a:lnTo>
                    <a:pt x="0" y="449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8664044" name="Freeform 33"/>
            <p:cNvSpPr/>
            <p:nvPr/>
          </p:nvSpPr>
          <p:spPr bwMode="auto">
            <a:xfrm>
              <a:off x="1362595" y="4040172"/>
              <a:ext cx="449257" cy="449257"/>
            </a:xfrm>
            <a:custGeom>
              <a:avLst/>
              <a:gdLst/>
              <a:ahLst/>
              <a:cxnLst/>
              <a:rect l="l" t="t" r="r" b="b"/>
              <a:pathLst>
                <a:path w="449259" h="449259" fill="norm" stroke="1" extrusionOk="0">
                  <a:moveTo>
                    <a:pt x="0" y="0"/>
                  </a:moveTo>
                  <a:lnTo>
                    <a:pt x="449259" y="0"/>
                  </a:lnTo>
                  <a:lnTo>
                    <a:pt x="449259" y="449259"/>
                  </a:lnTo>
                  <a:lnTo>
                    <a:pt x="0" y="449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75976632" name="Freeform 34"/>
            <p:cNvSpPr/>
            <p:nvPr/>
          </p:nvSpPr>
          <p:spPr bwMode="auto">
            <a:xfrm>
              <a:off x="2440471" y="3831606"/>
              <a:ext cx="449257" cy="449257"/>
            </a:xfrm>
            <a:custGeom>
              <a:avLst/>
              <a:gdLst/>
              <a:ahLst/>
              <a:cxnLst/>
              <a:rect l="l" t="t" r="r" b="b"/>
              <a:pathLst>
                <a:path w="449259" h="449259" fill="norm" stroke="1" extrusionOk="0">
                  <a:moveTo>
                    <a:pt x="0" y="0"/>
                  </a:moveTo>
                  <a:lnTo>
                    <a:pt x="449259" y="0"/>
                  </a:lnTo>
                  <a:lnTo>
                    <a:pt x="449259" y="449259"/>
                  </a:lnTo>
                  <a:lnTo>
                    <a:pt x="0" y="449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93516357" name="Freeform 35"/>
            <p:cNvSpPr/>
            <p:nvPr/>
          </p:nvSpPr>
          <p:spPr bwMode="auto">
            <a:xfrm>
              <a:off x="263787" y="4730124"/>
              <a:ext cx="449257" cy="449257"/>
            </a:xfrm>
            <a:custGeom>
              <a:avLst/>
              <a:gdLst/>
              <a:ahLst/>
              <a:cxnLst/>
              <a:rect l="l" t="t" r="r" b="b"/>
              <a:pathLst>
                <a:path w="449259" h="449259" fill="norm" stroke="1" extrusionOk="0">
                  <a:moveTo>
                    <a:pt x="0" y="0"/>
                  </a:moveTo>
                  <a:lnTo>
                    <a:pt x="449259" y="0"/>
                  </a:lnTo>
                  <a:lnTo>
                    <a:pt x="449259" y="449260"/>
                  </a:lnTo>
                  <a:lnTo>
                    <a:pt x="0" y="4492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73485527" name="Freeform 36"/>
            <p:cNvSpPr/>
            <p:nvPr/>
          </p:nvSpPr>
          <p:spPr bwMode="auto">
            <a:xfrm>
              <a:off x="1124244" y="5062491"/>
              <a:ext cx="632235" cy="632235"/>
            </a:xfrm>
            <a:custGeom>
              <a:avLst/>
              <a:gdLst/>
              <a:ahLst/>
              <a:cxnLst/>
              <a:rect l="l" t="t" r="r" b="b"/>
              <a:pathLst>
                <a:path w="632237" h="632237" fill="norm" stroke="1" extrusionOk="0">
                  <a:moveTo>
                    <a:pt x="0" y="0"/>
                  </a:moveTo>
                  <a:lnTo>
                    <a:pt x="632237" y="0"/>
                  </a:lnTo>
                  <a:lnTo>
                    <a:pt x="632237" y="632236"/>
                  </a:lnTo>
                  <a:lnTo>
                    <a:pt x="0" y="6322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63495555" name="Freeform 37"/>
            <p:cNvSpPr/>
            <p:nvPr/>
          </p:nvSpPr>
          <p:spPr bwMode="auto">
            <a:xfrm>
              <a:off x="1464444" y="1712065"/>
              <a:ext cx="560007" cy="560007"/>
            </a:xfrm>
            <a:custGeom>
              <a:avLst/>
              <a:gdLst/>
              <a:ahLst/>
              <a:cxnLst/>
              <a:rect l="l" t="t" r="r" b="b"/>
              <a:pathLst>
                <a:path w="560007" h="560007" fill="norm" stroke="1" extrusionOk="0">
                  <a:moveTo>
                    <a:pt x="0" y="0"/>
                  </a:moveTo>
                  <a:lnTo>
                    <a:pt x="560007" y="0"/>
                  </a:lnTo>
                  <a:lnTo>
                    <a:pt x="560007" y="560007"/>
                  </a:lnTo>
                  <a:lnTo>
                    <a:pt x="0" y="5600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28499911" name="Freeform 38"/>
            <p:cNvSpPr/>
            <p:nvPr/>
          </p:nvSpPr>
          <p:spPr bwMode="auto">
            <a:xfrm>
              <a:off x="2838143" y="4954752"/>
              <a:ext cx="632235" cy="632235"/>
            </a:xfrm>
            <a:custGeom>
              <a:avLst/>
              <a:gdLst/>
              <a:ahLst/>
              <a:cxnLst/>
              <a:rect l="l" t="t" r="r" b="b"/>
              <a:pathLst>
                <a:path w="632237" h="632237" fill="norm" stroke="1" extrusionOk="0">
                  <a:moveTo>
                    <a:pt x="0" y="0"/>
                  </a:moveTo>
                  <a:lnTo>
                    <a:pt x="632236" y="0"/>
                  </a:lnTo>
                  <a:lnTo>
                    <a:pt x="632236" y="632237"/>
                  </a:lnTo>
                  <a:lnTo>
                    <a:pt x="0" y="632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76474706" name="Freeform 39"/>
            <p:cNvSpPr/>
            <p:nvPr/>
          </p:nvSpPr>
          <p:spPr bwMode="auto">
            <a:xfrm>
              <a:off x="2358915" y="2789434"/>
              <a:ext cx="795344" cy="795344"/>
            </a:xfrm>
            <a:custGeom>
              <a:avLst/>
              <a:gdLst/>
              <a:ahLst/>
              <a:cxnLst/>
              <a:rect l="l" t="t" r="r" b="b"/>
              <a:pathLst>
                <a:path w="795346" h="795346" fill="norm" stroke="1" extrusionOk="0">
                  <a:moveTo>
                    <a:pt x="0" y="0"/>
                  </a:moveTo>
                  <a:lnTo>
                    <a:pt x="795346" y="0"/>
                  </a:lnTo>
                  <a:lnTo>
                    <a:pt x="795346" y="795347"/>
                  </a:lnTo>
                  <a:lnTo>
                    <a:pt x="0" y="7953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6328746" name="Freeform 40"/>
            <p:cNvSpPr/>
            <p:nvPr/>
          </p:nvSpPr>
          <p:spPr bwMode="auto">
            <a:xfrm>
              <a:off x="488417" y="1188939"/>
              <a:ext cx="449257" cy="449257"/>
            </a:xfrm>
            <a:custGeom>
              <a:avLst/>
              <a:gdLst/>
              <a:ahLst/>
              <a:cxnLst/>
              <a:rect l="l" t="t" r="r" b="b"/>
              <a:pathLst>
                <a:path w="449259" h="449259" fill="norm" stroke="1" extrusionOk="0">
                  <a:moveTo>
                    <a:pt x="0" y="0"/>
                  </a:moveTo>
                  <a:lnTo>
                    <a:pt x="449259" y="0"/>
                  </a:lnTo>
                  <a:lnTo>
                    <a:pt x="449259" y="449259"/>
                  </a:lnTo>
                  <a:lnTo>
                    <a:pt x="0" y="449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67536176" name="AutoShape 41"/>
            <p:cNvSpPr/>
            <p:nvPr/>
          </p:nvSpPr>
          <p:spPr bwMode="auto">
            <a:xfrm>
              <a:off x="2024451" y="2042199"/>
              <a:ext cx="4345617" cy="77804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96525513" name="AutoShape 42"/>
            <p:cNvSpPr/>
            <p:nvPr/>
          </p:nvSpPr>
          <p:spPr bwMode="auto">
            <a:xfrm flipV="1">
              <a:off x="3470379" y="4286188"/>
              <a:ext cx="2899818" cy="88789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78962706" name="AutoShape 43"/>
            <p:cNvSpPr/>
            <p:nvPr/>
          </p:nvSpPr>
          <p:spPr bwMode="auto">
            <a:xfrm flipV="1">
              <a:off x="1756480" y="3553218"/>
              <a:ext cx="4613715" cy="170833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70205682" name="AutoShape 66"/>
            <p:cNvSpPr/>
            <p:nvPr/>
          </p:nvSpPr>
          <p:spPr bwMode="auto">
            <a:xfrm>
              <a:off x="3235816" y="1729161"/>
              <a:ext cx="3134251" cy="35811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41454638" name="TextBox 68"/>
            <p:cNvSpPr txBox="1"/>
            <p:nvPr/>
          </p:nvSpPr>
          <p:spPr bwMode="auto">
            <a:xfrm flipH="0" flipV="0">
              <a:off x="0" y="386757"/>
              <a:ext cx="3634227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/>
            </a:p>
          </p:txBody>
        </p:sp>
        <p:sp>
          <p:nvSpPr>
            <p:cNvPr id="1052275959" name="Rectangle: Rounded Corners 12"/>
            <p:cNvSpPr/>
            <p:nvPr/>
          </p:nvSpPr>
          <p:spPr bwMode="auto">
            <a:xfrm>
              <a:off x="0" y="0"/>
              <a:ext cx="3632788" cy="588939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753315336" name=""/>
            <p:cNvGrpSpPr/>
            <p:nvPr/>
          </p:nvGrpSpPr>
          <p:grpSpPr bwMode="auto">
            <a:xfrm>
              <a:off x="3794028" y="487327"/>
              <a:ext cx="7060038" cy="5180552"/>
              <a:chOff x="0" y="0"/>
              <a:chExt cx="7060038" cy="5180552"/>
            </a:xfrm>
          </p:grpSpPr>
          <p:sp>
            <p:nvSpPr>
              <p:cNvPr id="35271022" name="Freeform 48"/>
              <p:cNvSpPr/>
              <p:nvPr/>
            </p:nvSpPr>
            <p:spPr bwMode="auto">
              <a:xfrm rot="0" flipH="0" flipV="0">
                <a:off x="2576040" y="1327430"/>
                <a:ext cx="1588638" cy="545040"/>
              </a:xfrm>
              <a:custGeom>
                <a:avLst/>
                <a:gdLst/>
                <a:ahLst/>
                <a:cxnLst/>
                <a:rect l="l" t="t" r="r" b="b"/>
                <a:pathLst>
                  <a:path w="827070" h="283758" fill="norm" stroke="1" extrusionOk="0">
                    <a:moveTo>
                      <a:pt x="141879" y="0"/>
                    </a:moveTo>
                    <a:lnTo>
                      <a:pt x="685191" y="0"/>
                    </a:lnTo>
                    <a:cubicBezTo>
                      <a:pt x="763549" y="0"/>
                      <a:pt x="827070" y="63521"/>
                      <a:pt x="827070" y="141879"/>
                    </a:cubicBezTo>
                    <a:lnTo>
                      <a:pt x="827070" y="141879"/>
                    </a:lnTo>
                    <a:cubicBezTo>
                      <a:pt x="827070" y="220236"/>
                      <a:pt x="763549" y="283758"/>
                      <a:pt x="685191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487489128" name="TextBox 49"/>
              <p:cNvSpPr txBox="1"/>
              <p:nvPr/>
            </p:nvSpPr>
            <p:spPr bwMode="auto">
              <a:xfrm rot="0" flipH="0" flipV="0">
                <a:off x="2576040" y="1254251"/>
                <a:ext cx="1588638" cy="6182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endParaRPr/>
              </a:p>
            </p:txBody>
          </p:sp>
          <p:sp>
            <p:nvSpPr>
              <p:cNvPr id="413093027" name="AutoShape 50"/>
              <p:cNvSpPr/>
              <p:nvPr/>
            </p:nvSpPr>
            <p:spPr bwMode="auto">
              <a:xfrm>
                <a:off x="4617479" y="868392"/>
                <a:ext cx="0" cy="3935961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437348510" name="Freeform 52"/>
              <p:cNvSpPr/>
              <p:nvPr/>
            </p:nvSpPr>
            <p:spPr bwMode="auto">
              <a:xfrm rot="0" flipH="0" flipV="0">
                <a:off x="2576040" y="2060399"/>
                <a:ext cx="1588638" cy="545040"/>
              </a:xfrm>
              <a:custGeom>
                <a:avLst/>
                <a:gdLst/>
                <a:ahLst/>
                <a:cxnLst/>
                <a:rect l="l" t="t" r="r" b="b"/>
                <a:pathLst>
                  <a:path w="827070" h="283758" fill="norm" stroke="1" extrusionOk="0">
                    <a:moveTo>
                      <a:pt x="141879" y="0"/>
                    </a:moveTo>
                    <a:lnTo>
                      <a:pt x="685191" y="0"/>
                    </a:lnTo>
                    <a:cubicBezTo>
                      <a:pt x="763549" y="0"/>
                      <a:pt x="827070" y="63521"/>
                      <a:pt x="827070" y="141879"/>
                    </a:cubicBezTo>
                    <a:lnTo>
                      <a:pt x="827070" y="141879"/>
                    </a:lnTo>
                    <a:cubicBezTo>
                      <a:pt x="827070" y="220236"/>
                      <a:pt x="763549" y="283758"/>
                      <a:pt x="685191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469320756" name="TextBox 53"/>
              <p:cNvSpPr txBox="1"/>
              <p:nvPr/>
            </p:nvSpPr>
            <p:spPr bwMode="auto">
              <a:xfrm rot="0" flipH="0" flipV="0">
                <a:off x="2576040" y="1987220"/>
                <a:ext cx="1588638" cy="6182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endParaRPr/>
              </a:p>
            </p:txBody>
          </p:sp>
          <p:sp>
            <p:nvSpPr>
              <p:cNvPr id="1234942740" name="Freeform 55"/>
              <p:cNvSpPr/>
              <p:nvPr/>
            </p:nvSpPr>
            <p:spPr bwMode="auto">
              <a:xfrm rot="0" flipH="0" flipV="0">
                <a:off x="2576170" y="2793368"/>
                <a:ext cx="1588638" cy="545040"/>
              </a:xfrm>
              <a:custGeom>
                <a:avLst/>
                <a:gdLst/>
                <a:ahLst/>
                <a:cxnLst/>
                <a:rect l="l" t="t" r="r" b="b"/>
                <a:pathLst>
                  <a:path w="827070" h="283758" fill="norm" stroke="1" extrusionOk="0">
                    <a:moveTo>
                      <a:pt x="141879" y="0"/>
                    </a:moveTo>
                    <a:lnTo>
                      <a:pt x="685191" y="0"/>
                    </a:lnTo>
                    <a:cubicBezTo>
                      <a:pt x="763549" y="0"/>
                      <a:pt x="827070" y="63521"/>
                      <a:pt x="827070" y="141879"/>
                    </a:cubicBezTo>
                    <a:lnTo>
                      <a:pt x="827070" y="141879"/>
                    </a:lnTo>
                    <a:cubicBezTo>
                      <a:pt x="827070" y="220236"/>
                      <a:pt x="763549" y="283758"/>
                      <a:pt x="685191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103307560" name="TextBox 56"/>
              <p:cNvSpPr txBox="1"/>
              <p:nvPr/>
            </p:nvSpPr>
            <p:spPr bwMode="auto">
              <a:xfrm rot="0" flipH="0" flipV="0">
                <a:off x="2576170" y="2720189"/>
                <a:ext cx="1588638" cy="6182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endParaRPr/>
              </a:p>
            </p:txBody>
          </p:sp>
          <p:sp>
            <p:nvSpPr>
              <p:cNvPr id="266668935" name="Freeform 58"/>
              <p:cNvSpPr/>
              <p:nvPr/>
            </p:nvSpPr>
            <p:spPr bwMode="auto">
              <a:xfrm rot="0" flipH="0" flipV="0">
                <a:off x="2576170" y="3526337"/>
                <a:ext cx="1588638" cy="545040"/>
              </a:xfrm>
              <a:custGeom>
                <a:avLst/>
                <a:gdLst/>
                <a:ahLst/>
                <a:cxnLst/>
                <a:rect l="l" t="t" r="r" b="b"/>
                <a:pathLst>
                  <a:path w="827070" h="283758" fill="norm" stroke="1" extrusionOk="0">
                    <a:moveTo>
                      <a:pt x="141879" y="0"/>
                    </a:moveTo>
                    <a:lnTo>
                      <a:pt x="685191" y="0"/>
                    </a:lnTo>
                    <a:cubicBezTo>
                      <a:pt x="763549" y="0"/>
                      <a:pt x="827070" y="63521"/>
                      <a:pt x="827070" y="141879"/>
                    </a:cubicBezTo>
                    <a:lnTo>
                      <a:pt x="827070" y="141879"/>
                    </a:lnTo>
                    <a:cubicBezTo>
                      <a:pt x="827070" y="220236"/>
                      <a:pt x="763549" y="283758"/>
                      <a:pt x="685191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619260420" name="TextBox 59"/>
              <p:cNvSpPr txBox="1"/>
              <p:nvPr/>
            </p:nvSpPr>
            <p:spPr bwMode="auto">
              <a:xfrm rot="0" flipH="0" flipV="0">
                <a:off x="2576170" y="3453158"/>
                <a:ext cx="1588638" cy="6182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endParaRPr/>
              </a:p>
            </p:txBody>
          </p:sp>
          <p:sp>
            <p:nvSpPr>
              <p:cNvPr id="401795646" name="Freeform 61"/>
              <p:cNvSpPr/>
              <p:nvPr/>
            </p:nvSpPr>
            <p:spPr bwMode="auto">
              <a:xfrm rot="0" flipH="0" flipV="0">
                <a:off x="5070143" y="1327430"/>
                <a:ext cx="1588638" cy="545040"/>
              </a:xfrm>
              <a:custGeom>
                <a:avLst/>
                <a:gdLst/>
                <a:ahLst/>
                <a:cxnLst/>
                <a:rect l="l" t="t" r="r" b="b"/>
                <a:pathLst>
                  <a:path w="827070" h="283758" fill="norm" stroke="1" extrusionOk="0">
                    <a:moveTo>
                      <a:pt x="141879" y="0"/>
                    </a:moveTo>
                    <a:lnTo>
                      <a:pt x="685191" y="0"/>
                    </a:lnTo>
                    <a:cubicBezTo>
                      <a:pt x="763549" y="0"/>
                      <a:pt x="827070" y="63521"/>
                      <a:pt x="827070" y="141879"/>
                    </a:cubicBezTo>
                    <a:lnTo>
                      <a:pt x="827070" y="141879"/>
                    </a:lnTo>
                    <a:cubicBezTo>
                      <a:pt x="827070" y="220236"/>
                      <a:pt x="763549" y="283758"/>
                      <a:pt x="685191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295652179" name="TextBox 62"/>
              <p:cNvSpPr txBox="1"/>
              <p:nvPr/>
            </p:nvSpPr>
            <p:spPr bwMode="auto">
              <a:xfrm rot="0" flipH="0" flipV="0">
                <a:off x="5070143" y="1254251"/>
                <a:ext cx="1588638" cy="6182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endParaRPr/>
              </a:p>
            </p:txBody>
          </p:sp>
          <p:sp>
            <p:nvSpPr>
              <p:cNvPr id="1797284983" name="Freeform 64"/>
              <p:cNvSpPr/>
              <p:nvPr/>
            </p:nvSpPr>
            <p:spPr bwMode="auto">
              <a:xfrm rot="0" flipH="0" flipV="0">
                <a:off x="5070143" y="2060399"/>
                <a:ext cx="1588638" cy="545040"/>
              </a:xfrm>
              <a:custGeom>
                <a:avLst/>
                <a:gdLst/>
                <a:ahLst/>
                <a:cxnLst/>
                <a:rect l="l" t="t" r="r" b="b"/>
                <a:pathLst>
                  <a:path w="827070" h="283758" fill="norm" stroke="1" extrusionOk="0">
                    <a:moveTo>
                      <a:pt x="141879" y="0"/>
                    </a:moveTo>
                    <a:lnTo>
                      <a:pt x="685191" y="0"/>
                    </a:lnTo>
                    <a:cubicBezTo>
                      <a:pt x="763549" y="0"/>
                      <a:pt x="827070" y="63521"/>
                      <a:pt x="827070" y="141879"/>
                    </a:cubicBezTo>
                    <a:lnTo>
                      <a:pt x="827070" y="141879"/>
                    </a:lnTo>
                    <a:cubicBezTo>
                      <a:pt x="827070" y="220236"/>
                      <a:pt x="763549" y="283758"/>
                      <a:pt x="685191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602285585" name="TextBox 65"/>
              <p:cNvSpPr txBox="1"/>
              <p:nvPr/>
            </p:nvSpPr>
            <p:spPr bwMode="auto">
              <a:xfrm rot="0" flipH="0" flipV="0">
                <a:off x="5070143" y="1987220"/>
                <a:ext cx="1588638" cy="6182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endParaRPr/>
              </a:p>
            </p:txBody>
          </p:sp>
          <p:sp>
            <p:nvSpPr>
              <p:cNvPr id="1899625497" name="Freeform 67"/>
              <p:cNvSpPr/>
              <p:nvPr/>
            </p:nvSpPr>
            <p:spPr bwMode="auto">
              <a:xfrm>
                <a:off x="665541" y="65302"/>
                <a:ext cx="787869" cy="600750"/>
              </a:xfrm>
              <a:custGeom>
                <a:avLst/>
                <a:gdLst/>
                <a:ahLst/>
                <a:cxnLst/>
                <a:rect l="l" t="t" r="r" b="b"/>
                <a:pathLst>
                  <a:path w="787869" h="600750" fill="norm" stroke="1" extrusionOk="0">
                    <a:moveTo>
                      <a:pt x="0" y="0"/>
                    </a:moveTo>
                    <a:lnTo>
                      <a:pt x="787870" y="0"/>
                    </a:lnTo>
                    <a:lnTo>
                      <a:pt x="787870" y="600750"/>
                    </a:lnTo>
                    <a:lnTo>
                      <a:pt x="0" y="60075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5"/>
                <a:stretch/>
              </a:blipFill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2078498275" name="TextBox 69"/>
              <p:cNvSpPr txBox="1"/>
              <p:nvPr/>
            </p:nvSpPr>
            <p:spPr bwMode="auto">
              <a:xfrm>
                <a:off x="2484195" y="293826"/>
                <a:ext cx="4268002" cy="351006"/>
              </a:xfrm>
              <a:prstGeom prst="rect">
                <a:avLst/>
              </a:prstGeom>
              <a:grpFill/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2760"/>
                  </a:lnSpc>
                  <a:defRPr/>
                </a:pPr>
                <a:r>
                  <a:rPr lang="en-US" sz="2000" b="1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TX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468567440" name="TextBox 70"/>
              <p:cNvSpPr txBox="1"/>
              <p:nvPr/>
            </p:nvSpPr>
            <p:spPr bwMode="auto">
              <a:xfrm>
                <a:off x="2604498" y="820303"/>
                <a:ext cx="1533163" cy="351006"/>
              </a:xfrm>
              <a:prstGeom prst="rect">
                <a:avLst/>
              </a:prstGeom>
              <a:grpFill/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2760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inputs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994158332" name="TextBox 71"/>
              <p:cNvSpPr txBox="1"/>
              <p:nvPr/>
            </p:nvSpPr>
            <p:spPr bwMode="auto">
              <a:xfrm>
                <a:off x="5098602" y="820303"/>
                <a:ext cx="1533163" cy="351006"/>
              </a:xfrm>
              <a:prstGeom prst="rect">
                <a:avLst/>
              </a:prstGeom>
              <a:grpFill/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2760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outputs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453666731" name="TextBox 72"/>
              <p:cNvSpPr txBox="1"/>
              <p:nvPr/>
            </p:nvSpPr>
            <p:spPr bwMode="auto">
              <a:xfrm flipH="0" flipV="0">
                <a:off x="0" y="719273"/>
                <a:ext cx="2040383" cy="350879"/>
              </a:xfrm>
              <a:prstGeom prst="rect">
                <a:avLst/>
              </a:prstGeom>
              <a:grpFill/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2760"/>
                  </a:lnSpc>
                  <a:defRPr/>
                </a:pPr>
                <a:r>
                  <a:rPr lang="en-US" sz="2000" b="1" i="1">
                    <a:solidFill>
                      <a:srgbClr val="FF5C00"/>
                    </a:solidFill>
                    <a:latin typeface="IBM Plex Sans"/>
                    <a:ea typeface="IBM Plex Sans"/>
                    <a:cs typeface="IBM Plex Sans"/>
                  </a:rPr>
                  <a:t>CIOH</a:t>
                </a:r>
                <a:r>
                  <a:rPr lang="en-US" sz="1950" b="1" i="1">
                    <a:solidFill>
                      <a:srgbClr val="FF5C00"/>
                    </a:solidFill>
                    <a:latin typeface="Rubik Bold Italics"/>
                    <a:ea typeface="Rubik Bold Italics"/>
                    <a:cs typeface="Rubik Bold Italics"/>
                  </a:rPr>
                  <a:t>!</a:t>
                </a:r>
                <a:endParaRPr/>
              </a:p>
            </p:txBody>
          </p:sp>
          <p:sp>
            <p:nvSpPr>
              <p:cNvPr id="486371886" name="Rectangle: Rounded Corners 12"/>
              <p:cNvSpPr/>
              <p:nvPr/>
            </p:nvSpPr>
            <p:spPr bwMode="auto">
              <a:xfrm>
                <a:off x="2186784" y="0"/>
                <a:ext cx="4873254" cy="5180553"/>
              </a:xfrm>
              <a:prstGeom prst="roundRect">
                <a:avLst>
                  <a:gd name="adj" fmla="val 7239"/>
                </a:avLst>
              </a:prstGeom>
              <a:noFill/>
              <a:ln w="19049" cap="flat" cmpd="sng" algn="ctr">
                <a:solidFill>
                  <a:srgbClr val="FF5C00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fr-FR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29752246" name=""/>
          <p:cNvPicPr>
            <a:picLocks noChangeAspect="1"/>
          </p:cNvPicPr>
          <p:nvPr/>
        </p:nvPicPr>
        <p:blipFill>
          <a:blip r:embed="rId3"/>
          <a:srcRect l="-31270" t="0" r="-34256" b="0"/>
          <a:stretch/>
        </p:blipFill>
        <p:spPr bwMode="auto">
          <a:xfrm flipH="0" flipV="0">
            <a:off x="3104384" y="1313915"/>
            <a:ext cx="6491230" cy="40185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6735130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709426" y="211695"/>
            <a:ext cx="7082708" cy="63393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1382018" name=""/>
          <p:cNvPicPr>
            <a:picLocks noChangeAspect="1"/>
          </p:cNvPicPr>
          <p:nvPr/>
        </p:nvPicPr>
        <p:blipFill>
          <a:blip r:embed="rId3"/>
          <a:srcRect l="6058" t="12050" r="6251" b="14599"/>
          <a:stretch/>
        </p:blipFill>
        <p:spPr bwMode="auto">
          <a:xfrm flipH="0" flipV="0">
            <a:off x="2289179" y="1688229"/>
            <a:ext cx="7613641" cy="37258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7170803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41749" y="332876"/>
            <a:ext cx="11583561" cy="63596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59849453" name=""/>
          <p:cNvGrpSpPr/>
          <p:nvPr/>
        </p:nvGrpSpPr>
        <p:grpSpPr bwMode="auto">
          <a:xfrm>
            <a:off x="1748181" y="272850"/>
            <a:ext cx="8069892" cy="6340077"/>
            <a:chOff x="0" y="0"/>
            <a:chExt cx="8069892" cy="6340077"/>
          </a:xfrm>
        </p:grpSpPr>
        <p:sp>
          <p:nvSpPr>
            <p:cNvPr id="723927520" name="TextBox 32"/>
            <p:cNvSpPr txBox="1"/>
            <p:nvPr/>
          </p:nvSpPr>
          <p:spPr bwMode="auto">
            <a:xfrm>
              <a:off x="1671840" y="381003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Wasabi 1.0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88626504" name="TextBox 33"/>
            <p:cNvSpPr txBox="1"/>
            <p:nvPr/>
          </p:nvSpPr>
          <p:spPr bwMode="auto">
            <a:xfrm>
              <a:off x="1846509" y="1236505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72714948" name="TextBox 38"/>
            <p:cNvSpPr txBox="1"/>
            <p:nvPr/>
          </p:nvSpPr>
          <p:spPr bwMode="auto">
            <a:xfrm>
              <a:off x="5467687" y="1236505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31525740" name="Freeform 54"/>
            <p:cNvSpPr/>
            <p:nvPr/>
          </p:nvSpPr>
          <p:spPr bwMode="auto">
            <a:xfrm>
              <a:off x="0" y="1995228"/>
              <a:ext cx="641054" cy="703488"/>
            </a:xfrm>
            <a:custGeom>
              <a:avLst/>
              <a:gdLst/>
              <a:ahLst/>
              <a:cxnLst/>
              <a:rect l="l" t="t" r="r" b="b"/>
              <a:pathLst>
                <a:path w="641056" h="703490" fill="norm" stroke="1" extrusionOk="0">
                  <a:moveTo>
                    <a:pt x="0" y="0"/>
                  </a:moveTo>
                  <a:lnTo>
                    <a:pt x="641056" y="0"/>
                  </a:lnTo>
                  <a:lnTo>
                    <a:pt x="641056" y="703490"/>
                  </a:lnTo>
                  <a:lnTo>
                    <a:pt x="0" y="7034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3817366" name="Freeform 56"/>
            <p:cNvSpPr/>
            <p:nvPr/>
          </p:nvSpPr>
          <p:spPr bwMode="auto">
            <a:xfrm>
              <a:off x="0" y="2961138"/>
              <a:ext cx="641054" cy="703488"/>
            </a:xfrm>
            <a:custGeom>
              <a:avLst/>
              <a:gdLst/>
              <a:ahLst/>
              <a:cxnLst/>
              <a:rect l="l" t="t" r="r" b="b"/>
              <a:pathLst>
                <a:path w="641056" h="703490" fill="norm" stroke="1" extrusionOk="0">
                  <a:moveTo>
                    <a:pt x="0" y="0"/>
                  </a:moveTo>
                  <a:lnTo>
                    <a:pt x="641056" y="0"/>
                  </a:lnTo>
                  <a:lnTo>
                    <a:pt x="641056" y="703491"/>
                  </a:lnTo>
                  <a:lnTo>
                    <a:pt x="0" y="7034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1321433" name="AutoShape 58"/>
            <p:cNvSpPr/>
            <p:nvPr/>
          </p:nvSpPr>
          <p:spPr bwMode="auto">
            <a:xfrm flipH="1">
              <a:off x="641055" y="3312882"/>
              <a:ext cx="1164134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83411280" name="AutoShape 59"/>
            <p:cNvSpPr/>
            <p:nvPr/>
          </p:nvSpPr>
          <p:spPr bwMode="auto">
            <a:xfrm flipH="1">
              <a:off x="641055" y="2346972"/>
              <a:ext cx="1164134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4357837" name="Rectangle: Rounded Corners 12"/>
            <p:cNvSpPr/>
            <p:nvPr/>
          </p:nvSpPr>
          <p:spPr bwMode="auto">
            <a:xfrm flipH="0" flipV="0">
              <a:off x="1497591" y="0"/>
              <a:ext cx="6572301" cy="634007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615609112" name=""/>
            <p:cNvGrpSpPr/>
            <p:nvPr/>
          </p:nvGrpSpPr>
          <p:grpSpPr bwMode="auto">
            <a:xfrm>
              <a:off x="1805190" y="1828480"/>
              <a:ext cx="5927902" cy="4155364"/>
              <a:chOff x="0" y="0"/>
              <a:chExt cx="5927902" cy="4155364"/>
            </a:xfrm>
          </p:grpSpPr>
          <p:sp>
            <p:nvSpPr>
              <p:cNvPr id="1674812895" name="Freeform 30"/>
              <p:cNvSpPr/>
              <p:nvPr/>
            </p:nvSpPr>
            <p:spPr bwMode="auto">
              <a:xfrm rot="0" flipH="0" flipV="0">
                <a:off x="0" y="168766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69586367" name="TextBox 31"/>
              <p:cNvSpPr txBox="1"/>
              <p:nvPr/>
            </p:nvSpPr>
            <p:spPr bwMode="auto">
              <a:xfrm rot="0" flipH="0" flipV="0">
                <a:off x="0" y="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115 000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653288946" name="AutoShape 34"/>
              <p:cNvSpPr/>
              <p:nvPr/>
            </p:nvSpPr>
            <p:spPr bwMode="auto">
              <a:xfrm flipH="0" flipV="0">
                <a:off x="2963952" y="46751"/>
                <a:ext cx="0" cy="4099201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540116530" name="Freeform 36"/>
              <p:cNvSpPr/>
              <p:nvPr/>
            </p:nvSpPr>
            <p:spPr bwMode="auto">
              <a:xfrm rot="0" flipH="0" flipV="0">
                <a:off x="0" y="1134677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798227460" name="TextBox 37"/>
              <p:cNvSpPr txBox="1"/>
              <p:nvPr/>
            </p:nvSpPr>
            <p:spPr bwMode="auto">
              <a:xfrm rot="0" flipH="0" flipV="0">
                <a:off x="0" y="96591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210 000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676762817" name="Freeform 40"/>
              <p:cNvSpPr/>
              <p:nvPr/>
            </p:nvSpPr>
            <p:spPr bwMode="auto">
              <a:xfrm rot="0" flipH="0" flipV="0">
                <a:off x="3621177" y="168766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211903859" name="TextBox 41"/>
              <p:cNvSpPr txBox="1"/>
              <p:nvPr/>
            </p:nvSpPr>
            <p:spPr bwMode="auto">
              <a:xfrm rot="0" flipH="0" flipV="0">
                <a:off x="3621177" y="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344154909" name="Freeform 43"/>
              <p:cNvSpPr/>
              <p:nvPr/>
            </p:nvSpPr>
            <p:spPr bwMode="auto">
              <a:xfrm rot="0" flipH="0" flipV="0">
                <a:off x="3621177" y="985849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892286149" name="TextBox 44"/>
              <p:cNvSpPr txBox="1"/>
              <p:nvPr/>
            </p:nvSpPr>
            <p:spPr bwMode="auto">
              <a:xfrm rot="0" flipH="0" flipV="0">
                <a:off x="3621177" y="817083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417477535" name="Freeform 46"/>
              <p:cNvSpPr/>
              <p:nvPr/>
            </p:nvSpPr>
            <p:spPr bwMode="auto">
              <a:xfrm rot="0" flipH="0" flipV="0">
                <a:off x="3621363" y="1802934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21076398" name="TextBox 47"/>
              <p:cNvSpPr txBox="1"/>
              <p:nvPr/>
            </p:nvSpPr>
            <p:spPr bwMode="auto">
              <a:xfrm rot="0" flipH="0" flipV="0">
                <a:off x="3621363" y="1634166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708789363" name="Freeform 49"/>
              <p:cNvSpPr/>
              <p:nvPr/>
            </p:nvSpPr>
            <p:spPr bwMode="auto">
              <a:xfrm rot="0" flipH="0" flipV="0">
                <a:off x="3621363" y="2620014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351866959" name="TextBox 50"/>
              <p:cNvSpPr txBox="1"/>
              <p:nvPr/>
            </p:nvSpPr>
            <p:spPr bwMode="auto">
              <a:xfrm rot="0" flipH="0" flipV="0">
                <a:off x="3621363" y="2451249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701987719" name="Freeform 52"/>
              <p:cNvSpPr/>
              <p:nvPr/>
            </p:nvSpPr>
            <p:spPr bwMode="auto">
              <a:xfrm rot="0" flipH="0" flipV="0">
                <a:off x="3621363" y="343710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144239116" name="TextBox 53"/>
              <p:cNvSpPr txBox="1"/>
              <p:nvPr/>
            </p:nvSpPr>
            <p:spPr bwMode="auto">
              <a:xfrm rot="0" flipH="0" flipV="0">
                <a:off x="3621363" y="3268333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08522943" name=""/>
          <p:cNvGrpSpPr/>
          <p:nvPr/>
        </p:nvGrpSpPr>
        <p:grpSpPr bwMode="auto">
          <a:xfrm>
            <a:off x="650702" y="185207"/>
            <a:ext cx="9430839" cy="6518670"/>
            <a:chOff x="0" y="0"/>
            <a:chExt cx="9430839" cy="6518670"/>
          </a:xfrm>
        </p:grpSpPr>
        <p:sp>
          <p:nvSpPr>
            <p:cNvPr id="1468288132" name="TextBox 32"/>
            <p:cNvSpPr txBox="1"/>
            <p:nvPr/>
          </p:nvSpPr>
          <p:spPr bwMode="auto">
            <a:xfrm>
              <a:off x="2868870" y="132644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Wabisabi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12009652" name="TextBox 33"/>
            <p:cNvSpPr txBox="1"/>
            <p:nvPr/>
          </p:nvSpPr>
          <p:spPr bwMode="auto">
            <a:xfrm>
              <a:off x="3043540" y="613971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5610427" name="TextBox 38"/>
            <p:cNvSpPr txBox="1"/>
            <p:nvPr/>
          </p:nvSpPr>
          <p:spPr bwMode="auto">
            <a:xfrm>
              <a:off x="6664718" y="613971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24573822" name="Freeform 54"/>
            <p:cNvSpPr/>
            <p:nvPr/>
          </p:nvSpPr>
          <p:spPr bwMode="auto">
            <a:xfrm>
              <a:off x="1197030" y="878836"/>
              <a:ext cx="641054" cy="703488"/>
            </a:xfrm>
            <a:custGeom>
              <a:avLst/>
              <a:gdLst/>
              <a:ahLst/>
              <a:cxnLst/>
              <a:rect l="l" t="t" r="r" b="b"/>
              <a:pathLst>
                <a:path w="641056" h="703490" fill="norm" stroke="1" extrusionOk="0">
                  <a:moveTo>
                    <a:pt x="0" y="0"/>
                  </a:moveTo>
                  <a:lnTo>
                    <a:pt x="641056" y="0"/>
                  </a:lnTo>
                  <a:lnTo>
                    <a:pt x="641056" y="703490"/>
                  </a:lnTo>
                  <a:lnTo>
                    <a:pt x="0" y="7034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60733957" name="TextBox 55"/>
            <p:cNvSpPr txBox="1"/>
            <p:nvPr/>
          </p:nvSpPr>
          <p:spPr bwMode="auto">
            <a:xfrm>
              <a:off x="0" y="948204"/>
              <a:ext cx="1113031" cy="35583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79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89999846" name="Freeform 56"/>
            <p:cNvSpPr/>
            <p:nvPr/>
          </p:nvSpPr>
          <p:spPr bwMode="auto">
            <a:xfrm>
              <a:off x="1197030" y="1942069"/>
              <a:ext cx="641054" cy="703488"/>
            </a:xfrm>
            <a:custGeom>
              <a:avLst/>
              <a:gdLst/>
              <a:ahLst/>
              <a:cxnLst/>
              <a:rect l="l" t="t" r="r" b="b"/>
              <a:pathLst>
                <a:path w="641056" h="703490" fill="norm" stroke="1" extrusionOk="0">
                  <a:moveTo>
                    <a:pt x="0" y="0"/>
                  </a:moveTo>
                  <a:lnTo>
                    <a:pt x="641056" y="0"/>
                  </a:lnTo>
                  <a:lnTo>
                    <a:pt x="641056" y="703490"/>
                  </a:lnTo>
                  <a:lnTo>
                    <a:pt x="0" y="7034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77643367" name="TextBox 57"/>
            <p:cNvSpPr txBox="1"/>
            <p:nvPr/>
          </p:nvSpPr>
          <p:spPr bwMode="auto">
            <a:xfrm>
              <a:off x="0" y="2011440"/>
              <a:ext cx="1113031" cy="35583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79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31459860" name="AutoShape 58"/>
            <p:cNvSpPr/>
            <p:nvPr/>
          </p:nvSpPr>
          <p:spPr bwMode="auto">
            <a:xfrm flipH="1">
              <a:off x="1838086" y="2085968"/>
              <a:ext cx="1164134" cy="207846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24826289" name="AutoShape 59"/>
            <p:cNvSpPr/>
            <p:nvPr/>
          </p:nvSpPr>
          <p:spPr bwMode="auto">
            <a:xfrm flipH="1" flipV="1">
              <a:off x="1838086" y="1230579"/>
              <a:ext cx="1164134" cy="19510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7342827" name="Rectangle: Rounded Corners 12"/>
            <p:cNvSpPr/>
            <p:nvPr/>
          </p:nvSpPr>
          <p:spPr bwMode="auto">
            <a:xfrm flipH="0" flipV="0">
              <a:off x="2614876" y="0"/>
              <a:ext cx="6815963" cy="6518671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548650544" name=""/>
            <p:cNvGrpSpPr/>
            <p:nvPr/>
          </p:nvGrpSpPr>
          <p:grpSpPr bwMode="auto">
            <a:xfrm>
              <a:off x="3002220" y="1023698"/>
              <a:ext cx="5927904" cy="5278527"/>
              <a:chOff x="0" y="0"/>
              <a:chExt cx="5927904" cy="5278527"/>
            </a:xfrm>
          </p:grpSpPr>
          <p:sp>
            <p:nvSpPr>
              <p:cNvPr id="1146239601" name="Freeform 30"/>
              <p:cNvSpPr/>
              <p:nvPr/>
            </p:nvSpPr>
            <p:spPr bwMode="auto">
              <a:xfrm rot="0" flipH="0" flipV="0">
                <a:off x="0" y="144660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13875258" name="TextBox 31"/>
              <p:cNvSpPr txBox="1"/>
              <p:nvPr/>
            </p:nvSpPr>
            <p:spPr bwMode="auto">
              <a:xfrm rot="0" flipH="0" flipV="0">
                <a:off x="0" y="0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91707798" name="AutoShape 34"/>
              <p:cNvSpPr/>
              <p:nvPr/>
            </p:nvSpPr>
            <p:spPr bwMode="auto">
              <a:xfrm flipH="1">
                <a:off x="2963954" y="144661"/>
                <a:ext cx="0" cy="5133866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595985722" name="Freeform 36"/>
              <p:cNvSpPr/>
              <p:nvPr/>
            </p:nvSpPr>
            <p:spPr bwMode="auto">
              <a:xfrm rot="0" flipH="0" flipV="0">
                <a:off x="0" y="804942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38777412" name="TextBox 37"/>
              <p:cNvSpPr txBox="1"/>
              <p:nvPr/>
            </p:nvSpPr>
            <p:spPr bwMode="auto">
              <a:xfrm rot="0" flipH="0" flipV="0">
                <a:off x="0" y="660279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20128520" name="Freeform 40"/>
              <p:cNvSpPr/>
              <p:nvPr/>
            </p:nvSpPr>
            <p:spPr bwMode="auto">
              <a:xfrm rot="0" flipH="0" flipV="0">
                <a:off x="3621178" y="144660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42447781" name="TextBox 41"/>
              <p:cNvSpPr txBox="1"/>
              <p:nvPr/>
            </p:nvSpPr>
            <p:spPr bwMode="auto">
              <a:xfrm rot="0" flipH="0" flipV="0">
                <a:off x="3621178" y="0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25524277" name="Freeform 43"/>
              <p:cNvSpPr/>
              <p:nvPr/>
            </p:nvSpPr>
            <p:spPr bwMode="auto">
              <a:xfrm rot="0" flipH="0" flipV="0">
                <a:off x="3621178" y="804942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57591834" name="TextBox 44"/>
              <p:cNvSpPr txBox="1"/>
              <p:nvPr/>
            </p:nvSpPr>
            <p:spPr bwMode="auto">
              <a:xfrm rot="0" flipH="0" flipV="0">
                <a:off x="3621178" y="660279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31786232" name="Freeform 46"/>
              <p:cNvSpPr/>
              <p:nvPr/>
            </p:nvSpPr>
            <p:spPr bwMode="auto">
              <a:xfrm rot="0" flipH="0" flipV="0">
                <a:off x="3621364" y="1465221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2794972" name="TextBox 47"/>
              <p:cNvSpPr txBox="1"/>
              <p:nvPr/>
            </p:nvSpPr>
            <p:spPr bwMode="auto">
              <a:xfrm rot="0" flipH="0" flipV="0">
                <a:off x="3621364" y="1320561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49928316" name="Freeform 49"/>
              <p:cNvSpPr/>
              <p:nvPr/>
            </p:nvSpPr>
            <p:spPr bwMode="auto">
              <a:xfrm rot="0" flipH="0" flipV="0">
                <a:off x="3621364" y="2125503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66441431" name="TextBox 50"/>
              <p:cNvSpPr txBox="1"/>
              <p:nvPr/>
            </p:nvSpPr>
            <p:spPr bwMode="auto">
              <a:xfrm rot="0" flipH="0" flipV="0">
                <a:off x="3621364" y="1980841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38958005" name="Freeform 52"/>
              <p:cNvSpPr/>
              <p:nvPr/>
            </p:nvSpPr>
            <p:spPr bwMode="auto">
              <a:xfrm rot="0" flipH="0" flipV="0">
                <a:off x="3621364" y="2785782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64368516" name="TextBox 53"/>
              <p:cNvSpPr txBox="1"/>
              <p:nvPr/>
            </p:nvSpPr>
            <p:spPr bwMode="auto">
              <a:xfrm rot="0" flipH="0" flipV="0">
                <a:off x="3621364" y="2641121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6629587" name="Freeform 61"/>
              <p:cNvSpPr/>
              <p:nvPr/>
            </p:nvSpPr>
            <p:spPr bwMode="auto">
              <a:xfrm rot="0" flipH="0" flipV="0">
                <a:off x="3621364" y="3443311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53459768" name="TextBox 62"/>
              <p:cNvSpPr txBox="1"/>
              <p:nvPr/>
            </p:nvSpPr>
            <p:spPr bwMode="auto">
              <a:xfrm rot="0" flipH="0" flipV="0">
                <a:off x="3621364" y="3298650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23668759" name="Freeform 64"/>
              <p:cNvSpPr/>
              <p:nvPr/>
            </p:nvSpPr>
            <p:spPr bwMode="auto">
              <a:xfrm rot="0" flipH="0" flipV="0">
                <a:off x="3621364" y="4103595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64354501" name="TextBox 65"/>
              <p:cNvSpPr txBox="1"/>
              <p:nvPr/>
            </p:nvSpPr>
            <p:spPr bwMode="auto">
              <a:xfrm rot="0" flipH="0" flipV="0">
                <a:off x="3621364" y="3958932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19729948" name="Freeform 67"/>
              <p:cNvSpPr/>
              <p:nvPr/>
            </p:nvSpPr>
            <p:spPr bwMode="auto">
              <a:xfrm rot="0" flipH="0" flipV="0">
                <a:off x="3621364" y="4763871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38519380" name="TextBox 68"/>
              <p:cNvSpPr txBox="1"/>
              <p:nvPr/>
            </p:nvSpPr>
            <p:spPr bwMode="auto">
              <a:xfrm rot="0" flipH="0" flipV="0">
                <a:off x="3621364" y="4619211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6620369" name="AutoShape 26"/>
          <p:cNvSpPr/>
          <p:nvPr/>
        </p:nvSpPr>
        <p:spPr bwMode="auto">
          <a:xfrm flipH="1" flipV="1">
            <a:off x="1853766" y="1111781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2959574" name="AutoShape 27"/>
          <p:cNvSpPr/>
          <p:nvPr/>
        </p:nvSpPr>
        <p:spPr bwMode="auto">
          <a:xfrm flipH="1" flipV="1">
            <a:off x="1853766" y="2274966"/>
            <a:ext cx="3248982" cy="90504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5308533" name="AutoShape 28"/>
          <p:cNvSpPr/>
          <p:nvPr/>
        </p:nvSpPr>
        <p:spPr bwMode="auto">
          <a:xfrm flipH="1">
            <a:off x="1853766" y="3438150"/>
            <a:ext cx="324898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4903708" name="AutoShape 29"/>
          <p:cNvSpPr/>
          <p:nvPr/>
        </p:nvSpPr>
        <p:spPr bwMode="auto">
          <a:xfrm flipH="1">
            <a:off x="1834716" y="3693169"/>
            <a:ext cx="3268031" cy="89933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6811679" name="AutoShape 30"/>
          <p:cNvSpPr/>
          <p:nvPr/>
        </p:nvSpPr>
        <p:spPr bwMode="auto">
          <a:xfrm flipH="1">
            <a:off x="1853766" y="3954434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8401496" name="AutoShape 31"/>
          <p:cNvSpPr/>
          <p:nvPr/>
        </p:nvSpPr>
        <p:spPr bwMode="auto">
          <a:xfrm flipH="1" flipV="1">
            <a:off x="6956138" y="3954041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7679063" name="AutoShape 32"/>
          <p:cNvSpPr/>
          <p:nvPr/>
        </p:nvSpPr>
        <p:spPr bwMode="auto">
          <a:xfrm flipH="1" flipV="1">
            <a:off x="6956138" y="3697694"/>
            <a:ext cx="3268031" cy="9152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0210182" name="AutoShape 33"/>
          <p:cNvSpPr/>
          <p:nvPr/>
        </p:nvSpPr>
        <p:spPr bwMode="auto">
          <a:xfrm flipH="1" flipV="1">
            <a:off x="6956138" y="3440723"/>
            <a:ext cx="3268031" cy="90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197332" name="AutoShape 34"/>
          <p:cNvSpPr/>
          <p:nvPr/>
        </p:nvSpPr>
        <p:spPr bwMode="auto">
          <a:xfrm flipH="1">
            <a:off x="6956138" y="2286613"/>
            <a:ext cx="3268031" cy="8971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2405400" name="AutoShape 35"/>
          <p:cNvSpPr/>
          <p:nvPr/>
        </p:nvSpPr>
        <p:spPr bwMode="auto">
          <a:xfrm flipH="1">
            <a:off x="6956138" y="1123429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7034395" name="Freeform 36"/>
          <p:cNvSpPr/>
          <p:nvPr/>
        </p:nvSpPr>
        <p:spPr bwMode="auto">
          <a:xfrm>
            <a:off x="976332" y="67306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30009702" name="Group 37"/>
          <p:cNvGrpSpPr/>
          <p:nvPr/>
        </p:nvGrpSpPr>
        <p:grpSpPr bwMode="auto">
          <a:xfrm>
            <a:off x="5179851" y="2588558"/>
            <a:ext cx="1699185" cy="1699185"/>
            <a:chOff x="0" y="0"/>
            <a:chExt cx="812799" cy="812799"/>
          </a:xfrm>
        </p:grpSpPr>
        <p:sp>
          <p:nvSpPr>
            <p:cNvPr id="435026970" name="Freeform 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2514199" name="TextBox 39"/>
            <p:cNvSpPr txBox="1"/>
            <p:nvPr/>
          </p:nvSpPr>
          <p:spPr bwMode="auto">
            <a:xfrm>
              <a:off x="76198" y="38098"/>
              <a:ext cx="660398" cy="698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</p:grpSp>
      <p:sp>
        <p:nvSpPr>
          <p:cNvPr id="965033798" name="Freeform 41"/>
          <p:cNvSpPr/>
          <p:nvPr/>
        </p:nvSpPr>
        <p:spPr bwMode="auto">
          <a:xfrm>
            <a:off x="976332" y="1836248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7964202" name="Freeform 42"/>
          <p:cNvSpPr/>
          <p:nvPr/>
        </p:nvSpPr>
        <p:spPr bwMode="auto">
          <a:xfrm>
            <a:off x="976332" y="2999433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7961838" name="Freeform 43"/>
          <p:cNvSpPr/>
          <p:nvPr/>
        </p:nvSpPr>
        <p:spPr bwMode="auto">
          <a:xfrm>
            <a:off x="976332" y="4162618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0891542" name="Freeform 44"/>
          <p:cNvSpPr/>
          <p:nvPr/>
        </p:nvSpPr>
        <p:spPr bwMode="auto">
          <a:xfrm>
            <a:off x="976332" y="532580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9986208" name="Freeform 45"/>
          <p:cNvSpPr/>
          <p:nvPr/>
        </p:nvSpPr>
        <p:spPr bwMode="auto">
          <a:xfrm>
            <a:off x="10204163" y="67306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6211681" name="Freeform 46"/>
          <p:cNvSpPr/>
          <p:nvPr/>
        </p:nvSpPr>
        <p:spPr bwMode="auto">
          <a:xfrm>
            <a:off x="10204163" y="1836248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4694647" name="Freeform 47"/>
          <p:cNvSpPr/>
          <p:nvPr/>
        </p:nvSpPr>
        <p:spPr bwMode="auto">
          <a:xfrm>
            <a:off x="10204163" y="2999433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5442323" name="Freeform 48"/>
          <p:cNvSpPr/>
          <p:nvPr/>
        </p:nvSpPr>
        <p:spPr bwMode="auto">
          <a:xfrm>
            <a:off x="10204163" y="4162618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0461159" name="Freeform 49"/>
          <p:cNvSpPr/>
          <p:nvPr/>
        </p:nvSpPr>
        <p:spPr bwMode="auto">
          <a:xfrm>
            <a:off x="10204163" y="532580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973067737" name=""/>
          <p:cNvPicPr>
            <a:picLocks noChangeAspect="1"/>
          </p:cNvPicPr>
          <p:nvPr/>
        </p:nvPicPr>
        <p:blipFill>
          <a:blip r:embed="rId13"/>
          <a:stretch/>
        </p:blipFill>
        <p:spPr bwMode="auto">
          <a:xfrm flipH="0" flipV="0">
            <a:off x="5539398" y="2921447"/>
            <a:ext cx="957006" cy="9570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85380820" name=""/>
          <p:cNvGrpSpPr/>
          <p:nvPr/>
        </p:nvGrpSpPr>
        <p:grpSpPr bwMode="auto">
          <a:xfrm>
            <a:off x="2677149" y="147173"/>
            <a:ext cx="6727359" cy="6503787"/>
            <a:chOff x="0" y="0"/>
            <a:chExt cx="6727359" cy="6503787"/>
          </a:xfrm>
        </p:grpSpPr>
        <p:sp>
          <p:nvSpPr>
            <p:cNvPr id="2143070051" name="TextBox 32"/>
            <p:cNvSpPr txBox="1"/>
            <p:nvPr/>
          </p:nvSpPr>
          <p:spPr bwMode="auto">
            <a:xfrm>
              <a:off x="228054" y="297660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5x5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68664478" name="TextBox 33"/>
            <p:cNvSpPr txBox="1"/>
            <p:nvPr/>
          </p:nvSpPr>
          <p:spPr bwMode="auto">
            <a:xfrm>
              <a:off x="402721" y="78109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47951712" name="AutoShape 34"/>
            <p:cNvSpPr/>
            <p:nvPr/>
          </p:nvSpPr>
          <p:spPr bwMode="auto">
            <a:xfrm>
              <a:off x="3325356" y="948337"/>
              <a:ext cx="0" cy="518683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86377555" name="TextBox 38"/>
            <p:cNvSpPr txBox="1"/>
            <p:nvPr/>
          </p:nvSpPr>
          <p:spPr bwMode="auto">
            <a:xfrm>
              <a:off x="4023900" y="78109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73979721" name="Rectangle: Rounded Corners 12"/>
            <p:cNvSpPr/>
            <p:nvPr/>
          </p:nvSpPr>
          <p:spPr bwMode="auto">
            <a:xfrm flipH="0" flipV="0">
              <a:off x="0" y="0"/>
              <a:ext cx="6727360" cy="650378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51932437" name=""/>
            <p:cNvGrpSpPr/>
            <p:nvPr/>
          </p:nvGrpSpPr>
          <p:grpSpPr bwMode="auto">
            <a:xfrm>
              <a:off x="361400" y="1384495"/>
              <a:ext cx="5927902" cy="4750675"/>
              <a:chOff x="0" y="0"/>
              <a:chExt cx="5927902" cy="4750675"/>
            </a:xfrm>
          </p:grpSpPr>
          <p:sp>
            <p:nvSpPr>
              <p:cNvPr id="1283118363" name="Freeform 30"/>
              <p:cNvSpPr/>
              <p:nvPr/>
            </p:nvSpPr>
            <p:spPr bwMode="auto">
              <a:xfrm rot="0" flipH="0" flipV="0">
                <a:off x="0" y="168765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076571969" name="TextBox 31"/>
              <p:cNvSpPr txBox="1"/>
              <p:nvPr/>
            </p:nvSpPr>
            <p:spPr bwMode="auto">
              <a:xfrm rot="0" flipH="0" flipV="0">
                <a:off x="0" y="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302936932" name="Freeform 36"/>
              <p:cNvSpPr/>
              <p:nvPr/>
            </p:nvSpPr>
            <p:spPr bwMode="auto">
              <a:xfrm rot="0" flipH="0" flipV="0">
                <a:off x="0" y="1134677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498752405" name="TextBox 37"/>
              <p:cNvSpPr txBox="1"/>
              <p:nvPr/>
            </p:nvSpPr>
            <p:spPr bwMode="auto">
              <a:xfrm rot="0" flipH="0" flipV="0">
                <a:off x="0" y="965911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835791110" name="Freeform 40"/>
              <p:cNvSpPr/>
              <p:nvPr/>
            </p:nvSpPr>
            <p:spPr bwMode="auto">
              <a:xfrm rot="0" flipH="0" flipV="0">
                <a:off x="186" y="2100588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793486985" name="TextBox 41"/>
              <p:cNvSpPr txBox="1"/>
              <p:nvPr/>
            </p:nvSpPr>
            <p:spPr bwMode="auto">
              <a:xfrm rot="0" flipH="0" flipV="0">
                <a:off x="186" y="1931823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131751029" name="Freeform 43"/>
              <p:cNvSpPr/>
              <p:nvPr/>
            </p:nvSpPr>
            <p:spPr bwMode="auto">
              <a:xfrm rot="0" flipH="0" flipV="0">
                <a:off x="186" y="306650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608311066" name="TextBox 44"/>
              <p:cNvSpPr txBox="1"/>
              <p:nvPr/>
            </p:nvSpPr>
            <p:spPr bwMode="auto">
              <a:xfrm rot="0" flipH="0" flipV="0">
                <a:off x="186" y="2897734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048046821" name="Freeform 46"/>
              <p:cNvSpPr/>
              <p:nvPr/>
            </p:nvSpPr>
            <p:spPr bwMode="auto">
              <a:xfrm rot="0" flipH="0" flipV="0">
                <a:off x="186" y="403241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633850198" name="TextBox 47"/>
              <p:cNvSpPr txBox="1"/>
              <p:nvPr/>
            </p:nvSpPr>
            <p:spPr bwMode="auto">
              <a:xfrm rot="0" flipH="0" flipV="0">
                <a:off x="186" y="3863644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681736618" name="Freeform 49"/>
              <p:cNvSpPr/>
              <p:nvPr/>
            </p:nvSpPr>
            <p:spPr bwMode="auto">
              <a:xfrm rot="0" flipH="0" flipV="0">
                <a:off x="3621179" y="168765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051752625" name="TextBox 50"/>
              <p:cNvSpPr txBox="1"/>
              <p:nvPr/>
            </p:nvSpPr>
            <p:spPr bwMode="auto">
              <a:xfrm rot="0" flipH="0" flipV="0">
                <a:off x="3621179" y="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39404464" name="Freeform 52"/>
              <p:cNvSpPr/>
              <p:nvPr/>
            </p:nvSpPr>
            <p:spPr bwMode="auto">
              <a:xfrm rot="0" flipH="0" flipV="0">
                <a:off x="3621179" y="1134677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67524191" name="TextBox 53"/>
              <p:cNvSpPr txBox="1"/>
              <p:nvPr/>
            </p:nvSpPr>
            <p:spPr bwMode="auto">
              <a:xfrm rot="0" flipH="0" flipV="0">
                <a:off x="3621179" y="965911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366219339" name="Freeform 55"/>
              <p:cNvSpPr/>
              <p:nvPr/>
            </p:nvSpPr>
            <p:spPr bwMode="auto">
              <a:xfrm rot="0" flipH="0" flipV="0">
                <a:off x="3621363" y="2100588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891442646" name="TextBox 56"/>
              <p:cNvSpPr txBox="1"/>
              <p:nvPr/>
            </p:nvSpPr>
            <p:spPr bwMode="auto">
              <a:xfrm rot="0" flipH="0" flipV="0">
                <a:off x="3621363" y="1931823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142210211" name="Freeform 58"/>
              <p:cNvSpPr/>
              <p:nvPr/>
            </p:nvSpPr>
            <p:spPr bwMode="auto">
              <a:xfrm rot="0" flipH="0" flipV="0">
                <a:off x="3621363" y="306650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827205807" name="TextBox 59"/>
              <p:cNvSpPr txBox="1"/>
              <p:nvPr/>
            </p:nvSpPr>
            <p:spPr bwMode="auto">
              <a:xfrm rot="0" flipH="0" flipV="0">
                <a:off x="3621363" y="2897734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769416448" name="Freeform 61"/>
              <p:cNvSpPr/>
              <p:nvPr/>
            </p:nvSpPr>
            <p:spPr bwMode="auto">
              <a:xfrm rot="0" flipH="0" flipV="0">
                <a:off x="3621363" y="403241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825051581" name="TextBox 62"/>
              <p:cNvSpPr txBox="1"/>
              <p:nvPr/>
            </p:nvSpPr>
            <p:spPr bwMode="auto">
              <a:xfrm rot="0" flipH="0" flipV="0">
                <a:off x="3621363" y="3863644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72121565" name=""/>
          <p:cNvGrpSpPr/>
          <p:nvPr/>
        </p:nvGrpSpPr>
        <p:grpSpPr bwMode="auto">
          <a:xfrm>
            <a:off x="2586197" y="213319"/>
            <a:ext cx="6660904" cy="6369841"/>
            <a:chOff x="0" y="0"/>
            <a:chExt cx="6660904" cy="6369841"/>
          </a:xfrm>
        </p:grpSpPr>
        <p:sp>
          <p:nvSpPr>
            <p:cNvPr id="1090902521" name="TextBox 32"/>
            <p:cNvSpPr txBox="1"/>
            <p:nvPr/>
          </p:nvSpPr>
          <p:spPr bwMode="auto">
            <a:xfrm>
              <a:off x="228055" y="220269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6x6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13658642" name="TextBox 33"/>
            <p:cNvSpPr txBox="1"/>
            <p:nvPr/>
          </p:nvSpPr>
          <p:spPr bwMode="auto">
            <a:xfrm>
              <a:off x="402723" y="70370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08448444" name="AutoShape 34"/>
            <p:cNvSpPr/>
            <p:nvPr/>
          </p:nvSpPr>
          <p:spPr bwMode="auto">
            <a:xfrm>
              <a:off x="3325357" y="870948"/>
              <a:ext cx="0" cy="518683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1220894" name="TextBox 38"/>
            <p:cNvSpPr txBox="1"/>
            <p:nvPr/>
          </p:nvSpPr>
          <p:spPr bwMode="auto">
            <a:xfrm>
              <a:off x="4023900" y="70370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43424853" name="Rectangle: Rounded Corners 12"/>
            <p:cNvSpPr/>
            <p:nvPr/>
          </p:nvSpPr>
          <p:spPr bwMode="auto">
            <a:xfrm flipH="0" flipV="0">
              <a:off x="0" y="0"/>
              <a:ext cx="6660906" cy="636984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37923592" name=""/>
            <p:cNvGrpSpPr/>
            <p:nvPr/>
          </p:nvGrpSpPr>
          <p:grpSpPr bwMode="auto">
            <a:xfrm>
              <a:off x="361404" y="1307106"/>
              <a:ext cx="5927901" cy="4758644"/>
              <a:chOff x="0" y="0"/>
              <a:chExt cx="5927901" cy="4758644"/>
            </a:xfrm>
          </p:grpSpPr>
          <p:sp>
            <p:nvSpPr>
              <p:cNvPr id="1792812786" name="Freeform 30"/>
              <p:cNvSpPr/>
              <p:nvPr/>
            </p:nvSpPr>
            <p:spPr bwMode="auto">
              <a:xfrm rot="0" flipH="0" flipV="0">
                <a:off x="0" y="168765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891002921" name="TextBox 31"/>
              <p:cNvSpPr txBox="1"/>
              <p:nvPr/>
            </p:nvSpPr>
            <p:spPr bwMode="auto">
              <a:xfrm rot="0" flipH="0" flipV="0">
                <a:off x="0" y="0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465636003" name="Freeform 36"/>
              <p:cNvSpPr/>
              <p:nvPr/>
            </p:nvSpPr>
            <p:spPr bwMode="auto">
              <a:xfrm rot="0" flipH="0" flipV="0">
                <a:off x="0" y="963227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722799106" name="TextBox 37"/>
              <p:cNvSpPr txBox="1"/>
              <p:nvPr/>
            </p:nvSpPr>
            <p:spPr bwMode="auto">
              <a:xfrm rot="0" flipH="0" flipV="0">
                <a:off x="0" y="794461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792002631" name="Freeform 40"/>
              <p:cNvSpPr/>
              <p:nvPr/>
            </p:nvSpPr>
            <p:spPr bwMode="auto">
              <a:xfrm rot="0" flipH="0" flipV="0">
                <a:off x="185" y="1753318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934118117" name="TextBox 41"/>
              <p:cNvSpPr txBox="1"/>
              <p:nvPr/>
            </p:nvSpPr>
            <p:spPr bwMode="auto">
              <a:xfrm rot="0" flipH="0" flipV="0">
                <a:off x="185" y="1584553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568170098" name="Freeform 43"/>
              <p:cNvSpPr/>
              <p:nvPr/>
            </p:nvSpPr>
            <p:spPr bwMode="auto">
              <a:xfrm rot="0" flipH="0" flipV="0">
                <a:off x="185" y="2543411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49698567" name="TextBox 44"/>
              <p:cNvSpPr txBox="1"/>
              <p:nvPr/>
            </p:nvSpPr>
            <p:spPr bwMode="auto">
              <a:xfrm rot="0" flipH="0" flipV="0">
                <a:off x="185" y="2374644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410864195" name="Freeform 46"/>
              <p:cNvSpPr/>
              <p:nvPr/>
            </p:nvSpPr>
            <p:spPr bwMode="auto">
              <a:xfrm rot="0" flipH="0" flipV="0">
                <a:off x="185" y="3333503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81448195" name="TextBox 47"/>
              <p:cNvSpPr txBox="1"/>
              <p:nvPr/>
            </p:nvSpPr>
            <p:spPr bwMode="auto">
              <a:xfrm rot="0" flipH="0" flipV="0">
                <a:off x="185" y="3164738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467680218" name="Freeform 49"/>
              <p:cNvSpPr/>
              <p:nvPr/>
            </p:nvSpPr>
            <p:spPr bwMode="auto">
              <a:xfrm rot="0" flipH="0" flipV="0">
                <a:off x="3621177" y="168765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275785526" name="TextBox 50"/>
              <p:cNvSpPr txBox="1"/>
              <p:nvPr/>
            </p:nvSpPr>
            <p:spPr bwMode="auto">
              <a:xfrm rot="0" flipH="0" flipV="0">
                <a:off x="3621177" y="0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525172489" name="Freeform 52"/>
              <p:cNvSpPr/>
              <p:nvPr/>
            </p:nvSpPr>
            <p:spPr bwMode="auto">
              <a:xfrm rot="0" flipH="0" flipV="0">
                <a:off x="3621362" y="1753318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494722117" name="TextBox 53"/>
              <p:cNvSpPr txBox="1"/>
              <p:nvPr/>
            </p:nvSpPr>
            <p:spPr bwMode="auto">
              <a:xfrm rot="0" flipH="0" flipV="0">
                <a:off x="3621362" y="1584553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847256485" name="Freeform 55"/>
              <p:cNvSpPr/>
              <p:nvPr/>
            </p:nvSpPr>
            <p:spPr bwMode="auto">
              <a:xfrm rot="0" flipH="0" flipV="0">
                <a:off x="3621362" y="2543411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485205114" name="TextBox 56"/>
              <p:cNvSpPr txBox="1"/>
              <p:nvPr/>
            </p:nvSpPr>
            <p:spPr bwMode="auto">
              <a:xfrm rot="0" flipH="0" flipV="0">
                <a:off x="3621362" y="2374644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498872435" name="Freeform 58"/>
              <p:cNvSpPr/>
              <p:nvPr/>
            </p:nvSpPr>
            <p:spPr bwMode="auto">
              <a:xfrm rot="0" flipH="0" flipV="0">
                <a:off x="185" y="4123595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835111699" name="TextBox 59"/>
              <p:cNvSpPr txBox="1"/>
              <p:nvPr/>
            </p:nvSpPr>
            <p:spPr bwMode="auto">
              <a:xfrm rot="0" flipH="0" flipV="0">
                <a:off x="185" y="3954830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180138877" name="Freeform 61"/>
              <p:cNvSpPr/>
              <p:nvPr/>
            </p:nvSpPr>
            <p:spPr bwMode="auto">
              <a:xfrm rot="0" flipH="0" flipV="0">
                <a:off x="3621362" y="958856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744434345" name="TextBox 62"/>
              <p:cNvSpPr txBox="1"/>
              <p:nvPr/>
            </p:nvSpPr>
            <p:spPr bwMode="auto">
              <a:xfrm rot="0" flipH="0" flipV="0">
                <a:off x="3621362" y="790092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669390349" name="Freeform 64"/>
              <p:cNvSpPr/>
              <p:nvPr/>
            </p:nvSpPr>
            <p:spPr bwMode="auto">
              <a:xfrm rot="0" flipH="0" flipV="0">
                <a:off x="3621177" y="3333503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95903857" name="TextBox 65"/>
              <p:cNvSpPr txBox="1"/>
              <p:nvPr/>
            </p:nvSpPr>
            <p:spPr bwMode="auto">
              <a:xfrm rot="0" flipH="0" flipV="0">
                <a:off x="3621177" y="3164738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875081661" name="Freeform 67"/>
              <p:cNvSpPr/>
              <p:nvPr/>
            </p:nvSpPr>
            <p:spPr bwMode="auto">
              <a:xfrm rot="0" flipH="0" flipV="0">
                <a:off x="3621177" y="4123595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720010201" name="TextBox 68"/>
              <p:cNvSpPr txBox="1"/>
              <p:nvPr/>
            </p:nvSpPr>
            <p:spPr bwMode="auto">
              <a:xfrm rot="0" flipH="0" flipV="0">
                <a:off x="3621177" y="3954830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41762988" name=""/>
          <p:cNvGrpSpPr/>
          <p:nvPr/>
        </p:nvGrpSpPr>
        <p:grpSpPr bwMode="auto">
          <a:xfrm>
            <a:off x="2662265" y="236470"/>
            <a:ext cx="6727358" cy="6474022"/>
            <a:chOff x="0" y="0"/>
            <a:chExt cx="6727358" cy="6474022"/>
          </a:xfrm>
        </p:grpSpPr>
        <p:sp>
          <p:nvSpPr>
            <p:cNvPr id="1252476722" name="TextBox 32"/>
            <p:cNvSpPr txBox="1"/>
            <p:nvPr/>
          </p:nvSpPr>
          <p:spPr bwMode="auto">
            <a:xfrm>
              <a:off x="228054" y="288731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7x7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07041131" name="TextBox 33"/>
            <p:cNvSpPr txBox="1"/>
            <p:nvPr/>
          </p:nvSpPr>
          <p:spPr bwMode="auto">
            <a:xfrm>
              <a:off x="402723" y="77216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52181941" name="AutoShape 34"/>
            <p:cNvSpPr/>
            <p:nvPr/>
          </p:nvSpPr>
          <p:spPr bwMode="auto">
            <a:xfrm>
              <a:off x="3325356" y="1034658"/>
              <a:ext cx="0" cy="518683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13411948" name="TextBox 38"/>
            <p:cNvSpPr txBox="1"/>
            <p:nvPr/>
          </p:nvSpPr>
          <p:spPr bwMode="auto">
            <a:xfrm>
              <a:off x="4023900" y="77216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22424913" name="Rectangle: Rounded Corners 12"/>
            <p:cNvSpPr/>
            <p:nvPr/>
          </p:nvSpPr>
          <p:spPr bwMode="auto">
            <a:xfrm flipH="0" flipV="0">
              <a:off x="0" y="0"/>
              <a:ext cx="6727359" cy="6474023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478467139" name=""/>
            <p:cNvGrpSpPr/>
            <p:nvPr/>
          </p:nvGrpSpPr>
          <p:grpSpPr bwMode="auto">
            <a:xfrm>
              <a:off x="361401" y="1469685"/>
              <a:ext cx="5927902" cy="4599680"/>
              <a:chOff x="0" y="0"/>
              <a:chExt cx="5927902" cy="4599680"/>
            </a:xfrm>
          </p:grpSpPr>
          <p:sp>
            <p:nvSpPr>
              <p:cNvPr id="2083217307" name="Freeform 30"/>
              <p:cNvSpPr/>
              <p:nvPr/>
            </p:nvSpPr>
            <p:spPr bwMode="auto">
              <a:xfrm rot="0" flipH="0" flipV="0">
                <a:off x="0" y="169896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22932514" name="TextBox 31"/>
              <p:cNvSpPr txBox="1"/>
              <p:nvPr/>
            </p:nvSpPr>
            <p:spPr bwMode="auto">
              <a:xfrm rot="0" flipH="0" flipV="0">
                <a:off x="0" y="1130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112 000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49818349" name="Freeform 36"/>
              <p:cNvSpPr/>
              <p:nvPr/>
            </p:nvSpPr>
            <p:spPr bwMode="auto">
              <a:xfrm rot="0" flipH="0" flipV="0">
                <a:off x="0" y="816521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73759931" name="TextBox 37"/>
              <p:cNvSpPr txBox="1"/>
              <p:nvPr/>
            </p:nvSpPr>
            <p:spPr bwMode="auto">
              <a:xfrm rot="0" flipH="0" flipV="0">
                <a:off x="0" y="647755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04284252" name="Freeform 40"/>
              <p:cNvSpPr/>
              <p:nvPr/>
            </p:nvSpPr>
            <p:spPr bwMode="auto">
              <a:xfrm rot="0" flipH="0" flipV="0">
                <a:off x="186" y="1465404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16351426" name="TextBox 41"/>
              <p:cNvSpPr txBox="1"/>
              <p:nvPr/>
            </p:nvSpPr>
            <p:spPr bwMode="auto">
              <a:xfrm rot="0" flipH="0" flipV="0">
                <a:off x="186" y="1296639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112 000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25158599" name="Freeform 43"/>
              <p:cNvSpPr/>
              <p:nvPr/>
            </p:nvSpPr>
            <p:spPr bwMode="auto">
              <a:xfrm rot="0" flipH="0" flipV="0">
                <a:off x="186" y="2114292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41030179" name="TextBox 44"/>
              <p:cNvSpPr txBox="1"/>
              <p:nvPr/>
            </p:nvSpPr>
            <p:spPr bwMode="auto">
              <a:xfrm rot="0" flipH="0" flipV="0">
                <a:off x="186" y="1945526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8350323" name="Freeform 46"/>
              <p:cNvSpPr/>
              <p:nvPr/>
            </p:nvSpPr>
            <p:spPr bwMode="auto">
              <a:xfrm rot="0" flipH="0" flipV="0">
                <a:off x="186" y="2763177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96137121" name="TextBox 47"/>
              <p:cNvSpPr txBox="1"/>
              <p:nvPr/>
            </p:nvSpPr>
            <p:spPr bwMode="auto">
              <a:xfrm rot="0" flipH="0" flipV="0">
                <a:off x="186" y="2594410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64478581" name="Freeform 49"/>
              <p:cNvSpPr/>
              <p:nvPr/>
            </p:nvSpPr>
            <p:spPr bwMode="auto">
              <a:xfrm rot="0" flipH="0" flipV="0">
                <a:off x="186" y="3412061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73168605" name="TextBox 50"/>
              <p:cNvSpPr txBox="1"/>
              <p:nvPr/>
            </p:nvSpPr>
            <p:spPr bwMode="auto">
              <a:xfrm rot="0" flipH="0" flipV="0">
                <a:off x="186" y="3243295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67472801" name="Freeform 52"/>
              <p:cNvSpPr/>
              <p:nvPr/>
            </p:nvSpPr>
            <p:spPr bwMode="auto">
              <a:xfrm rot="0" flipH="0" flipV="0">
                <a:off x="0" y="4060947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14031951" name="TextBox 53"/>
              <p:cNvSpPr txBox="1"/>
              <p:nvPr/>
            </p:nvSpPr>
            <p:spPr bwMode="auto">
              <a:xfrm rot="0" flipH="0" flipV="0">
                <a:off x="0" y="3892181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6628763" name="Freeform 55"/>
              <p:cNvSpPr/>
              <p:nvPr/>
            </p:nvSpPr>
            <p:spPr bwMode="auto">
              <a:xfrm rot="0" flipH="0" flipV="0">
                <a:off x="3621178" y="168765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44112505" name="TextBox 56"/>
              <p:cNvSpPr txBox="1"/>
              <p:nvPr/>
            </p:nvSpPr>
            <p:spPr bwMode="auto">
              <a:xfrm rot="0" flipH="0" flipV="0">
                <a:off x="3621178" y="0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0565787" name="Freeform 58"/>
              <p:cNvSpPr/>
              <p:nvPr/>
            </p:nvSpPr>
            <p:spPr bwMode="auto">
              <a:xfrm rot="0" flipH="0" flipV="0">
                <a:off x="3621178" y="815389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30923961" name="TextBox 59"/>
              <p:cNvSpPr txBox="1"/>
              <p:nvPr/>
            </p:nvSpPr>
            <p:spPr bwMode="auto">
              <a:xfrm rot="0" flipH="0" flipV="0">
                <a:off x="3621178" y="646623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77669934" name="Freeform 61"/>
              <p:cNvSpPr/>
              <p:nvPr/>
            </p:nvSpPr>
            <p:spPr bwMode="auto">
              <a:xfrm rot="0" flipH="0" flipV="0">
                <a:off x="3621363" y="1464276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07540080" name="TextBox 62"/>
              <p:cNvSpPr txBox="1"/>
              <p:nvPr/>
            </p:nvSpPr>
            <p:spPr bwMode="auto">
              <a:xfrm rot="0" flipH="0" flipV="0">
                <a:off x="3621363" y="1295510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65196113" name="Freeform 64"/>
              <p:cNvSpPr/>
              <p:nvPr/>
            </p:nvSpPr>
            <p:spPr bwMode="auto">
              <a:xfrm rot="0" flipH="0" flipV="0">
                <a:off x="3621363" y="2113161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46766539" name="TextBox 65"/>
              <p:cNvSpPr txBox="1"/>
              <p:nvPr/>
            </p:nvSpPr>
            <p:spPr bwMode="auto">
              <a:xfrm rot="0" flipH="0" flipV="0">
                <a:off x="3621363" y="1944394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25230604" name="Freeform 67"/>
              <p:cNvSpPr/>
              <p:nvPr/>
            </p:nvSpPr>
            <p:spPr bwMode="auto">
              <a:xfrm rot="0" flipH="0" flipV="0">
                <a:off x="3621363" y="2762047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08081906" name="TextBox 68"/>
              <p:cNvSpPr txBox="1"/>
              <p:nvPr/>
            </p:nvSpPr>
            <p:spPr bwMode="auto">
              <a:xfrm rot="0" flipH="0" flipV="0">
                <a:off x="3621363" y="2593281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25061290" name="Freeform 70"/>
              <p:cNvSpPr/>
              <p:nvPr/>
            </p:nvSpPr>
            <p:spPr bwMode="auto">
              <a:xfrm rot="0" flipH="0" flipV="0">
                <a:off x="3621363" y="3410930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92647273" name="TextBox 71"/>
              <p:cNvSpPr txBox="1"/>
              <p:nvPr/>
            </p:nvSpPr>
            <p:spPr bwMode="auto">
              <a:xfrm rot="0" flipH="0" flipV="0">
                <a:off x="3621363" y="3242164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83010498" name="Freeform 73"/>
              <p:cNvSpPr/>
              <p:nvPr/>
            </p:nvSpPr>
            <p:spPr bwMode="auto">
              <a:xfrm rot="0" flipH="0" flipV="0">
                <a:off x="3621178" y="4059816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73996810" name="TextBox 74"/>
              <p:cNvSpPr txBox="1"/>
              <p:nvPr/>
            </p:nvSpPr>
            <p:spPr bwMode="auto">
              <a:xfrm rot="0" flipH="0" flipV="0">
                <a:off x="3621178" y="3891051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34668003" name=""/>
          <p:cNvGrpSpPr/>
          <p:nvPr/>
        </p:nvGrpSpPr>
        <p:grpSpPr bwMode="auto">
          <a:xfrm>
            <a:off x="2824323" y="221587"/>
            <a:ext cx="6638754" cy="6488905"/>
            <a:chOff x="0" y="0"/>
            <a:chExt cx="6638754" cy="6488905"/>
          </a:xfrm>
        </p:grpSpPr>
        <p:sp>
          <p:nvSpPr>
            <p:cNvPr id="1462372750" name="TextBox 32"/>
            <p:cNvSpPr txBox="1"/>
            <p:nvPr/>
          </p:nvSpPr>
          <p:spPr bwMode="auto">
            <a:xfrm>
              <a:off x="228055" y="282777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8x8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97001895" name="TextBox 33"/>
            <p:cNvSpPr txBox="1"/>
            <p:nvPr/>
          </p:nvSpPr>
          <p:spPr bwMode="auto">
            <a:xfrm>
              <a:off x="402723" y="766207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70897259" name="TextBox 38"/>
            <p:cNvSpPr txBox="1"/>
            <p:nvPr/>
          </p:nvSpPr>
          <p:spPr bwMode="auto">
            <a:xfrm>
              <a:off x="4023900" y="766207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33553967" name="Rectangle: Rounded Corners 12"/>
            <p:cNvSpPr/>
            <p:nvPr/>
          </p:nvSpPr>
          <p:spPr bwMode="auto">
            <a:xfrm flipH="0" flipV="0">
              <a:off x="0" y="0"/>
              <a:ext cx="6638755" cy="6488906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318054359" name=""/>
            <p:cNvGrpSpPr/>
            <p:nvPr/>
          </p:nvGrpSpPr>
          <p:grpSpPr bwMode="auto">
            <a:xfrm>
              <a:off x="342155" y="1123956"/>
              <a:ext cx="5947148" cy="4952982"/>
              <a:chOff x="0" y="0"/>
              <a:chExt cx="5947148" cy="4952982"/>
            </a:xfrm>
          </p:grpSpPr>
          <p:sp>
            <p:nvSpPr>
              <p:cNvPr id="1822653411" name="Freeform 30"/>
              <p:cNvSpPr/>
              <p:nvPr/>
            </p:nvSpPr>
            <p:spPr bwMode="auto">
              <a:xfrm rot="0" flipH="0" flipV="0">
                <a:off x="0" y="418299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35199954" name="TextBox 31"/>
              <p:cNvSpPr txBox="1"/>
              <p:nvPr/>
            </p:nvSpPr>
            <p:spPr bwMode="auto">
              <a:xfrm rot="0" flipH="0" flipV="0">
                <a:off x="0" y="273639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39536932" name="AutoShape 34"/>
              <p:cNvSpPr/>
              <p:nvPr/>
            </p:nvSpPr>
            <p:spPr bwMode="auto">
              <a:xfrm>
                <a:off x="2983199" y="0"/>
                <a:ext cx="0" cy="4948852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197171662" name="Freeform 36"/>
              <p:cNvSpPr/>
              <p:nvPr/>
            </p:nvSpPr>
            <p:spPr bwMode="auto">
              <a:xfrm rot="0" flipH="0" flipV="0">
                <a:off x="0" y="989818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01035804" name="TextBox 37"/>
              <p:cNvSpPr txBox="1"/>
              <p:nvPr/>
            </p:nvSpPr>
            <p:spPr bwMode="auto">
              <a:xfrm rot="0" flipH="0" flipV="0">
                <a:off x="0" y="845157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40793180" name="Freeform 40"/>
              <p:cNvSpPr/>
              <p:nvPr/>
            </p:nvSpPr>
            <p:spPr bwMode="auto">
              <a:xfrm rot="0" flipH="0" flipV="0">
                <a:off x="185" y="1564570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55497736" name="TextBox 41"/>
              <p:cNvSpPr txBox="1"/>
              <p:nvPr/>
            </p:nvSpPr>
            <p:spPr bwMode="auto">
              <a:xfrm rot="0" flipH="0" flipV="0">
                <a:off x="185" y="1419910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45078658" name="Freeform 43"/>
              <p:cNvSpPr/>
              <p:nvPr/>
            </p:nvSpPr>
            <p:spPr bwMode="auto">
              <a:xfrm rot="0" flipH="0" flipV="0">
                <a:off x="185" y="2139321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28587656" name="TextBox 44"/>
              <p:cNvSpPr txBox="1"/>
              <p:nvPr/>
            </p:nvSpPr>
            <p:spPr bwMode="auto">
              <a:xfrm rot="0" flipH="0" flipV="0">
                <a:off x="185" y="1994659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98246255" name="Freeform 46"/>
              <p:cNvSpPr/>
              <p:nvPr/>
            </p:nvSpPr>
            <p:spPr bwMode="auto">
              <a:xfrm rot="0" flipH="0" flipV="0">
                <a:off x="185" y="2714074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84644443" name="TextBox 47"/>
              <p:cNvSpPr txBox="1"/>
              <p:nvPr/>
            </p:nvSpPr>
            <p:spPr bwMode="auto">
              <a:xfrm rot="0" flipH="0" flipV="0">
                <a:off x="185" y="2569413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17461420" name="Freeform 49"/>
              <p:cNvSpPr/>
              <p:nvPr/>
            </p:nvSpPr>
            <p:spPr bwMode="auto">
              <a:xfrm rot="0" flipH="0" flipV="0">
                <a:off x="185" y="3288827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1520049" name="TextBox 50"/>
              <p:cNvSpPr txBox="1"/>
              <p:nvPr/>
            </p:nvSpPr>
            <p:spPr bwMode="auto">
              <a:xfrm rot="0" flipH="0" flipV="0">
                <a:off x="185" y="3144166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55511399" name="Freeform 52"/>
              <p:cNvSpPr/>
              <p:nvPr/>
            </p:nvSpPr>
            <p:spPr bwMode="auto">
              <a:xfrm rot="0" flipH="0" flipV="0">
                <a:off x="0" y="3863581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51757457" name="TextBox 53"/>
              <p:cNvSpPr txBox="1"/>
              <p:nvPr/>
            </p:nvSpPr>
            <p:spPr bwMode="auto">
              <a:xfrm rot="0" flipH="0" flipV="0">
                <a:off x="0" y="3718920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71697884" name="Freeform 55"/>
              <p:cNvSpPr/>
              <p:nvPr/>
            </p:nvSpPr>
            <p:spPr bwMode="auto">
              <a:xfrm rot="0" flipH="0" flipV="0">
                <a:off x="3640424" y="417222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41296636" name="TextBox 56"/>
              <p:cNvSpPr txBox="1"/>
              <p:nvPr/>
            </p:nvSpPr>
            <p:spPr bwMode="auto">
              <a:xfrm rot="0" flipH="0" flipV="0">
                <a:off x="3640424" y="272561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46740951" name="Freeform 58"/>
              <p:cNvSpPr/>
              <p:nvPr/>
            </p:nvSpPr>
            <p:spPr bwMode="auto">
              <a:xfrm rot="0" flipH="0" flipV="0">
                <a:off x="3640424" y="988740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7678942" name="TextBox 59"/>
              <p:cNvSpPr txBox="1"/>
              <p:nvPr/>
            </p:nvSpPr>
            <p:spPr bwMode="auto">
              <a:xfrm rot="0" flipH="0" flipV="0">
                <a:off x="3640424" y="844078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32302361" name="Freeform 61"/>
              <p:cNvSpPr/>
              <p:nvPr/>
            </p:nvSpPr>
            <p:spPr bwMode="auto">
              <a:xfrm rot="0" flipH="0" flipV="0">
                <a:off x="3640609" y="1563491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04721931" name="TextBox 62"/>
              <p:cNvSpPr txBox="1"/>
              <p:nvPr/>
            </p:nvSpPr>
            <p:spPr bwMode="auto">
              <a:xfrm rot="0" flipH="0" flipV="0">
                <a:off x="3640609" y="1418831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94775324" name="Freeform 64"/>
              <p:cNvSpPr/>
              <p:nvPr/>
            </p:nvSpPr>
            <p:spPr bwMode="auto">
              <a:xfrm rot="0" flipH="0" flipV="0">
                <a:off x="3640609" y="2138245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37489111" name="TextBox 65"/>
              <p:cNvSpPr txBox="1"/>
              <p:nvPr/>
            </p:nvSpPr>
            <p:spPr bwMode="auto">
              <a:xfrm rot="0" flipH="0" flipV="0">
                <a:off x="3640609" y="1993584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92576605" name="Freeform 67"/>
              <p:cNvSpPr/>
              <p:nvPr/>
            </p:nvSpPr>
            <p:spPr bwMode="auto">
              <a:xfrm rot="0" flipH="0" flipV="0">
                <a:off x="3640609" y="2712996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94478797" name="TextBox 68"/>
              <p:cNvSpPr txBox="1"/>
              <p:nvPr/>
            </p:nvSpPr>
            <p:spPr bwMode="auto">
              <a:xfrm rot="0" flipH="0" flipV="0">
                <a:off x="3640609" y="2568335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85741555" name="Freeform 70"/>
              <p:cNvSpPr/>
              <p:nvPr/>
            </p:nvSpPr>
            <p:spPr bwMode="auto">
              <a:xfrm rot="0" flipH="0" flipV="0">
                <a:off x="3621366" y="3287748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1390983" name="TextBox 71"/>
              <p:cNvSpPr txBox="1"/>
              <p:nvPr/>
            </p:nvSpPr>
            <p:spPr bwMode="auto">
              <a:xfrm rot="0" flipH="0" flipV="0">
                <a:off x="3621366" y="3143088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89746898" name="Freeform 73"/>
              <p:cNvSpPr/>
              <p:nvPr/>
            </p:nvSpPr>
            <p:spPr bwMode="auto">
              <a:xfrm rot="0" flipH="0" flipV="0">
                <a:off x="3621177" y="3862501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6214401" name="TextBox 74"/>
              <p:cNvSpPr txBox="1"/>
              <p:nvPr/>
            </p:nvSpPr>
            <p:spPr bwMode="auto">
              <a:xfrm rot="0" flipH="0" flipV="0">
                <a:off x="3621177" y="3717839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09887718" name="Freeform 76"/>
              <p:cNvSpPr/>
              <p:nvPr/>
            </p:nvSpPr>
            <p:spPr bwMode="auto">
              <a:xfrm rot="0" flipH="0" flipV="0">
                <a:off x="185" y="4438332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12068844" name="TextBox 77"/>
              <p:cNvSpPr txBox="1"/>
              <p:nvPr/>
            </p:nvSpPr>
            <p:spPr bwMode="auto">
              <a:xfrm rot="0" flipH="0" flipV="0">
                <a:off x="185" y="4293669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94425773" name="Freeform 79"/>
              <p:cNvSpPr/>
              <p:nvPr/>
            </p:nvSpPr>
            <p:spPr bwMode="auto">
              <a:xfrm rot="0" flipH="0" flipV="0">
                <a:off x="3621366" y="4437252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26945689" name="TextBox 80"/>
              <p:cNvSpPr txBox="1"/>
              <p:nvPr/>
            </p:nvSpPr>
            <p:spPr bwMode="auto">
              <a:xfrm rot="0" flipH="0" flipV="0">
                <a:off x="3621366" y="4292591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2072955" name="AutoShape 26"/>
          <p:cNvSpPr/>
          <p:nvPr/>
        </p:nvSpPr>
        <p:spPr bwMode="auto">
          <a:xfrm flipH="1">
            <a:off x="1278095" y="2747750"/>
            <a:ext cx="1561735" cy="68669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9900420" name="Freeform 27"/>
          <p:cNvSpPr/>
          <p:nvPr/>
        </p:nvSpPr>
        <p:spPr bwMode="auto">
          <a:xfrm>
            <a:off x="837991" y="331115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4" y="0"/>
                </a:lnTo>
                <a:lnTo>
                  <a:pt x="440104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6088315" name="Freeform 28"/>
          <p:cNvSpPr/>
          <p:nvPr/>
        </p:nvSpPr>
        <p:spPr bwMode="auto">
          <a:xfrm>
            <a:off x="2839832" y="331115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4602354" name="Freeform 29"/>
          <p:cNvSpPr/>
          <p:nvPr/>
        </p:nvSpPr>
        <p:spPr bwMode="auto">
          <a:xfrm>
            <a:off x="2839832" y="375125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9494060" name="Freeform 30"/>
          <p:cNvSpPr/>
          <p:nvPr/>
        </p:nvSpPr>
        <p:spPr bwMode="auto">
          <a:xfrm>
            <a:off x="2839832" y="4191363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9651688" name="Freeform 31"/>
          <p:cNvSpPr/>
          <p:nvPr/>
        </p:nvSpPr>
        <p:spPr bwMode="auto">
          <a:xfrm>
            <a:off x="2839832" y="2430941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2832454" name="Freeform 32"/>
          <p:cNvSpPr/>
          <p:nvPr/>
        </p:nvSpPr>
        <p:spPr bwMode="auto">
          <a:xfrm>
            <a:off x="2839832" y="2871047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489129" name="AutoShape 33"/>
          <p:cNvSpPr/>
          <p:nvPr/>
        </p:nvSpPr>
        <p:spPr bwMode="auto">
          <a:xfrm flipH="1">
            <a:off x="1278095" y="3139479"/>
            <a:ext cx="1561735" cy="34334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7640241" name="AutoShape 34"/>
          <p:cNvSpPr/>
          <p:nvPr/>
        </p:nvSpPr>
        <p:spPr bwMode="auto">
          <a:xfrm flipH="1">
            <a:off x="1278095" y="3531205"/>
            <a:ext cx="1561735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8255513" name="AutoShape 35"/>
          <p:cNvSpPr/>
          <p:nvPr/>
        </p:nvSpPr>
        <p:spPr bwMode="auto">
          <a:xfrm flipH="1" flipV="1">
            <a:off x="1278095" y="3585559"/>
            <a:ext cx="1561735" cy="38575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4929182" name="AutoShape 36"/>
          <p:cNvSpPr/>
          <p:nvPr/>
        </p:nvSpPr>
        <p:spPr bwMode="auto">
          <a:xfrm flipH="1" flipV="1">
            <a:off x="1278095" y="3627963"/>
            <a:ext cx="1561735" cy="68669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2888449" name="Freeform 37"/>
          <p:cNvSpPr/>
          <p:nvPr/>
        </p:nvSpPr>
        <p:spPr bwMode="auto">
          <a:xfrm>
            <a:off x="5084541" y="1339079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7275775" name="Freeform 38"/>
          <p:cNvSpPr/>
          <p:nvPr/>
        </p:nvSpPr>
        <p:spPr bwMode="auto">
          <a:xfrm>
            <a:off x="5084541" y="177918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6003689" name="Freeform 39"/>
          <p:cNvSpPr/>
          <p:nvPr/>
        </p:nvSpPr>
        <p:spPr bwMode="auto">
          <a:xfrm>
            <a:off x="5084541" y="2219289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5938451" name="Freeform 40"/>
          <p:cNvSpPr/>
          <p:nvPr/>
        </p:nvSpPr>
        <p:spPr bwMode="auto">
          <a:xfrm>
            <a:off x="5084541" y="458870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4"/>
                </a:lnTo>
                <a:lnTo>
                  <a:pt x="0" y="44010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8850482" name="Freeform 41"/>
          <p:cNvSpPr/>
          <p:nvPr/>
        </p:nvSpPr>
        <p:spPr bwMode="auto">
          <a:xfrm>
            <a:off x="5084541" y="89897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2114953" name="Freeform 42"/>
          <p:cNvSpPr/>
          <p:nvPr/>
        </p:nvSpPr>
        <p:spPr bwMode="auto">
          <a:xfrm>
            <a:off x="5972240" y="528240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4"/>
                </a:lnTo>
                <a:lnTo>
                  <a:pt x="0" y="44010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631547" name="Freeform 43"/>
          <p:cNvSpPr/>
          <p:nvPr/>
        </p:nvSpPr>
        <p:spPr bwMode="auto">
          <a:xfrm>
            <a:off x="5972240" y="572250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6309346" name="Freeform 44"/>
          <p:cNvSpPr/>
          <p:nvPr/>
        </p:nvSpPr>
        <p:spPr bwMode="auto">
          <a:xfrm>
            <a:off x="5972240" y="6162613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8249318" name="Freeform 45"/>
          <p:cNvSpPr/>
          <p:nvPr/>
        </p:nvSpPr>
        <p:spPr bwMode="auto">
          <a:xfrm>
            <a:off x="5972240" y="440219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6722626" name="Freeform 46"/>
          <p:cNvSpPr/>
          <p:nvPr/>
        </p:nvSpPr>
        <p:spPr bwMode="auto">
          <a:xfrm>
            <a:off x="5972240" y="4842299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3860476" name="Freeform 47"/>
          <p:cNvSpPr/>
          <p:nvPr/>
        </p:nvSpPr>
        <p:spPr bwMode="auto">
          <a:xfrm>
            <a:off x="7424673" y="2751293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6705539" name="Freeform 48"/>
          <p:cNvSpPr/>
          <p:nvPr/>
        </p:nvSpPr>
        <p:spPr bwMode="auto">
          <a:xfrm>
            <a:off x="7424673" y="319139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5738247" name="Freeform 49"/>
          <p:cNvSpPr/>
          <p:nvPr/>
        </p:nvSpPr>
        <p:spPr bwMode="auto">
          <a:xfrm>
            <a:off x="7424673" y="363150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9629081" name="Freeform 50"/>
          <p:cNvSpPr/>
          <p:nvPr/>
        </p:nvSpPr>
        <p:spPr bwMode="auto">
          <a:xfrm>
            <a:off x="7424673" y="1871083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217061" name="Freeform 51"/>
          <p:cNvSpPr/>
          <p:nvPr/>
        </p:nvSpPr>
        <p:spPr bwMode="auto">
          <a:xfrm>
            <a:off x="7424673" y="231118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6906854" name="Freeform 52"/>
          <p:cNvSpPr/>
          <p:nvPr/>
        </p:nvSpPr>
        <p:spPr bwMode="auto">
          <a:xfrm>
            <a:off x="10659955" y="151668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9188943" name="Freeform 53"/>
          <p:cNvSpPr/>
          <p:nvPr/>
        </p:nvSpPr>
        <p:spPr bwMode="auto">
          <a:xfrm>
            <a:off x="10659955" y="195679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4012484" name="Freeform 54"/>
          <p:cNvSpPr/>
          <p:nvPr/>
        </p:nvSpPr>
        <p:spPr bwMode="auto">
          <a:xfrm>
            <a:off x="10659955" y="2396899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7877252" name="Freeform 55"/>
          <p:cNvSpPr/>
          <p:nvPr/>
        </p:nvSpPr>
        <p:spPr bwMode="auto">
          <a:xfrm>
            <a:off x="10659955" y="63647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912724" name="Freeform 56"/>
          <p:cNvSpPr/>
          <p:nvPr/>
        </p:nvSpPr>
        <p:spPr bwMode="auto">
          <a:xfrm>
            <a:off x="10659955" y="107658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8157951" name="Freeform 57"/>
          <p:cNvSpPr/>
          <p:nvPr/>
        </p:nvSpPr>
        <p:spPr bwMode="auto">
          <a:xfrm>
            <a:off x="9988600" y="4323695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4"/>
                </a:lnTo>
                <a:lnTo>
                  <a:pt x="0" y="440104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1384447" name="Freeform 58"/>
          <p:cNvSpPr/>
          <p:nvPr/>
        </p:nvSpPr>
        <p:spPr bwMode="auto">
          <a:xfrm>
            <a:off x="9988600" y="4763799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7681884" name="Freeform 59"/>
          <p:cNvSpPr/>
          <p:nvPr/>
        </p:nvSpPr>
        <p:spPr bwMode="auto">
          <a:xfrm>
            <a:off x="9988600" y="520390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911400" name="Freeform 60"/>
          <p:cNvSpPr/>
          <p:nvPr/>
        </p:nvSpPr>
        <p:spPr bwMode="auto">
          <a:xfrm>
            <a:off x="9988600" y="3443485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1244351" name="Freeform 61"/>
          <p:cNvSpPr/>
          <p:nvPr/>
        </p:nvSpPr>
        <p:spPr bwMode="auto">
          <a:xfrm>
            <a:off x="9988600" y="3883590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4371284" name="AutoShape 62"/>
          <p:cNvSpPr/>
          <p:nvPr/>
        </p:nvSpPr>
        <p:spPr bwMode="auto">
          <a:xfrm flipH="1">
            <a:off x="3264660" y="898974"/>
            <a:ext cx="1835156" cy="197207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1848934" name="AutoShape 63"/>
          <p:cNvSpPr/>
          <p:nvPr/>
        </p:nvSpPr>
        <p:spPr bwMode="auto">
          <a:xfrm flipH="1">
            <a:off x="3279938" y="1312353"/>
            <a:ext cx="1804601" cy="158541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1929073" name="AutoShape 64"/>
          <p:cNvSpPr/>
          <p:nvPr/>
        </p:nvSpPr>
        <p:spPr bwMode="auto">
          <a:xfrm flipH="1">
            <a:off x="3279938" y="1709313"/>
            <a:ext cx="1804601" cy="123160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6677212" name="AutoShape 65"/>
          <p:cNvSpPr/>
          <p:nvPr/>
        </p:nvSpPr>
        <p:spPr bwMode="auto">
          <a:xfrm flipH="1">
            <a:off x="3279938" y="2106274"/>
            <a:ext cx="1804601" cy="87778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1013910" name="AutoShape 66"/>
          <p:cNvSpPr/>
          <p:nvPr/>
        </p:nvSpPr>
        <p:spPr bwMode="auto">
          <a:xfrm flipH="1">
            <a:off x="3279938" y="2503234"/>
            <a:ext cx="1804601" cy="52397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7319382" name="AutoShape 67"/>
          <p:cNvSpPr/>
          <p:nvPr/>
        </p:nvSpPr>
        <p:spPr bwMode="auto">
          <a:xfrm flipH="1">
            <a:off x="3279938" y="2160253"/>
            <a:ext cx="4144734" cy="130183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8877763" name="AutoShape 68"/>
          <p:cNvSpPr/>
          <p:nvPr/>
        </p:nvSpPr>
        <p:spPr bwMode="auto">
          <a:xfrm flipH="1">
            <a:off x="3279938" y="2579235"/>
            <a:ext cx="4144734" cy="90397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5930375" name="AutoShape 69"/>
          <p:cNvSpPr/>
          <p:nvPr/>
        </p:nvSpPr>
        <p:spPr bwMode="auto">
          <a:xfrm flipH="1">
            <a:off x="3279938" y="2998216"/>
            <a:ext cx="4144734" cy="50611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373057" name="AutoShape 70"/>
          <p:cNvSpPr/>
          <p:nvPr/>
        </p:nvSpPr>
        <p:spPr bwMode="auto">
          <a:xfrm flipH="1">
            <a:off x="3279938" y="3417198"/>
            <a:ext cx="4144734" cy="10825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271027" name="AutoShape 71"/>
          <p:cNvSpPr/>
          <p:nvPr/>
        </p:nvSpPr>
        <p:spPr bwMode="auto">
          <a:xfrm flipH="1" flipV="1">
            <a:off x="3279938" y="3546581"/>
            <a:ext cx="4144734" cy="28959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6993756" name="AutoShape 72"/>
          <p:cNvSpPr/>
          <p:nvPr/>
        </p:nvSpPr>
        <p:spPr bwMode="auto">
          <a:xfrm flipH="1" flipV="1">
            <a:off x="3279938" y="4426225"/>
            <a:ext cx="2692301" cy="18120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9137452" name="AutoShape 73"/>
          <p:cNvSpPr/>
          <p:nvPr/>
        </p:nvSpPr>
        <p:spPr bwMode="auto">
          <a:xfrm flipH="1" flipV="1">
            <a:off x="3279938" y="4457143"/>
            <a:ext cx="2692301" cy="55947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1914794" name="AutoShape 74"/>
          <p:cNvSpPr/>
          <p:nvPr/>
        </p:nvSpPr>
        <p:spPr bwMode="auto">
          <a:xfrm flipH="1" flipV="1">
            <a:off x="3279938" y="4488059"/>
            <a:ext cx="2692301" cy="93774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2562701" name="AutoShape 75"/>
          <p:cNvSpPr/>
          <p:nvPr/>
        </p:nvSpPr>
        <p:spPr bwMode="auto">
          <a:xfrm flipH="1" flipV="1">
            <a:off x="3279938" y="4518978"/>
            <a:ext cx="2692301" cy="131601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8033543" name="AutoShape 76"/>
          <p:cNvSpPr/>
          <p:nvPr/>
        </p:nvSpPr>
        <p:spPr bwMode="auto">
          <a:xfrm flipH="1" flipV="1">
            <a:off x="3279938" y="4549896"/>
            <a:ext cx="2692301" cy="169428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5974132" name="AutoShape 77"/>
          <p:cNvSpPr/>
          <p:nvPr/>
        </p:nvSpPr>
        <p:spPr bwMode="auto">
          <a:xfrm flipH="1">
            <a:off x="6412345" y="3788403"/>
            <a:ext cx="3576253" cy="202929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278702" name="AutoShape 78"/>
          <p:cNvSpPr/>
          <p:nvPr/>
        </p:nvSpPr>
        <p:spPr bwMode="auto">
          <a:xfrm flipH="1">
            <a:off x="6412345" y="4204395"/>
            <a:ext cx="3576253" cy="163741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0371144" name="AutoShape 79"/>
          <p:cNvSpPr/>
          <p:nvPr/>
        </p:nvSpPr>
        <p:spPr bwMode="auto">
          <a:xfrm flipH="1">
            <a:off x="6412345" y="4620385"/>
            <a:ext cx="3576253" cy="124553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8167683" name="AutoShape 80"/>
          <p:cNvSpPr/>
          <p:nvPr/>
        </p:nvSpPr>
        <p:spPr bwMode="auto">
          <a:xfrm flipH="1">
            <a:off x="6412345" y="5036379"/>
            <a:ext cx="3576253" cy="85365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621971" name="AutoShape 81"/>
          <p:cNvSpPr/>
          <p:nvPr/>
        </p:nvSpPr>
        <p:spPr bwMode="auto">
          <a:xfrm flipH="1">
            <a:off x="6412345" y="5452371"/>
            <a:ext cx="3576253" cy="46177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8508202" name="AutoShape 82"/>
          <p:cNvSpPr/>
          <p:nvPr/>
        </p:nvSpPr>
        <p:spPr bwMode="auto">
          <a:xfrm flipH="1">
            <a:off x="7864778" y="940505"/>
            <a:ext cx="2795175" cy="106665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2007901" name="AutoShape 83"/>
          <p:cNvSpPr/>
          <p:nvPr/>
        </p:nvSpPr>
        <p:spPr bwMode="auto">
          <a:xfrm flipH="1">
            <a:off x="7864778" y="1350676"/>
            <a:ext cx="2795175" cy="68642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4831570" name="AutoShape 84"/>
          <p:cNvSpPr/>
          <p:nvPr/>
        </p:nvSpPr>
        <p:spPr bwMode="auto">
          <a:xfrm flipH="1">
            <a:off x="7864778" y="1760846"/>
            <a:ext cx="2795175" cy="30618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8676934" name="AutoShape 85"/>
          <p:cNvSpPr/>
          <p:nvPr/>
        </p:nvSpPr>
        <p:spPr bwMode="auto">
          <a:xfrm flipH="1" flipV="1">
            <a:off x="7864778" y="2096966"/>
            <a:ext cx="2795175" cy="7404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9502958" name="AutoShape 86"/>
          <p:cNvSpPr/>
          <p:nvPr/>
        </p:nvSpPr>
        <p:spPr bwMode="auto">
          <a:xfrm flipH="1" flipV="1">
            <a:off x="7864778" y="2126900"/>
            <a:ext cx="2795175" cy="45428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30197613" name=""/>
          <p:cNvGrpSpPr/>
          <p:nvPr/>
        </p:nvGrpSpPr>
        <p:grpSpPr bwMode="auto">
          <a:xfrm>
            <a:off x="2547226" y="208359"/>
            <a:ext cx="6822554" cy="6533553"/>
            <a:chOff x="0" y="0"/>
            <a:chExt cx="6822554" cy="6533553"/>
          </a:xfrm>
        </p:grpSpPr>
        <p:sp>
          <p:nvSpPr>
            <p:cNvPr id="297429255" name="Freeform 30"/>
            <p:cNvSpPr/>
            <p:nvPr/>
          </p:nvSpPr>
          <p:spPr bwMode="auto">
            <a:xfrm rot="0" flipH="0" flipV="0">
              <a:off x="305524" y="1580051"/>
              <a:ext cx="2816246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40539201" name="TextBox 31"/>
            <p:cNvSpPr txBox="1"/>
            <p:nvPr/>
          </p:nvSpPr>
          <p:spPr bwMode="auto">
            <a:xfrm rot="0" flipH="0" flipV="0">
              <a:off x="305524" y="1411285"/>
              <a:ext cx="2816246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Incoming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97158666" name="TextBox 32"/>
            <p:cNvSpPr txBox="1"/>
            <p:nvPr/>
          </p:nvSpPr>
          <p:spPr bwMode="auto">
            <a:xfrm>
              <a:off x="323250" y="229199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2309904" name="TextBox 33"/>
            <p:cNvSpPr txBox="1"/>
            <p:nvPr/>
          </p:nvSpPr>
          <p:spPr bwMode="auto">
            <a:xfrm>
              <a:off x="497918" y="712629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34133246" name="AutoShape 34"/>
            <p:cNvSpPr/>
            <p:nvPr/>
          </p:nvSpPr>
          <p:spPr bwMode="auto">
            <a:xfrm>
              <a:off x="3420553" y="975127"/>
              <a:ext cx="0" cy="518683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82744548" name="Freeform 36"/>
            <p:cNvSpPr/>
            <p:nvPr/>
          </p:nvSpPr>
          <p:spPr bwMode="auto">
            <a:xfrm rot="0" flipH="0" flipV="0">
              <a:off x="305524" y="2545965"/>
              <a:ext cx="2816246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59905058" name="TextBox 37"/>
            <p:cNvSpPr txBox="1"/>
            <p:nvPr/>
          </p:nvSpPr>
          <p:spPr bwMode="auto">
            <a:xfrm rot="0" flipH="0" flipV="0">
              <a:off x="305524" y="2377196"/>
              <a:ext cx="2816246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74285296" name="TextBox 38"/>
            <p:cNvSpPr txBox="1"/>
            <p:nvPr/>
          </p:nvSpPr>
          <p:spPr bwMode="auto">
            <a:xfrm>
              <a:off x="4119096" y="712629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57097319" name="Freeform 40"/>
            <p:cNvSpPr/>
            <p:nvPr/>
          </p:nvSpPr>
          <p:spPr bwMode="auto">
            <a:xfrm rot="0" flipH="0" flipV="0">
              <a:off x="305524" y="3511874"/>
              <a:ext cx="2816246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97879874" name="TextBox 41"/>
            <p:cNvSpPr txBox="1"/>
            <p:nvPr/>
          </p:nvSpPr>
          <p:spPr bwMode="auto">
            <a:xfrm rot="0" flipH="0" flipV="0">
              <a:off x="305524" y="3343108"/>
              <a:ext cx="2816246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Incoming </a:t>
              </a: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00932345" name="Freeform 43"/>
            <p:cNvSpPr/>
            <p:nvPr/>
          </p:nvSpPr>
          <p:spPr bwMode="auto">
            <a:xfrm rot="0" flipH="0" flipV="0">
              <a:off x="305524" y="4477786"/>
              <a:ext cx="2816246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8425283" name="TextBox 44"/>
            <p:cNvSpPr txBox="1"/>
            <p:nvPr/>
          </p:nvSpPr>
          <p:spPr bwMode="auto">
            <a:xfrm rot="0" flipH="0" flipV="0">
              <a:off x="305524" y="4309020"/>
              <a:ext cx="2816246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06729846" name="Freeform 46"/>
            <p:cNvSpPr/>
            <p:nvPr/>
          </p:nvSpPr>
          <p:spPr bwMode="auto">
            <a:xfrm rot="0" flipH="0" flipV="0">
              <a:off x="305524" y="5443697"/>
              <a:ext cx="2816246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84726808" name="TextBox 47"/>
            <p:cNvSpPr txBox="1"/>
            <p:nvPr/>
          </p:nvSpPr>
          <p:spPr bwMode="auto">
            <a:xfrm rot="0" flipH="0" flipV="0">
              <a:off x="305524" y="5274931"/>
              <a:ext cx="2816246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76877921" name="Freeform 49"/>
            <p:cNvSpPr/>
            <p:nvPr/>
          </p:nvSpPr>
          <p:spPr bwMode="auto">
            <a:xfrm rot="0" flipH="0" flipV="0">
              <a:off x="3709146" y="1580051"/>
              <a:ext cx="2826428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67876398" name="TextBox 50"/>
            <p:cNvSpPr txBox="1"/>
            <p:nvPr/>
          </p:nvSpPr>
          <p:spPr bwMode="auto">
            <a:xfrm rot="0" flipH="0" flipV="0">
              <a:off x="3709146" y="1411285"/>
              <a:ext cx="2826428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83241675" name="Freeform 52"/>
            <p:cNvSpPr/>
            <p:nvPr/>
          </p:nvSpPr>
          <p:spPr bwMode="auto">
            <a:xfrm rot="0" flipH="0" flipV="0">
              <a:off x="3709146" y="2545965"/>
              <a:ext cx="2826428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16858019" name="TextBox 53"/>
            <p:cNvSpPr txBox="1"/>
            <p:nvPr/>
          </p:nvSpPr>
          <p:spPr bwMode="auto">
            <a:xfrm rot="0" flipH="0" flipV="0">
              <a:off x="3709146" y="2377196"/>
              <a:ext cx="2826428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38201806" name="Freeform 55"/>
            <p:cNvSpPr/>
            <p:nvPr/>
          </p:nvSpPr>
          <p:spPr bwMode="auto">
            <a:xfrm rot="0" flipH="0" flipV="0">
              <a:off x="3709146" y="3511874"/>
              <a:ext cx="2826428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73731815" name="TextBox 56"/>
            <p:cNvSpPr txBox="1"/>
            <p:nvPr/>
          </p:nvSpPr>
          <p:spPr bwMode="auto">
            <a:xfrm rot="0" flipH="0" flipV="0">
              <a:off x="3709146" y="3343108"/>
              <a:ext cx="2826428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59234492" name="Freeform 58"/>
            <p:cNvSpPr/>
            <p:nvPr/>
          </p:nvSpPr>
          <p:spPr bwMode="auto">
            <a:xfrm rot="0" flipH="0" flipV="0">
              <a:off x="3709146" y="4477788"/>
              <a:ext cx="2826428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00785127" name="TextBox 59"/>
            <p:cNvSpPr txBox="1"/>
            <p:nvPr/>
          </p:nvSpPr>
          <p:spPr bwMode="auto">
            <a:xfrm rot="0" flipH="0" flipV="0">
              <a:off x="3709146" y="4309020"/>
              <a:ext cx="2826428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31280982" name="Freeform 61"/>
            <p:cNvSpPr/>
            <p:nvPr/>
          </p:nvSpPr>
          <p:spPr bwMode="auto">
            <a:xfrm rot="0" flipH="0" flipV="0">
              <a:off x="3709146" y="5443697"/>
              <a:ext cx="2826428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86754905" name="TextBox 62"/>
            <p:cNvSpPr txBox="1"/>
            <p:nvPr/>
          </p:nvSpPr>
          <p:spPr bwMode="auto">
            <a:xfrm rot="0" flipH="0" flipV="0">
              <a:off x="3709146" y="5274931"/>
              <a:ext cx="2826428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54996786" name="Rectangle: Rounded Corners 12"/>
            <p:cNvSpPr/>
            <p:nvPr/>
          </p:nvSpPr>
          <p:spPr bwMode="auto">
            <a:xfrm flipH="0" flipV="0">
              <a:off x="0" y="0"/>
              <a:ext cx="6822556" cy="6533554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43067851" name=""/>
          <p:cNvGrpSpPr/>
          <p:nvPr/>
        </p:nvGrpSpPr>
        <p:grpSpPr bwMode="auto">
          <a:xfrm>
            <a:off x="1143554" y="505463"/>
            <a:ext cx="8569461" cy="6187787"/>
            <a:chOff x="0" y="0"/>
            <a:chExt cx="8569461" cy="6187787"/>
          </a:xfrm>
        </p:grpSpPr>
        <p:sp>
          <p:nvSpPr>
            <p:cNvPr id="1830001121" name="Freeform 27"/>
            <p:cNvSpPr/>
            <p:nvPr/>
          </p:nvSpPr>
          <p:spPr bwMode="auto">
            <a:xfrm rot="0" flipH="0" flipV="0">
              <a:off x="6624195" y="0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94316347" name="Freeform 28"/>
            <p:cNvSpPr/>
            <p:nvPr/>
          </p:nvSpPr>
          <p:spPr bwMode="auto">
            <a:xfrm>
              <a:off x="6694535" y="38504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20231719" name="Freeform 29"/>
            <p:cNvSpPr/>
            <p:nvPr/>
          </p:nvSpPr>
          <p:spPr bwMode="auto">
            <a:xfrm>
              <a:off x="7116822" y="58258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2"/>
                  </a:lnTo>
                  <a:lnTo>
                    <a:pt x="0" y="2701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16668687" name="AutoShape 30"/>
            <p:cNvSpPr/>
            <p:nvPr/>
          </p:nvSpPr>
          <p:spPr bwMode="auto">
            <a:xfrm flipV="1">
              <a:off x="1186387" y="662611"/>
              <a:ext cx="7379703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84122320" name="AutoShape 31"/>
            <p:cNvSpPr/>
            <p:nvPr/>
          </p:nvSpPr>
          <p:spPr bwMode="auto">
            <a:xfrm>
              <a:off x="7043005" y="548716"/>
              <a:ext cx="0" cy="354407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29753396" name="Freeform 33"/>
            <p:cNvSpPr/>
            <p:nvPr/>
          </p:nvSpPr>
          <p:spPr bwMode="auto">
            <a:xfrm rot="0" flipH="0" flipV="0">
              <a:off x="6624195" y="935889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76285985" name="Freeform 34"/>
            <p:cNvSpPr/>
            <p:nvPr/>
          </p:nvSpPr>
          <p:spPr bwMode="auto">
            <a:xfrm>
              <a:off x="6694535" y="974394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03572382" name="Freeform 35"/>
            <p:cNvSpPr/>
            <p:nvPr/>
          </p:nvSpPr>
          <p:spPr bwMode="auto">
            <a:xfrm>
              <a:off x="6811031" y="974394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71350686" name="Freeform 36"/>
            <p:cNvSpPr/>
            <p:nvPr/>
          </p:nvSpPr>
          <p:spPr bwMode="auto">
            <a:xfrm>
              <a:off x="7116822" y="994149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1"/>
                  </a:lnTo>
                  <a:lnTo>
                    <a:pt x="0" y="270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28000671" name="AutoShape 37"/>
            <p:cNvSpPr/>
            <p:nvPr/>
          </p:nvSpPr>
          <p:spPr bwMode="auto">
            <a:xfrm>
              <a:off x="1186387" y="1583344"/>
              <a:ext cx="7379703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23366593" name="AutoShape 38"/>
            <p:cNvSpPr/>
            <p:nvPr/>
          </p:nvSpPr>
          <p:spPr bwMode="auto">
            <a:xfrm>
              <a:off x="7043005" y="1469449"/>
              <a:ext cx="0" cy="354407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32414123" name="Freeform 40"/>
            <p:cNvSpPr/>
            <p:nvPr/>
          </p:nvSpPr>
          <p:spPr bwMode="auto">
            <a:xfrm rot="0" flipH="0" flipV="0">
              <a:off x="6624195" y="1856625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73701053" name="Freeform 41"/>
            <p:cNvSpPr/>
            <p:nvPr/>
          </p:nvSpPr>
          <p:spPr bwMode="auto">
            <a:xfrm>
              <a:off x="6694535" y="1895128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10646981" name="Freeform 42"/>
            <p:cNvSpPr/>
            <p:nvPr/>
          </p:nvSpPr>
          <p:spPr bwMode="auto">
            <a:xfrm>
              <a:off x="6811031" y="1895128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6451540" name="Freeform 43"/>
            <p:cNvSpPr/>
            <p:nvPr/>
          </p:nvSpPr>
          <p:spPr bwMode="auto">
            <a:xfrm>
              <a:off x="7116822" y="1914883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2"/>
                  </a:lnTo>
                  <a:lnTo>
                    <a:pt x="0" y="2701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18051610" name="AutoShape 44"/>
            <p:cNvSpPr/>
            <p:nvPr/>
          </p:nvSpPr>
          <p:spPr bwMode="auto">
            <a:xfrm>
              <a:off x="1186387" y="2504077"/>
              <a:ext cx="7379703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58332405" name="AutoShape 45"/>
            <p:cNvSpPr/>
            <p:nvPr/>
          </p:nvSpPr>
          <p:spPr bwMode="auto">
            <a:xfrm>
              <a:off x="7043005" y="2390184"/>
              <a:ext cx="0" cy="354407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48206994" name="Freeform 47"/>
            <p:cNvSpPr/>
            <p:nvPr/>
          </p:nvSpPr>
          <p:spPr bwMode="auto">
            <a:xfrm rot="0" flipH="0" flipV="0">
              <a:off x="4790779" y="2778199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14137365" name="Freeform 48"/>
            <p:cNvSpPr/>
            <p:nvPr/>
          </p:nvSpPr>
          <p:spPr bwMode="auto">
            <a:xfrm>
              <a:off x="4861119" y="2816705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4" y="0"/>
                  </a:lnTo>
                  <a:lnTo>
                    <a:pt x="232994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3157128" name="Freeform 49"/>
            <p:cNvSpPr/>
            <p:nvPr/>
          </p:nvSpPr>
          <p:spPr bwMode="auto">
            <a:xfrm>
              <a:off x="4977617" y="2816705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92538715" name="Freeform 50"/>
            <p:cNvSpPr/>
            <p:nvPr/>
          </p:nvSpPr>
          <p:spPr bwMode="auto">
            <a:xfrm>
              <a:off x="5283405" y="2836458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2"/>
                  </a:lnTo>
                  <a:lnTo>
                    <a:pt x="0" y="2701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19059928" name="TextBox 51"/>
            <p:cNvSpPr txBox="1"/>
            <p:nvPr/>
          </p:nvSpPr>
          <p:spPr bwMode="auto">
            <a:xfrm>
              <a:off x="4693323" y="3179995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m/84'/0'/0'</a:t>
              </a:r>
              <a:endParaRPr/>
            </a:p>
          </p:txBody>
        </p:sp>
        <p:sp>
          <p:nvSpPr>
            <p:cNvPr id="1734399109" name="Freeform 53"/>
            <p:cNvSpPr/>
            <p:nvPr/>
          </p:nvSpPr>
          <p:spPr bwMode="auto">
            <a:xfrm rot="0" flipH="0" flipV="0">
              <a:off x="5707789" y="2778199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78499035" name="Freeform 54"/>
            <p:cNvSpPr/>
            <p:nvPr/>
          </p:nvSpPr>
          <p:spPr bwMode="auto">
            <a:xfrm>
              <a:off x="5778129" y="2816705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83734897" name="Freeform 55"/>
            <p:cNvSpPr/>
            <p:nvPr/>
          </p:nvSpPr>
          <p:spPr bwMode="auto">
            <a:xfrm>
              <a:off x="5894627" y="2816705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24401262" name="Freeform 56"/>
            <p:cNvSpPr/>
            <p:nvPr/>
          </p:nvSpPr>
          <p:spPr bwMode="auto">
            <a:xfrm>
              <a:off x="6200414" y="2836458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7" y="0"/>
                  </a:lnTo>
                  <a:lnTo>
                    <a:pt x="274657" y="270162"/>
                  </a:lnTo>
                  <a:lnTo>
                    <a:pt x="0" y="2701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86375657" name="TextBox 57"/>
            <p:cNvSpPr txBox="1"/>
            <p:nvPr/>
          </p:nvSpPr>
          <p:spPr bwMode="auto">
            <a:xfrm>
              <a:off x="5610333" y="3179995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</a:t>
              </a:r>
              <a:endParaRPr/>
            </a:p>
          </p:txBody>
        </p:sp>
        <p:sp>
          <p:nvSpPr>
            <p:cNvPr id="635505113" name="Freeform 59"/>
            <p:cNvSpPr/>
            <p:nvPr/>
          </p:nvSpPr>
          <p:spPr bwMode="auto">
            <a:xfrm rot="0" flipH="0" flipV="0">
              <a:off x="6624195" y="2778199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74194462" name="Freeform 60"/>
            <p:cNvSpPr/>
            <p:nvPr/>
          </p:nvSpPr>
          <p:spPr bwMode="auto">
            <a:xfrm>
              <a:off x="6694535" y="2816705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36378557" name="Freeform 61"/>
            <p:cNvSpPr/>
            <p:nvPr/>
          </p:nvSpPr>
          <p:spPr bwMode="auto">
            <a:xfrm>
              <a:off x="6811031" y="2816705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2302359" name="Freeform 62"/>
            <p:cNvSpPr/>
            <p:nvPr/>
          </p:nvSpPr>
          <p:spPr bwMode="auto">
            <a:xfrm>
              <a:off x="7116822" y="2836458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2"/>
                  </a:lnTo>
                  <a:lnTo>
                    <a:pt x="0" y="2701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1311529" name="TextBox 63"/>
            <p:cNvSpPr txBox="1"/>
            <p:nvPr/>
          </p:nvSpPr>
          <p:spPr bwMode="auto">
            <a:xfrm>
              <a:off x="6526740" y="3179995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m/84'/0'/2'</a:t>
              </a:r>
              <a:endParaRPr/>
            </a:p>
          </p:txBody>
        </p:sp>
        <p:sp>
          <p:nvSpPr>
            <p:cNvPr id="1903014697" name="AutoShape 64"/>
            <p:cNvSpPr/>
            <p:nvPr/>
          </p:nvSpPr>
          <p:spPr bwMode="auto">
            <a:xfrm flipV="1">
              <a:off x="1186387" y="3425654"/>
              <a:ext cx="7379703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3199605" name="AutoShape 65"/>
            <p:cNvSpPr/>
            <p:nvPr/>
          </p:nvSpPr>
          <p:spPr bwMode="auto">
            <a:xfrm>
              <a:off x="7043005" y="3311759"/>
              <a:ext cx="136812" cy="331605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57051846" name="Freeform 67"/>
            <p:cNvSpPr/>
            <p:nvPr/>
          </p:nvSpPr>
          <p:spPr bwMode="auto">
            <a:xfrm rot="0" flipH="0" flipV="0">
              <a:off x="4734725" y="3699776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26426042" name="Freeform 68"/>
            <p:cNvSpPr/>
            <p:nvPr/>
          </p:nvSpPr>
          <p:spPr bwMode="auto">
            <a:xfrm>
              <a:off x="4805063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41935683" name="Freeform 69"/>
            <p:cNvSpPr/>
            <p:nvPr/>
          </p:nvSpPr>
          <p:spPr bwMode="auto">
            <a:xfrm>
              <a:off x="4921562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4" y="0"/>
                  </a:lnTo>
                  <a:lnTo>
                    <a:pt x="232994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26660047" name="Freeform 70"/>
            <p:cNvSpPr/>
            <p:nvPr/>
          </p:nvSpPr>
          <p:spPr bwMode="auto">
            <a:xfrm>
              <a:off x="5227350" y="3758035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1"/>
                  </a:lnTo>
                  <a:lnTo>
                    <a:pt x="0" y="270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6789807" name="Freeform 72"/>
            <p:cNvSpPr/>
            <p:nvPr/>
          </p:nvSpPr>
          <p:spPr bwMode="auto">
            <a:xfrm rot="0" flipH="0" flipV="0">
              <a:off x="5651735" y="3699776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58527941" name="Freeform 73"/>
            <p:cNvSpPr/>
            <p:nvPr/>
          </p:nvSpPr>
          <p:spPr bwMode="auto">
            <a:xfrm>
              <a:off x="5722072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6265266" name="Freeform 74"/>
            <p:cNvSpPr/>
            <p:nvPr/>
          </p:nvSpPr>
          <p:spPr bwMode="auto">
            <a:xfrm>
              <a:off x="5838571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37343250" name="Freeform 75"/>
            <p:cNvSpPr/>
            <p:nvPr/>
          </p:nvSpPr>
          <p:spPr bwMode="auto">
            <a:xfrm>
              <a:off x="6144360" y="3758035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1"/>
                  </a:lnTo>
                  <a:lnTo>
                    <a:pt x="0" y="270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358371" name="Freeform 77"/>
            <p:cNvSpPr/>
            <p:nvPr/>
          </p:nvSpPr>
          <p:spPr bwMode="auto">
            <a:xfrm rot="0" flipH="0" flipV="0">
              <a:off x="6743449" y="3699776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44924813" name="Freeform 78"/>
            <p:cNvSpPr/>
            <p:nvPr/>
          </p:nvSpPr>
          <p:spPr bwMode="auto">
            <a:xfrm>
              <a:off x="6813792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4" y="0"/>
                  </a:lnTo>
                  <a:lnTo>
                    <a:pt x="232994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51317950" name="Freeform 79"/>
            <p:cNvSpPr/>
            <p:nvPr/>
          </p:nvSpPr>
          <p:spPr bwMode="auto">
            <a:xfrm>
              <a:off x="6930287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92978950" name="Freeform 80"/>
            <p:cNvSpPr/>
            <p:nvPr/>
          </p:nvSpPr>
          <p:spPr bwMode="auto">
            <a:xfrm>
              <a:off x="7236077" y="3758035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1"/>
                  </a:lnTo>
                  <a:lnTo>
                    <a:pt x="0" y="270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94368816" name="Freeform 82"/>
            <p:cNvSpPr/>
            <p:nvPr/>
          </p:nvSpPr>
          <p:spPr bwMode="auto">
            <a:xfrm rot="0" flipH="0" flipV="0">
              <a:off x="7660888" y="3699776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57681872" name="Freeform 83"/>
            <p:cNvSpPr/>
            <p:nvPr/>
          </p:nvSpPr>
          <p:spPr bwMode="auto">
            <a:xfrm>
              <a:off x="7731228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4" y="0"/>
                  </a:lnTo>
                  <a:lnTo>
                    <a:pt x="232994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5063930" name="Freeform 84"/>
            <p:cNvSpPr/>
            <p:nvPr/>
          </p:nvSpPr>
          <p:spPr bwMode="auto">
            <a:xfrm>
              <a:off x="7847724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66993310" name="Freeform 85"/>
            <p:cNvSpPr/>
            <p:nvPr/>
          </p:nvSpPr>
          <p:spPr bwMode="auto">
            <a:xfrm>
              <a:off x="8153513" y="3758035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1"/>
                  </a:lnTo>
                  <a:lnTo>
                    <a:pt x="0" y="270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82861255" name="AutoShape 86"/>
            <p:cNvSpPr/>
            <p:nvPr/>
          </p:nvSpPr>
          <p:spPr bwMode="auto">
            <a:xfrm>
              <a:off x="7043005" y="3318858"/>
              <a:ext cx="777839" cy="330393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57350284" name="AutoShape 87"/>
            <p:cNvSpPr/>
            <p:nvPr/>
          </p:nvSpPr>
          <p:spPr bwMode="auto">
            <a:xfrm flipH="1">
              <a:off x="6089988" y="3320462"/>
              <a:ext cx="37631" cy="342997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72401627" name="AutoShape 88"/>
            <p:cNvSpPr/>
            <p:nvPr/>
          </p:nvSpPr>
          <p:spPr bwMode="auto">
            <a:xfrm flipH="1">
              <a:off x="5504704" y="3328074"/>
              <a:ext cx="627332" cy="321178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90366966" name="AutoShape 89"/>
            <p:cNvSpPr/>
            <p:nvPr/>
          </p:nvSpPr>
          <p:spPr bwMode="auto">
            <a:xfrm flipV="1">
              <a:off x="1186387" y="4501219"/>
              <a:ext cx="7379703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8828388" name="Freeform 91"/>
            <p:cNvSpPr/>
            <p:nvPr/>
          </p:nvSpPr>
          <p:spPr bwMode="auto">
            <a:xfrm rot="0" flipH="0" flipV="0">
              <a:off x="5336971" y="4737120"/>
              <a:ext cx="684526" cy="316002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57893003" name="Freeform 92"/>
            <p:cNvSpPr/>
            <p:nvPr/>
          </p:nvSpPr>
          <p:spPr bwMode="auto">
            <a:xfrm>
              <a:off x="5394456" y="4768589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1" y="0"/>
                  </a:lnTo>
                  <a:lnTo>
                    <a:pt x="190411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76581268" name="Freeform 93"/>
            <p:cNvSpPr/>
            <p:nvPr/>
          </p:nvSpPr>
          <p:spPr bwMode="auto">
            <a:xfrm>
              <a:off x="5489660" y="4768589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0" y="0"/>
                  </a:lnTo>
                  <a:lnTo>
                    <a:pt x="190410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40085806" name="Freeform 94"/>
            <p:cNvSpPr/>
            <p:nvPr/>
          </p:nvSpPr>
          <p:spPr bwMode="auto">
            <a:xfrm>
              <a:off x="5739562" y="4784732"/>
              <a:ext cx="224455" cy="220783"/>
            </a:xfrm>
            <a:custGeom>
              <a:avLst/>
              <a:gdLst/>
              <a:ahLst/>
              <a:cxnLst/>
              <a:rect l="l" t="t" r="r" b="b"/>
              <a:pathLst>
                <a:path w="224458" h="220785" fill="norm" stroke="1" extrusionOk="0">
                  <a:moveTo>
                    <a:pt x="0" y="0"/>
                  </a:moveTo>
                  <a:lnTo>
                    <a:pt x="224457" y="0"/>
                  </a:lnTo>
                  <a:lnTo>
                    <a:pt x="224457" y="220785"/>
                  </a:lnTo>
                  <a:lnTo>
                    <a:pt x="0" y="220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33774512" name="AutoShape 95"/>
            <p:cNvSpPr/>
            <p:nvPr/>
          </p:nvSpPr>
          <p:spPr bwMode="auto">
            <a:xfrm>
              <a:off x="5103412" y="5888960"/>
              <a:ext cx="216558" cy="0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99959646" name="Freeform 97"/>
            <p:cNvSpPr/>
            <p:nvPr/>
          </p:nvSpPr>
          <p:spPr bwMode="auto">
            <a:xfrm rot="0" flipH="0" flipV="0">
              <a:off x="5336971" y="5233461"/>
              <a:ext cx="684526" cy="316002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91038401" name="Freeform 98"/>
            <p:cNvSpPr/>
            <p:nvPr/>
          </p:nvSpPr>
          <p:spPr bwMode="auto">
            <a:xfrm>
              <a:off x="5394456" y="5264927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1" y="0"/>
                  </a:lnTo>
                  <a:lnTo>
                    <a:pt x="190411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96057177" name="Freeform 99"/>
            <p:cNvSpPr/>
            <p:nvPr/>
          </p:nvSpPr>
          <p:spPr bwMode="auto">
            <a:xfrm>
              <a:off x="5489660" y="5264927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0" y="0"/>
                  </a:lnTo>
                  <a:lnTo>
                    <a:pt x="190410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15628089" name="Freeform 100"/>
            <p:cNvSpPr/>
            <p:nvPr/>
          </p:nvSpPr>
          <p:spPr bwMode="auto">
            <a:xfrm>
              <a:off x="5739562" y="5281072"/>
              <a:ext cx="224455" cy="220783"/>
            </a:xfrm>
            <a:custGeom>
              <a:avLst/>
              <a:gdLst/>
              <a:ahLst/>
              <a:cxnLst/>
              <a:rect l="l" t="t" r="r" b="b"/>
              <a:pathLst>
                <a:path w="224458" h="220785" fill="norm" stroke="1" extrusionOk="0">
                  <a:moveTo>
                    <a:pt x="0" y="0"/>
                  </a:moveTo>
                  <a:lnTo>
                    <a:pt x="224457" y="0"/>
                  </a:lnTo>
                  <a:lnTo>
                    <a:pt x="224457" y="220785"/>
                  </a:lnTo>
                  <a:lnTo>
                    <a:pt x="0" y="220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24111554" name="Freeform 102"/>
            <p:cNvSpPr/>
            <p:nvPr/>
          </p:nvSpPr>
          <p:spPr bwMode="auto">
            <a:xfrm rot="0" flipH="0" flipV="0">
              <a:off x="5336971" y="5730956"/>
              <a:ext cx="684526" cy="316002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24853371" name="Freeform 103"/>
            <p:cNvSpPr/>
            <p:nvPr/>
          </p:nvSpPr>
          <p:spPr bwMode="auto">
            <a:xfrm>
              <a:off x="5394456" y="5762424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1" y="0"/>
                  </a:lnTo>
                  <a:lnTo>
                    <a:pt x="190411" y="253072"/>
                  </a:lnTo>
                  <a:lnTo>
                    <a:pt x="0" y="2530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62947377" name="Freeform 104"/>
            <p:cNvSpPr/>
            <p:nvPr/>
          </p:nvSpPr>
          <p:spPr bwMode="auto">
            <a:xfrm>
              <a:off x="5489660" y="5762424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0" y="0"/>
                  </a:lnTo>
                  <a:lnTo>
                    <a:pt x="190410" y="253072"/>
                  </a:lnTo>
                  <a:lnTo>
                    <a:pt x="0" y="2530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82594589" name="Freeform 105"/>
            <p:cNvSpPr/>
            <p:nvPr/>
          </p:nvSpPr>
          <p:spPr bwMode="auto">
            <a:xfrm>
              <a:off x="5739562" y="5778569"/>
              <a:ext cx="224455" cy="220783"/>
            </a:xfrm>
            <a:custGeom>
              <a:avLst/>
              <a:gdLst/>
              <a:ahLst/>
              <a:cxnLst/>
              <a:rect l="l" t="t" r="r" b="b"/>
              <a:pathLst>
                <a:path w="224458" h="220785" fill="norm" stroke="1" extrusionOk="0">
                  <a:moveTo>
                    <a:pt x="0" y="0"/>
                  </a:moveTo>
                  <a:lnTo>
                    <a:pt x="224457" y="0"/>
                  </a:lnTo>
                  <a:lnTo>
                    <a:pt x="224457" y="220784"/>
                  </a:lnTo>
                  <a:lnTo>
                    <a:pt x="0" y="2207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39238346" name="Freeform 107"/>
            <p:cNvSpPr/>
            <p:nvPr/>
          </p:nvSpPr>
          <p:spPr bwMode="auto">
            <a:xfrm rot="0" flipH="0" flipV="0">
              <a:off x="6367938" y="4737120"/>
              <a:ext cx="684526" cy="316002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5341027" name="Freeform 108"/>
            <p:cNvSpPr/>
            <p:nvPr/>
          </p:nvSpPr>
          <p:spPr bwMode="auto">
            <a:xfrm>
              <a:off x="6425422" y="4768589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1" y="0"/>
                  </a:lnTo>
                  <a:lnTo>
                    <a:pt x="190411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3238072" name="Freeform 109"/>
            <p:cNvSpPr/>
            <p:nvPr/>
          </p:nvSpPr>
          <p:spPr bwMode="auto">
            <a:xfrm>
              <a:off x="6520628" y="4768589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0" y="0"/>
                  </a:lnTo>
                  <a:lnTo>
                    <a:pt x="190410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71371038" name="Freeform 110"/>
            <p:cNvSpPr/>
            <p:nvPr/>
          </p:nvSpPr>
          <p:spPr bwMode="auto">
            <a:xfrm>
              <a:off x="6770529" y="4784732"/>
              <a:ext cx="224455" cy="220783"/>
            </a:xfrm>
            <a:custGeom>
              <a:avLst/>
              <a:gdLst/>
              <a:ahLst/>
              <a:cxnLst/>
              <a:rect l="l" t="t" r="r" b="b"/>
              <a:pathLst>
                <a:path w="224458" h="220785" fill="norm" stroke="1" extrusionOk="0">
                  <a:moveTo>
                    <a:pt x="0" y="0"/>
                  </a:moveTo>
                  <a:lnTo>
                    <a:pt x="224457" y="0"/>
                  </a:lnTo>
                  <a:lnTo>
                    <a:pt x="224457" y="220785"/>
                  </a:lnTo>
                  <a:lnTo>
                    <a:pt x="0" y="220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11906622" name="Freeform 112"/>
            <p:cNvSpPr/>
            <p:nvPr/>
          </p:nvSpPr>
          <p:spPr bwMode="auto">
            <a:xfrm rot="0" flipH="0" flipV="0">
              <a:off x="6367938" y="5233461"/>
              <a:ext cx="684526" cy="316002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29986292" name="Freeform 113"/>
            <p:cNvSpPr/>
            <p:nvPr/>
          </p:nvSpPr>
          <p:spPr bwMode="auto">
            <a:xfrm>
              <a:off x="6425422" y="5264927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1" y="0"/>
                  </a:lnTo>
                  <a:lnTo>
                    <a:pt x="190411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12515873" name="Freeform 114"/>
            <p:cNvSpPr/>
            <p:nvPr/>
          </p:nvSpPr>
          <p:spPr bwMode="auto">
            <a:xfrm>
              <a:off x="6520628" y="5264927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0" y="0"/>
                  </a:lnTo>
                  <a:lnTo>
                    <a:pt x="190410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36328485" name="Freeform 115"/>
            <p:cNvSpPr/>
            <p:nvPr/>
          </p:nvSpPr>
          <p:spPr bwMode="auto">
            <a:xfrm>
              <a:off x="6770529" y="5281072"/>
              <a:ext cx="224455" cy="220783"/>
            </a:xfrm>
            <a:custGeom>
              <a:avLst/>
              <a:gdLst/>
              <a:ahLst/>
              <a:cxnLst/>
              <a:rect l="l" t="t" r="r" b="b"/>
              <a:pathLst>
                <a:path w="224458" h="220785" fill="norm" stroke="1" extrusionOk="0">
                  <a:moveTo>
                    <a:pt x="0" y="0"/>
                  </a:moveTo>
                  <a:lnTo>
                    <a:pt x="224457" y="0"/>
                  </a:lnTo>
                  <a:lnTo>
                    <a:pt x="224457" y="220785"/>
                  </a:lnTo>
                  <a:lnTo>
                    <a:pt x="0" y="220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2578592" name="Freeform 117"/>
            <p:cNvSpPr/>
            <p:nvPr/>
          </p:nvSpPr>
          <p:spPr bwMode="auto">
            <a:xfrm rot="0" flipH="0" flipV="0">
              <a:off x="6367938" y="5730956"/>
              <a:ext cx="684526" cy="316002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75396849" name="Freeform 118"/>
            <p:cNvSpPr/>
            <p:nvPr/>
          </p:nvSpPr>
          <p:spPr bwMode="auto">
            <a:xfrm>
              <a:off x="6425422" y="5762424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1" y="0"/>
                  </a:lnTo>
                  <a:lnTo>
                    <a:pt x="190411" y="253072"/>
                  </a:lnTo>
                  <a:lnTo>
                    <a:pt x="0" y="2530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04466951" name="Freeform 119"/>
            <p:cNvSpPr/>
            <p:nvPr/>
          </p:nvSpPr>
          <p:spPr bwMode="auto">
            <a:xfrm>
              <a:off x="6520628" y="5762424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0" y="0"/>
                  </a:lnTo>
                  <a:lnTo>
                    <a:pt x="190410" y="253072"/>
                  </a:lnTo>
                  <a:lnTo>
                    <a:pt x="0" y="2530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7558728" name="Freeform 120"/>
            <p:cNvSpPr/>
            <p:nvPr/>
          </p:nvSpPr>
          <p:spPr bwMode="auto">
            <a:xfrm>
              <a:off x="6770529" y="5778569"/>
              <a:ext cx="224455" cy="220783"/>
            </a:xfrm>
            <a:custGeom>
              <a:avLst/>
              <a:gdLst/>
              <a:ahLst/>
              <a:cxnLst/>
              <a:rect l="l" t="t" r="r" b="b"/>
              <a:pathLst>
                <a:path w="224458" h="220785" fill="norm" stroke="1" extrusionOk="0">
                  <a:moveTo>
                    <a:pt x="0" y="0"/>
                  </a:moveTo>
                  <a:lnTo>
                    <a:pt x="224457" y="0"/>
                  </a:lnTo>
                  <a:lnTo>
                    <a:pt x="224457" y="220784"/>
                  </a:lnTo>
                  <a:lnTo>
                    <a:pt x="0" y="2207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7118598" name="Freeform 121"/>
            <p:cNvSpPr/>
            <p:nvPr/>
          </p:nvSpPr>
          <p:spPr bwMode="auto">
            <a:xfrm>
              <a:off x="8290842" y="4967838"/>
              <a:ext cx="185442" cy="185442"/>
            </a:xfrm>
            <a:custGeom>
              <a:avLst/>
              <a:gdLst/>
              <a:ahLst/>
              <a:cxnLst/>
              <a:rect l="l" t="t" r="r" b="b"/>
              <a:pathLst>
                <a:path w="185444" h="185444" fill="norm" stroke="1" extrusionOk="0">
                  <a:moveTo>
                    <a:pt x="0" y="0"/>
                  </a:moveTo>
                  <a:lnTo>
                    <a:pt x="185444" y="0"/>
                  </a:lnTo>
                  <a:lnTo>
                    <a:pt x="185444" y="185445"/>
                  </a:lnTo>
                  <a:lnTo>
                    <a:pt x="0" y="185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18919263" name="TextBox 122"/>
            <p:cNvSpPr txBox="1"/>
            <p:nvPr/>
          </p:nvSpPr>
          <p:spPr bwMode="auto">
            <a:xfrm flipH="0" flipV="0">
              <a:off x="1186385" y="17403"/>
              <a:ext cx="3468277" cy="3501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54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Master key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02533964" name="TextBox 123"/>
            <p:cNvSpPr txBox="1"/>
            <p:nvPr/>
          </p:nvSpPr>
          <p:spPr bwMode="auto">
            <a:xfrm flipH="0" flipV="0">
              <a:off x="1186387" y="938135"/>
              <a:ext cx="3471097" cy="3501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54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Purpose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87269298" name="TextBox 124"/>
            <p:cNvSpPr txBox="1"/>
            <p:nvPr/>
          </p:nvSpPr>
          <p:spPr bwMode="auto">
            <a:xfrm>
              <a:off x="6541677" y="394518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</a:t>
              </a:r>
              <a:endParaRPr/>
            </a:p>
          </p:txBody>
        </p:sp>
        <p:sp>
          <p:nvSpPr>
            <p:cNvPr id="1042852688" name="TextBox 125"/>
            <p:cNvSpPr txBox="1"/>
            <p:nvPr/>
          </p:nvSpPr>
          <p:spPr bwMode="auto">
            <a:xfrm>
              <a:off x="6526740" y="1337686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</a:t>
              </a:r>
              <a:endParaRPr/>
            </a:p>
          </p:txBody>
        </p:sp>
        <p:sp>
          <p:nvSpPr>
            <p:cNvPr id="2131525070" name="TextBox 126"/>
            <p:cNvSpPr txBox="1"/>
            <p:nvPr/>
          </p:nvSpPr>
          <p:spPr bwMode="auto">
            <a:xfrm flipH="0" flipV="0">
              <a:off x="1186385" y="1858412"/>
              <a:ext cx="3470291" cy="3501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54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 type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51629192" name="TextBox 127"/>
            <p:cNvSpPr txBox="1"/>
            <p:nvPr/>
          </p:nvSpPr>
          <p:spPr bwMode="auto">
            <a:xfrm>
              <a:off x="6526740" y="2258419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</a:t>
              </a:r>
              <a:endParaRPr/>
            </a:p>
          </p:txBody>
        </p:sp>
        <p:sp>
          <p:nvSpPr>
            <p:cNvPr id="1818277017" name="TextBox 128"/>
            <p:cNvSpPr txBox="1"/>
            <p:nvPr/>
          </p:nvSpPr>
          <p:spPr bwMode="auto">
            <a:xfrm flipH="0" flipV="0">
              <a:off x="1186385" y="2779148"/>
              <a:ext cx="3468277" cy="3501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54"/>
                </a:lnSpc>
                <a:defRPr/>
              </a:pPr>
              <a:r>
                <a:rPr lang="en-US" sz="1600" b="1" i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Accounts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0124017" name="TextBox 129"/>
            <p:cNvSpPr txBox="1"/>
            <p:nvPr/>
          </p:nvSpPr>
          <p:spPr bwMode="auto">
            <a:xfrm flipH="0" flipV="0">
              <a:off x="1186385" y="3773886"/>
              <a:ext cx="3470694" cy="3501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54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Chains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83457818" name="TextBox 130"/>
            <p:cNvSpPr txBox="1"/>
            <p:nvPr/>
          </p:nvSpPr>
          <p:spPr bwMode="auto">
            <a:xfrm>
              <a:off x="4637267" y="410157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</a:t>
              </a:r>
              <a:endParaRPr/>
            </a:p>
          </p:txBody>
        </p:sp>
        <p:sp>
          <p:nvSpPr>
            <p:cNvPr id="196587746" name="TextBox 131"/>
            <p:cNvSpPr txBox="1"/>
            <p:nvPr/>
          </p:nvSpPr>
          <p:spPr bwMode="auto">
            <a:xfrm>
              <a:off x="5554278" y="410157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</a:t>
              </a:r>
              <a:endParaRPr/>
            </a:p>
          </p:txBody>
        </p:sp>
        <p:sp>
          <p:nvSpPr>
            <p:cNvPr id="1352197921" name="TextBox 132"/>
            <p:cNvSpPr txBox="1"/>
            <p:nvPr/>
          </p:nvSpPr>
          <p:spPr bwMode="auto">
            <a:xfrm>
              <a:off x="6645996" y="410157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m/84'/0'/2'/0</a:t>
              </a:r>
              <a:endParaRPr/>
            </a:p>
          </p:txBody>
        </p:sp>
        <p:sp>
          <p:nvSpPr>
            <p:cNvPr id="861447721" name="TextBox 133"/>
            <p:cNvSpPr txBox="1"/>
            <p:nvPr/>
          </p:nvSpPr>
          <p:spPr bwMode="auto">
            <a:xfrm>
              <a:off x="7563432" y="410157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m/84'/0'/2'/1</a:t>
              </a:r>
              <a:endParaRPr/>
            </a:p>
          </p:txBody>
        </p:sp>
        <p:sp>
          <p:nvSpPr>
            <p:cNvPr id="1649054678" name="TextBox 134"/>
            <p:cNvSpPr txBox="1"/>
            <p:nvPr/>
          </p:nvSpPr>
          <p:spPr bwMode="auto">
            <a:xfrm>
              <a:off x="4653225" y="424845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ext.</a:t>
              </a:r>
              <a:endParaRPr/>
            </a:p>
          </p:txBody>
        </p:sp>
        <p:sp>
          <p:nvSpPr>
            <p:cNvPr id="1732036172" name="TextBox 135"/>
            <p:cNvSpPr txBox="1"/>
            <p:nvPr/>
          </p:nvSpPr>
          <p:spPr bwMode="auto">
            <a:xfrm>
              <a:off x="5573314" y="424845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int.</a:t>
              </a:r>
              <a:endParaRPr/>
            </a:p>
          </p:txBody>
        </p:sp>
        <p:sp>
          <p:nvSpPr>
            <p:cNvPr id="333489341" name="TextBox 136"/>
            <p:cNvSpPr txBox="1"/>
            <p:nvPr/>
          </p:nvSpPr>
          <p:spPr bwMode="auto">
            <a:xfrm>
              <a:off x="6645996" y="424845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ext.</a:t>
              </a:r>
              <a:endParaRPr/>
            </a:p>
          </p:txBody>
        </p:sp>
        <p:sp>
          <p:nvSpPr>
            <p:cNvPr id="561321723" name="TextBox 137"/>
            <p:cNvSpPr txBox="1"/>
            <p:nvPr/>
          </p:nvSpPr>
          <p:spPr bwMode="auto">
            <a:xfrm>
              <a:off x="7566084" y="424845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int.</a:t>
              </a:r>
              <a:endParaRPr/>
            </a:p>
          </p:txBody>
        </p:sp>
        <p:sp>
          <p:nvSpPr>
            <p:cNvPr id="1017904203" name="TextBox 138"/>
            <p:cNvSpPr txBox="1"/>
            <p:nvPr/>
          </p:nvSpPr>
          <p:spPr bwMode="auto">
            <a:xfrm flipH="0" flipV="0">
              <a:off x="1186385" y="5098982"/>
              <a:ext cx="3468679" cy="3501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54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46546740" name="TextBox 139"/>
            <p:cNvSpPr txBox="1"/>
            <p:nvPr/>
          </p:nvSpPr>
          <p:spPr bwMode="auto">
            <a:xfrm>
              <a:off x="5257328" y="5068244"/>
              <a:ext cx="820125" cy="1257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86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m/84'/0'/1'/0/0</a:t>
              </a:r>
              <a:endParaRPr/>
            </a:p>
          </p:txBody>
        </p:sp>
        <p:sp>
          <p:nvSpPr>
            <p:cNvPr id="335057812" name="TextBox 140"/>
            <p:cNvSpPr txBox="1"/>
            <p:nvPr/>
          </p:nvSpPr>
          <p:spPr bwMode="auto">
            <a:xfrm>
              <a:off x="5257328" y="5564583"/>
              <a:ext cx="820125" cy="1257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86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m/84'/0'/1'/0/1</a:t>
              </a:r>
              <a:endParaRPr/>
            </a:p>
          </p:txBody>
        </p:sp>
        <p:sp>
          <p:nvSpPr>
            <p:cNvPr id="982413720" name="TextBox 141"/>
            <p:cNvSpPr txBox="1"/>
            <p:nvPr/>
          </p:nvSpPr>
          <p:spPr bwMode="auto">
            <a:xfrm>
              <a:off x="5257328" y="6062079"/>
              <a:ext cx="820125" cy="1257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86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m/84'/0'/1'/0/2</a:t>
              </a:r>
              <a:endParaRPr/>
            </a:p>
          </p:txBody>
        </p:sp>
        <p:sp>
          <p:nvSpPr>
            <p:cNvPr id="1736863545" name="TextBox 142"/>
            <p:cNvSpPr txBox="1"/>
            <p:nvPr/>
          </p:nvSpPr>
          <p:spPr bwMode="auto">
            <a:xfrm>
              <a:off x="6288294" y="5068244"/>
              <a:ext cx="820125" cy="1257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86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m/84'/0'/1'/1/0</a:t>
              </a:r>
              <a:endParaRPr/>
            </a:p>
          </p:txBody>
        </p:sp>
        <p:sp>
          <p:nvSpPr>
            <p:cNvPr id="1913137487" name="TextBox 143"/>
            <p:cNvSpPr txBox="1"/>
            <p:nvPr/>
          </p:nvSpPr>
          <p:spPr bwMode="auto">
            <a:xfrm>
              <a:off x="6288294" y="5564583"/>
              <a:ext cx="820125" cy="1257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86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m/84'/0'/1'/1/1</a:t>
              </a:r>
              <a:endParaRPr/>
            </a:p>
          </p:txBody>
        </p:sp>
        <p:sp>
          <p:nvSpPr>
            <p:cNvPr id="654430488" name="TextBox 144"/>
            <p:cNvSpPr txBox="1"/>
            <p:nvPr/>
          </p:nvSpPr>
          <p:spPr bwMode="auto">
            <a:xfrm>
              <a:off x="6288294" y="6062079"/>
              <a:ext cx="820125" cy="1257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86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m/84'/0'/1'/1/2</a:t>
              </a:r>
              <a:endParaRPr/>
            </a:p>
          </p:txBody>
        </p:sp>
        <p:sp>
          <p:nvSpPr>
            <p:cNvPr id="1091944792" name="Freeform 145"/>
            <p:cNvSpPr/>
            <p:nvPr/>
          </p:nvSpPr>
          <p:spPr bwMode="auto">
            <a:xfrm>
              <a:off x="8290842" y="5232360"/>
              <a:ext cx="185442" cy="185442"/>
            </a:xfrm>
            <a:custGeom>
              <a:avLst/>
              <a:gdLst/>
              <a:ahLst/>
              <a:cxnLst/>
              <a:rect l="l" t="t" r="r" b="b"/>
              <a:pathLst>
                <a:path w="185444" h="185444" fill="norm" stroke="1" extrusionOk="0">
                  <a:moveTo>
                    <a:pt x="0" y="0"/>
                  </a:moveTo>
                  <a:lnTo>
                    <a:pt x="185444" y="0"/>
                  </a:lnTo>
                  <a:lnTo>
                    <a:pt x="185444" y="185444"/>
                  </a:lnTo>
                  <a:lnTo>
                    <a:pt x="0" y="1854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96721923" name="Freeform 146"/>
            <p:cNvSpPr/>
            <p:nvPr/>
          </p:nvSpPr>
          <p:spPr bwMode="auto">
            <a:xfrm>
              <a:off x="8290842" y="5496753"/>
              <a:ext cx="185442" cy="185442"/>
            </a:xfrm>
            <a:custGeom>
              <a:avLst/>
              <a:gdLst/>
              <a:ahLst/>
              <a:cxnLst/>
              <a:rect l="l" t="t" r="r" b="b"/>
              <a:pathLst>
                <a:path w="185444" h="185444" fill="norm" stroke="1" extrusionOk="0">
                  <a:moveTo>
                    <a:pt x="0" y="0"/>
                  </a:moveTo>
                  <a:lnTo>
                    <a:pt x="185444" y="0"/>
                  </a:lnTo>
                  <a:lnTo>
                    <a:pt x="185444" y="185445"/>
                  </a:lnTo>
                  <a:lnTo>
                    <a:pt x="0" y="185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02481764" name="AutoShape 147"/>
            <p:cNvSpPr/>
            <p:nvPr/>
          </p:nvSpPr>
          <p:spPr bwMode="auto">
            <a:xfrm>
              <a:off x="5118368" y="4417866"/>
              <a:ext cx="0" cy="1486526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67676506" name="AutoShape 148"/>
            <p:cNvSpPr/>
            <p:nvPr/>
          </p:nvSpPr>
          <p:spPr bwMode="auto">
            <a:xfrm>
              <a:off x="5102934" y="5406898"/>
              <a:ext cx="216558" cy="0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68262628" name="AutoShape 149"/>
            <p:cNvSpPr/>
            <p:nvPr/>
          </p:nvSpPr>
          <p:spPr bwMode="auto">
            <a:xfrm>
              <a:off x="5102934" y="4895125"/>
              <a:ext cx="216558" cy="0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818036" name="AutoShape 150"/>
            <p:cNvSpPr/>
            <p:nvPr/>
          </p:nvSpPr>
          <p:spPr bwMode="auto">
            <a:xfrm>
              <a:off x="6132221" y="5892172"/>
              <a:ext cx="216558" cy="0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2635169" name="AutoShape 151"/>
            <p:cNvSpPr/>
            <p:nvPr/>
          </p:nvSpPr>
          <p:spPr bwMode="auto">
            <a:xfrm>
              <a:off x="6147180" y="4421079"/>
              <a:ext cx="0" cy="1486526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0481623" name="AutoShape 152"/>
            <p:cNvSpPr/>
            <p:nvPr/>
          </p:nvSpPr>
          <p:spPr bwMode="auto">
            <a:xfrm>
              <a:off x="6131745" y="5410111"/>
              <a:ext cx="216558" cy="0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41379051" name="AutoShape 153"/>
            <p:cNvSpPr/>
            <p:nvPr/>
          </p:nvSpPr>
          <p:spPr bwMode="auto">
            <a:xfrm>
              <a:off x="6131745" y="4898338"/>
              <a:ext cx="216558" cy="0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8765521" name="Freeform 154"/>
            <p:cNvSpPr/>
            <p:nvPr/>
          </p:nvSpPr>
          <p:spPr bwMode="auto">
            <a:xfrm rot="-8534550" flipH="1">
              <a:off x="0" y="2600505"/>
              <a:ext cx="994096" cy="355387"/>
            </a:xfrm>
            <a:custGeom>
              <a:avLst/>
              <a:gdLst/>
              <a:ahLst/>
              <a:cxnLst/>
              <a:rect l="l" t="t" r="r" b="b"/>
              <a:pathLst>
                <a:path w="994098" h="355390" fill="norm" stroke="1" extrusionOk="0">
                  <a:moveTo>
                    <a:pt x="994098" y="0"/>
                  </a:moveTo>
                  <a:lnTo>
                    <a:pt x="0" y="0"/>
                  </a:lnTo>
                  <a:lnTo>
                    <a:pt x="0" y="355391"/>
                  </a:lnTo>
                  <a:lnTo>
                    <a:pt x="994098" y="355391"/>
                  </a:lnTo>
                  <a:lnTo>
                    <a:pt x="994098" y="0"/>
                  </a:lnTo>
                  <a:close/>
                </a:path>
              </a:pathLst>
            </a:custGeom>
            <a:blipFill>
              <a:blip r:embed="rId5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951978" name="Freeform 51"/>
          <p:cNvSpPr/>
          <p:nvPr/>
        </p:nvSpPr>
        <p:spPr bwMode="auto">
          <a:xfrm>
            <a:off x="1544298" y="2393416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0" y="0"/>
                </a:moveTo>
                <a:lnTo>
                  <a:pt x="978866" y="0"/>
                </a:lnTo>
                <a:lnTo>
                  <a:pt x="978866" y="276529"/>
                </a:lnTo>
                <a:lnTo>
                  <a:pt x="0" y="2765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8043625" name="Freeform 52"/>
          <p:cNvSpPr/>
          <p:nvPr/>
        </p:nvSpPr>
        <p:spPr bwMode="auto">
          <a:xfrm rot="147169" flipH="1">
            <a:off x="9280476" y="5134743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978866" y="0"/>
                </a:moveTo>
                <a:lnTo>
                  <a:pt x="0" y="0"/>
                </a:lnTo>
                <a:lnTo>
                  <a:pt x="0" y="276529"/>
                </a:lnTo>
                <a:lnTo>
                  <a:pt x="978866" y="276529"/>
                </a:lnTo>
                <a:lnTo>
                  <a:pt x="978866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2152046" name="Freeform 53"/>
          <p:cNvSpPr/>
          <p:nvPr/>
        </p:nvSpPr>
        <p:spPr bwMode="auto">
          <a:xfrm rot="-10253389" flipV="1">
            <a:off x="9026773" y="6227037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0" y="276530"/>
                </a:moveTo>
                <a:lnTo>
                  <a:pt x="978866" y="276530"/>
                </a:lnTo>
                <a:lnTo>
                  <a:pt x="978866" y="0"/>
                </a:lnTo>
                <a:lnTo>
                  <a:pt x="0" y="0"/>
                </a:lnTo>
                <a:lnTo>
                  <a:pt x="0" y="27653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4814362" name="Freeform 54"/>
          <p:cNvSpPr/>
          <p:nvPr/>
        </p:nvSpPr>
        <p:spPr bwMode="auto">
          <a:xfrm rot="-10799952">
            <a:off x="9292749" y="1788431"/>
            <a:ext cx="477157" cy="2120711"/>
          </a:xfrm>
          <a:custGeom>
            <a:avLst/>
            <a:gdLst/>
            <a:ahLst/>
            <a:cxnLst/>
            <a:rect l="l" t="t" r="r" b="b"/>
            <a:pathLst>
              <a:path w="477160" h="2120713" fill="norm" stroke="1" extrusionOk="0">
                <a:moveTo>
                  <a:pt x="0" y="0"/>
                </a:moveTo>
                <a:lnTo>
                  <a:pt x="477160" y="0"/>
                </a:lnTo>
                <a:lnTo>
                  <a:pt x="477160" y="2120713"/>
                </a:lnTo>
                <a:lnTo>
                  <a:pt x="0" y="212071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3591785" name="TextBox 58"/>
          <p:cNvSpPr txBox="1"/>
          <p:nvPr/>
        </p:nvSpPr>
        <p:spPr bwMode="auto">
          <a:xfrm>
            <a:off x="489859" y="1458461"/>
            <a:ext cx="2078586" cy="585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UTXO 사용 용도</a:t>
            </a:r>
            <a:endParaRPr lang="en-US" sz="1600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2302"/>
              </a:lnSpc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코인조인 주기</a:t>
            </a:r>
          </a:p>
        </p:txBody>
      </p:sp>
      <p:sp>
        <p:nvSpPr>
          <p:cNvPr id="1514942708" name="TextBox 59"/>
          <p:cNvSpPr txBox="1"/>
          <p:nvPr/>
        </p:nvSpPr>
        <p:spPr bwMode="auto">
          <a:xfrm>
            <a:off x="9677396" y="5742948"/>
            <a:ext cx="1922202" cy="292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채굴 비용 Tx0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95006706" name="TextBox 60"/>
          <p:cNvSpPr txBox="1"/>
          <p:nvPr/>
        </p:nvSpPr>
        <p:spPr bwMode="auto">
          <a:xfrm>
            <a:off x="9813530" y="2320421"/>
            <a:ext cx="1577880" cy="585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믹싱 준비 완료된 이퀄라이제이션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11361273" name="TextBox 61"/>
          <p:cNvSpPr txBox="1"/>
          <p:nvPr/>
        </p:nvSpPr>
        <p:spPr bwMode="auto">
          <a:xfrm>
            <a:off x="9996424" y="4792111"/>
            <a:ext cx="1577520" cy="292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독성 변화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97669004" name="Freeform 62"/>
          <p:cNvSpPr/>
          <p:nvPr/>
        </p:nvSpPr>
        <p:spPr bwMode="auto">
          <a:xfrm rot="142735" flipH="1">
            <a:off x="9324096" y="4367828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978866" y="0"/>
                </a:moveTo>
                <a:lnTo>
                  <a:pt x="0" y="0"/>
                </a:lnTo>
                <a:lnTo>
                  <a:pt x="0" y="276530"/>
                </a:lnTo>
                <a:lnTo>
                  <a:pt x="978866" y="276530"/>
                </a:lnTo>
                <a:lnTo>
                  <a:pt x="978866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8275978" name="TextBox 63"/>
          <p:cNvSpPr txBox="1"/>
          <p:nvPr/>
        </p:nvSpPr>
        <p:spPr bwMode="auto">
          <a:xfrm>
            <a:off x="10021357" y="3921046"/>
            <a:ext cx="1577520" cy="292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서비스 수수료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95949269" name="Rectangle: Rounded Corners 12"/>
          <p:cNvSpPr/>
          <p:nvPr/>
        </p:nvSpPr>
        <p:spPr bwMode="auto">
          <a:xfrm flipH="0" flipV="0">
            <a:off x="2897147" y="297655"/>
            <a:ext cx="6224475" cy="628165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728590035" name=""/>
          <p:cNvGrpSpPr/>
          <p:nvPr/>
        </p:nvGrpSpPr>
        <p:grpSpPr bwMode="auto">
          <a:xfrm>
            <a:off x="3101175" y="634185"/>
            <a:ext cx="5706140" cy="5748760"/>
            <a:chOff x="0" y="0"/>
            <a:chExt cx="5706140" cy="5748760"/>
          </a:xfrm>
        </p:grpSpPr>
        <p:sp>
          <p:nvSpPr>
            <p:cNvPr id="1501566873" name="AutoShape 32"/>
            <p:cNvSpPr/>
            <p:nvPr/>
          </p:nvSpPr>
          <p:spPr bwMode="auto">
            <a:xfrm>
              <a:off x="2853072" y="694500"/>
              <a:ext cx="0" cy="404648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91378411" name="TextBox 55"/>
            <p:cNvSpPr txBox="1"/>
            <p:nvPr/>
          </p:nvSpPr>
          <p:spPr bwMode="auto">
            <a:xfrm>
              <a:off x="16233" y="0"/>
              <a:ext cx="5674756" cy="35811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16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35283482" name="TextBox 56"/>
            <p:cNvSpPr txBox="1"/>
            <p:nvPr/>
          </p:nvSpPr>
          <p:spPr bwMode="auto">
            <a:xfrm>
              <a:off x="155313" y="442775"/>
              <a:ext cx="2037966" cy="35811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16"/>
                </a:lnSpc>
                <a:defRPr/>
              </a:pPr>
              <a:r>
                <a:rPr lang="en-US" sz="2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05663086" name="TextBox 57"/>
            <p:cNvSpPr txBox="1"/>
            <p:nvPr/>
          </p:nvSpPr>
          <p:spPr bwMode="auto">
            <a:xfrm>
              <a:off x="3492873" y="442775"/>
              <a:ext cx="2037966" cy="35811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16"/>
                </a:lnSpc>
                <a:defRPr/>
              </a:pPr>
              <a:r>
                <a:rPr lang="en-US" sz="2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grpSp>
          <p:nvGrpSpPr>
            <p:cNvPr id="1513461909" name=""/>
            <p:cNvGrpSpPr/>
            <p:nvPr/>
          </p:nvGrpSpPr>
          <p:grpSpPr bwMode="auto">
            <a:xfrm>
              <a:off x="0" y="1116055"/>
              <a:ext cx="5706141" cy="4632705"/>
              <a:chOff x="0" y="0"/>
              <a:chExt cx="5706141" cy="4632705"/>
            </a:xfrm>
          </p:grpSpPr>
          <p:sp>
            <p:nvSpPr>
              <p:cNvPr id="1166447117" name="Freeform 30"/>
              <p:cNvSpPr/>
              <p:nvPr/>
            </p:nvSpPr>
            <p:spPr bwMode="auto">
              <a:xfrm rot="0" flipH="0" flipV="0">
                <a:off x="0" y="132495"/>
                <a:ext cx="2389312" cy="493426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6416" y="0"/>
                    </a:moveTo>
                    <a:lnTo>
                      <a:pt x="924177" y="0"/>
                    </a:lnTo>
                    <a:cubicBezTo>
                      <a:pt x="952400" y="0"/>
                      <a:pt x="979468" y="11212"/>
                      <a:pt x="999425" y="31169"/>
                    </a:cubicBezTo>
                    <a:cubicBezTo>
                      <a:pt x="1019382" y="51126"/>
                      <a:pt x="1030593" y="78193"/>
                      <a:pt x="1030593" y="106416"/>
                    </a:cubicBezTo>
                    <a:lnTo>
                      <a:pt x="1030593" y="106416"/>
                    </a:lnTo>
                    <a:cubicBezTo>
                      <a:pt x="1030593" y="134640"/>
                      <a:pt x="1019382" y="161707"/>
                      <a:pt x="999425" y="181664"/>
                    </a:cubicBezTo>
                    <a:cubicBezTo>
                      <a:pt x="979468" y="201621"/>
                      <a:pt x="952400" y="212833"/>
                      <a:pt x="924177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2056638858" name="TextBox 31"/>
              <p:cNvSpPr txBox="1"/>
              <p:nvPr/>
            </p:nvSpPr>
            <p:spPr bwMode="auto">
              <a:xfrm rot="0" flipH="0" flipV="0">
                <a:off x="0" y="0"/>
                <a:ext cx="2389312" cy="62592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61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372 000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838014811" name="Freeform 34"/>
              <p:cNvSpPr/>
              <p:nvPr/>
            </p:nvSpPr>
            <p:spPr bwMode="auto">
              <a:xfrm rot="0" flipH="0" flipV="0">
                <a:off x="3316829" y="132495"/>
                <a:ext cx="2389312" cy="493427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6417" y="0"/>
                    </a:moveTo>
                    <a:lnTo>
                      <a:pt x="924177" y="0"/>
                    </a:lnTo>
                    <a:cubicBezTo>
                      <a:pt x="982949" y="0"/>
                      <a:pt x="1030593" y="47644"/>
                      <a:pt x="1030593" y="106417"/>
                    </a:cubicBezTo>
                    <a:lnTo>
                      <a:pt x="1030593" y="106417"/>
                    </a:lnTo>
                    <a:cubicBezTo>
                      <a:pt x="1030593" y="165189"/>
                      <a:pt x="982949" y="212833"/>
                      <a:pt x="924177" y="212833"/>
                    </a:cubicBezTo>
                    <a:lnTo>
                      <a:pt x="106417" y="212833"/>
                    </a:lnTo>
                    <a:cubicBezTo>
                      <a:pt x="47644" y="212833"/>
                      <a:pt x="0" y="165189"/>
                      <a:pt x="0" y="106417"/>
                    </a:cubicBezTo>
                    <a:lnTo>
                      <a:pt x="0" y="106417"/>
                    </a:lnTo>
                    <a:cubicBezTo>
                      <a:pt x="0" y="47644"/>
                      <a:pt x="47644" y="0"/>
                      <a:pt x="10641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365373124" name="TextBox 35"/>
              <p:cNvSpPr txBox="1"/>
              <p:nvPr/>
            </p:nvSpPr>
            <p:spPr bwMode="auto">
              <a:xfrm rot="0" flipH="0" flipV="0">
                <a:off x="3316829" y="0"/>
                <a:ext cx="2389312" cy="62592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617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216597715" name="Freeform 37"/>
              <p:cNvSpPr/>
              <p:nvPr/>
            </p:nvSpPr>
            <p:spPr bwMode="auto">
              <a:xfrm rot="0" flipH="0" flipV="0">
                <a:off x="3316829" y="860653"/>
                <a:ext cx="2389312" cy="493426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6416" y="0"/>
                    </a:moveTo>
                    <a:lnTo>
                      <a:pt x="924177" y="0"/>
                    </a:lnTo>
                    <a:cubicBezTo>
                      <a:pt x="952400" y="0"/>
                      <a:pt x="979468" y="11212"/>
                      <a:pt x="999425" y="31169"/>
                    </a:cubicBezTo>
                    <a:cubicBezTo>
                      <a:pt x="1019382" y="51126"/>
                      <a:pt x="1030593" y="78193"/>
                      <a:pt x="1030593" y="106416"/>
                    </a:cubicBezTo>
                    <a:lnTo>
                      <a:pt x="1030593" y="106416"/>
                    </a:lnTo>
                    <a:cubicBezTo>
                      <a:pt x="1030593" y="134640"/>
                      <a:pt x="1019382" y="161707"/>
                      <a:pt x="999425" y="181664"/>
                    </a:cubicBezTo>
                    <a:cubicBezTo>
                      <a:pt x="979468" y="201621"/>
                      <a:pt x="952400" y="212833"/>
                      <a:pt x="924177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742368552" name="TextBox 38"/>
              <p:cNvSpPr txBox="1"/>
              <p:nvPr/>
            </p:nvSpPr>
            <p:spPr bwMode="auto">
              <a:xfrm rot="0" flipH="0" flipV="0">
                <a:off x="3316829" y="728158"/>
                <a:ext cx="2389312" cy="62592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61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900598727" name="Freeform 40"/>
              <p:cNvSpPr/>
              <p:nvPr/>
            </p:nvSpPr>
            <p:spPr bwMode="auto">
              <a:xfrm rot="0" flipH="0" flipV="0">
                <a:off x="3316829" y="1589431"/>
                <a:ext cx="2389312" cy="493426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6416" y="0"/>
                    </a:moveTo>
                    <a:lnTo>
                      <a:pt x="924177" y="0"/>
                    </a:lnTo>
                    <a:cubicBezTo>
                      <a:pt x="952400" y="0"/>
                      <a:pt x="979468" y="11212"/>
                      <a:pt x="999425" y="31169"/>
                    </a:cubicBezTo>
                    <a:cubicBezTo>
                      <a:pt x="1019382" y="51126"/>
                      <a:pt x="1030593" y="78193"/>
                      <a:pt x="1030593" y="106416"/>
                    </a:cubicBezTo>
                    <a:lnTo>
                      <a:pt x="1030593" y="106416"/>
                    </a:lnTo>
                    <a:cubicBezTo>
                      <a:pt x="1030593" y="134640"/>
                      <a:pt x="1019382" y="161707"/>
                      <a:pt x="999425" y="181664"/>
                    </a:cubicBezTo>
                    <a:cubicBezTo>
                      <a:pt x="979468" y="201621"/>
                      <a:pt x="952400" y="212833"/>
                      <a:pt x="924177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675829258" name="TextBox 41"/>
              <p:cNvSpPr txBox="1"/>
              <p:nvPr/>
            </p:nvSpPr>
            <p:spPr bwMode="auto">
              <a:xfrm rot="0" flipH="0" flipV="0">
                <a:off x="3316829" y="1456935"/>
                <a:ext cx="2389312" cy="62592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61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326094574" name="Freeform 43"/>
              <p:cNvSpPr/>
              <p:nvPr/>
            </p:nvSpPr>
            <p:spPr bwMode="auto">
              <a:xfrm rot="0" flipH="0" flipV="0">
                <a:off x="3316829" y="2318206"/>
                <a:ext cx="2389312" cy="493426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6416" y="0"/>
                    </a:moveTo>
                    <a:lnTo>
                      <a:pt x="924177" y="0"/>
                    </a:lnTo>
                    <a:cubicBezTo>
                      <a:pt x="952400" y="0"/>
                      <a:pt x="979468" y="11212"/>
                      <a:pt x="999425" y="31169"/>
                    </a:cubicBezTo>
                    <a:cubicBezTo>
                      <a:pt x="1019382" y="51126"/>
                      <a:pt x="1030593" y="78193"/>
                      <a:pt x="1030593" y="106416"/>
                    </a:cubicBezTo>
                    <a:lnTo>
                      <a:pt x="1030593" y="106416"/>
                    </a:lnTo>
                    <a:cubicBezTo>
                      <a:pt x="1030593" y="134640"/>
                      <a:pt x="1019382" y="161707"/>
                      <a:pt x="999425" y="181664"/>
                    </a:cubicBezTo>
                    <a:cubicBezTo>
                      <a:pt x="979468" y="201621"/>
                      <a:pt x="952400" y="212833"/>
                      <a:pt x="924177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708692257" name="TextBox 44"/>
              <p:cNvSpPr txBox="1"/>
              <p:nvPr/>
            </p:nvSpPr>
            <p:spPr bwMode="auto">
              <a:xfrm rot="0" flipH="0" flipV="0">
                <a:off x="3316829" y="2185710"/>
                <a:ext cx="2389312" cy="62592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61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785400514" name="Freeform 46"/>
              <p:cNvSpPr/>
              <p:nvPr/>
            </p:nvSpPr>
            <p:spPr bwMode="auto">
              <a:xfrm rot="0" flipH="0" flipV="0">
                <a:off x="3316829" y="3046981"/>
                <a:ext cx="2389312" cy="493426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6416" y="0"/>
                    </a:moveTo>
                    <a:lnTo>
                      <a:pt x="924177" y="0"/>
                    </a:lnTo>
                    <a:cubicBezTo>
                      <a:pt x="952400" y="0"/>
                      <a:pt x="979468" y="11212"/>
                      <a:pt x="999425" y="31169"/>
                    </a:cubicBezTo>
                    <a:cubicBezTo>
                      <a:pt x="1019382" y="51126"/>
                      <a:pt x="1030593" y="78193"/>
                      <a:pt x="1030593" y="106416"/>
                    </a:cubicBezTo>
                    <a:lnTo>
                      <a:pt x="1030593" y="106416"/>
                    </a:lnTo>
                    <a:cubicBezTo>
                      <a:pt x="1030593" y="134640"/>
                      <a:pt x="1019382" y="161707"/>
                      <a:pt x="999425" y="181664"/>
                    </a:cubicBezTo>
                    <a:cubicBezTo>
                      <a:pt x="979468" y="201621"/>
                      <a:pt x="952400" y="212833"/>
                      <a:pt x="924177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2140518244" name="TextBox 47"/>
              <p:cNvSpPr txBox="1"/>
              <p:nvPr/>
            </p:nvSpPr>
            <p:spPr bwMode="auto">
              <a:xfrm rot="0" flipH="0" flipV="0">
                <a:off x="3316829" y="2914485"/>
                <a:ext cx="2389312" cy="62592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61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009773823" name="Freeform 49"/>
              <p:cNvSpPr/>
              <p:nvPr/>
            </p:nvSpPr>
            <p:spPr bwMode="auto">
              <a:xfrm rot="0" flipH="0" flipV="0">
                <a:off x="3316829" y="4139277"/>
                <a:ext cx="2389312" cy="493426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6416" y="0"/>
                    </a:moveTo>
                    <a:lnTo>
                      <a:pt x="924177" y="0"/>
                    </a:lnTo>
                    <a:cubicBezTo>
                      <a:pt x="952400" y="0"/>
                      <a:pt x="979468" y="11212"/>
                      <a:pt x="999425" y="31169"/>
                    </a:cubicBezTo>
                    <a:cubicBezTo>
                      <a:pt x="1019382" y="51126"/>
                      <a:pt x="1030593" y="78193"/>
                      <a:pt x="1030593" y="106416"/>
                    </a:cubicBezTo>
                    <a:lnTo>
                      <a:pt x="1030593" y="106416"/>
                    </a:lnTo>
                    <a:cubicBezTo>
                      <a:pt x="1030593" y="134640"/>
                      <a:pt x="1019382" y="161707"/>
                      <a:pt x="999425" y="181664"/>
                    </a:cubicBezTo>
                    <a:cubicBezTo>
                      <a:pt x="979468" y="201621"/>
                      <a:pt x="952400" y="212833"/>
                      <a:pt x="924177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52968636" name="TextBox 50"/>
              <p:cNvSpPr txBox="1"/>
              <p:nvPr/>
            </p:nvSpPr>
            <p:spPr bwMode="auto">
              <a:xfrm rot="0" flipH="0" flipV="0">
                <a:off x="3316829" y="4006782"/>
                <a:ext cx="2389312" cy="62592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61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5213195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1439" y="426155"/>
            <a:ext cx="11629121" cy="60056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44184516" name=""/>
          <p:cNvGrpSpPr/>
          <p:nvPr/>
        </p:nvGrpSpPr>
        <p:grpSpPr bwMode="auto">
          <a:xfrm>
            <a:off x="2420280" y="167859"/>
            <a:ext cx="7088369" cy="6480680"/>
            <a:chOff x="0" y="0"/>
            <a:chExt cx="7088369" cy="6480680"/>
          </a:xfrm>
        </p:grpSpPr>
        <p:sp>
          <p:nvSpPr>
            <p:cNvPr id="338651577" name="AutoShape 32"/>
            <p:cNvSpPr/>
            <p:nvPr/>
          </p:nvSpPr>
          <p:spPr bwMode="auto">
            <a:xfrm>
              <a:off x="3480361" y="1011256"/>
              <a:ext cx="0" cy="441801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8579444" name="TextBox 51"/>
            <p:cNvSpPr txBox="1"/>
            <p:nvPr/>
          </p:nvSpPr>
          <p:spPr bwMode="auto">
            <a:xfrm>
              <a:off x="383058" y="265329"/>
              <a:ext cx="6195685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79987352" name="TextBox 52"/>
            <p:cNvSpPr txBox="1"/>
            <p:nvPr/>
          </p:nvSpPr>
          <p:spPr bwMode="auto">
            <a:xfrm>
              <a:off x="557726" y="748758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87986004" name="TextBox 53"/>
            <p:cNvSpPr txBox="1"/>
            <p:nvPr/>
          </p:nvSpPr>
          <p:spPr bwMode="auto">
            <a:xfrm>
              <a:off x="4178904" y="748758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98226544" name="Rectangle: Rounded Corners 12"/>
            <p:cNvSpPr/>
            <p:nvPr/>
          </p:nvSpPr>
          <p:spPr bwMode="auto">
            <a:xfrm>
              <a:off x="0" y="0"/>
              <a:ext cx="7088370" cy="5759303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772336976" name=""/>
            <p:cNvGrpSpPr/>
            <p:nvPr/>
          </p:nvGrpSpPr>
          <p:grpSpPr bwMode="auto">
            <a:xfrm>
              <a:off x="365332" y="1472931"/>
              <a:ext cx="6230050" cy="5007749"/>
              <a:chOff x="0" y="0"/>
              <a:chExt cx="6230050" cy="5007749"/>
            </a:xfrm>
          </p:grpSpPr>
          <p:sp>
            <p:nvSpPr>
              <p:cNvPr id="2103758371" name="Freeform 30"/>
              <p:cNvSpPr/>
              <p:nvPr/>
            </p:nvSpPr>
            <p:spPr bwMode="auto">
              <a:xfrm rot="0" flipH="0" flipV="0">
                <a:off x="0" y="168765"/>
                <a:ext cx="2608687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0903" y="0"/>
                    </a:moveTo>
                    <a:lnTo>
                      <a:pt x="929690" y="0"/>
                    </a:lnTo>
                    <a:cubicBezTo>
                      <a:pt x="956451" y="0"/>
                      <a:pt x="982117" y="10631"/>
                      <a:pt x="1001039" y="29554"/>
                    </a:cubicBezTo>
                    <a:cubicBezTo>
                      <a:pt x="1019963" y="48477"/>
                      <a:pt x="1030593" y="74142"/>
                      <a:pt x="1030593" y="100903"/>
                    </a:cubicBezTo>
                    <a:lnTo>
                      <a:pt x="1030593" y="111930"/>
                    </a:lnTo>
                    <a:cubicBezTo>
                      <a:pt x="1030593" y="138691"/>
                      <a:pt x="1019963" y="164356"/>
                      <a:pt x="1001039" y="183279"/>
                    </a:cubicBezTo>
                    <a:cubicBezTo>
                      <a:pt x="982117" y="202202"/>
                      <a:pt x="956451" y="212833"/>
                      <a:pt x="929690" y="212833"/>
                    </a:cubicBezTo>
                    <a:lnTo>
                      <a:pt x="100903" y="212833"/>
                    </a:lnTo>
                    <a:cubicBezTo>
                      <a:pt x="45176" y="212833"/>
                      <a:pt x="0" y="167657"/>
                      <a:pt x="0" y="111930"/>
                    </a:cubicBezTo>
                    <a:lnTo>
                      <a:pt x="0" y="100903"/>
                    </a:lnTo>
                    <a:cubicBezTo>
                      <a:pt x="0" y="45176"/>
                      <a:pt x="45176" y="0"/>
                      <a:pt x="100903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85417513" name="TextBox 31"/>
              <p:cNvSpPr txBox="1"/>
              <p:nvPr/>
            </p:nvSpPr>
            <p:spPr bwMode="auto">
              <a:xfrm rot="0" flipH="0" flipV="0">
                <a:off x="0" y="0"/>
                <a:ext cx="2608687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372 000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2916101" name="Freeform 34"/>
              <p:cNvSpPr/>
              <p:nvPr/>
            </p:nvSpPr>
            <p:spPr bwMode="auto">
              <a:xfrm rot="0" flipH="0" flipV="0">
                <a:off x="3621363" y="168765"/>
                <a:ext cx="2608687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0903" y="0"/>
                    </a:moveTo>
                    <a:lnTo>
                      <a:pt x="929690" y="0"/>
                    </a:lnTo>
                    <a:cubicBezTo>
                      <a:pt x="956451" y="0"/>
                      <a:pt x="982117" y="10631"/>
                      <a:pt x="1001039" y="29554"/>
                    </a:cubicBezTo>
                    <a:cubicBezTo>
                      <a:pt x="1019963" y="48477"/>
                      <a:pt x="1030593" y="74142"/>
                      <a:pt x="1030593" y="100903"/>
                    </a:cubicBezTo>
                    <a:lnTo>
                      <a:pt x="1030593" y="111930"/>
                    </a:lnTo>
                    <a:cubicBezTo>
                      <a:pt x="1030593" y="167657"/>
                      <a:pt x="985417" y="212833"/>
                      <a:pt x="929690" y="212833"/>
                    </a:cubicBezTo>
                    <a:lnTo>
                      <a:pt x="100903" y="212833"/>
                    </a:lnTo>
                    <a:cubicBezTo>
                      <a:pt x="74142" y="212833"/>
                      <a:pt x="48477" y="202202"/>
                      <a:pt x="29554" y="183279"/>
                    </a:cubicBezTo>
                    <a:cubicBezTo>
                      <a:pt x="10631" y="164356"/>
                      <a:pt x="0" y="138691"/>
                      <a:pt x="0" y="111930"/>
                    </a:cubicBezTo>
                    <a:lnTo>
                      <a:pt x="0" y="100903"/>
                    </a:lnTo>
                    <a:cubicBezTo>
                      <a:pt x="0" y="45176"/>
                      <a:pt x="45176" y="0"/>
                      <a:pt x="10090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55925773" name="TextBox 35"/>
              <p:cNvSpPr txBox="1"/>
              <p:nvPr/>
            </p:nvSpPr>
            <p:spPr bwMode="auto">
              <a:xfrm rot="0" flipH="0" flipV="0">
                <a:off x="3621363" y="0"/>
                <a:ext cx="2608687" cy="70750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7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44109531" name="Freeform 37"/>
              <p:cNvSpPr/>
              <p:nvPr/>
            </p:nvSpPr>
            <p:spPr bwMode="auto">
              <a:xfrm rot="0" flipH="0" flipV="0">
                <a:off x="3621363" y="963778"/>
                <a:ext cx="2608687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0903" y="0"/>
                    </a:moveTo>
                    <a:lnTo>
                      <a:pt x="929690" y="0"/>
                    </a:lnTo>
                    <a:cubicBezTo>
                      <a:pt x="956451" y="0"/>
                      <a:pt x="982117" y="10631"/>
                      <a:pt x="1001039" y="29554"/>
                    </a:cubicBezTo>
                    <a:cubicBezTo>
                      <a:pt x="1019963" y="48477"/>
                      <a:pt x="1030593" y="74142"/>
                      <a:pt x="1030593" y="100903"/>
                    </a:cubicBezTo>
                    <a:lnTo>
                      <a:pt x="1030593" y="111930"/>
                    </a:lnTo>
                    <a:cubicBezTo>
                      <a:pt x="1030593" y="138691"/>
                      <a:pt x="1019963" y="164356"/>
                      <a:pt x="1001039" y="183279"/>
                    </a:cubicBezTo>
                    <a:cubicBezTo>
                      <a:pt x="982117" y="202202"/>
                      <a:pt x="956451" y="212833"/>
                      <a:pt x="929690" y="212833"/>
                    </a:cubicBezTo>
                    <a:lnTo>
                      <a:pt x="100903" y="212833"/>
                    </a:lnTo>
                    <a:cubicBezTo>
                      <a:pt x="45176" y="212833"/>
                      <a:pt x="0" y="167657"/>
                      <a:pt x="0" y="111930"/>
                    </a:cubicBezTo>
                    <a:lnTo>
                      <a:pt x="0" y="100903"/>
                    </a:lnTo>
                    <a:cubicBezTo>
                      <a:pt x="0" y="45176"/>
                      <a:pt x="45176" y="0"/>
                      <a:pt x="10090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13054402" name="TextBox 38"/>
              <p:cNvSpPr txBox="1"/>
              <p:nvPr/>
            </p:nvSpPr>
            <p:spPr bwMode="auto">
              <a:xfrm rot="0" flipH="0" flipV="0">
                <a:off x="3621363" y="795013"/>
                <a:ext cx="2608687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48135707" name="Freeform 40"/>
              <p:cNvSpPr/>
              <p:nvPr/>
            </p:nvSpPr>
            <p:spPr bwMode="auto">
              <a:xfrm rot="0" flipH="0" flipV="0">
                <a:off x="3621363" y="1759469"/>
                <a:ext cx="2608687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0903" y="0"/>
                    </a:moveTo>
                    <a:lnTo>
                      <a:pt x="929690" y="0"/>
                    </a:lnTo>
                    <a:cubicBezTo>
                      <a:pt x="956451" y="0"/>
                      <a:pt x="982117" y="10631"/>
                      <a:pt x="1001039" y="29554"/>
                    </a:cubicBezTo>
                    <a:cubicBezTo>
                      <a:pt x="1019963" y="48477"/>
                      <a:pt x="1030593" y="74142"/>
                      <a:pt x="1030593" y="100903"/>
                    </a:cubicBezTo>
                    <a:lnTo>
                      <a:pt x="1030593" y="111930"/>
                    </a:lnTo>
                    <a:cubicBezTo>
                      <a:pt x="1030593" y="138691"/>
                      <a:pt x="1019963" y="164356"/>
                      <a:pt x="1001039" y="183279"/>
                    </a:cubicBezTo>
                    <a:cubicBezTo>
                      <a:pt x="982117" y="202202"/>
                      <a:pt x="956451" y="212833"/>
                      <a:pt x="929690" y="212833"/>
                    </a:cubicBezTo>
                    <a:lnTo>
                      <a:pt x="100903" y="212833"/>
                    </a:lnTo>
                    <a:cubicBezTo>
                      <a:pt x="45176" y="212833"/>
                      <a:pt x="0" y="167657"/>
                      <a:pt x="0" y="111930"/>
                    </a:cubicBezTo>
                    <a:lnTo>
                      <a:pt x="0" y="100903"/>
                    </a:lnTo>
                    <a:cubicBezTo>
                      <a:pt x="0" y="45176"/>
                      <a:pt x="45176" y="0"/>
                      <a:pt x="10090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72473593" name="TextBox 41"/>
              <p:cNvSpPr txBox="1"/>
              <p:nvPr/>
            </p:nvSpPr>
            <p:spPr bwMode="auto">
              <a:xfrm rot="0" flipH="0" flipV="0">
                <a:off x="3621363" y="1590703"/>
                <a:ext cx="2608687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73366778" name="Freeform 43"/>
              <p:cNvSpPr/>
              <p:nvPr/>
            </p:nvSpPr>
            <p:spPr bwMode="auto">
              <a:xfrm rot="0" flipH="0" flipV="0">
                <a:off x="3621363" y="2555158"/>
                <a:ext cx="2608687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0903" y="0"/>
                    </a:moveTo>
                    <a:lnTo>
                      <a:pt x="929690" y="0"/>
                    </a:lnTo>
                    <a:cubicBezTo>
                      <a:pt x="956451" y="0"/>
                      <a:pt x="982117" y="10631"/>
                      <a:pt x="1001039" y="29554"/>
                    </a:cubicBezTo>
                    <a:cubicBezTo>
                      <a:pt x="1019963" y="48477"/>
                      <a:pt x="1030593" y="74142"/>
                      <a:pt x="1030593" y="100903"/>
                    </a:cubicBezTo>
                    <a:lnTo>
                      <a:pt x="1030593" y="111930"/>
                    </a:lnTo>
                    <a:cubicBezTo>
                      <a:pt x="1030593" y="138691"/>
                      <a:pt x="1019963" y="164356"/>
                      <a:pt x="1001039" y="183279"/>
                    </a:cubicBezTo>
                    <a:cubicBezTo>
                      <a:pt x="982117" y="202202"/>
                      <a:pt x="956451" y="212833"/>
                      <a:pt x="929690" y="212833"/>
                    </a:cubicBezTo>
                    <a:lnTo>
                      <a:pt x="100903" y="212833"/>
                    </a:lnTo>
                    <a:cubicBezTo>
                      <a:pt x="45176" y="212833"/>
                      <a:pt x="0" y="167657"/>
                      <a:pt x="0" y="111930"/>
                    </a:cubicBezTo>
                    <a:lnTo>
                      <a:pt x="0" y="100903"/>
                    </a:lnTo>
                    <a:cubicBezTo>
                      <a:pt x="0" y="45176"/>
                      <a:pt x="45176" y="0"/>
                      <a:pt x="10090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04781190" name="TextBox 44"/>
              <p:cNvSpPr txBox="1"/>
              <p:nvPr/>
            </p:nvSpPr>
            <p:spPr bwMode="auto">
              <a:xfrm rot="0" flipH="0" flipV="0">
                <a:off x="3621363" y="2386392"/>
                <a:ext cx="2608687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10045538" name="Freeform 46"/>
              <p:cNvSpPr/>
              <p:nvPr/>
            </p:nvSpPr>
            <p:spPr bwMode="auto">
              <a:xfrm rot="0" flipH="0" flipV="0">
                <a:off x="3621363" y="3350847"/>
                <a:ext cx="2608687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0903" y="0"/>
                    </a:moveTo>
                    <a:lnTo>
                      <a:pt x="929690" y="0"/>
                    </a:lnTo>
                    <a:cubicBezTo>
                      <a:pt x="956451" y="0"/>
                      <a:pt x="982117" y="10631"/>
                      <a:pt x="1001039" y="29554"/>
                    </a:cubicBezTo>
                    <a:cubicBezTo>
                      <a:pt x="1019963" y="48477"/>
                      <a:pt x="1030593" y="74142"/>
                      <a:pt x="1030593" y="100903"/>
                    </a:cubicBezTo>
                    <a:lnTo>
                      <a:pt x="1030593" y="111930"/>
                    </a:lnTo>
                    <a:cubicBezTo>
                      <a:pt x="1030593" y="138691"/>
                      <a:pt x="1019963" y="164356"/>
                      <a:pt x="1001039" y="183279"/>
                    </a:cubicBezTo>
                    <a:cubicBezTo>
                      <a:pt x="982117" y="202202"/>
                      <a:pt x="956451" y="212833"/>
                      <a:pt x="929690" y="212833"/>
                    </a:cubicBezTo>
                    <a:lnTo>
                      <a:pt x="100903" y="212833"/>
                    </a:lnTo>
                    <a:cubicBezTo>
                      <a:pt x="45176" y="212833"/>
                      <a:pt x="0" y="167657"/>
                      <a:pt x="0" y="111930"/>
                    </a:cubicBezTo>
                    <a:lnTo>
                      <a:pt x="0" y="100903"/>
                    </a:lnTo>
                    <a:cubicBezTo>
                      <a:pt x="0" y="45176"/>
                      <a:pt x="45176" y="0"/>
                      <a:pt x="100903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91208606" name="TextBox 47"/>
              <p:cNvSpPr txBox="1"/>
              <p:nvPr/>
            </p:nvSpPr>
            <p:spPr bwMode="auto">
              <a:xfrm rot="0" flipH="0" flipV="0">
                <a:off x="3621363" y="3182081"/>
                <a:ext cx="2608687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46275293" name="Freeform 49"/>
              <p:cNvSpPr/>
              <p:nvPr/>
            </p:nvSpPr>
            <p:spPr bwMode="auto">
              <a:xfrm rot="0" flipH="0" flipV="0">
                <a:off x="3621363" y="4469017"/>
                <a:ext cx="2608687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0903" y="0"/>
                    </a:moveTo>
                    <a:lnTo>
                      <a:pt x="929690" y="0"/>
                    </a:lnTo>
                    <a:cubicBezTo>
                      <a:pt x="956451" y="0"/>
                      <a:pt x="982117" y="10631"/>
                      <a:pt x="1001039" y="29554"/>
                    </a:cubicBezTo>
                    <a:cubicBezTo>
                      <a:pt x="1019963" y="48477"/>
                      <a:pt x="1030593" y="74142"/>
                      <a:pt x="1030593" y="100903"/>
                    </a:cubicBezTo>
                    <a:lnTo>
                      <a:pt x="1030593" y="111930"/>
                    </a:lnTo>
                    <a:cubicBezTo>
                      <a:pt x="1030593" y="138691"/>
                      <a:pt x="1019963" y="164356"/>
                      <a:pt x="1001039" y="183279"/>
                    </a:cubicBezTo>
                    <a:cubicBezTo>
                      <a:pt x="982117" y="202202"/>
                      <a:pt x="956451" y="212833"/>
                      <a:pt x="929690" y="212833"/>
                    </a:cubicBezTo>
                    <a:lnTo>
                      <a:pt x="100903" y="212833"/>
                    </a:lnTo>
                    <a:cubicBezTo>
                      <a:pt x="45176" y="212833"/>
                      <a:pt x="0" y="167657"/>
                      <a:pt x="0" y="111930"/>
                    </a:cubicBezTo>
                    <a:lnTo>
                      <a:pt x="0" y="100903"/>
                    </a:lnTo>
                    <a:cubicBezTo>
                      <a:pt x="0" y="45176"/>
                      <a:pt x="45176" y="0"/>
                      <a:pt x="10090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69421036" name="TextBox 50"/>
              <p:cNvSpPr txBox="1"/>
              <p:nvPr/>
            </p:nvSpPr>
            <p:spPr bwMode="auto">
              <a:xfrm rot="0" flipH="0" flipV="0">
                <a:off x="3621363" y="4300250"/>
                <a:ext cx="2608687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94898645" name="AutoShape 54"/>
              <p:cNvSpPr/>
              <p:nvPr/>
            </p:nvSpPr>
            <p:spPr bwMode="auto">
              <a:xfrm>
                <a:off x="2608689" y="412615"/>
                <a:ext cx="1012673" cy="3182079"/>
              </a:xfrm>
              <a:prstGeom prst="line">
                <a:avLst/>
              </a:prstGeom>
              <a:grpFill/>
              <a:ln w="38100" cap="flat">
                <a:solidFill>
                  <a:srgbClr val="FF5C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61289611" name=""/>
          <p:cNvGrpSpPr/>
          <p:nvPr/>
        </p:nvGrpSpPr>
        <p:grpSpPr bwMode="auto">
          <a:xfrm>
            <a:off x="273618" y="343341"/>
            <a:ext cx="11562904" cy="6189717"/>
            <a:chOff x="0" y="0"/>
            <a:chExt cx="11562904" cy="6189717"/>
          </a:xfrm>
        </p:grpSpPr>
        <p:sp>
          <p:nvSpPr>
            <p:cNvPr id="1507841979" name="AutoShape 32"/>
            <p:cNvSpPr/>
            <p:nvPr/>
          </p:nvSpPr>
          <p:spPr bwMode="auto">
            <a:xfrm>
              <a:off x="2605793" y="1229562"/>
              <a:ext cx="0" cy="441801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84949217" name="TextBox 42"/>
            <p:cNvSpPr txBox="1"/>
            <p:nvPr/>
          </p:nvSpPr>
          <p:spPr bwMode="auto">
            <a:xfrm>
              <a:off x="150103" y="377802"/>
              <a:ext cx="4912458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44852008" name="TextBox 43"/>
            <p:cNvSpPr txBox="1"/>
            <p:nvPr/>
          </p:nvSpPr>
          <p:spPr bwMode="auto">
            <a:xfrm>
              <a:off x="235608" y="967065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22492470" name="TextBox 44"/>
            <p:cNvSpPr txBox="1"/>
            <p:nvPr/>
          </p:nvSpPr>
          <p:spPr bwMode="auto">
            <a:xfrm>
              <a:off x="2748668" y="967065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9477362" name="AutoShape 54"/>
            <p:cNvSpPr/>
            <p:nvPr/>
          </p:nvSpPr>
          <p:spPr bwMode="auto">
            <a:xfrm>
              <a:off x="8931358" y="1229562"/>
              <a:ext cx="0" cy="441801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4643190" name="TextBox 64"/>
            <p:cNvSpPr txBox="1"/>
            <p:nvPr/>
          </p:nvSpPr>
          <p:spPr bwMode="auto">
            <a:xfrm>
              <a:off x="6475668" y="377802"/>
              <a:ext cx="4912458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Mix #1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31088392" name="TextBox 65"/>
            <p:cNvSpPr txBox="1"/>
            <p:nvPr/>
          </p:nvSpPr>
          <p:spPr bwMode="auto">
            <a:xfrm>
              <a:off x="6561173" y="967065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88873443" name="TextBox 66"/>
            <p:cNvSpPr txBox="1"/>
            <p:nvPr/>
          </p:nvSpPr>
          <p:spPr bwMode="auto">
            <a:xfrm>
              <a:off x="9074233" y="967065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10786967" name="AutoShape 73"/>
            <p:cNvSpPr/>
            <p:nvPr/>
          </p:nvSpPr>
          <p:spPr bwMode="auto">
            <a:xfrm>
              <a:off x="4893648" y="2889572"/>
              <a:ext cx="1752579" cy="795349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841703803" name="Rectangle: Rounded Corners 12"/>
            <p:cNvSpPr/>
            <p:nvPr/>
          </p:nvSpPr>
          <p:spPr bwMode="auto">
            <a:xfrm>
              <a:off x="0" y="0"/>
              <a:ext cx="5303635" cy="61897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06355675" name="Rectangle: Rounded Corners 12"/>
            <p:cNvSpPr/>
            <p:nvPr/>
          </p:nvSpPr>
          <p:spPr bwMode="auto">
            <a:xfrm>
              <a:off x="6354723" y="0"/>
              <a:ext cx="5208181" cy="61897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2136818992" name=""/>
            <p:cNvGrpSpPr/>
            <p:nvPr/>
          </p:nvGrpSpPr>
          <p:grpSpPr bwMode="auto">
            <a:xfrm>
              <a:off x="6642648" y="1689824"/>
              <a:ext cx="4580141" cy="3846204"/>
              <a:chOff x="0" y="0"/>
              <a:chExt cx="4580141" cy="3846204"/>
            </a:xfrm>
          </p:grpSpPr>
          <p:sp>
            <p:nvSpPr>
              <p:cNvPr id="803655936" name="Freeform 56"/>
              <p:cNvSpPr/>
              <p:nvPr/>
            </p:nvSpPr>
            <p:spPr bwMode="auto">
              <a:xfrm rot="0" flipH="0" flipV="0">
                <a:off x="2514089" y="1735366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34127163" name="TextBox 57"/>
              <p:cNvSpPr txBox="1"/>
              <p:nvPr/>
            </p:nvSpPr>
            <p:spPr bwMode="auto">
              <a:xfrm rot="0" flipH="0" flipV="0">
                <a:off x="2514089" y="1590703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84680774" name="Freeform 59"/>
              <p:cNvSpPr/>
              <p:nvPr/>
            </p:nvSpPr>
            <p:spPr bwMode="auto">
              <a:xfrm rot="0" flipH="0" flipV="0">
                <a:off x="2514089" y="2531053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70203025" name="TextBox 60"/>
              <p:cNvSpPr txBox="1"/>
              <p:nvPr/>
            </p:nvSpPr>
            <p:spPr bwMode="auto">
              <a:xfrm rot="0" flipH="0" flipV="0">
                <a:off x="2514089" y="2386391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37580712" name="Freeform 62"/>
              <p:cNvSpPr/>
              <p:nvPr/>
            </p:nvSpPr>
            <p:spPr bwMode="auto">
              <a:xfrm rot="0" flipH="0" flipV="0">
                <a:off x="2514089" y="3326742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75978442" name="TextBox 63"/>
              <p:cNvSpPr txBox="1"/>
              <p:nvPr/>
            </p:nvSpPr>
            <p:spPr bwMode="auto">
              <a:xfrm rot="0" flipH="0" flipV="0">
                <a:off x="2514089" y="3182080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45512452" name="Freeform 68"/>
              <p:cNvSpPr/>
              <p:nvPr/>
            </p:nvSpPr>
            <p:spPr bwMode="auto">
              <a:xfrm rot="0" flipH="0" flipV="0">
                <a:off x="2514089" y="144661"/>
                <a:ext cx="2066051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6219" h="205220" fill="norm" stroke="1" extrusionOk="0">
                    <a:moveTo>
                      <a:pt x="102610" y="0"/>
                    </a:moveTo>
                    <a:lnTo>
                      <a:pt x="713609" y="0"/>
                    </a:lnTo>
                    <a:cubicBezTo>
                      <a:pt x="740823" y="0"/>
                      <a:pt x="766922" y="10811"/>
                      <a:pt x="786165" y="30054"/>
                    </a:cubicBezTo>
                    <a:cubicBezTo>
                      <a:pt x="805408" y="49297"/>
                      <a:pt x="816219" y="75396"/>
                      <a:pt x="816219" y="102610"/>
                    </a:cubicBezTo>
                    <a:lnTo>
                      <a:pt x="816219" y="102610"/>
                    </a:lnTo>
                    <a:cubicBezTo>
                      <a:pt x="816219" y="159280"/>
                      <a:pt x="770279" y="205220"/>
                      <a:pt x="713609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48157072" name="TextBox 69"/>
              <p:cNvSpPr txBox="1"/>
              <p:nvPr/>
            </p:nvSpPr>
            <p:spPr bwMode="auto">
              <a:xfrm rot="0" flipH="0" flipV="0">
                <a:off x="2514089" y="0"/>
                <a:ext cx="2066051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98957721" name="Freeform 71"/>
              <p:cNvSpPr/>
              <p:nvPr/>
            </p:nvSpPr>
            <p:spPr bwMode="auto">
              <a:xfrm rot="0" flipH="0" flipV="0">
                <a:off x="2510509" y="940014"/>
                <a:ext cx="2066051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6219" h="205220" fill="norm" stroke="1" extrusionOk="0">
                    <a:moveTo>
                      <a:pt x="102610" y="0"/>
                    </a:moveTo>
                    <a:lnTo>
                      <a:pt x="713609" y="0"/>
                    </a:lnTo>
                    <a:cubicBezTo>
                      <a:pt x="740823" y="0"/>
                      <a:pt x="766922" y="10811"/>
                      <a:pt x="786165" y="30054"/>
                    </a:cubicBezTo>
                    <a:cubicBezTo>
                      <a:pt x="805408" y="49297"/>
                      <a:pt x="816219" y="75396"/>
                      <a:pt x="816219" y="102610"/>
                    </a:cubicBezTo>
                    <a:lnTo>
                      <a:pt x="816219" y="102610"/>
                    </a:lnTo>
                    <a:cubicBezTo>
                      <a:pt x="816219" y="159280"/>
                      <a:pt x="770279" y="205220"/>
                      <a:pt x="713609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92442838" name="TextBox 72"/>
              <p:cNvSpPr txBox="1"/>
              <p:nvPr/>
            </p:nvSpPr>
            <p:spPr bwMode="auto">
              <a:xfrm rot="0" flipH="0" flipV="0">
                <a:off x="2510509" y="795351"/>
                <a:ext cx="2066051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66780452" name="Freeform 75"/>
              <p:cNvSpPr/>
              <p:nvPr/>
            </p:nvSpPr>
            <p:spPr bwMode="auto">
              <a:xfrm rot="0" flipH="0" flipV="0">
                <a:off x="3580" y="1735366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30039869" name="TextBox 76"/>
              <p:cNvSpPr txBox="1"/>
              <p:nvPr/>
            </p:nvSpPr>
            <p:spPr bwMode="auto">
              <a:xfrm rot="0" flipH="0" flipV="0">
                <a:off x="3580" y="1590703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89967182" name="Freeform 78"/>
              <p:cNvSpPr/>
              <p:nvPr/>
            </p:nvSpPr>
            <p:spPr bwMode="auto">
              <a:xfrm rot="0" flipH="0" flipV="0">
                <a:off x="3580" y="2531053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84408258" name="TextBox 79"/>
              <p:cNvSpPr txBox="1"/>
              <p:nvPr/>
            </p:nvSpPr>
            <p:spPr bwMode="auto">
              <a:xfrm rot="0" flipH="0" flipV="0">
                <a:off x="3580" y="2386391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05812402" name="Freeform 81"/>
              <p:cNvSpPr/>
              <p:nvPr/>
            </p:nvSpPr>
            <p:spPr bwMode="auto">
              <a:xfrm rot="0" flipH="0" flipV="0">
                <a:off x="3580" y="3326742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67376770" name="TextBox 82"/>
              <p:cNvSpPr txBox="1"/>
              <p:nvPr/>
            </p:nvSpPr>
            <p:spPr bwMode="auto">
              <a:xfrm rot="0" flipH="0" flipV="0">
                <a:off x="3580" y="3182080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69237153" name="Freeform 84"/>
              <p:cNvSpPr/>
              <p:nvPr/>
            </p:nvSpPr>
            <p:spPr bwMode="auto">
              <a:xfrm rot="0" flipH="0" flipV="0">
                <a:off x="3580" y="144661"/>
                <a:ext cx="2066051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6219" h="205220" fill="norm" stroke="1" extrusionOk="0">
                    <a:moveTo>
                      <a:pt x="102610" y="0"/>
                    </a:moveTo>
                    <a:lnTo>
                      <a:pt x="713609" y="0"/>
                    </a:lnTo>
                    <a:cubicBezTo>
                      <a:pt x="740823" y="0"/>
                      <a:pt x="766922" y="10811"/>
                      <a:pt x="786165" y="30054"/>
                    </a:cubicBezTo>
                    <a:cubicBezTo>
                      <a:pt x="805408" y="49297"/>
                      <a:pt x="816219" y="75396"/>
                      <a:pt x="816219" y="102610"/>
                    </a:cubicBezTo>
                    <a:lnTo>
                      <a:pt x="816219" y="102610"/>
                    </a:lnTo>
                    <a:cubicBezTo>
                      <a:pt x="816219" y="159280"/>
                      <a:pt x="770279" y="205220"/>
                      <a:pt x="713609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06832117" name="TextBox 85"/>
              <p:cNvSpPr txBox="1"/>
              <p:nvPr/>
            </p:nvSpPr>
            <p:spPr bwMode="auto">
              <a:xfrm rot="0" flipH="0" flipV="0">
                <a:off x="3580" y="0"/>
                <a:ext cx="2066051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06342043" name="Freeform 87"/>
              <p:cNvSpPr/>
              <p:nvPr/>
            </p:nvSpPr>
            <p:spPr bwMode="auto">
              <a:xfrm rot="0" flipH="0" flipV="0">
                <a:off x="0" y="940014"/>
                <a:ext cx="2066051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6219" h="205220" fill="norm" stroke="1" extrusionOk="0">
                    <a:moveTo>
                      <a:pt x="102610" y="0"/>
                    </a:moveTo>
                    <a:lnTo>
                      <a:pt x="713609" y="0"/>
                    </a:lnTo>
                    <a:cubicBezTo>
                      <a:pt x="740823" y="0"/>
                      <a:pt x="766922" y="10811"/>
                      <a:pt x="786165" y="30054"/>
                    </a:cubicBezTo>
                    <a:cubicBezTo>
                      <a:pt x="805408" y="49297"/>
                      <a:pt x="816219" y="75396"/>
                      <a:pt x="816219" y="102610"/>
                    </a:cubicBezTo>
                    <a:lnTo>
                      <a:pt x="816219" y="102610"/>
                    </a:lnTo>
                    <a:cubicBezTo>
                      <a:pt x="816219" y="159280"/>
                      <a:pt x="770279" y="205220"/>
                      <a:pt x="713609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17650220" name="TextBox 88"/>
              <p:cNvSpPr txBox="1"/>
              <p:nvPr/>
            </p:nvSpPr>
            <p:spPr bwMode="auto">
              <a:xfrm rot="0" flipH="0" flipV="0">
                <a:off x="0" y="795351"/>
                <a:ext cx="2066051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737441970" name=""/>
            <p:cNvGrpSpPr/>
            <p:nvPr/>
          </p:nvGrpSpPr>
          <p:grpSpPr bwMode="auto">
            <a:xfrm>
              <a:off x="314531" y="1689824"/>
              <a:ext cx="4582692" cy="3846204"/>
              <a:chOff x="0" y="0"/>
              <a:chExt cx="4582692" cy="3846204"/>
            </a:xfrm>
          </p:grpSpPr>
          <p:sp>
            <p:nvSpPr>
              <p:cNvPr id="1783667981" name="Freeform 30"/>
              <p:cNvSpPr/>
              <p:nvPr/>
            </p:nvSpPr>
            <p:spPr bwMode="auto">
              <a:xfrm rot="0" flipH="0" flipV="0">
                <a:off x="0" y="144661"/>
                <a:ext cx="2066051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6219" h="205220" fill="norm" stroke="1" extrusionOk="0">
                    <a:moveTo>
                      <a:pt x="102610" y="0"/>
                    </a:moveTo>
                    <a:lnTo>
                      <a:pt x="713609" y="0"/>
                    </a:lnTo>
                    <a:cubicBezTo>
                      <a:pt x="740823" y="0"/>
                      <a:pt x="766922" y="10811"/>
                      <a:pt x="786165" y="30054"/>
                    </a:cubicBezTo>
                    <a:cubicBezTo>
                      <a:pt x="805408" y="49297"/>
                      <a:pt x="816219" y="75396"/>
                      <a:pt x="816219" y="102610"/>
                    </a:cubicBezTo>
                    <a:lnTo>
                      <a:pt x="816219" y="102610"/>
                    </a:lnTo>
                    <a:cubicBezTo>
                      <a:pt x="816219" y="159280"/>
                      <a:pt x="770279" y="205220"/>
                      <a:pt x="713609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04729750" name="TextBox 31"/>
              <p:cNvSpPr txBox="1"/>
              <p:nvPr/>
            </p:nvSpPr>
            <p:spPr bwMode="auto">
              <a:xfrm rot="0" flipH="0" flipV="0">
                <a:off x="0" y="0"/>
                <a:ext cx="2066051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372 000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90780063" name="Freeform 34"/>
              <p:cNvSpPr/>
              <p:nvPr/>
            </p:nvSpPr>
            <p:spPr bwMode="auto">
              <a:xfrm rot="0" flipH="0" flipV="0">
                <a:off x="2516641" y="1735366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67274477" name="TextBox 35"/>
              <p:cNvSpPr txBox="1"/>
              <p:nvPr/>
            </p:nvSpPr>
            <p:spPr bwMode="auto">
              <a:xfrm rot="0" flipH="0" flipV="0">
                <a:off x="2516641" y="1590703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87310600" name="Freeform 37"/>
              <p:cNvSpPr/>
              <p:nvPr/>
            </p:nvSpPr>
            <p:spPr bwMode="auto">
              <a:xfrm rot="0" flipH="0" flipV="0">
                <a:off x="2516641" y="2531053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74387698" name="TextBox 38"/>
              <p:cNvSpPr txBox="1"/>
              <p:nvPr/>
            </p:nvSpPr>
            <p:spPr bwMode="auto">
              <a:xfrm rot="0" flipH="0" flipV="0">
                <a:off x="2516641" y="2386391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51363378" name="Freeform 40"/>
              <p:cNvSpPr/>
              <p:nvPr/>
            </p:nvSpPr>
            <p:spPr bwMode="auto">
              <a:xfrm rot="0" flipH="0" flipV="0">
                <a:off x="2516641" y="3326742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50444752" name="TextBox 41"/>
              <p:cNvSpPr txBox="1"/>
              <p:nvPr/>
            </p:nvSpPr>
            <p:spPr bwMode="auto">
              <a:xfrm rot="0" flipH="0" flipV="0">
                <a:off x="2516641" y="3182080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84168247" name="Freeform 46"/>
              <p:cNvSpPr/>
              <p:nvPr/>
            </p:nvSpPr>
            <p:spPr bwMode="auto">
              <a:xfrm rot="0" flipH="0" flipV="0">
                <a:off x="2516641" y="144661"/>
                <a:ext cx="2066051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6219" h="205220" fill="norm" stroke="1" extrusionOk="0">
                    <a:moveTo>
                      <a:pt x="102610" y="0"/>
                    </a:moveTo>
                    <a:lnTo>
                      <a:pt x="713609" y="0"/>
                    </a:lnTo>
                    <a:cubicBezTo>
                      <a:pt x="740823" y="0"/>
                      <a:pt x="766922" y="10811"/>
                      <a:pt x="786165" y="30054"/>
                    </a:cubicBezTo>
                    <a:cubicBezTo>
                      <a:pt x="805408" y="49297"/>
                      <a:pt x="816219" y="75396"/>
                      <a:pt x="816219" y="102610"/>
                    </a:cubicBezTo>
                    <a:lnTo>
                      <a:pt x="816219" y="102610"/>
                    </a:lnTo>
                    <a:cubicBezTo>
                      <a:pt x="816219" y="159280"/>
                      <a:pt x="770279" y="205220"/>
                      <a:pt x="713609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28753284" name="TextBox 47"/>
              <p:cNvSpPr txBox="1"/>
              <p:nvPr/>
            </p:nvSpPr>
            <p:spPr bwMode="auto">
              <a:xfrm rot="0" flipH="0" flipV="0">
                <a:off x="2516641" y="0"/>
                <a:ext cx="2066051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90731835" name="Freeform 49"/>
              <p:cNvSpPr/>
              <p:nvPr/>
            </p:nvSpPr>
            <p:spPr bwMode="auto">
              <a:xfrm rot="0" flipH="0" flipV="0">
                <a:off x="2513059" y="940014"/>
                <a:ext cx="2066051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6219" h="205220" fill="norm" stroke="1" extrusionOk="0">
                    <a:moveTo>
                      <a:pt x="102610" y="0"/>
                    </a:moveTo>
                    <a:lnTo>
                      <a:pt x="713609" y="0"/>
                    </a:lnTo>
                    <a:cubicBezTo>
                      <a:pt x="740823" y="0"/>
                      <a:pt x="766922" y="10811"/>
                      <a:pt x="786165" y="30054"/>
                    </a:cubicBezTo>
                    <a:cubicBezTo>
                      <a:pt x="805408" y="49297"/>
                      <a:pt x="816219" y="75396"/>
                      <a:pt x="816219" y="102610"/>
                    </a:cubicBezTo>
                    <a:lnTo>
                      <a:pt x="816219" y="102610"/>
                    </a:lnTo>
                    <a:cubicBezTo>
                      <a:pt x="816219" y="159280"/>
                      <a:pt x="770279" y="205220"/>
                      <a:pt x="713609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30139543" name="TextBox 50"/>
              <p:cNvSpPr txBox="1"/>
              <p:nvPr/>
            </p:nvSpPr>
            <p:spPr bwMode="auto">
              <a:xfrm rot="0" flipH="0" flipV="0">
                <a:off x="2513059" y="795351"/>
                <a:ext cx="2066051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872887699" name=""/>
          <p:cNvGrpSpPr/>
          <p:nvPr/>
        </p:nvGrpSpPr>
        <p:grpSpPr bwMode="auto">
          <a:xfrm>
            <a:off x="1639408" y="343341"/>
            <a:ext cx="9520119" cy="6258611"/>
            <a:chOff x="0" y="0"/>
            <a:chExt cx="9520119" cy="6258611"/>
          </a:xfrm>
        </p:grpSpPr>
        <p:sp>
          <p:nvSpPr>
            <p:cNvPr id="2026958844" name="Freeform 29"/>
            <p:cNvSpPr/>
            <p:nvPr/>
          </p:nvSpPr>
          <p:spPr bwMode="auto">
            <a:xfrm>
              <a:off x="344023" y="1953285"/>
              <a:ext cx="499774" cy="499774"/>
            </a:xfrm>
            <a:custGeom>
              <a:avLst/>
              <a:gdLst/>
              <a:ahLst/>
              <a:cxnLst/>
              <a:rect l="l" t="t" r="r" b="b"/>
              <a:pathLst>
                <a:path w="499776" h="499776" fill="norm" stroke="1" extrusionOk="0">
                  <a:moveTo>
                    <a:pt x="0" y="0"/>
                  </a:moveTo>
                  <a:lnTo>
                    <a:pt x="499775" y="0"/>
                  </a:lnTo>
                  <a:lnTo>
                    <a:pt x="499775" y="499776"/>
                  </a:lnTo>
                  <a:lnTo>
                    <a:pt x="0" y="4997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73130662" name="Freeform 30"/>
            <p:cNvSpPr/>
            <p:nvPr/>
          </p:nvSpPr>
          <p:spPr bwMode="auto">
            <a:xfrm>
              <a:off x="2086123" y="1323202"/>
              <a:ext cx="709803" cy="709803"/>
            </a:xfrm>
            <a:custGeom>
              <a:avLst/>
              <a:gdLst/>
              <a:ahLst/>
              <a:cxnLst/>
              <a:rect l="l" t="t" r="r" b="b"/>
              <a:pathLst>
                <a:path w="709803" h="709803" fill="norm" stroke="1" extrusionOk="0">
                  <a:moveTo>
                    <a:pt x="0" y="0"/>
                  </a:moveTo>
                  <a:lnTo>
                    <a:pt x="709804" y="0"/>
                  </a:lnTo>
                  <a:lnTo>
                    <a:pt x="709804" y="709803"/>
                  </a:lnTo>
                  <a:lnTo>
                    <a:pt x="0" y="7098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8999213" name="Freeform 31"/>
            <p:cNvSpPr/>
            <p:nvPr/>
          </p:nvSpPr>
          <p:spPr bwMode="auto">
            <a:xfrm>
              <a:off x="1275230" y="2868741"/>
              <a:ext cx="400936" cy="400936"/>
            </a:xfrm>
            <a:custGeom>
              <a:avLst/>
              <a:gdLst/>
              <a:ahLst/>
              <a:cxnLst/>
              <a:rect l="l" t="t" r="r" b="b"/>
              <a:pathLst>
                <a:path w="400939" h="400939" fill="norm" stroke="1" extrusionOk="0">
                  <a:moveTo>
                    <a:pt x="0" y="0"/>
                  </a:moveTo>
                  <a:lnTo>
                    <a:pt x="400940" y="0"/>
                  </a:lnTo>
                  <a:lnTo>
                    <a:pt x="400940" y="400940"/>
                  </a:lnTo>
                  <a:lnTo>
                    <a:pt x="0" y="4009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11513376" name="Freeform 32"/>
            <p:cNvSpPr/>
            <p:nvPr/>
          </p:nvSpPr>
          <p:spPr bwMode="auto">
            <a:xfrm>
              <a:off x="344023" y="3069211"/>
              <a:ext cx="400936" cy="400936"/>
            </a:xfrm>
            <a:custGeom>
              <a:avLst/>
              <a:gdLst/>
              <a:ahLst/>
              <a:cxnLst/>
              <a:rect l="l" t="t" r="r" b="b"/>
              <a:pathLst>
                <a:path w="400939" h="400939" fill="norm" stroke="1" extrusionOk="0">
                  <a:moveTo>
                    <a:pt x="0" y="0"/>
                  </a:moveTo>
                  <a:lnTo>
                    <a:pt x="400939" y="0"/>
                  </a:lnTo>
                  <a:lnTo>
                    <a:pt x="400939" y="400939"/>
                  </a:lnTo>
                  <a:lnTo>
                    <a:pt x="0" y="4009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03469939" name="TextBox 36"/>
            <p:cNvSpPr txBox="1"/>
            <p:nvPr/>
          </p:nvSpPr>
          <p:spPr bwMode="auto">
            <a:xfrm>
              <a:off x="0" y="4037297"/>
              <a:ext cx="3051675" cy="41272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46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postmix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53048371" name="Freeform 37"/>
            <p:cNvSpPr/>
            <p:nvPr/>
          </p:nvSpPr>
          <p:spPr bwMode="auto">
            <a:xfrm>
              <a:off x="1612400" y="1122640"/>
              <a:ext cx="400936" cy="400936"/>
            </a:xfrm>
            <a:custGeom>
              <a:avLst/>
              <a:gdLst/>
              <a:ahLst/>
              <a:cxnLst/>
              <a:rect l="l" t="t" r="r" b="b"/>
              <a:pathLst>
                <a:path w="400939" h="400939" fill="norm" stroke="1" extrusionOk="0">
                  <a:moveTo>
                    <a:pt x="0" y="0"/>
                  </a:moveTo>
                  <a:lnTo>
                    <a:pt x="400939" y="0"/>
                  </a:lnTo>
                  <a:lnTo>
                    <a:pt x="400939" y="400940"/>
                  </a:lnTo>
                  <a:lnTo>
                    <a:pt x="0" y="4009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00339409" name="Freeform 38"/>
            <p:cNvSpPr/>
            <p:nvPr/>
          </p:nvSpPr>
          <p:spPr bwMode="auto">
            <a:xfrm>
              <a:off x="993112" y="1383936"/>
              <a:ext cx="400936" cy="400936"/>
            </a:xfrm>
            <a:custGeom>
              <a:avLst/>
              <a:gdLst/>
              <a:ahLst/>
              <a:cxnLst/>
              <a:rect l="l" t="t" r="r" b="b"/>
              <a:pathLst>
                <a:path w="400939" h="400939" fill="norm" stroke="1" extrusionOk="0">
                  <a:moveTo>
                    <a:pt x="0" y="0"/>
                  </a:moveTo>
                  <a:lnTo>
                    <a:pt x="400939" y="0"/>
                  </a:lnTo>
                  <a:lnTo>
                    <a:pt x="400939" y="400939"/>
                  </a:lnTo>
                  <a:lnTo>
                    <a:pt x="0" y="4009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8787082" name="Freeform 39"/>
            <p:cNvSpPr/>
            <p:nvPr/>
          </p:nvSpPr>
          <p:spPr bwMode="auto">
            <a:xfrm>
              <a:off x="143554" y="4924247"/>
              <a:ext cx="400936" cy="400936"/>
            </a:xfrm>
            <a:custGeom>
              <a:avLst/>
              <a:gdLst/>
              <a:ahLst/>
              <a:cxnLst/>
              <a:rect l="l" t="t" r="r" b="b"/>
              <a:pathLst>
                <a:path w="400939" h="400939" fill="norm" stroke="1" extrusionOk="0">
                  <a:moveTo>
                    <a:pt x="0" y="0"/>
                  </a:moveTo>
                  <a:lnTo>
                    <a:pt x="400939" y="0"/>
                  </a:lnTo>
                  <a:lnTo>
                    <a:pt x="400939" y="400939"/>
                  </a:lnTo>
                  <a:lnTo>
                    <a:pt x="0" y="4009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7056251" name="Freeform 40"/>
            <p:cNvSpPr/>
            <p:nvPr/>
          </p:nvSpPr>
          <p:spPr bwMode="auto">
            <a:xfrm>
              <a:off x="2158907" y="5317512"/>
              <a:ext cx="564237" cy="564237"/>
            </a:xfrm>
            <a:custGeom>
              <a:avLst/>
              <a:gdLst/>
              <a:ahLst/>
              <a:cxnLst/>
              <a:rect l="l" t="t" r="r" b="b"/>
              <a:pathLst>
                <a:path w="564237" h="564237" fill="norm" stroke="1" extrusionOk="0">
                  <a:moveTo>
                    <a:pt x="0" y="0"/>
                  </a:moveTo>
                  <a:lnTo>
                    <a:pt x="564236" y="0"/>
                  </a:lnTo>
                  <a:lnTo>
                    <a:pt x="564236" y="564236"/>
                  </a:lnTo>
                  <a:lnTo>
                    <a:pt x="0" y="5642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16164814" name="Freeform 41"/>
            <p:cNvSpPr/>
            <p:nvPr/>
          </p:nvSpPr>
          <p:spPr bwMode="auto">
            <a:xfrm>
              <a:off x="1394050" y="4632183"/>
              <a:ext cx="499774" cy="499774"/>
            </a:xfrm>
            <a:custGeom>
              <a:avLst/>
              <a:gdLst/>
              <a:ahLst/>
              <a:cxnLst/>
              <a:rect l="l" t="t" r="r" b="b"/>
              <a:pathLst>
                <a:path w="499776" h="499776" fill="norm" stroke="1" extrusionOk="0">
                  <a:moveTo>
                    <a:pt x="0" y="0"/>
                  </a:moveTo>
                  <a:lnTo>
                    <a:pt x="499776" y="0"/>
                  </a:lnTo>
                  <a:lnTo>
                    <a:pt x="499776" y="499775"/>
                  </a:lnTo>
                  <a:lnTo>
                    <a:pt x="0" y="4997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33992811" name="Freeform 42"/>
            <p:cNvSpPr/>
            <p:nvPr/>
          </p:nvSpPr>
          <p:spPr bwMode="auto">
            <a:xfrm>
              <a:off x="1330283" y="1981570"/>
              <a:ext cx="564237" cy="564237"/>
            </a:xfrm>
            <a:custGeom>
              <a:avLst/>
              <a:gdLst/>
              <a:ahLst/>
              <a:cxnLst/>
              <a:rect l="l" t="t" r="r" b="b"/>
              <a:pathLst>
                <a:path w="564237" h="564237" fill="norm" stroke="1" extrusionOk="0">
                  <a:moveTo>
                    <a:pt x="0" y="0"/>
                  </a:moveTo>
                  <a:lnTo>
                    <a:pt x="564236" y="0"/>
                  </a:lnTo>
                  <a:lnTo>
                    <a:pt x="564236" y="564237"/>
                  </a:lnTo>
                  <a:lnTo>
                    <a:pt x="0" y="564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76701924" name="Freeform 43"/>
            <p:cNvSpPr/>
            <p:nvPr/>
          </p:nvSpPr>
          <p:spPr bwMode="auto">
            <a:xfrm>
              <a:off x="2158907" y="2263689"/>
              <a:ext cx="709803" cy="709803"/>
            </a:xfrm>
            <a:custGeom>
              <a:avLst/>
              <a:gdLst/>
              <a:ahLst/>
              <a:cxnLst/>
              <a:rect l="l" t="t" r="r" b="b"/>
              <a:pathLst>
                <a:path w="709803" h="709803" fill="norm" stroke="1" extrusionOk="0">
                  <a:moveTo>
                    <a:pt x="0" y="0"/>
                  </a:moveTo>
                  <a:lnTo>
                    <a:pt x="709803" y="0"/>
                  </a:lnTo>
                  <a:lnTo>
                    <a:pt x="709803" y="709803"/>
                  </a:lnTo>
                  <a:lnTo>
                    <a:pt x="0" y="7098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3791866" name="Freeform 44"/>
            <p:cNvSpPr/>
            <p:nvPr/>
          </p:nvSpPr>
          <p:spPr bwMode="auto">
            <a:xfrm>
              <a:off x="344023" y="1236535"/>
              <a:ext cx="400936" cy="400936"/>
            </a:xfrm>
            <a:custGeom>
              <a:avLst/>
              <a:gdLst/>
              <a:ahLst/>
              <a:cxnLst/>
              <a:rect l="l" t="t" r="r" b="b"/>
              <a:pathLst>
                <a:path w="400939" h="400939" fill="norm" stroke="1" extrusionOk="0">
                  <a:moveTo>
                    <a:pt x="0" y="0"/>
                  </a:moveTo>
                  <a:lnTo>
                    <a:pt x="400939" y="0"/>
                  </a:lnTo>
                  <a:lnTo>
                    <a:pt x="400939" y="400940"/>
                  </a:lnTo>
                  <a:lnTo>
                    <a:pt x="0" y="4009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35540314" name="AutoShape 45"/>
            <p:cNvSpPr/>
            <p:nvPr/>
          </p:nvSpPr>
          <p:spPr bwMode="auto">
            <a:xfrm flipV="1">
              <a:off x="1893827" y="2921170"/>
              <a:ext cx="3699248" cy="183681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09085614" name="AutoShape 46"/>
            <p:cNvSpPr/>
            <p:nvPr/>
          </p:nvSpPr>
          <p:spPr bwMode="auto">
            <a:xfrm>
              <a:off x="1676169" y="3125700"/>
              <a:ext cx="3917020" cy="110373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07736860" name="AutoShape 47"/>
            <p:cNvSpPr/>
            <p:nvPr/>
          </p:nvSpPr>
          <p:spPr bwMode="auto">
            <a:xfrm flipV="1">
              <a:off x="2723143" y="3575305"/>
              <a:ext cx="2870046" cy="184314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10949169" name="Freeform 52"/>
            <p:cNvSpPr/>
            <p:nvPr/>
          </p:nvSpPr>
          <p:spPr bwMode="auto">
            <a:xfrm rot="0" flipH="0" flipV="0">
              <a:off x="5593075" y="2023824"/>
              <a:ext cx="1417773" cy="486418"/>
            </a:xfrm>
            <a:custGeom>
              <a:avLst/>
              <a:gdLst/>
              <a:ahLst/>
              <a:cxnLst/>
              <a:rect l="l" t="t" r="r" b="b"/>
              <a:pathLst>
                <a:path w="827070" h="283758" fill="norm" stroke="1" extrusionOk="0">
                  <a:moveTo>
                    <a:pt x="141879" y="0"/>
                  </a:moveTo>
                  <a:lnTo>
                    <a:pt x="685191" y="0"/>
                  </a:lnTo>
                  <a:cubicBezTo>
                    <a:pt x="763549" y="0"/>
                    <a:pt x="827070" y="63521"/>
                    <a:pt x="827070" y="141879"/>
                  </a:cubicBezTo>
                  <a:lnTo>
                    <a:pt x="827070" y="141879"/>
                  </a:lnTo>
                  <a:cubicBezTo>
                    <a:pt x="827070" y="220236"/>
                    <a:pt x="763549" y="283758"/>
                    <a:pt x="685191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3034671" name="TextBox 53"/>
            <p:cNvSpPr txBox="1"/>
            <p:nvPr/>
          </p:nvSpPr>
          <p:spPr bwMode="auto">
            <a:xfrm rot="0" flipH="0" flipV="0">
              <a:off x="5593075" y="1958517"/>
              <a:ext cx="1417773" cy="5517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2114968105" name="AutoShape 54"/>
            <p:cNvSpPr/>
            <p:nvPr/>
          </p:nvSpPr>
          <p:spPr bwMode="auto">
            <a:xfrm>
              <a:off x="7414947" y="1614156"/>
              <a:ext cx="0" cy="3512627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98828256" name="Freeform 56"/>
            <p:cNvSpPr/>
            <p:nvPr/>
          </p:nvSpPr>
          <p:spPr bwMode="auto">
            <a:xfrm rot="0" flipH="0" flipV="0">
              <a:off x="5593075" y="2677959"/>
              <a:ext cx="1417773" cy="486418"/>
            </a:xfrm>
            <a:custGeom>
              <a:avLst/>
              <a:gdLst/>
              <a:ahLst/>
              <a:cxnLst/>
              <a:rect l="l" t="t" r="r" b="b"/>
              <a:pathLst>
                <a:path w="827070" h="283758" fill="norm" stroke="1" extrusionOk="0">
                  <a:moveTo>
                    <a:pt x="141879" y="0"/>
                  </a:moveTo>
                  <a:lnTo>
                    <a:pt x="685191" y="0"/>
                  </a:lnTo>
                  <a:cubicBezTo>
                    <a:pt x="763549" y="0"/>
                    <a:pt x="827070" y="63521"/>
                    <a:pt x="827070" y="141879"/>
                  </a:cubicBezTo>
                  <a:lnTo>
                    <a:pt x="827070" y="141879"/>
                  </a:lnTo>
                  <a:cubicBezTo>
                    <a:pt x="827070" y="220236"/>
                    <a:pt x="763549" y="283758"/>
                    <a:pt x="685191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92596276" name="TextBox 57"/>
            <p:cNvSpPr txBox="1"/>
            <p:nvPr/>
          </p:nvSpPr>
          <p:spPr bwMode="auto">
            <a:xfrm rot="0" flipH="0" flipV="0">
              <a:off x="5593075" y="2612649"/>
              <a:ext cx="1417773" cy="5517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638828842" name="Freeform 59"/>
            <p:cNvSpPr/>
            <p:nvPr/>
          </p:nvSpPr>
          <p:spPr bwMode="auto">
            <a:xfrm rot="0" flipH="0" flipV="0">
              <a:off x="5593189" y="3332093"/>
              <a:ext cx="1417773" cy="486418"/>
            </a:xfrm>
            <a:custGeom>
              <a:avLst/>
              <a:gdLst/>
              <a:ahLst/>
              <a:cxnLst/>
              <a:rect l="l" t="t" r="r" b="b"/>
              <a:pathLst>
                <a:path w="827070" h="283758" fill="norm" stroke="1" extrusionOk="0">
                  <a:moveTo>
                    <a:pt x="141879" y="0"/>
                  </a:moveTo>
                  <a:lnTo>
                    <a:pt x="685191" y="0"/>
                  </a:lnTo>
                  <a:cubicBezTo>
                    <a:pt x="763549" y="0"/>
                    <a:pt x="827070" y="63521"/>
                    <a:pt x="827070" y="141879"/>
                  </a:cubicBezTo>
                  <a:lnTo>
                    <a:pt x="827070" y="141879"/>
                  </a:lnTo>
                  <a:cubicBezTo>
                    <a:pt x="827070" y="220236"/>
                    <a:pt x="763549" y="283758"/>
                    <a:pt x="685191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46872168" name="TextBox 60"/>
            <p:cNvSpPr txBox="1"/>
            <p:nvPr/>
          </p:nvSpPr>
          <p:spPr bwMode="auto">
            <a:xfrm rot="0" flipH="0" flipV="0">
              <a:off x="5593189" y="3266785"/>
              <a:ext cx="1417773" cy="5517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790441693" name="Freeform 62"/>
            <p:cNvSpPr/>
            <p:nvPr/>
          </p:nvSpPr>
          <p:spPr bwMode="auto">
            <a:xfrm rot="0" flipH="0" flipV="0">
              <a:off x="5593189" y="3986229"/>
              <a:ext cx="1417773" cy="486418"/>
            </a:xfrm>
            <a:custGeom>
              <a:avLst/>
              <a:gdLst/>
              <a:ahLst/>
              <a:cxnLst/>
              <a:rect l="l" t="t" r="r" b="b"/>
              <a:pathLst>
                <a:path w="827070" h="283758" fill="norm" stroke="1" extrusionOk="0">
                  <a:moveTo>
                    <a:pt x="141879" y="0"/>
                  </a:moveTo>
                  <a:lnTo>
                    <a:pt x="685191" y="0"/>
                  </a:lnTo>
                  <a:cubicBezTo>
                    <a:pt x="763549" y="0"/>
                    <a:pt x="827070" y="63521"/>
                    <a:pt x="827070" y="141879"/>
                  </a:cubicBezTo>
                  <a:lnTo>
                    <a:pt x="827070" y="141879"/>
                  </a:lnTo>
                  <a:cubicBezTo>
                    <a:pt x="827070" y="220236"/>
                    <a:pt x="763549" y="283758"/>
                    <a:pt x="685191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33461865" name="TextBox 63"/>
            <p:cNvSpPr txBox="1"/>
            <p:nvPr/>
          </p:nvSpPr>
          <p:spPr bwMode="auto">
            <a:xfrm rot="0" flipH="0" flipV="0">
              <a:off x="5593189" y="3920922"/>
              <a:ext cx="1417773" cy="5517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351204473" name="Freeform 65"/>
            <p:cNvSpPr/>
            <p:nvPr/>
          </p:nvSpPr>
          <p:spPr bwMode="auto">
            <a:xfrm rot="0" flipH="0" flipV="0">
              <a:off x="7818927" y="2023824"/>
              <a:ext cx="1417773" cy="486418"/>
            </a:xfrm>
            <a:custGeom>
              <a:avLst/>
              <a:gdLst/>
              <a:ahLst/>
              <a:cxnLst/>
              <a:rect l="l" t="t" r="r" b="b"/>
              <a:pathLst>
                <a:path w="827070" h="283758" fill="norm" stroke="1" extrusionOk="0">
                  <a:moveTo>
                    <a:pt x="141879" y="0"/>
                  </a:moveTo>
                  <a:lnTo>
                    <a:pt x="685191" y="0"/>
                  </a:lnTo>
                  <a:cubicBezTo>
                    <a:pt x="763549" y="0"/>
                    <a:pt x="827070" y="63521"/>
                    <a:pt x="827070" y="141879"/>
                  </a:cubicBezTo>
                  <a:lnTo>
                    <a:pt x="827070" y="141879"/>
                  </a:lnTo>
                  <a:cubicBezTo>
                    <a:pt x="827070" y="220236"/>
                    <a:pt x="763549" y="283758"/>
                    <a:pt x="685191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359946" name="TextBox 66"/>
            <p:cNvSpPr txBox="1"/>
            <p:nvPr/>
          </p:nvSpPr>
          <p:spPr bwMode="auto">
            <a:xfrm rot="0" flipH="0" flipV="0">
              <a:off x="7818927" y="1958517"/>
              <a:ext cx="1417773" cy="5517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939480827" name="Freeform 68"/>
            <p:cNvSpPr/>
            <p:nvPr/>
          </p:nvSpPr>
          <p:spPr bwMode="auto">
            <a:xfrm rot="0" flipH="0" flipV="0">
              <a:off x="7818927" y="2677959"/>
              <a:ext cx="1417773" cy="486418"/>
            </a:xfrm>
            <a:custGeom>
              <a:avLst/>
              <a:gdLst/>
              <a:ahLst/>
              <a:cxnLst/>
              <a:rect l="l" t="t" r="r" b="b"/>
              <a:pathLst>
                <a:path w="827070" h="283758" fill="norm" stroke="1" extrusionOk="0">
                  <a:moveTo>
                    <a:pt x="141879" y="0"/>
                  </a:moveTo>
                  <a:lnTo>
                    <a:pt x="685191" y="0"/>
                  </a:lnTo>
                  <a:cubicBezTo>
                    <a:pt x="763549" y="0"/>
                    <a:pt x="827070" y="63521"/>
                    <a:pt x="827070" y="141879"/>
                  </a:cubicBezTo>
                  <a:lnTo>
                    <a:pt x="827070" y="141879"/>
                  </a:lnTo>
                  <a:cubicBezTo>
                    <a:pt x="827070" y="220236"/>
                    <a:pt x="763549" y="283758"/>
                    <a:pt x="685191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67333550" name="TextBox 69"/>
            <p:cNvSpPr txBox="1"/>
            <p:nvPr/>
          </p:nvSpPr>
          <p:spPr bwMode="auto">
            <a:xfrm rot="0" flipH="0" flipV="0">
              <a:off x="7818927" y="2612649"/>
              <a:ext cx="1417773" cy="5517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693038257" name="AutoShape 70"/>
            <p:cNvSpPr/>
            <p:nvPr/>
          </p:nvSpPr>
          <p:spPr bwMode="auto">
            <a:xfrm>
              <a:off x="2795927" y="1744413"/>
              <a:ext cx="2797148" cy="52262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90247064" name="Freeform 71"/>
            <p:cNvSpPr/>
            <p:nvPr/>
          </p:nvSpPr>
          <p:spPr bwMode="auto">
            <a:xfrm>
              <a:off x="3888059" y="897444"/>
              <a:ext cx="703128" cy="536135"/>
            </a:xfrm>
            <a:custGeom>
              <a:avLst/>
              <a:gdLst/>
              <a:ahLst/>
              <a:cxnLst/>
              <a:rect l="l" t="t" r="r" b="b"/>
              <a:pathLst>
                <a:path w="703130" h="536137" fill="norm" stroke="1" extrusionOk="0">
                  <a:moveTo>
                    <a:pt x="0" y="0"/>
                  </a:moveTo>
                  <a:lnTo>
                    <a:pt x="703130" y="0"/>
                  </a:lnTo>
                  <a:lnTo>
                    <a:pt x="703130" y="536136"/>
                  </a:lnTo>
                  <a:lnTo>
                    <a:pt x="0" y="5361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5785609" name="TextBox 72"/>
            <p:cNvSpPr txBox="1"/>
            <p:nvPr/>
          </p:nvSpPr>
          <p:spPr bwMode="auto">
            <a:xfrm flipH="0" flipV="0">
              <a:off x="0" y="419235"/>
              <a:ext cx="3163453" cy="41260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46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premix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88198992" name="TextBox 73"/>
            <p:cNvSpPr txBox="1"/>
            <p:nvPr/>
          </p:nvSpPr>
          <p:spPr bwMode="auto">
            <a:xfrm>
              <a:off x="5489049" y="1009914"/>
              <a:ext cx="3809115" cy="31328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63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70572634" name="TextBox 74"/>
            <p:cNvSpPr txBox="1"/>
            <p:nvPr/>
          </p:nvSpPr>
          <p:spPr bwMode="auto">
            <a:xfrm>
              <a:off x="5618475" y="1454400"/>
              <a:ext cx="1368419" cy="31328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63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73394194" name="TextBox 75"/>
            <p:cNvSpPr txBox="1"/>
            <p:nvPr/>
          </p:nvSpPr>
          <p:spPr bwMode="auto">
            <a:xfrm flipH="0" flipV="0">
              <a:off x="7633213" y="1470750"/>
              <a:ext cx="1810469" cy="31315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63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97624313" name="TextBox 76"/>
            <p:cNvSpPr txBox="1"/>
            <p:nvPr/>
          </p:nvSpPr>
          <p:spPr bwMode="auto">
            <a:xfrm>
              <a:off x="3546308" y="1485481"/>
              <a:ext cx="1388071" cy="31328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63"/>
                </a:lnSpc>
                <a:defRPr/>
              </a:pPr>
              <a:r>
                <a:rPr lang="en-US" sz="1800" b="1" i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CIOH </a:t>
              </a:r>
              <a:r>
                <a:rPr lang="en-US" sz="1750" b="1" i="1">
                  <a:solidFill>
                    <a:srgbClr val="FF5C00"/>
                  </a:solidFill>
                  <a:latin typeface="Rubik Bold Italics"/>
                  <a:ea typeface="Rubik Bold Italics"/>
                  <a:cs typeface="Rubik Bold Italics"/>
                </a:rPr>
                <a:t>!</a:t>
              </a:r>
              <a:endParaRPr/>
            </a:p>
          </p:txBody>
        </p:sp>
        <p:sp>
          <p:nvSpPr>
            <p:cNvPr id="1876716522" name="Freeform 77"/>
            <p:cNvSpPr/>
            <p:nvPr/>
          </p:nvSpPr>
          <p:spPr bwMode="auto">
            <a:xfrm>
              <a:off x="593910" y="5244711"/>
              <a:ext cx="681318" cy="681318"/>
            </a:xfrm>
            <a:custGeom>
              <a:avLst/>
              <a:gdLst/>
              <a:ahLst/>
              <a:cxnLst/>
              <a:rect l="l" t="t" r="r" b="b"/>
              <a:pathLst>
                <a:path w="681320" h="681320" fill="norm" stroke="1" extrusionOk="0">
                  <a:moveTo>
                    <a:pt x="0" y="0"/>
                  </a:moveTo>
                  <a:lnTo>
                    <a:pt x="681320" y="0"/>
                  </a:lnTo>
                  <a:lnTo>
                    <a:pt x="681320" y="681320"/>
                  </a:lnTo>
                  <a:lnTo>
                    <a:pt x="0" y="681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02773317" name="Rectangle: Rounded Corners 12"/>
            <p:cNvSpPr/>
            <p:nvPr/>
          </p:nvSpPr>
          <p:spPr bwMode="auto">
            <a:xfrm>
              <a:off x="0" y="0"/>
              <a:ext cx="3162735" cy="3677567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2147417022" name="Rectangle: Rounded Corners 12"/>
            <p:cNvSpPr/>
            <p:nvPr/>
          </p:nvSpPr>
          <p:spPr bwMode="auto">
            <a:xfrm>
              <a:off x="0" y="3918097"/>
              <a:ext cx="3162735" cy="2340514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817652652" name="Rectangle: Rounded Corners 12"/>
            <p:cNvSpPr/>
            <p:nvPr/>
          </p:nvSpPr>
          <p:spPr bwMode="auto">
            <a:xfrm>
              <a:off x="5267096" y="816934"/>
              <a:ext cx="4253022" cy="4618617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07475057" name=""/>
          <p:cNvGrpSpPr/>
          <p:nvPr/>
        </p:nvGrpSpPr>
        <p:grpSpPr bwMode="auto">
          <a:xfrm>
            <a:off x="2937704" y="1367064"/>
            <a:ext cx="6606758" cy="3568488"/>
            <a:chOff x="0" y="0"/>
            <a:chExt cx="6606758" cy="3568488"/>
          </a:xfrm>
        </p:grpSpPr>
        <p:sp>
          <p:nvSpPr>
            <p:cNvPr id="237493755" name="Freeform 26"/>
            <p:cNvSpPr/>
            <p:nvPr/>
          </p:nvSpPr>
          <p:spPr bwMode="auto">
            <a:xfrm flipH="0" flipV="0">
              <a:off x="0" y="34154"/>
              <a:ext cx="2907092" cy="2926917"/>
            </a:xfrm>
            <a:custGeom>
              <a:avLst/>
              <a:gdLst/>
              <a:ahLst/>
              <a:cxnLst/>
              <a:rect l="l" t="t" r="r" b="b"/>
              <a:pathLst>
                <a:path w="2770268" h="2770268" fill="norm" stroke="1" extrusionOk="0">
                  <a:moveTo>
                    <a:pt x="0" y="0"/>
                  </a:moveTo>
                  <a:lnTo>
                    <a:pt x="2770268" y="0"/>
                  </a:lnTo>
                  <a:lnTo>
                    <a:pt x="2770268" y="2770268"/>
                  </a:lnTo>
                  <a:lnTo>
                    <a:pt x="0" y="27702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577182213" name="Group 27"/>
            <p:cNvGrpSpPr/>
            <p:nvPr/>
          </p:nvGrpSpPr>
          <p:grpSpPr bwMode="auto">
            <a:xfrm flipH="0" flipV="0">
              <a:off x="3822903" y="0"/>
              <a:ext cx="2783854" cy="2802840"/>
              <a:chOff x="0" y="0"/>
              <a:chExt cx="2783854" cy="2802840"/>
            </a:xfrm>
          </p:grpSpPr>
          <p:sp>
            <p:nvSpPr>
              <p:cNvPr id="1259803084" name="Freeform 28"/>
              <p:cNvSpPr/>
              <p:nvPr/>
            </p:nvSpPr>
            <p:spPr bwMode="auto">
              <a:xfrm>
                <a:off x="0" y="0"/>
                <a:ext cx="2783855" cy="2802841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fill="norm" stroke="1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4"/>
                <a:stretch/>
              </a:blipFill>
            </p:spPr>
          </p:sp>
        </p:grpSp>
        <p:sp>
          <p:nvSpPr>
            <p:cNvPr id="1939596758" name=""/>
            <p:cNvSpPr txBox="1"/>
            <p:nvPr/>
          </p:nvSpPr>
          <p:spPr bwMode="auto">
            <a:xfrm rot="0" flipH="0" flipV="0">
              <a:off x="1974668" y="3232848"/>
              <a:ext cx="2057689" cy="33563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en-US" sz="1600" i="1">
                  <a:latin typeface="IBM Plex Sans"/>
                  <a:ea typeface="IBM Plex Sans"/>
                  <a:cs typeface="IBM Plex Sans"/>
                </a:rPr>
                <a:t>Sparrow &amp; </a:t>
              </a:r>
              <a:r>
                <a:rPr lang="fr-FR" sz="1600" i="1">
                  <a:latin typeface="IBM Plex Sans"/>
                  <a:ea typeface="IBM Plex Sans"/>
                  <a:cs typeface="IBM Plex Sans"/>
                </a:rPr>
                <a:t>Samouraï</a:t>
              </a:r>
              <a:endParaRPr sz="1600" i="1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0844923" name="TextBox 38"/>
          <p:cNvSpPr txBox="1"/>
          <p:nvPr/>
        </p:nvSpPr>
        <p:spPr bwMode="auto">
          <a:xfrm flipH="0" flipV="0">
            <a:off x="359419" y="837141"/>
            <a:ext cx="3845425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분석가는</a:t>
            </a:r>
            <a:endParaRPr sz="18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이 UTXO</a:t>
            </a:r>
          </a:p>
        </p:txBody>
      </p:sp>
      <p:sp>
        <p:nvSpPr>
          <p:cNvPr id="1693557767" name="Freeform 39"/>
          <p:cNvSpPr/>
          <p:nvPr/>
        </p:nvSpPr>
        <p:spPr bwMode="auto">
          <a:xfrm rot="4676779">
            <a:off x="1136502" y="2072766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3844556" name="TextBox 40"/>
          <p:cNvSpPr txBox="1"/>
          <p:nvPr/>
        </p:nvSpPr>
        <p:spPr bwMode="auto">
          <a:xfrm flipH="0" flipV="0">
            <a:off x="8307452" y="5407642"/>
            <a:ext cx="3721540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분석가가 원하는 것은</a:t>
            </a:r>
            <a:endParaRPr sz="18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이 UTXO를 찾기 위해</a:t>
            </a:r>
          </a:p>
        </p:txBody>
      </p:sp>
      <p:sp>
        <p:nvSpPr>
          <p:cNvPr id="1154578486" name="Freeform 41"/>
          <p:cNvSpPr/>
          <p:nvPr/>
        </p:nvSpPr>
        <p:spPr bwMode="auto">
          <a:xfrm rot="-5882636">
            <a:off x="9944345" y="452992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4"/>
                </a:lnTo>
                <a:lnTo>
                  <a:pt x="0" y="2753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389878417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5428424" y="4561098"/>
            <a:ext cx="937098" cy="937098"/>
          </a:xfrm>
          <a:prstGeom prst="rect">
            <a:avLst/>
          </a:prstGeom>
        </p:spPr>
      </p:pic>
      <p:grpSp>
        <p:nvGrpSpPr>
          <p:cNvPr id="823569148" name=""/>
          <p:cNvGrpSpPr/>
          <p:nvPr/>
        </p:nvGrpSpPr>
        <p:grpSpPr bwMode="auto">
          <a:xfrm>
            <a:off x="496558" y="2438185"/>
            <a:ext cx="10820398" cy="2029317"/>
            <a:chOff x="0" y="0"/>
            <a:chExt cx="10820398" cy="2029317"/>
          </a:xfrm>
        </p:grpSpPr>
        <p:sp>
          <p:nvSpPr>
            <p:cNvPr id="240249042" name="Freeform 27"/>
            <p:cNvSpPr/>
            <p:nvPr/>
          </p:nvSpPr>
          <p:spPr bwMode="auto">
            <a:xfrm rot="0" flipH="0" flipV="0">
              <a:off x="0" y="440592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458680899" name="TextBox 28"/>
            <p:cNvSpPr txBox="1"/>
            <p:nvPr/>
          </p:nvSpPr>
          <p:spPr bwMode="auto">
            <a:xfrm rot="0" flipH="0" flipV="0">
              <a:off x="0" y="271826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before coinjoin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199854685" name="AutoShape 29"/>
            <p:cNvSpPr/>
            <p:nvPr/>
          </p:nvSpPr>
          <p:spPr bwMode="auto">
            <a:xfrm flipH="1" flipV="1">
              <a:off x="2357334" y="1005692"/>
              <a:ext cx="1874199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200"/>
            </a:p>
          </p:txBody>
        </p:sp>
        <p:sp>
          <p:nvSpPr>
            <p:cNvPr id="301441119" name="Freeform 31"/>
            <p:cNvSpPr/>
            <p:nvPr/>
          </p:nvSpPr>
          <p:spPr bwMode="auto">
            <a:xfrm rot="0" flipH="0" flipV="0">
              <a:off x="8463069" y="431623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276387061" name="TextBox 32"/>
            <p:cNvSpPr txBox="1"/>
            <p:nvPr/>
          </p:nvSpPr>
          <p:spPr bwMode="auto">
            <a:xfrm rot="0" flipH="0" flipV="0">
              <a:off x="8463069" y="262857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after coinjoin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873699878" name="Freeform 34"/>
            <p:cNvSpPr/>
            <p:nvPr/>
          </p:nvSpPr>
          <p:spPr bwMode="auto">
            <a:xfrm rot="0" flipH="0" flipV="0">
              <a:off x="4231534" y="81297"/>
              <a:ext cx="2357330" cy="1860545"/>
            </a:xfrm>
            <a:custGeom>
              <a:avLst/>
              <a:gdLst/>
              <a:ahLst/>
              <a:cxnLst/>
              <a:rect l="l" t="t" r="r" b="b"/>
              <a:pathLst>
                <a:path w="931292" h="735032" fill="norm" stroke="1" extrusionOk="0">
                  <a:moveTo>
                    <a:pt x="0" y="0"/>
                  </a:moveTo>
                  <a:lnTo>
                    <a:pt x="931292" y="0"/>
                  </a:lnTo>
                  <a:lnTo>
                    <a:pt x="931292" y="735032"/>
                  </a:lnTo>
                  <a:lnTo>
                    <a:pt x="0" y="7350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95989018" name="AutoShape 36"/>
            <p:cNvSpPr/>
            <p:nvPr/>
          </p:nvSpPr>
          <p:spPr bwMode="auto">
            <a:xfrm flipH="1">
              <a:off x="6588868" y="1005692"/>
              <a:ext cx="1874199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200"/>
            </a:p>
          </p:txBody>
        </p:sp>
        <p:sp>
          <p:nvSpPr>
            <p:cNvPr id="860908828" name="Freeform 37"/>
            <p:cNvSpPr/>
            <p:nvPr/>
          </p:nvSpPr>
          <p:spPr bwMode="auto">
            <a:xfrm>
              <a:off x="7144146" y="402865"/>
              <a:ext cx="940455" cy="1217416"/>
            </a:xfrm>
            <a:custGeom>
              <a:avLst/>
              <a:gdLst/>
              <a:ahLst/>
              <a:cxnLst/>
              <a:rect l="l" t="t" r="r" b="b"/>
              <a:pathLst>
                <a:path w="940456" h="1217418" fill="norm" stroke="1" extrusionOk="0">
                  <a:moveTo>
                    <a:pt x="0" y="0"/>
                  </a:moveTo>
                  <a:lnTo>
                    <a:pt x="940456" y="0"/>
                  </a:lnTo>
                  <a:lnTo>
                    <a:pt x="940456" y="1217418"/>
                  </a:lnTo>
                  <a:lnTo>
                    <a:pt x="0" y="12174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 sz="1200"/>
            </a:p>
          </p:txBody>
        </p:sp>
        <p:sp>
          <p:nvSpPr>
            <p:cNvPr id="1293847520" name="TextBox 35"/>
            <p:cNvSpPr txBox="1"/>
            <p:nvPr/>
          </p:nvSpPr>
          <p:spPr bwMode="auto">
            <a:xfrm rot="0" flipH="0" flipV="0">
              <a:off x="4221748" y="0"/>
              <a:ext cx="2357330" cy="20293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1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lang="en-US" sz="2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378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Cycles</a:t>
              </a:r>
              <a:endParaRPr sz="1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7781865" name="TextBox 38"/>
          <p:cNvSpPr txBox="1"/>
          <p:nvPr/>
        </p:nvSpPr>
        <p:spPr bwMode="auto">
          <a:xfrm>
            <a:off x="8710130" y="580591"/>
            <a:ext cx="3257181" cy="609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분석가는</a:t>
            </a:r>
            <a:endParaRPr sz="20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이 UTXO</a:t>
            </a:r>
          </a:p>
        </p:txBody>
      </p:sp>
      <p:sp>
        <p:nvSpPr>
          <p:cNvPr id="233790877" name="Freeform 39"/>
          <p:cNvSpPr/>
          <p:nvPr/>
        </p:nvSpPr>
        <p:spPr bwMode="auto">
          <a:xfrm rot="-5316991" flipH="1">
            <a:off x="10051508" y="2103807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4"/>
                </a:lnTo>
                <a:lnTo>
                  <a:pt x="974849" y="275394"/>
                </a:lnTo>
                <a:lnTo>
                  <a:pt x="974849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4378161" name="TextBox 40"/>
          <p:cNvSpPr txBox="1"/>
          <p:nvPr/>
        </p:nvSpPr>
        <p:spPr bwMode="auto">
          <a:xfrm flipH="0" flipV="0">
            <a:off x="135468" y="5367784"/>
            <a:ext cx="3792348" cy="609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분석가가 원하는 것은</a:t>
            </a:r>
            <a:endParaRPr sz="20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이 UTXO를 찾기 위해</a:t>
            </a:r>
          </a:p>
        </p:txBody>
      </p:sp>
      <p:sp>
        <p:nvSpPr>
          <p:cNvPr id="941396458" name="Freeform 41"/>
          <p:cNvSpPr/>
          <p:nvPr/>
        </p:nvSpPr>
        <p:spPr bwMode="auto">
          <a:xfrm rot="-5882636" flipV="1">
            <a:off x="1090412" y="457810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275395"/>
                </a:moveTo>
                <a:lnTo>
                  <a:pt x="974849" y="275395"/>
                </a:lnTo>
                <a:lnTo>
                  <a:pt x="974849" y="0"/>
                </a:lnTo>
                <a:lnTo>
                  <a:pt x="0" y="0"/>
                </a:lnTo>
                <a:lnTo>
                  <a:pt x="0" y="275395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483978765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5327094" y="4588014"/>
            <a:ext cx="937098" cy="937098"/>
          </a:xfrm>
          <a:prstGeom prst="rect">
            <a:avLst/>
          </a:prstGeom>
        </p:spPr>
      </p:pic>
      <p:grpSp>
        <p:nvGrpSpPr>
          <p:cNvPr id="1665307149" name=""/>
          <p:cNvGrpSpPr/>
          <p:nvPr/>
        </p:nvGrpSpPr>
        <p:grpSpPr bwMode="auto">
          <a:xfrm>
            <a:off x="399167" y="2396583"/>
            <a:ext cx="10820397" cy="2029317"/>
            <a:chOff x="0" y="0"/>
            <a:chExt cx="10820397" cy="2029317"/>
          </a:xfrm>
        </p:grpSpPr>
        <p:sp>
          <p:nvSpPr>
            <p:cNvPr id="1102662987" name="Freeform 27"/>
            <p:cNvSpPr/>
            <p:nvPr/>
          </p:nvSpPr>
          <p:spPr bwMode="auto">
            <a:xfrm rot="0" flipH="0" flipV="0">
              <a:off x="0" y="519091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462307284" name="TextBox 28"/>
            <p:cNvSpPr txBox="1"/>
            <p:nvPr/>
          </p:nvSpPr>
          <p:spPr bwMode="auto">
            <a:xfrm rot="0" flipH="0" flipV="0">
              <a:off x="0" y="350325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before coinjoin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926452686" name="AutoShape 29"/>
            <p:cNvSpPr/>
            <p:nvPr/>
          </p:nvSpPr>
          <p:spPr bwMode="auto">
            <a:xfrm flipH="1" flipV="1">
              <a:off x="2357334" y="1093161"/>
              <a:ext cx="1874199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1370872512" name="Freeform 31"/>
            <p:cNvSpPr/>
            <p:nvPr/>
          </p:nvSpPr>
          <p:spPr bwMode="auto">
            <a:xfrm rot="0" flipH="0" flipV="0">
              <a:off x="8463067" y="519091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965633610" name="TextBox 32"/>
            <p:cNvSpPr txBox="1"/>
            <p:nvPr/>
          </p:nvSpPr>
          <p:spPr bwMode="auto">
            <a:xfrm rot="0" flipH="0" flipV="0">
              <a:off x="8463067" y="350325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after coinjoin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106140107" name="Freeform 34"/>
            <p:cNvSpPr/>
            <p:nvPr/>
          </p:nvSpPr>
          <p:spPr bwMode="auto">
            <a:xfrm rot="0" flipH="0" flipV="0">
              <a:off x="4231534" y="168766"/>
              <a:ext cx="2357330" cy="1860545"/>
            </a:xfrm>
            <a:custGeom>
              <a:avLst/>
              <a:gdLst/>
              <a:ahLst/>
              <a:cxnLst/>
              <a:rect l="l" t="t" r="r" b="b"/>
              <a:pathLst>
                <a:path w="931292" h="735032" fill="norm" stroke="1" extrusionOk="0">
                  <a:moveTo>
                    <a:pt x="0" y="0"/>
                  </a:moveTo>
                  <a:lnTo>
                    <a:pt x="931292" y="0"/>
                  </a:lnTo>
                  <a:lnTo>
                    <a:pt x="931292" y="735032"/>
                  </a:lnTo>
                  <a:lnTo>
                    <a:pt x="0" y="7350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379001431" name="TextBox 35"/>
            <p:cNvSpPr txBox="1"/>
            <p:nvPr/>
          </p:nvSpPr>
          <p:spPr bwMode="auto">
            <a:xfrm rot="0" flipH="0" flipV="0">
              <a:off x="4231534" y="0"/>
              <a:ext cx="2357330" cy="20293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26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6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3781"/>
                </a:lnSpc>
                <a:defRPr/>
              </a:pPr>
              <a:r>
                <a:rPr lang="en-US" sz="26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Cycles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79132851" name="AutoShape 36"/>
            <p:cNvSpPr/>
            <p:nvPr/>
          </p:nvSpPr>
          <p:spPr bwMode="auto">
            <a:xfrm flipH="1">
              <a:off x="6588869" y="1093161"/>
              <a:ext cx="1874199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202644260" name="Freeform 37"/>
            <p:cNvSpPr/>
            <p:nvPr/>
          </p:nvSpPr>
          <p:spPr bwMode="auto">
            <a:xfrm>
              <a:off x="2824206" y="519092"/>
              <a:ext cx="940455" cy="1217416"/>
            </a:xfrm>
            <a:custGeom>
              <a:avLst/>
              <a:gdLst/>
              <a:ahLst/>
              <a:cxnLst/>
              <a:rect l="l" t="t" r="r" b="b"/>
              <a:pathLst>
                <a:path w="940456" h="1217418" fill="norm" stroke="1" extrusionOk="0">
                  <a:moveTo>
                    <a:pt x="0" y="0"/>
                  </a:moveTo>
                  <a:lnTo>
                    <a:pt x="940455" y="0"/>
                  </a:lnTo>
                  <a:lnTo>
                    <a:pt x="940455" y="1217419"/>
                  </a:lnTo>
                  <a:lnTo>
                    <a:pt x="0" y="12174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8017488" name="AutoShape 33"/>
          <p:cNvSpPr/>
          <p:nvPr/>
        </p:nvSpPr>
        <p:spPr bwMode="auto">
          <a:xfrm flipH="1" flipV="1">
            <a:off x="6184227" y="3023441"/>
            <a:ext cx="2059554" cy="73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558887100" name="TextBox 34"/>
          <p:cNvSpPr txBox="1"/>
          <p:nvPr/>
        </p:nvSpPr>
        <p:spPr bwMode="auto">
          <a:xfrm>
            <a:off x="287642" y="183422"/>
            <a:ext cx="3075255" cy="609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defRPr/>
            </a:pPr>
            <a:r>
              <a:rPr sz="2000" i="1" u="none" lang="en-US">
                <a:solidFill>
                  <a:srgbClr val="000000"/>
                </a:solidFill>
                <a:latin typeface="IBM Plex Sans"/>
              </a:rPr>
              <a:t>분석가는</a:t>
            </a:r>
            <a:endParaRPr lang="en-US" sz="2000" i="1" u="none" strike="noStrike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  <a:r>
              <a:rPr sz="2000" i="1" u="none" lang="en-US">
                <a:solidFill>
                  <a:srgbClr val="000000"/>
                </a:solidFill>
                <a:latin typeface="IBM Plex Sans"/>
              </a:rPr>
              <a:t>이 UTXO</a:t>
            </a:r>
          </a:p>
        </p:txBody>
      </p:sp>
      <p:sp>
        <p:nvSpPr>
          <p:cNvPr id="174759306" name="Freeform 35"/>
          <p:cNvSpPr/>
          <p:nvPr/>
        </p:nvSpPr>
        <p:spPr bwMode="auto">
          <a:xfrm rot="4897551">
            <a:off x="1223014" y="159078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4"/>
                </a:lnTo>
                <a:lnTo>
                  <a:pt x="0" y="2753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791540616" name="TextBox 36"/>
          <p:cNvSpPr txBox="1"/>
          <p:nvPr/>
        </p:nvSpPr>
        <p:spPr bwMode="auto">
          <a:xfrm flipH="0" flipV="0">
            <a:off x="2874987" y="5768962"/>
            <a:ext cx="5755952" cy="609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분석가는 검색어와 일치할 수 있는 UTXO</a:t>
            </a:r>
            <a:endParaRPr lang="en-US" sz="2000" b="0" i="1" u="none" strike="noStrike" cap="none" spc="0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그룹과 마주하게 됩니다</a:t>
            </a:r>
          </a:p>
        </p:txBody>
      </p:sp>
      <p:sp>
        <p:nvSpPr>
          <p:cNvPr id="309158851" name="Freeform 37"/>
          <p:cNvSpPr/>
          <p:nvPr/>
        </p:nvSpPr>
        <p:spPr bwMode="auto">
          <a:xfrm rot="-4057331">
            <a:off x="8513621" y="5581244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5161475" name="Freeform 39"/>
          <p:cNvSpPr/>
          <p:nvPr/>
        </p:nvSpPr>
        <p:spPr bwMode="auto">
          <a:xfrm rot="0" flipH="0" flipV="0">
            <a:off x="8243778" y="2688267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71142294" name="TextBox 40"/>
          <p:cNvSpPr txBox="1"/>
          <p:nvPr/>
        </p:nvSpPr>
        <p:spPr bwMode="auto">
          <a:xfrm rot="0" flipH="0" flipV="0">
            <a:off x="8243778" y="2519502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UTXO 가능성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3130738" name="Freeform 42"/>
          <p:cNvSpPr/>
          <p:nvPr/>
        </p:nvSpPr>
        <p:spPr bwMode="auto">
          <a:xfrm rot="0" flipH="0" flipV="0">
            <a:off x="8243778" y="1824469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996830568" name="TextBox 43"/>
          <p:cNvSpPr txBox="1"/>
          <p:nvPr/>
        </p:nvSpPr>
        <p:spPr bwMode="auto">
          <a:xfrm rot="0" flipH="0" flipV="0">
            <a:off x="8243778" y="1655704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UTXO 가능성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093391958" name="Freeform 45"/>
          <p:cNvSpPr/>
          <p:nvPr/>
        </p:nvSpPr>
        <p:spPr bwMode="auto">
          <a:xfrm rot="0" flipH="0" flipV="0">
            <a:off x="8243778" y="962148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972406892" name="TextBox 46"/>
          <p:cNvSpPr txBox="1"/>
          <p:nvPr/>
        </p:nvSpPr>
        <p:spPr bwMode="auto">
          <a:xfrm rot="0" flipH="0" flipV="0">
            <a:off x="8243778" y="793383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UTXO 가능성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28996089" name="Freeform 48"/>
          <p:cNvSpPr/>
          <p:nvPr/>
        </p:nvSpPr>
        <p:spPr bwMode="auto">
          <a:xfrm rot="0" flipH="0" flipV="0">
            <a:off x="8243778" y="4412909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978081062" name="TextBox 49"/>
          <p:cNvSpPr txBox="1"/>
          <p:nvPr/>
        </p:nvSpPr>
        <p:spPr bwMode="auto">
          <a:xfrm rot="0" flipH="0" flipV="0">
            <a:off x="8243778" y="4244144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UTXO 가능성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56148743" name="Freeform 51"/>
          <p:cNvSpPr/>
          <p:nvPr/>
        </p:nvSpPr>
        <p:spPr bwMode="auto">
          <a:xfrm rot="0" flipH="0" flipV="0">
            <a:off x="8243778" y="3550588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954914995" name="TextBox 52"/>
          <p:cNvSpPr txBox="1"/>
          <p:nvPr/>
        </p:nvSpPr>
        <p:spPr bwMode="auto">
          <a:xfrm rot="0" flipH="0" flipV="0">
            <a:off x="8243778" y="3381823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UTXO 가능성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67644625" name="AutoShape 53"/>
          <p:cNvSpPr/>
          <p:nvPr/>
        </p:nvSpPr>
        <p:spPr bwMode="auto">
          <a:xfrm flipH="1">
            <a:off x="6184227" y="2160380"/>
            <a:ext cx="2059554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043060436" name="AutoShape 54"/>
          <p:cNvSpPr/>
          <p:nvPr/>
        </p:nvSpPr>
        <p:spPr bwMode="auto">
          <a:xfrm flipH="1">
            <a:off x="6184227" y="1298060"/>
            <a:ext cx="2059554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364731075" name="AutoShape 55"/>
          <p:cNvSpPr/>
          <p:nvPr/>
        </p:nvSpPr>
        <p:spPr bwMode="auto">
          <a:xfrm flipH="1" flipV="1">
            <a:off x="6184227" y="3023441"/>
            <a:ext cx="2059554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47818194" name="AutoShape 56"/>
          <p:cNvSpPr/>
          <p:nvPr/>
        </p:nvSpPr>
        <p:spPr bwMode="auto">
          <a:xfrm flipH="1" flipV="1">
            <a:off x="6184227" y="3023441"/>
            <a:ext cx="2059554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78157626" name="Freeform 57"/>
          <p:cNvSpPr/>
          <p:nvPr/>
        </p:nvSpPr>
        <p:spPr bwMode="auto">
          <a:xfrm>
            <a:off x="10796331" y="2547138"/>
            <a:ext cx="1071846" cy="952605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8" y="0"/>
                </a:lnTo>
                <a:lnTo>
                  <a:pt x="1071848" y="952604"/>
                </a:lnTo>
                <a:lnTo>
                  <a:pt x="0" y="9526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pic>
        <p:nvPicPr>
          <p:cNvPr id="1193569357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4570287" y="4033867"/>
            <a:ext cx="937098" cy="937098"/>
          </a:xfrm>
          <a:prstGeom prst="rect">
            <a:avLst/>
          </a:prstGeom>
        </p:spPr>
      </p:pic>
      <p:grpSp>
        <p:nvGrpSpPr>
          <p:cNvPr id="1888206934" name=""/>
          <p:cNvGrpSpPr/>
          <p:nvPr/>
        </p:nvGrpSpPr>
        <p:grpSpPr bwMode="auto">
          <a:xfrm>
            <a:off x="649287" y="1924398"/>
            <a:ext cx="5534934" cy="2029317"/>
            <a:chOff x="0" y="0"/>
            <a:chExt cx="5534934" cy="2029317"/>
          </a:xfrm>
        </p:grpSpPr>
        <p:sp>
          <p:nvSpPr>
            <p:cNvPr id="1652243845" name="Freeform 27"/>
            <p:cNvSpPr/>
            <p:nvPr/>
          </p:nvSpPr>
          <p:spPr bwMode="auto">
            <a:xfrm rot="0" flipH="0" flipV="0">
              <a:off x="0" y="519088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24801893" name="TextBox 28"/>
            <p:cNvSpPr txBox="1"/>
            <p:nvPr/>
          </p:nvSpPr>
          <p:spPr bwMode="auto">
            <a:xfrm rot="0" flipH="0" flipV="0">
              <a:off x="0" y="350323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before coinjoin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41892305" name="AutoShape 29"/>
            <p:cNvSpPr/>
            <p:nvPr/>
          </p:nvSpPr>
          <p:spPr bwMode="auto">
            <a:xfrm flipH="1" flipV="1">
              <a:off x="2357332" y="1093159"/>
              <a:ext cx="820270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1422086903" name="Freeform 31"/>
            <p:cNvSpPr/>
            <p:nvPr/>
          </p:nvSpPr>
          <p:spPr bwMode="auto">
            <a:xfrm rot="0" flipH="0" flipV="0">
              <a:off x="3177604" y="168764"/>
              <a:ext cx="2357330" cy="1860545"/>
            </a:xfrm>
            <a:custGeom>
              <a:avLst/>
              <a:gdLst/>
              <a:ahLst/>
              <a:cxnLst/>
              <a:rect l="l" t="t" r="r" b="b"/>
              <a:pathLst>
                <a:path w="931292" h="735032" fill="norm" stroke="1" extrusionOk="0">
                  <a:moveTo>
                    <a:pt x="0" y="0"/>
                  </a:moveTo>
                  <a:lnTo>
                    <a:pt x="931292" y="0"/>
                  </a:lnTo>
                  <a:lnTo>
                    <a:pt x="931292" y="735032"/>
                  </a:lnTo>
                  <a:lnTo>
                    <a:pt x="0" y="735032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62594953" name="TextBox 32"/>
            <p:cNvSpPr txBox="1"/>
            <p:nvPr/>
          </p:nvSpPr>
          <p:spPr bwMode="auto">
            <a:xfrm rot="0" flipH="0" flipV="0">
              <a:off x="3177604" y="0"/>
              <a:ext cx="2357330" cy="20293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22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2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marL="0" lvl="0" indent="0" algn="ctr">
                <a:lnSpc>
                  <a:spcPts val="3781"/>
                </a:lnSpc>
                <a:spcBef>
                  <a:spcPts val="0"/>
                </a:spcBef>
                <a:defRPr/>
              </a:pPr>
              <a:r>
                <a:rPr lang="en-US" sz="22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Cycles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6869045" name=""/>
          <p:cNvGrpSpPr/>
          <p:nvPr/>
        </p:nvGrpSpPr>
        <p:grpSpPr bwMode="auto">
          <a:xfrm>
            <a:off x="867956" y="586974"/>
            <a:ext cx="10812811" cy="5941569"/>
            <a:chOff x="0" y="0"/>
            <a:chExt cx="10812811" cy="5941569"/>
          </a:xfrm>
        </p:grpSpPr>
        <p:sp>
          <p:nvSpPr>
            <p:cNvPr id="374898328" name="Freeform 27"/>
            <p:cNvSpPr/>
            <p:nvPr/>
          </p:nvSpPr>
          <p:spPr bwMode="auto">
            <a:xfrm rot="0" flipH="0" flipV="0">
              <a:off x="0" y="0"/>
              <a:ext cx="2740877" cy="2516301"/>
            </a:xfrm>
            <a:custGeom>
              <a:avLst/>
              <a:gdLst/>
              <a:ahLst/>
              <a:cxnLst/>
              <a:rect l="l" t="t" r="r" b="b"/>
              <a:pathLst>
                <a:path w="8628193" h="6893445" fill="norm" stroke="1" extrusionOk="0">
                  <a:moveTo>
                    <a:pt x="0" y="0"/>
                  </a:moveTo>
                  <a:lnTo>
                    <a:pt x="0" y="6893445"/>
                  </a:lnTo>
                  <a:lnTo>
                    <a:pt x="8628193" y="6893445"/>
                  </a:lnTo>
                  <a:lnTo>
                    <a:pt x="8628193" y="0"/>
                  </a:lnTo>
                  <a:lnTo>
                    <a:pt x="0" y="0"/>
                  </a:lnTo>
                  <a:close/>
                  <a:moveTo>
                    <a:pt x="8567233" y="6832485"/>
                  </a:moveTo>
                  <a:lnTo>
                    <a:pt x="59690" y="6832485"/>
                  </a:lnTo>
                  <a:lnTo>
                    <a:pt x="59690" y="59690"/>
                  </a:lnTo>
                  <a:lnTo>
                    <a:pt x="8567233" y="59690"/>
                  </a:lnTo>
                  <a:lnTo>
                    <a:pt x="8567233" y="6832485"/>
                  </a:ln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id="1292297374" name="Freeform 29"/>
            <p:cNvSpPr/>
            <p:nvPr/>
          </p:nvSpPr>
          <p:spPr bwMode="auto">
            <a:xfrm rot="0" flipH="0" flipV="0">
              <a:off x="90857" y="654864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46762801" name="TextBox 30"/>
            <p:cNvSpPr txBox="1"/>
            <p:nvPr/>
          </p:nvSpPr>
          <p:spPr bwMode="auto">
            <a:xfrm rot="0" flipH="0" flipV="0">
              <a:off x="90857" y="624798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45879883" name="Freeform 32"/>
            <p:cNvSpPr/>
            <p:nvPr/>
          </p:nvSpPr>
          <p:spPr bwMode="auto">
            <a:xfrm rot="0" flipH="0" flipV="0">
              <a:off x="1538942" y="654864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54380619" name="TextBox 33"/>
            <p:cNvSpPr txBox="1"/>
            <p:nvPr/>
          </p:nvSpPr>
          <p:spPr bwMode="auto">
            <a:xfrm rot="0" flipH="0" flipV="0">
              <a:off x="1538942" y="624798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64257654" name="Freeform 35"/>
            <p:cNvSpPr/>
            <p:nvPr/>
          </p:nvSpPr>
          <p:spPr bwMode="auto">
            <a:xfrm rot="0" flipH="0" flipV="0">
              <a:off x="90857" y="1016675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06069375" name="TextBox 36"/>
            <p:cNvSpPr txBox="1"/>
            <p:nvPr/>
          </p:nvSpPr>
          <p:spPr bwMode="auto">
            <a:xfrm rot="0" flipH="0" flipV="0">
              <a:off x="90857" y="986609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35538613" name="Freeform 38"/>
            <p:cNvSpPr/>
            <p:nvPr/>
          </p:nvSpPr>
          <p:spPr bwMode="auto">
            <a:xfrm rot="0" flipH="0" flipV="0">
              <a:off x="90857" y="1379598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03524858" name="TextBox 39"/>
            <p:cNvSpPr txBox="1"/>
            <p:nvPr/>
          </p:nvSpPr>
          <p:spPr bwMode="auto">
            <a:xfrm rot="0" flipH="0" flipV="0">
              <a:off x="90857" y="1349532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64128898" name="Freeform 41"/>
            <p:cNvSpPr/>
            <p:nvPr/>
          </p:nvSpPr>
          <p:spPr bwMode="auto">
            <a:xfrm rot="0" flipH="0" flipV="0">
              <a:off x="90857" y="1742521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39375368" name="TextBox 42"/>
            <p:cNvSpPr txBox="1"/>
            <p:nvPr/>
          </p:nvSpPr>
          <p:spPr bwMode="auto">
            <a:xfrm rot="0" flipH="0" flipV="0">
              <a:off x="90857" y="1712455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87385661" name="Freeform 44"/>
            <p:cNvSpPr/>
            <p:nvPr/>
          </p:nvSpPr>
          <p:spPr bwMode="auto">
            <a:xfrm rot="0" flipH="0" flipV="0">
              <a:off x="90857" y="2105442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79461801" name="TextBox 45"/>
            <p:cNvSpPr txBox="1"/>
            <p:nvPr/>
          </p:nvSpPr>
          <p:spPr bwMode="auto">
            <a:xfrm rot="0" flipH="0" flipV="0">
              <a:off x="90857" y="2075376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44003699" name="Freeform 47"/>
            <p:cNvSpPr/>
            <p:nvPr/>
          </p:nvSpPr>
          <p:spPr bwMode="auto">
            <a:xfrm rot="0" flipH="0" flipV="0">
              <a:off x="1538942" y="1016675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13095145" name="TextBox 48"/>
            <p:cNvSpPr txBox="1"/>
            <p:nvPr/>
          </p:nvSpPr>
          <p:spPr bwMode="auto">
            <a:xfrm rot="0" flipH="0" flipV="0">
              <a:off x="1538942" y="986609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71291769" name="Freeform 50"/>
            <p:cNvSpPr/>
            <p:nvPr/>
          </p:nvSpPr>
          <p:spPr bwMode="auto">
            <a:xfrm rot="0" flipH="0" flipV="0">
              <a:off x="1538942" y="1379598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43782888" name="TextBox 51"/>
            <p:cNvSpPr txBox="1"/>
            <p:nvPr/>
          </p:nvSpPr>
          <p:spPr bwMode="auto">
            <a:xfrm rot="0" flipH="0" flipV="0">
              <a:off x="1538942" y="1349532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62910381" name="Freeform 53"/>
            <p:cNvSpPr/>
            <p:nvPr/>
          </p:nvSpPr>
          <p:spPr bwMode="auto">
            <a:xfrm rot="0" flipH="0" flipV="0">
              <a:off x="1538942" y="1742521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18418476" name="TextBox 54"/>
            <p:cNvSpPr txBox="1"/>
            <p:nvPr/>
          </p:nvSpPr>
          <p:spPr bwMode="auto">
            <a:xfrm rot="0" flipH="0" flipV="0">
              <a:off x="1538942" y="1712455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45031024" name="Freeform 56"/>
            <p:cNvSpPr/>
            <p:nvPr/>
          </p:nvSpPr>
          <p:spPr bwMode="auto">
            <a:xfrm rot="0" flipH="0" flipV="0">
              <a:off x="1538942" y="2105442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34705961" name="TextBox 57"/>
            <p:cNvSpPr txBox="1"/>
            <p:nvPr/>
          </p:nvSpPr>
          <p:spPr bwMode="auto">
            <a:xfrm rot="0" flipH="0" flipV="0">
              <a:off x="1538942" y="2075376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37576733" name="TextBox 58"/>
            <p:cNvSpPr txBox="1"/>
            <p:nvPr/>
          </p:nvSpPr>
          <p:spPr bwMode="auto">
            <a:xfrm flipH="0" flipV="0">
              <a:off x="403666" y="176471"/>
              <a:ext cx="2096219" cy="21308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75"/>
                </a:lnSpc>
                <a:defRPr/>
              </a:pPr>
              <a:r>
                <a:rPr lang="en-US" sz="1200" b="1">
                  <a:solidFill>
                    <a:srgbClr val="000000"/>
                  </a:solidFill>
                  <a:latin typeface="Rubik Medium"/>
                  <a:ea typeface="Rubik Medium"/>
                  <a:cs typeface="Rubik Medium"/>
                </a:rPr>
                <a:t>Mix #1</a:t>
              </a:r>
              <a:endParaRPr/>
            </a:p>
          </p:txBody>
        </p:sp>
        <p:sp>
          <p:nvSpPr>
            <p:cNvPr id="1643933614" name="AutoShape 59"/>
            <p:cNvSpPr/>
            <p:nvPr/>
          </p:nvSpPr>
          <p:spPr bwMode="auto">
            <a:xfrm>
              <a:off x="2651370" y="1891468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04451050" name="AutoShape 60"/>
            <p:cNvSpPr/>
            <p:nvPr/>
          </p:nvSpPr>
          <p:spPr bwMode="auto">
            <a:xfrm>
              <a:off x="2651370" y="1528547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69164238" name="AutoShape 61"/>
            <p:cNvSpPr/>
            <p:nvPr/>
          </p:nvSpPr>
          <p:spPr bwMode="auto">
            <a:xfrm>
              <a:off x="2651370" y="1166734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70861283" name="AutoShape 62"/>
            <p:cNvSpPr/>
            <p:nvPr/>
          </p:nvSpPr>
          <p:spPr bwMode="auto">
            <a:xfrm>
              <a:off x="2651370" y="2254389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6358719" name="AutoShape 63"/>
            <p:cNvSpPr/>
            <p:nvPr/>
          </p:nvSpPr>
          <p:spPr bwMode="auto">
            <a:xfrm>
              <a:off x="2988474" y="1155322"/>
              <a:ext cx="0" cy="111048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1945258" name="Freeform 65"/>
            <p:cNvSpPr/>
            <p:nvPr/>
          </p:nvSpPr>
          <p:spPr bwMode="auto">
            <a:xfrm rot="0" flipH="0" flipV="0">
              <a:off x="3642354" y="0"/>
              <a:ext cx="2740877" cy="2516301"/>
            </a:xfrm>
            <a:custGeom>
              <a:avLst/>
              <a:gdLst/>
              <a:ahLst/>
              <a:cxnLst/>
              <a:rect l="l" t="t" r="r" b="b"/>
              <a:pathLst>
                <a:path w="8628193" h="6893445" fill="norm" stroke="1" extrusionOk="0">
                  <a:moveTo>
                    <a:pt x="0" y="0"/>
                  </a:moveTo>
                  <a:lnTo>
                    <a:pt x="0" y="6893445"/>
                  </a:lnTo>
                  <a:lnTo>
                    <a:pt x="8628193" y="6893445"/>
                  </a:lnTo>
                  <a:lnTo>
                    <a:pt x="8628193" y="0"/>
                  </a:lnTo>
                  <a:lnTo>
                    <a:pt x="0" y="0"/>
                  </a:lnTo>
                  <a:close/>
                  <a:moveTo>
                    <a:pt x="8567233" y="6832485"/>
                  </a:moveTo>
                  <a:lnTo>
                    <a:pt x="59690" y="6832485"/>
                  </a:lnTo>
                  <a:lnTo>
                    <a:pt x="59690" y="59690"/>
                  </a:lnTo>
                  <a:lnTo>
                    <a:pt x="8567233" y="59690"/>
                  </a:lnTo>
                  <a:lnTo>
                    <a:pt x="8567233" y="6832485"/>
                  </a:ln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id="656854578" name="Freeform 67"/>
            <p:cNvSpPr/>
            <p:nvPr/>
          </p:nvSpPr>
          <p:spPr bwMode="auto">
            <a:xfrm rot="0" flipH="0" flipV="0">
              <a:off x="3733211" y="654864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56133373" name="TextBox 68"/>
            <p:cNvSpPr txBox="1"/>
            <p:nvPr/>
          </p:nvSpPr>
          <p:spPr bwMode="auto">
            <a:xfrm rot="0" flipH="0" flipV="0">
              <a:off x="3733211" y="624798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80517773" name="Freeform 70"/>
            <p:cNvSpPr/>
            <p:nvPr/>
          </p:nvSpPr>
          <p:spPr bwMode="auto">
            <a:xfrm rot="0" flipH="0" flipV="0">
              <a:off x="5181296" y="654864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83130188" name="TextBox 71"/>
            <p:cNvSpPr txBox="1"/>
            <p:nvPr/>
          </p:nvSpPr>
          <p:spPr bwMode="auto">
            <a:xfrm rot="0" flipH="0" flipV="0">
              <a:off x="5181296" y="624798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40393101" name="Freeform 73"/>
            <p:cNvSpPr/>
            <p:nvPr/>
          </p:nvSpPr>
          <p:spPr bwMode="auto">
            <a:xfrm rot="0" flipH="0" flipV="0">
              <a:off x="3733211" y="1016675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48813408" name="TextBox 74"/>
            <p:cNvSpPr txBox="1"/>
            <p:nvPr/>
          </p:nvSpPr>
          <p:spPr bwMode="auto">
            <a:xfrm rot="0" flipH="0" flipV="0">
              <a:off x="3733211" y="986609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06751399" name="Freeform 76"/>
            <p:cNvSpPr/>
            <p:nvPr/>
          </p:nvSpPr>
          <p:spPr bwMode="auto">
            <a:xfrm rot="0" flipH="0" flipV="0">
              <a:off x="3733211" y="1379598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79574568" name="TextBox 77"/>
            <p:cNvSpPr txBox="1"/>
            <p:nvPr/>
          </p:nvSpPr>
          <p:spPr bwMode="auto">
            <a:xfrm rot="0" flipH="0" flipV="0">
              <a:off x="3733211" y="1349532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27798480" name="Freeform 79"/>
            <p:cNvSpPr/>
            <p:nvPr/>
          </p:nvSpPr>
          <p:spPr bwMode="auto">
            <a:xfrm rot="0" flipH="0" flipV="0">
              <a:off x="3733211" y="1742521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1236241" name="TextBox 80"/>
            <p:cNvSpPr txBox="1"/>
            <p:nvPr/>
          </p:nvSpPr>
          <p:spPr bwMode="auto">
            <a:xfrm rot="0" flipH="0" flipV="0">
              <a:off x="3733211" y="1712455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94873951" name="Freeform 82"/>
            <p:cNvSpPr/>
            <p:nvPr/>
          </p:nvSpPr>
          <p:spPr bwMode="auto">
            <a:xfrm rot="0" flipH="0" flipV="0">
              <a:off x="3733211" y="2105442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50146441" name="TextBox 83"/>
            <p:cNvSpPr txBox="1"/>
            <p:nvPr/>
          </p:nvSpPr>
          <p:spPr bwMode="auto">
            <a:xfrm rot="0" flipH="0" flipV="0">
              <a:off x="3733211" y="2075376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00735474" name="Freeform 85"/>
            <p:cNvSpPr/>
            <p:nvPr/>
          </p:nvSpPr>
          <p:spPr bwMode="auto">
            <a:xfrm rot="0" flipH="0" flipV="0">
              <a:off x="5181296" y="1016675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40500644" name="TextBox 86"/>
            <p:cNvSpPr txBox="1"/>
            <p:nvPr/>
          </p:nvSpPr>
          <p:spPr bwMode="auto">
            <a:xfrm rot="0" flipH="0" flipV="0">
              <a:off x="5181296" y="986609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42588045" name="Freeform 88"/>
            <p:cNvSpPr/>
            <p:nvPr/>
          </p:nvSpPr>
          <p:spPr bwMode="auto">
            <a:xfrm rot="0" flipH="0" flipV="0">
              <a:off x="5181296" y="1379598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17273580" name="TextBox 89"/>
            <p:cNvSpPr txBox="1"/>
            <p:nvPr/>
          </p:nvSpPr>
          <p:spPr bwMode="auto">
            <a:xfrm rot="0" flipH="0" flipV="0">
              <a:off x="5181296" y="1349532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53939598" name="Freeform 91"/>
            <p:cNvSpPr/>
            <p:nvPr/>
          </p:nvSpPr>
          <p:spPr bwMode="auto">
            <a:xfrm rot="0" flipH="0" flipV="0">
              <a:off x="5181296" y="1742521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37299421" name="TextBox 92"/>
            <p:cNvSpPr txBox="1"/>
            <p:nvPr/>
          </p:nvSpPr>
          <p:spPr bwMode="auto">
            <a:xfrm rot="0" flipH="0" flipV="0">
              <a:off x="5181296" y="1712455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81275657" name="Freeform 94"/>
            <p:cNvSpPr/>
            <p:nvPr/>
          </p:nvSpPr>
          <p:spPr bwMode="auto">
            <a:xfrm rot="0" flipH="0" flipV="0">
              <a:off x="5181296" y="2105442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49354259" name="TextBox 95"/>
            <p:cNvSpPr txBox="1"/>
            <p:nvPr/>
          </p:nvSpPr>
          <p:spPr bwMode="auto">
            <a:xfrm rot="0" flipH="0" flipV="0">
              <a:off x="5181296" y="2075376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55607007" name="TextBox 96"/>
            <p:cNvSpPr txBox="1"/>
            <p:nvPr/>
          </p:nvSpPr>
          <p:spPr bwMode="auto">
            <a:xfrm flipH="0" flipV="0">
              <a:off x="4075897" y="176471"/>
              <a:ext cx="2043489" cy="21308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75"/>
                </a:lnSpc>
                <a:defRPr/>
              </a:pPr>
              <a:r>
                <a:rPr lang="en-US" sz="1200" b="1">
                  <a:solidFill>
                    <a:srgbClr val="000000"/>
                  </a:solidFill>
                  <a:latin typeface="Rubik Medium"/>
                  <a:ea typeface="Rubik Medium"/>
                  <a:cs typeface="Rubik Medium"/>
                </a:rPr>
                <a:t>Mix #2</a:t>
              </a:r>
              <a:endParaRPr/>
            </a:p>
          </p:txBody>
        </p:sp>
        <p:sp>
          <p:nvSpPr>
            <p:cNvPr id="5675531" name="AutoShape 97"/>
            <p:cNvSpPr/>
            <p:nvPr/>
          </p:nvSpPr>
          <p:spPr bwMode="auto">
            <a:xfrm>
              <a:off x="6293725" y="1887966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5136445" name="AutoShape 98"/>
            <p:cNvSpPr/>
            <p:nvPr/>
          </p:nvSpPr>
          <p:spPr bwMode="auto">
            <a:xfrm>
              <a:off x="6293725" y="1525046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77218378" name="AutoShape 99"/>
            <p:cNvSpPr/>
            <p:nvPr/>
          </p:nvSpPr>
          <p:spPr bwMode="auto">
            <a:xfrm>
              <a:off x="6293725" y="1163233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87811165" name="AutoShape 100"/>
            <p:cNvSpPr/>
            <p:nvPr/>
          </p:nvSpPr>
          <p:spPr bwMode="auto">
            <a:xfrm>
              <a:off x="6293725" y="2250887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80952712" name="AutoShape 101"/>
            <p:cNvSpPr/>
            <p:nvPr/>
          </p:nvSpPr>
          <p:spPr bwMode="auto">
            <a:xfrm>
              <a:off x="6630829" y="1151818"/>
              <a:ext cx="0" cy="1087653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46968268" name="AutoShape 102"/>
            <p:cNvSpPr/>
            <p:nvPr/>
          </p:nvSpPr>
          <p:spPr bwMode="auto">
            <a:xfrm>
              <a:off x="6630829" y="1718708"/>
              <a:ext cx="216551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60057023" name="AutoShape 103"/>
            <p:cNvSpPr/>
            <p:nvPr/>
          </p:nvSpPr>
          <p:spPr bwMode="auto">
            <a:xfrm>
              <a:off x="2651370" y="804371"/>
              <a:ext cx="1081840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16455310" name="Freeform 105"/>
            <p:cNvSpPr/>
            <p:nvPr/>
          </p:nvSpPr>
          <p:spPr bwMode="auto">
            <a:xfrm rot="0" flipH="0" flipV="0">
              <a:off x="7291941" y="0"/>
              <a:ext cx="2740877" cy="2516301"/>
            </a:xfrm>
            <a:custGeom>
              <a:avLst/>
              <a:gdLst/>
              <a:ahLst/>
              <a:cxnLst/>
              <a:rect l="l" t="t" r="r" b="b"/>
              <a:pathLst>
                <a:path w="8628193" h="6893445" fill="norm" stroke="1" extrusionOk="0">
                  <a:moveTo>
                    <a:pt x="0" y="0"/>
                  </a:moveTo>
                  <a:lnTo>
                    <a:pt x="0" y="6893445"/>
                  </a:lnTo>
                  <a:lnTo>
                    <a:pt x="8628193" y="6893445"/>
                  </a:lnTo>
                  <a:lnTo>
                    <a:pt x="8628193" y="0"/>
                  </a:lnTo>
                  <a:lnTo>
                    <a:pt x="0" y="0"/>
                  </a:lnTo>
                  <a:close/>
                  <a:moveTo>
                    <a:pt x="8567233" y="6832485"/>
                  </a:moveTo>
                  <a:lnTo>
                    <a:pt x="59690" y="6832485"/>
                  </a:lnTo>
                  <a:lnTo>
                    <a:pt x="59690" y="59690"/>
                  </a:lnTo>
                  <a:lnTo>
                    <a:pt x="8567233" y="59690"/>
                  </a:lnTo>
                  <a:lnTo>
                    <a:pt x="8567233" y="6832485"/>
                  </a:ln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id="1438421297" name="Freeform 107"/>
            <p:cNvSpPr/>
            <p:nvPr/>
          </p:nvSpPr>
          <p:spPr bwMode="auto">
            <a:xfrm rot="0" flipH="0" flipV="0">
              <a:off x="7382801" y="654864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39763779" name="TextBox 108"/>
            <p:cNvSpPr txBox="1"/>
            <p:nvPr/>
          </p:nvSpPr>
          <p:spPr bwMode="auto">
            <a:xfrm rot="0" flipH="0" flipV="0">
              <a:off x="7382801" y="624798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12366033" name="Freeform 110"/>
            <p:cNvSpPr/>
            <p:nvPr/>
          </p:nvSpPr>
          <p:spPr bwMode="auto">
            <a:xfrm rot="0" flipH="0" flipV="0">
              <a:off x="8830885" y="654864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31318318" name="TextBox 111"/>
            <p:cNvSpPr txBox="1"/>
            <p:nvPr/>
          </p:nvSpPr>
          <p:spPr bwMode="auto">
            <a:xfrm rot="0" flipH="0" flipV="0">
              <a:off x="8830885" y="624798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70279483" name="Freeform 113"/>
            <p:cNvSpPr/>
            <p:nvPr/>
          </p:nvSpPr>
          <p:spPr bwMode="auto">
            <a:xfrm rot="0" flipH="0" flipV="0">
              <a:off x="7382801" y="1016675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30687091" name="TextBox 114"/>
            <p:cNvSpPr txBox="1"/>
            <p:nvPr/>
          </p:nvSpPr>
          <p:spPr bwMode="auto">
            <a:xfrm rot="0" flipH="0" flipV="0">
              <a:off x="7382801" y="986609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0468953" name="Freeform 116"/>
            <p:cNvSpPr/>
            <p:nvPr/>
          </p:nvSpPr>
          <p:spPr bwMode="auto">
            <a:xfrm rot="0" flipH="0" flipV="0">
              <a:off x="7382801" y="1379598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38695450" name="TextBox 117"/>
            <p:cNvSpPr txBox="1"/>
            <p:nvPr/>
          </p:nvSpPr>
          <p:spPr bwMode="auto">
            <a:xfrm rot="0" flipH="0" flipV="0">
              <a:off x="7382801" y="1349532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59031778" name="Freeform 119"/>
            <p:cNvSpPr/>
            <p:nvPr/>
          </p:nvSpPr>
          <p:spPr bwMode="auto">
            <a:xfrm rot="0" flipH="0" flipV="0">
              <a:off x="7382801" y="1742521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83883106" name="TextBox 120"/>
            <p:cNvSpPr txBox="1"/>
            <p:nvPr/>
          </p:nvSpPr>
          <p:spPr bwMode="auto">
            <a:xfrm rot="0" flipH="0" flipV="0">
              <a:off x="7382801" y="1712455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37510599" name="Freeform 122"/>
            <p:cNvSpPr/>
            <p:nvPr/>
          </p:nvSpPr>
          <p:spPr bwMode="auto">
            <a:xfrm rot="0" flipH="0" flipV="0">
              <a:off x="7382801" y="2105442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48859816" name="TextBox 123"/>
            <p:cNvSpPr txBox="1"/>
            <p:nvPr/>
          </p:nvSpPr>
          <p:spPr bwMode="auto">
            <a:xfrm rot="0" flipH="0" flipV="0">
              <a:off x="7382801" y="2075376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53635650" name="Freeform 125"/>
            <p:cNvSpPr/>
            <p:nvPr/>
          </p:nvSpPr>
          <p:spPr bwMode="auto">
            <a:xfrm rot="0" flipH="0" flipV="0">
              <a:off x="8830885" y="1016675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10741066" name="TextBox 126"/>
            <p:cNvSpPr txBox="1"/>
            <p:nvPr/>
          </p:nvSpPr>
          <p:spPr bwMode="auto">
            <a:xfrm rot="0" flipH="0" flipV="0">
              <a:off x="8830885" y="986609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57002892" name="Freeform 128"/>
            <p:cNvSpPr/>
            <p:nvPr/>
          </p:nvSpPr>
          <p:spPr bwMode="auto">
            <a:xfrm rot="0" flipH="0" flipV="0">
              <a:off x="8830885" y="1379598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95600515" name="TextBox 129"/>
            <p:cNvSpPr txBox="1"/>
            <p:nvPr/>
          </p:nvSpPr>
          <p:spPr bwMode="auto">
            <a:xfrm rot="0" flipH="0" flipV="0">
              <a:off x="8830885" y="1349532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48555802" name="Freeform 131"/>
            <p:cNvSpPr/>
            <p:nvPr/>
          </p:nvSpPr>
          <p:spPr bwMode="auto">
            <a:xfrm rot="0" flipH="0" flipV="0">
              <a:off x="8830885" y="1742521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51767776" name="TextBox 132"/>
            <p:cNvSpPr txBox="1"/>
            <p:nvPr/>
          </p:nvSpPr>
          <p:spPr bwMode="auto">
            <a:xfrm rot="0" flipH="0" flipV="0">
              <a:off x="8830885" y="1712455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70491738" name="Freeform 134"/>
            <p:cNvSpPr/>
            <p:nvPr/>
          </p:nvSpPr>
          <p:spPr bwMode="auto">
            <a:xfrm rot="0" flipH="0" flipV="0">
              <a:off x="8830885" y="2105442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97928467" name="TextBox 135"/>
            <p:cNvSpPr txBox="1"/>
            <p:nvPr/>
          </p:nvSpPr>
          <p:spPr bwMode="auto">
            <a:xfrm rot="0" flipH="0" flipV="0">
              <a:off x="8830885" y="2075376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09914992" name="TextBox 136"/>
            <p:cNvSpPr txBox="1"/>
            <p:nvPr/>
          </p:nvSpPr>
          <p:spPr bwMode="auto">
            <a:xfrm flipH="0" flipV="0">
              <a:off x="7610916" y="176471"/>
              <a:ext cx="2064468" cy="21308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75"/>
                </a:lnSpc>
                <a:defRPr/>
              </a:pPr>
              <a:r>
                <a:rPr lang="en-US" sz="1200" b="1">
                  <a:solidFill>
                    <a:srgbClr val="000000"/>
                  </a:solidFill>
                  <a:latin typeface="Rubik Medium"/>
                  <a:ea typeface="Rubik Medium"/>
                  <a:cs typeface="Rubik Medium"/>
                </a:rPr>
                <a:t>Mix #3</a:t>
              </a:r>
              <a:endParaRPr/>
            </a:p>
          </p:txBody>
        </p:sp>
        <p:sp>
          <p:nvSpPr>
            <p:cNvPr id="980716620" name="AutoShape 137"/>
            <p:cNvSpPr/>
            <p:nvPr/>
          </p:nvSpPr>
          <p:spPr bwMode="auto">
            <a:xfrm>
              <a:off x="9943313" y="2254389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76319875" name="AutoShape 138"/>
            <p:cNvSpPr/>
            <p:nvPr/>
          </p:nvSpPr>
          <p:spPr bwMode="auto">
            <a:xfrm>
              <a:off x="9943313" y="1528547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011699" name="AutoShape 139"/>
            <p:cNvSpPr/>
            <p:nvPr/>
          </p:nvSpPr>
          <p:spPr bwMode="auto">
            <a:xfrm>
              <a:off x="9943313" y="1165626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79111640" name="AutoShape 140"/>
            <p:cNvSpPr/>
            <p:nvPr/>
          </p:nvSpPr>
          <p:spPr bwMode="auto">
            <a:xfrm>
              <a:off x="9943313" y="803813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6091063" name="AutoShape 141"/>
            <p:cNvSpPr/>
            <p:nvPr/>
          </p:nvSpPr>
          <p:spPr bwMode="auto">
            <a:xfrm>
              <a:off x="9943313" y="1891468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8561981" name="AutoShape 142"/>
            <p:cNvSpPr/>
            <p:nvPr/>
          </p:nvSpPr>
          <p:spPr bwMode="auto">
            <a:xfrm>
              <a:off x="10280418" y="792401"/>
              <a:ext cx="0" cy="1473402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62238648" name="AutoShape 143"/>
            <p:cNvSpPr/>
            <p:nvPr/>
          </p:nvSpPr>
          <p:spPr bwMode="auto">
            <a:xfrm>
              <a:off x="6293725" y="804371"/>
              <a:ext cx="1089075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30349843" name="AutoShape 144"/>
            <p:cNvSpPr/>
            <p:nvPr/>
          </p:nvSpPr>
          <p:spPr bwMode="auto">
            <a:xfrm>
              <a:off x="2988474" y="1718708"/>
              <a:ext cx="216551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01883498" name="AutoShape 145"/>
            <p:cNvSpPr/>
            <p:nvPr/>
          </p:nvSpPr>
          <p:spPr bwMode="auto">
            <a:xfrm>
              <a:off x="10280418" y="1529101"/>
              <a:ext cx="216551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92585710" name="AutoShape 146"/>
            <p:cNvSpPr/>
            <p:nvPr/>
          </p:nvSpPr>
          <p:spPr bwMode="auto">
            <a:xfrm>
              <a:off x="3195504" y="1709186"/>
              <a:ext cx="0" cy="1452072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16481536" name="AutoShape 147"/>
            <p:cNvSpPr/>
            <p:nvPr/>
          </p:nvSpPr>
          <p:spPr bwMode="auto">
            <a:xfrm>
              <a:off x="6847383" y="1709186"/>
              <a:ext cx="0" cy="1452072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77053106" name="AutoShape 148"/>
            <p:cNvSpPr/>
            <p:nvPr/>
          </p:nvSpPr>
          <p:spPr bwMode="auto">
            <a:xfrm>
              <a:off x="10496972" y="1524848"/>
              <a:ext cx="0" cy="1636407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89118669" name="Freeform 150"/>
            <p:cNvSpPr/>
            <p:nvPr/>
          </p:nvSpPr>
          <p:spPr bwMode="auto">
            <a:xfrm rot="0" flipH="0" flipV="0">
              <a:off x="2879660" y="2964001"/>
              <a:ext cx="631685" cy="605264"/>
            </a:xfrm>
            <a:custGeom>
              <a:avLst/>
              <a:gdLst/>
              <a:ahLst/>
              <a:cxnLst/>
              <a:rect l="l" t="t" r="r" b="b"/>
              <a:pathLst>
                <a:path w="249556" h="239118" fill="norm" stroke="1" extrusionOk="0">
                  <a:moveTo>
                    <a:pt x="119559" y="0"/>
                  </a:moveTo>
                  <a:lnTo>
                    <a:pt x="129997" y="0"/>
                  </a:lnTo>
                  <a:cubicBezTo>
                    <a:pt x="161706" y="0"/>
                    <a:pt x="192116" y="12596"/>
                    <a:pt x="214538" y="35018"/>
                  </a:cubicBezTo>
                  <a:cubicBezTo>
                    <a:pt x="236960" y="57440"/>
                    <a:pt x="249556" y="87850"/>
                    <a:pt x="249556" y="119559"/>
                  </a:cubicBezTo>
                  <a:lnTo>
                    <a:pt x="249556" y="119559"/>
                  </a:lnTo>
                  <a:cubicBezTo>
                    <a:pt x="249556" y="185589"/>
                    <a:pt x="196028" y="239118"/>
                    <a:pt x="129997" y="239118"/>
                  </a:cubicBezTo>
                  <a:lnTo>
                    <a:pt x="119559" y="239118"/>
                  </a:lnTo>
                  <a:cubicBezTo>
                    <a:pt x="53528" y="239118"/>
                    <a:pt x="0" y="185589"/>
                    <a:pt x="0" y="119559"/>
                  </a:cubicBezTo>
                  <a:lnTo>
                    <a:pt x="0" y="119559"/>
                  </a:lnTo>
                  <a:cubicBezTo>
                    <a:pt x="0" y="53528"/>
                    <a:pt x="53528" y="0"/>
                    <a:pt x="11955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74932710" name="TextBox 151"/>
            <p:cNvSpPr txBox="1"/>
            <p:nvPr/>
          </p:nvSpPr>
          <p:spPr bwMode="auto">
            <a:xfrm rot="0" flipH="0" flipV="0">
              <a:off x="2879660" y="2819340"/>
              <a:ext cx="631685" cy="74992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5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87160398" name="Freeform 153"/>
            <p:cNvSpPr/>
            <p:nvPr/>
          </p:nvSpPr>
          <p:spPr bwMode="auto">
            <a:xfrm rot="0" flipH="0" flipV="0">
              <a:off x="6531537" y="2964001"/>
              <a:ext cx="631685" cy="605264"/>
            </a:xfrm>
            <a:custGeom>
              <a:avLst/>
              <a:gdLst/>
              <a:ahLst/>
              <a:cxnLst/>
              <a:rect l="l" t="t" r="r" b="b"/>
              <a:pathLst>
                <a:path w="249556" h="239118" fill="norm" stroke="1" extrusionOk="0">
                  <a:moveTo>
                    <a:pt x="119559" y="0"/>
                  </a:moveTo>
                  <a:lnTo>
                    <a:pt x="129997" y="0"/>
                  </a:lnTo>
                  <a:cubicBezTo>
                    <a:pt x="161706" y="0"/>
                    <a:pt x="192116" y="12596"/>
                    <a:pt x="214538" y="35018"/>
                  </a:cubicBezTo>
                  <a:cubicBezTo>
                    <a:pt x="236960" y="57440"/>
                    <a:pt x="249556" y="87850"/>
                    <a:pt x="249556" y="119559"/>
                  </a:cubicBezTo>
                  <a:lnTo>
                    <a:pt x="249556" y="119559"/>
                  </a:lnTo>
                  <a:cubicBezTo>
                    <a:pt x="249556" y="185589"/>
                    <a:pt x="196028" y="239118"/>
                    <a:pt x="129997" y="239118"/>
                  </a:cubicBezTo>
                  <a:lnTo>
                    <a:pt x="119559" y="239118"/>
                  </a:lnTo>
                  <a:cubicBezTo>
                    <a:pt x="53528" y="239118"/>
                    <a:pt x="0" y="185589"/>
                    <a:pt x="0" y="119559"/>
                  </a:cubicBezTo>
                  <a:lnTo>
                    <a:pt x="0" y="119559"/>
                  </a:lnTo>
                  <a:cubicBezTo>
                    <a:pt x="0" y="53528"/>
                    <a:pt x="53528" y="0"/>
                    <a:pt x="11955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54785199" name="TextBox 154"/>
            <p:cNvSpPr txBox="1"/>
            <p:nvPr/>
          </p:nvSpPr>
          <p:spPr bwMode="auto">
            <a:xfrm rot="0" flipH="0" flipV="0">
              <a:off x="6531537" y="2819340"/>
              <a:ext cx="631685" cy="74992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5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13184966" name="Freeform 156"/>
            <p:cNvSpPr/>
            <p:nvPr/>
          </p:nvSpPr>
          <p:spPr bwMode="auto">
            <a:xfrm rot="0" flipH="0" flipV="0">
              <a:off x="10181126" y="2964001"/>
              <a:ext cx="631685" cy="605264"/>
            </a:xfrm>
            <a:custGeom>
              <a:avLst/>
              <a:gdLst/>
              <a:ahLst/>
              <a:cxnLst/>
              <a:rect l="l" t="t" r="r" b="b"/>
              <a:pathLst>
                <a:path w="249556" h="239118" fill="norm" stroke="1" extrusionOk="0">
                  <a:moveTo>
                    <a:pt x="119559" y="0"/>
                  </a:moveTo>
                  <a:lnTo>
                    <a:pt x="129997" y="0"/>
                  </a:lnTo>
                  <a:cubicBezTo>
                    <a:pt x="161706" y="0"/>
                    <a:pt x="192116" y="12596"/>
                    <a:pt x="214538" y="35018"/>
                  </a:cubicBezTo>
                  <a:cubicBezTo>
                    <a:pt x="236960" y="57440"/>
                    <a:pt x="249556" y="87850"/>
                    <a:pt x="249556" y="119559"/>
                  </a:cubicBezTo>
                  <a:lnTo>
                    <a:pt x="249556" y="119559"/>
                  </a:lnTo>
                  <a:cubicBezTo>
                    <a:pt x="249556" y="185589"/>
                    <a:pt x="196028" y="239118"/>
                    <a:pt x="129997" y="239118"/>
                  </a:cubicBezTo>
                  <a:lnTo>
                    <a:pt x="119559" y="239118"/>
                  </a:lnTo>
                  <a:cubicBezTo>
                    <a:pt x="53528" y="239118"/>
                    <a:pt x="0" y="185589"/>
                    <a:pt x="0" y="119559"/>
                  </a:cubicBezTo>
                  <a:lnTo>
                    <a:pt x="0" y="119559"/>
                  </a:lnTo>
                  <a:cubicBezTo>
                    <a:pt x="0" y="53528"/>
                    <a:pt x="53528" y="0"/>
                    <a:pt x="11955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44671234" name="TextBox 157"/>
            <p:cNvSpPr txBox="1"/>
            <p:nvPr/>
          </p:nvSpPr>
          <p:spPr bwMode="auto">
            <a:xfrm rot="0" flipH="0" flipV="0">
              <a:off x="10181126" y="2819340"/>
              <a:ext cx="631685" cy="74992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5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06127477" name="AutoShape 158"/>
            <p:cNvSpPr/>
            <p:nvPr/>
          </p:nvSpPr>
          <p:spPr bwMode="auto">
            <a:xfrm>
              <a:off x="3195504" y="3569270"/>
              <a:ext cx="0" cy="660601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47125494" name="AutoShape 159"/>
            <p:cNvSpPr/>
            <p:nvPr/>
          </p:nvSpPr>
          <p:spPr bwMode="auto">
            <a:xfrm>
              <a:off x="6847383" y="3569270"/>
              <a:ext cx="0" cy="660601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17813283" name="AutoShape 160"/>
            <p:cNvSpPr/>
            <p:nvPr/>
          </p:nvSpPr>
          <p:spPr bwMode="auto">
            <a:xfrm flipH="1">
              <a:off x="10496972" y="3569270"/>
              <a:ext cx="0" cy="660601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09566833" name="AutoShape 161"/>
            <p:cNvSpPr/>
            <p:nvPr/>
          </p:nvSpPr>
          <p:spPr bwMode="auto">
            <a:xfrm flipH="1" flipV="1">
              <a:off x="3195504" y="4229872"/>
              <a:ext cx="7301466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83331395" name="AutoShape 162"/>
            <p:cNvSpPr/>
            <p:nvPr/>
          </p:nvSpPr>
          <p:spPr bwMode="auto">
            <a:xfrm>
              <a:off x="6847383" y="3569270"/>
              <a:ext cx="0" cy="1554873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9849415" name="Freeform 164"/>
            <p:cNvSpPr/>
            <p:nvPr/>
          </p:nvSpPr>
          <p:spPr bwMode="auto">
            <a:xfrm rot="0" flipH="0" flipV="0">
              <a:off x="6531537" y="5124144"/>
              <a:ext cx="631685" cy="605264"/>
            </a:xfrm>
            <a:custGeom>
              <a:avLst/>
              <a:gdLst/>
              <a:ahLst/>
              <a:cxnLst/>
              <a:rect l="l" t="t" r="r" b="b"/>
              <a:pathLst>
                <a:path w="249556" h="239118" fill="norm" stroke="1" extrusionOk="0">
                  <a:moveTo>
                    <a:pt x="119559" y="0"/>
                  </a:moveTo>
                  <a:lnTo>
                    <a:pt x="129997" y="0"/>
                  </a:lnTo>
                  <a:cubicBezTo>
                    <a:pt x="161706" y="0"/>
                    <a:pt x="192116" y="12596"/>
                    <a:pt x="214538" y="35018"/>
                  </a:cubicBezTo>
                  <a:cubicBezTo>
                    <a:pt x="236960" y="57440"/>
                    <a:pt x="249556" y="87850"/>
                    <a:pt x="249556" y="119559"/>
                  </a:cubicBezTo>
                  <a:lnTo>
                    <a:pt x="249556" y="119559"/>
                  </a:lnTo>
                  <a:cubicBezTo>
                    <a:pt x="249556" y="185589"/>
                    <a:pt x="196028" y="239118"/>
                    <a:pt x="129997" y="239118"/>
                  </a:cubicBezTo>
                  <a:lnTo>
                    <a:pt x="119559" y="239118"/>
                  </a:lnTo>
                  <a:cubicBezTo>
                    <a:pt x="53528" y="239118"/>
                    <a:pt x="0" y="185589"/>
                    <a:pt x="0" y="119559"/>
                  </a:cubicBezTo>
                  <a:lnTo>
                    <a:pt x="0" y="119559"/>
                  </a:lnTo>
                  <a:cubicBezTo>
                    <a:pt x="0" y="53528"/>
                    <a:pt x="53528" y="0"/>
                    <a:pt x="11955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32774005" name="TextBox 165"/>
            <p:cNvSpPr txBox="1"/>
            <p:nvPr/>
          </p:nvSpPr>
          <p:spPr bwMode="auto">
            <a:xfrm rot="0" flipH="0" flipV="0">
              <a:off x="6531537" y="4979482"/>
              <a:ext cx="631685" cy="74992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5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13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17203611" name="TextBox 166"/>
            <p:cNvSpPr txBox="1"/>
            <p:nvPr/>
          </p:nvSpPr>
          <p:spPr bwMode="auto">
            <a:xfrm>
              <a:off x="2772634" y="5244287"/>
              <a:ext cx="2606527" cy="4090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17"/>
                </a:lnSpc>
                <a:defRPr/>
              </a:pPr>
              <a:r>
                <a:rPr lang="en-US" sz="2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Forward Anonset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1489044769" name="Freeform 167"/>
            <p:cNvSpPr/>
            <p:nvPr/>
          </p:nvSpPr>
          <p:spPr bwMode="auto">
            <a:xfrm rot="-354466">
              <a:off x="5389310" y="5666176"/>
              <a:ext cx="974847" cy="275393"/>
            </a:xfrm>
            <a:custGeom>
              <a:avLst/>
              <a:gdLst/>
              <a:ahLst/>
              <a:cxnLst/>
              <a:rect l="l" t="t" r="r" b="b"/>
              <a:pathLst>
                <a:path w="974849" h="275395" fill="norm" stroke="1" extrusionOk="0">
                  <a:moveTo>
                    <a:pt x="0" y="0"/>
                  </a:moveTo>
                  <a:lnTo>
                    <a:pt x="974849" y="0"/>
                  </a:lnTo>
                  <a:lnTo>
                    <a:pt x="974849" y="275395"/>
                  </a:lnTo>
                  <a:lnTo>
                    <a:pt x="0" y="2753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8540385" name="AutoShape 33"/>
          <p:cNvSpPr/>
          <p:nvPr/>
        </p:nvSpPr>
        <p:spPr bwMode="auto">
          <a:xfrm flipH="1">
            <a:off x="6104607" y="3035511"/>
            <a:ext cx="2059554" cy="436302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0148938" name="Freeform 35"/>
          <p:cNvSpPr/>
          <p:nvPr/>
        </p:nvSpPr>
        <p:spPr bwMode="auto">
          <a:xfrm rot="0" flipH="0" flipV="0">
            <a:off x="8164161" y="2699600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33061980" name="TextBox 36"/>
          <p:cNvSpPr txBox="1"/>
          <p:nvPr/>
        </p:nvSpPr>
        <p:spPr bwMode="auto">
          <a:xfrm rot="0" flipH="0" flipV="0">
            <a:off x="8164161" y="2530833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UTXO 가능성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358449452" name="Freeform 38"/>
          <p:cNvSpPr/>
          <p:nvPr/>
        </p:nvSpPr>
        <p:spPr bwMode="auto">
          <a:xfrm rot="0" flipH="0" flipV="0">
            <a:off x="8164161" y="1835801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64876693" name="TextBox 39"/>
          <p:cNvSpPr txBox="1"/>
          <p:nvPr/>
        </p:nvSpPr>
        <p:spPr bwMode="auto">
          <a:xfrm rot="0" flipH="0" flipV="0">
            <a:off x="8164161" y="1667036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UTXO 가능성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49195607" name="Freeform 41"/>
          <p:cNvSpPr/>
          <p:nvPr/>
        </p:nvSpPr>
        <p:spPr bwMode="auto">
          <a:xfrm rot="0" flipH="0" flipV="0">
            <a:off x="8164161" y="973479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6716280" name="TextBox 42"/>
          <p:cNvSpPr txBox="1"/>
          <p:nvPr/>
        </p:nvSpPr>
        <p:spPr bwMode="auto">
          <a:xfrm rot="0" flipH="0" flipV="0">
            <a:off x="8164161" y="804713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UTXO 가능성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173688920" name="Freeform 44"/>
          <p:cNvSpPr/>
          <p:nvPr/>
        </p:nvSpPr>
        <p:spPr bwMode="auto">
          <a:xfrm rot="0" flipH="0" flipV="0">
            <a:off x="8164161" y="4424239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706092399" name="TextBox 45"/>
          <p:cNvSpPr txBox="1"/>
          <p:nvPr/>
        </p:nvSpPr>
        <p:spPr bwMode="auto">
          <a:xfrm rot="0" flipH="0" flipV="0">
            <a:off x="8164161" y="4255474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UTXO 가능성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08212285" name="Freeform 47"/>
          <p:cNvSpPr/>
          <p:nvPr/>
        </p:nvSpPr>
        <p:spPr bwMode="auto">
          <a:xfrm rot="0" flipH="0" flipV="0">
            <a:off x="8164161" y="3561918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441610524" name="TextBox 48"/>
          <p:cNvSpPr txBox="1"/>
          <p:nvPr/>
        </p:nvSpPr>
        <p:spPr bwMode="auto">
          <a:xfrm rot="0" flipH="0" flipV="0">
            <a:off x="8164161" y="3393153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UTXO 가능성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77072772" name="AutoShape 49"/>
          <p:cNvSpPr/>
          <p:nvPr/>
        </p:nvSpPr>
        <p:spPr bwMode="auto">
          <a:xfrm flipH="1">
            <a:off x="6104607" y="2171712"/>
            <a:ext cx="2059554" cy="130010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1270179" name="AutoShape 50"/>
          <p:cNvSpPr/>
          <p:nvPr/>
        </p:nvSpPr>
        <p:spPr bwMode="auto">
          <a:xfrm flipH="1">
            <a:off x="6104607" y="1309390"/>
            <a:ext cx="2059554" cy="216242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636479" name="AutoShape 51"/>
          <p:cNvSpPr/>
          <p:nvPr/>
        </p:nvSpPr>
        <p:spPr bwMode="auto">
          <a:xfrm flipH="1" flipV="1">
            <a:off x="6104607" y="3471813"/>
            <a:ext cx="2059554" cy="42601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7798889" name="AutoShape 52"/>
          <p:cNvSpPr/>
          <p:nvPr/>
        </p:nvSpPr>
        <p:spPr bwMode="auto">
          <a:xfrm flipH="1" flipV="1">
            <a:off x="6104607" y="3471813"/>
            <a:ext cx="2059554" cy="1288336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3214805" name="Freeform 53"/>
          <p:cNvSpPr/>
          <p:nvPr/>
        </p:nvSpPr>
        <p:spPr bwMode="auto">
          <a:xfrm flipH="0" flipV="0">
            <a:off x="11145873" y="3035508"/>
            <a:ext cx="769683" cy="817933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8" y="0"/>
                </a:lnTo>
                <a:lnTo>
                  <a:pt x="1071848" y="952604"/>
                </a:lnTo>
                <a:lnTo>
                  <a:pt x="0" y="9526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8388454" name="Freeform 55"/>
          <p:cNvSpPr/>
          <p:nvPr/>
        </p:nvSpPr>
        <p:spPr bwMode="auto">
          <a:xfrm rot="0" flipH="0" flipV="0">
            <a:off x="8164161" y="5286561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94188583" name="TextBox 56"/>
          <p:cNvSpPr txBox="1"/>
          <p:nvPr/>
        </p:nvSpPr>
        <p:spPr bwMode="auto">
          <a:xfrm rot="0" flipH="0" flipV="0">
            <a:off x="8164161" y="5117796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1" lang="en-US">
                <a:solidFill>
                  <a:srgbClr val="FFFFFF"/>
                </a:solidFill>
                <a:latin typeface="IBM Plex Sans"/>
              </a:rPr>
              <a:t>86 871 UTXO...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322609071" name="AutoShape 57"/>
          <p:cNvSpPr/>
          <p:nvPr/>
        </p:nvSpPr>
        <p:spPr bwMode="auto">
          <a:xfrm flipH="1" flipV="1">
            <a:off x="6104607" y="3471813"/>
            <a:ext cx="2059554" cy="21506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71336237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617784" y="4573131"/>
            <a:ext cx="833929" cy="833929"/>
          </a:xfrm>
          <a:prstGeom prst="rect">
            <a:avLst/>
          </a:prstGeom>
        </p:spPr>
      </p:pic>
      <p:grpSp>
        <p:nvGrpSpPr>
          <p:cNvPr id="2119322428" name=""/>
          <p:cNvGrpSpPr/>
          <p:nvPr/>
        </p:nvGrpSpPr>
        <p:grpSpPr bwMode="auto">
          <a:xfrm>
            <a:off x="569669" y="2372773"/>
            <a:ext cx="5534933" cy="2029317"/>
            <a:chOff x="0" y="0"/>
            <a:chExt cx="5534933" cy="2029317"/>
          </a:xfrm>
        </p:grpSpPr>
        <p:sp>
          <p:nvSpPr>
            <p:cNvPr id="1107508792" name="Freeform 27"/>
            <p:cNvSpPr/>
            <p:nvPr/>
          </p:nvSpPr>
          <p:spPr bwMode="auto">
            <a:xfrm rot="0" flipH="0" flipV="0">
              <a:off x="0" y="519088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100">
                <a:latin typeface="IBM Plex Sans"/>
                <a:cs typeface="IBM Plex Sans"/>
              </a:endParaRPr>
            </a:p>
          </p:txBody>
        </p:sp>
        <p:sp>
          <p:nvSpPr>
            <p:cNvPr id="1496899640" name="TextBox 28"/>
            <p:cNvSpPr txBox="1"/>
            <p:nvPr/>
          </p:nvSpPr>
          <p:spPr bwMode="auto">
            <a:xfrm rot="0" flipH="0" flipV="0">
              <a:off x="0" y="350323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before coinjoin</a:t>
              </a:r>
              <a:endParaRPr sz="1100">
                <a:latin typeface="IBM Plex Sans"/>
                <a:cs typeface="IBM Plex Sans"/>
              </a:endParaRPr>
            </a:p>
          </p:txBody>
        </p:sp>
        <p:sp>
          <p:nvSpPr>
            <p:cNvPr id="53328119" name="AutoShape 29"/>
            <p:cNvSpPr/>
            <p:nvPr/>
          </p:nvSpPr>
          <p:spPr bwMode="auto">
            <a:xfrm flipH="1" flipV="1">
              <a:off x="2357334" y="1093158"/>
              <a:ext cx="820270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100">
                <a:latin typeface="IBM Plex Sans"/>
                <a:cs typeface="IBM Plex Sans"/>
              </a:endParaRPr>
            </a:p>
          </p:txBody>
        </p:sp>
        <p:sp>
          <p:nvSpPr>
            <p:cNvPr id="1072043189" name="Freeform 31"/>
            <p:cNvSpPr/>
            <p:nvPr/>
          </p:nvSpPr>
          <p:spPr bwMode="auto">
            <a:xfrm rot="0" flipH="0" flipV="0">
              <a:off x="3177603" y="168765"/>
              <a:ext cx="2357330" cy="1860545"/>
            </a:xfrm>
            <a:custGeom>
              <a:avLst/>
              <a:gdLst/>
              <a:ahLst/>
              <a:cxnLst/>
              <a:rect l="l" t="t" r="r" b="b"/>
              <a:pathLst>
                <a:path w="931292" h="735032" fill="norm" stroke="1" extrusionOk="0">
                  <a:moveTo>
                    <a:pt x="0" y="0"/>
                  </a:moveTo>
                  <a:lnTo>
                    <a:pt x="931292" y="0"/>
                  </a:lnTo>
                  <a:lnTo>
                    <a:pt x="931292" y="735032"/>
                  </a:lnTo>
                  <a:lnTo>
                    <a:pt x="0" y="735032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 sz="1100">
                <a:latin typeface="IBM Plex Sans"/>
                <a:cs typeface="IBM Plex Sans"/>
              </a:endParaRPr>
            </a:p>
          </p:txBody>
        </p:sp>
        <p:sp>
          <p:nvSpPr>
            <p:cNvPr id="1838024752" name="TextBox 32"/>
            <p:cNvSpPr txBox="1"/>
            <p:nvPr/>
          </p:nvSpPr>
          <p:spPr bwMode="auto">
            <a:xfrm rot="0" flipH="0" flipV="0">
              <a:off x="3177603" y="0"/>
              <a:ext cx="2357330" cy="20293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1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1800" b="1">
                <a:solidFill>
                  <a:srgbClr val="FFFFFF"/>
                </a:solidFill>
                <a:latin typeface="IBM Plex Sans"/>
                <a:cs typeface="IBM Plex Sans"/>
              </a:endParaRPr>
            </a:p>
            <a:p>
              <a:pPr marL="0" lvl="0" indent="0" algn="ctr">
                <a:lnSpc>
                  <a:spcPts val="3781"/>
                </a:lnSpc>
                <a:spcBef>
                  <a:spcPts val="0"/>
                </a:spcBef>
                <a:defRPr/>
              </a:pPr>
              <a:r>
                <a:rPr lang="en-US" sz="1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Cycles</a:t>
              </a:r>
              <a:endParaRPr sz="11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9808528" name="TextBox 26"/>
          <p:cNvSpPr txBox="1"/>
          <p:nvPr/>
        </p:nvSpPr>
        <p:spPr bwMode="auto">
          <a:xfrm flipH="0" flipV="0">
            <a:off x="3512909" y="5853756"/>
            <a:ext cx="8175879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defRPr/>
            </a:pPr>
            <a:r>
              <a:rPr sz="1600" b="0" i="1" u="none" lang="en-US">
                <a:solidFill>
                  <a:srgbClr val="000000"/>
                </a:solidFill>
                <a:latin typeface="IBM Plex Sans"/>
              </a:rPr>
              <a:t>분석가는 소스가 될 </a:t>
            </a:r>
            <a:r>
              <a:rPr sz="1600" b="0" i="1" u="none" lang="en-US">
                <a:solidFill>
                  <a:srgbClr val="000000"/>
                </a:solidFill>
                <a:latin typeface="IBM Plex Sans"/>
              </a:rPr>
              <a:t>수 있는 UTXO </a:t>
            </a:r>
            <a:r>
              <a:rPr sz="1600" b="0" i="1" u="none" lang="en-US">
                <a:solidFill>
                  <a:srgbClr val="000000"/>
                </a:solidFill>
                <a:latin typeface="IBM Plex Sans"/>
              </a:rPr>
              <a:t>그룹과 마주합니다</a:t>
            </a:r>
            <a:endParaRPr sz="1600" b="0" i="1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1944445013" name="Freeform 27"/>
          <p:cNvSpPr/>
          <p:nvPr/>
        </p:nvSpPr>
        <p:spPr bwMode="auto">
          <a:xfrm rot="-7019569" flipV="1">
            <a:off x="2416213" y="5578721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275395"/>
                </a:moveTo>
                <a:lnTo>
                  <a:pt x="974849" y="275395"/>
                </a:lnTo>
                <a:lnTo>
                  <a:pt x="974849" y="0"/>
                </a:lnTo>
                <a:lnTo>
                  <a:pt x="0" y="0"/>
                </a:lnTo>
                <a:lnTo>
                  <a:pt x="0" y="275395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708912" name="Freeform 29"/>
          <p:cNvSpPr/>
          <p:nvPr/>
        </p:nvSpPr>
        <p:spPr bwMode="auto">
          <a:xfrm rot="0" flipH="0" flipV="0">
            <a:off x="1586463" y="2632635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126181910" name="TextBox 30"/>
          <p:cNvSpPr txBox="1"/>
          <p:nvPr/>
        </p:nvSpPr>
        <p:spPr bwMode="auto">
          <a:xfrm rot="0" flipH="0" flipV="0">
            <a:off x="1586463" y="2463869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가능한 출처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050051667" name="Freeform 32"/>
          <p:cNvSpPr/>
          <p:nvPr/>
        </p:nvSpPr>
        <p:spPr bwMode="auto">
          <a:xfrm rot="0" flipH="0" flipV="0">
            <a:off x="1586463" y="1768836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168332773" name="TextBox 33"/>
          <p:cNvSpPr txBox="1"/>
          <p:nvPr/>
        </p:nvSpPr>
        <p:spPr bwMode="auto">
          <a:xfrm rot="0" flipH="0" flipV="0">
            <a:off x="1586463" y="1600071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6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가능한 출처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17508308" name="Freeform 35"/>
          <p:cNvSpPr/>
          <p:nvPr/>
        </p:nvSpPr>
        <p:spPr bwMode="auto">
          <a:xfrm rot="0" flipH="0" flipV="0">
            <a:off x="1586463" y="906515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949717175" name="TextBox 36"/>
          <p:cNvSpPr txBox="1"/>
          <p:nvPr/>
        </p:nvSpPr>
        <p:spPr bwMode="auto">
          <a:xfrm rot="0" flipH="0" flipV="0">
            <a:off x="1586463" y="737750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u="none" lang="en-US">
                <a:solidFill>
                  <a:srgbClr val="FFFFFF"/>
                </a:solidFill>
                <a:latin typeface="IBM Plex Sans"/>
              </a:rPr>
              <a:t>가능한 출처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96931961" name="Freeform 38"/>
          <p:cNvSpPr/>
          <p:nvPr/>
        </p:nvSpPr>
        <p:spPr bwMode="auto">
          <a:xfrm rot="0" flipH="0" flipV="0">
            <a:off x="1586463" y="4357278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5714894" name="TextBox 39"/>
          <p:cNvSpPr txBox="1"/>
          <p:nvPr/>
        </p:nvSpPr>
        <p:spPr bwMode="auto">
          <a:xfrm rot="0" flipH="0" flipV="0">
            <a:off x="1586463" y="4188512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가능한 출처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31229164" name="Freeform 41"/>
          <p:cNvSpPr/>
          <p:nvPr/>
        </p:nvSpPr>
        <p:spPr bwMode="auto">
          <a:xfrm rot="0" flipH="0" flipV="0">
            <a:off x="1586463" y="3494954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92644276" name="TextBox 42"/>
          <p:cNvSpPr txBox="1"/>
          <p:nvPr/>
        </p:nvSpPr>
        <p:spPr bwMode="auto">
          <a:xfrm rot="0" flipH="0" flipV="0">
            <a:off x="1586463" y="3326189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6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가능한 출처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47498627" name="AutoShape 43"/>
          <p:cNvSpPr/>
          <p:nvPr/>
        </p:nvSpPr>
        <p:spPr bwMode="auto">
          <a:xfrm>
            <a:off x="3943797" y="2104747"/>
            <a:ext cx="2020369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3227432" name="Freeform 44"/>
          <p:cNvSpPr/>
          <p:nvPr/>
        </p:nvSpPr>
        <p:spPr bwMode="auto">
          <a:xfrm>
            <a:off x="268367" y="2387857"/>
            <a:ext cx="1071846" cy="952605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7" y="0"/>
                </a:lnTo>
                <a:lnTo>
                  <a:pt x="1071847" y="952604"/>
                </a:lnTo>
                <a:lnTo>
                  <a:pt x="0" y="9526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1652104" name="TextBox 52"/>
          <p:cNvSpPr txBox="1"/>
          <p:nvPr/>
        </p:nvSpPr>
        <p:spPr bwMode="auto">
          <a:xfrm flipH="0" flipV="0">
            <a:off x="6185595" y="696944"/>
            <a:ext cx="5324028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분석가는 이 </a:t>
            </a:r>
            <a:r>
              <a:rPr sz="1600" lang="fr-FR">
                <a:solidFill>
                  <a:srgbClr val="000000"/>
                </a:solidFill>
                <a:latin typeface="IBM Plex Sans"/>
              </a:rPr>
              <a:t>UTXO를 알고 </a:t>
            </a:r>
            <a:r>
              <a:rPr sz="1600" lang="en-US">
                <a:solidFill>
                  <a:srgbClr val="000000"/>
                </a:solidFill>
                <a:latin typeface="IBM Plex Sans"/>
              </a:rPr>
              <a:t>있습니다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31044713" name="Freeform 53"/>
          <p:cNvSpPr/>
          <p:nvPr/>
        </p:nvSpPr>
        <p:spPr bwMode="auto">
          <a:xfrm rot="-5143866" flipH="1">
            <a:off x="9967300" y="170008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5"/>
                </a:lnTo>
                <a:lnTo>
                  <a:pt x="974849" y="275395"/>
                </a:lnTo>
                <a:lnTo>
                  <a:pt x="974849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1614356" name="AutoShape 54"/>
          <p:cNvSpPr/>
          <p:nvPr/>
        </p:nvSpPr>
        <p:spPr bwMode="auto">
          <a:xfrm>
            <a:off x="3943797" y="1242426"/>
            <a:ext cx="2020369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3817400" name="AutoShape 55"/>
          <p:cNvSpPr/>
          <p:nvPr/>
        </p:nvSpPr>
        <p:spPr bwMode="auto">
          <a:xfrm flipV="1">
            <a:off x="3943797" y="2967807"/>
            <a:ext cx="2020369" cy="73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0366180" name="AutoShape 56"/>
          <p:cNvSpPr/>
          <p:nvPr/>
        </p:nvSpPr>
        <p:spPr bwMode="auto">
          <a:xfrm flipV="1">
            <a:off x="3943797" y="2967807"/>
            <a:ext cx="2020369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7055930" name="AutoShape 57"/>
          <p:cNvSpPr/>
          <p:nvPr/>
        </p:nvSpPr>
        <p:spPr bwMode="auto">
          <a:xfrm flipV="1">
            <a:off x="3943797" y="2967807"/>
            <a:ext cx="2020369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389292161" name=""/>
          <p:cNvGrpSpPr/>
          <p:nvPr/>
        </p:nvGrpSpPr>
        <p:grpSpPr bwMode="auto">
          <a:xfrm>
            <a:off x="5964166" y="1868765"/>
            <a:ext cx="5495631" cy="2771293"/>
            <a:chOff x="0" y="0"/>
            <a:chExt cx="5495631" cy="2771293"/>
          </a:xfrm>
        </p:grpSpPr>
        <p:sp>
          <p:nvSpPr>
            <p:cNvPr id="1517049621" name="Freeform 46"/>
            <p:cNvSpPr/>
            <p:nvPr/>
          </p:nvSpPr>
          <p:spPr bwMode="auto">
            <a:xfrm rot="0" flipH="0" flipV="0">
              <a:off x="3138300" y="519088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99605735" name="TextBox 47"/>
            <p:cNvSpPr txBox="1"/>
            <p:nvPr/>
          </p:nvSpPr>
          <p:spPr bwMode="auto">
            <a:xfrm rot="0" flipH="0" flipV="0">
              <a:off x="3138300" y="350323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marL="0" lvl="0" indent="0" algn="ctr">
                <a:lnSpc>
                  <a:spcPts val="3490"/>
                </a:lnSpc>
                <a:spcBef>
                  <a:spcPts val="0"/>
                </a:spcBef>
                <a:defRPr/>
              </a:pPr>
              <a:r>
                <a:rPr lang="en-US" sz="2200" b="1" u="none" strike="noStrike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after coinjoin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1371861" name="Freeform 49"/>
            <p:cNvSpPr/>
            <p:nvPr/>
          </p:nvSpPr>
          <p:spPr bwMode="auto">
            <a:xfrm rot="0" flipH="0" flipV="0">
              <a:off x="0" y="168765"/>
              <a:ext cx="2357330" cy="1860545"/>
            </a:xfrm>
            <a:custGeom>
              <a:avLst/>
              <a:gdLst/>
              <a:ahLst/>
              <a:cxnLst/>
              <a:rect l="l" t="t" r="r" b="b"/>
              <a:pathLst>
                <a:path w="931292" h="735032" fill="norm" stroke="1" extrusionOk="0">
                  <a:moveTo>
                    <a:pt x="0" y="0"/>
                  </a:moveTo>
                  <a:lnTo>
                    <a:pt x="931292" y="0"/>
                  </a:lnTo>
                  <a:lnTo>
                    <a:pt x="931292" y="735032"/>
                  </a:lnTo>
                  <a:lnTo>
                    <a:pt x="0" y="735032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2708858" name="TextBox 50"/>
            <p:cNvSpPr txBox="1"/>
            <p:nvPr/>
          </p:nvSpPr>
          <p:spPr bwMode="auto">
            <a:xfrm rot="0" flipH="0" flipV="0">
              <a:off x="0" y="0"/>
              <a:ext cx="2357330" cy="20293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24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4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marL="0" lvl="0" indent="0" algn="ctr">
                <a:lnSpc>
                  <a:spcPts val="3781"/>
                </a:lnSpc>
                <a:spcBef>
                  <a:spcPts val="0"/>
                </a:spcBef>
                <a:defRPr/>
              </a:pPr>
              <a:r>
                <a:rPr lang="en-US" sz="24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Cycles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58826238" name="AutoShape 51"/>
            <p:cNvSpPr/>
            <p:nvPr/>
          </p:nvSpPr>
          <p:spPr bwMode="auto">
            <a:xfrm flipH="1">
              <a:off x="2357333" y="1093158"/>
              <a:ext cx="780966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pic>
          <p:nvPicPr>
            <p:cNvPr id="1416313661" name=""/>
            <p:cNvPicPr>
              <a:picLocks noChangeAspect="1"/>
            </p:cNvPicPr>
            <p:nvPr/>
          </p:nvPicPr>
          <p:blipFill>
            <a:blip r:embed="rId6"/>
            <a:stretch/>
          </p:blipFill>
          <p:spPr bwMode="auto">
            <a:xfrm flipH="0" flipV="0">
              <a:off x="880382" y="2115112"/>
              <a:ext cx="656181" cy="656181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1108231" name=""/>
          <p:cNvGrpSpPr/>
          <p:nvPr/>
        </p:nvGrpSpPr>
        <p:grpSpPr bwMode="auto">
          <a:xfrm>
            <a:off x="498328" y="675674"/>
            <a:ext cx="11216201" cy="5462988"/>
            <a:chOff x="0" y="0"/>
            <a:chExt cx="11216201" cy="5462988"/>
          </a:xfrm>
        </p:grpSpPr>
        <p:sp>
          <p:nvSpPr>
            <p:cNvPr id="1424814486" name="Freeform 27"/>
            <p:cNvSpPr/>
            <p:nvPr/>
          </p:nvSpPr>
          <p:spPr bwMode="auto">
            <a:xfrm rot="0" flipH="0" flipV="0">
              <a:off x="1072369" y="0"/>
              <a:ext cx="9084299" cy="1476994"/>
            </a:xfrm>
            <a:custGeom>
              <a:avLst/>
              <a:gdLst/>
              <a:ahLst/>
              <a:cxnLst/>
              <a:rect l="l" t="t" r="r" b="b"/>
              <a:pathLst>
                <a:path w="21237625" h="2969443" fill="norm" stroke="1" extrusionOk="0">
                  <a:moveTo>
                    <a:pt x="0" y="0"/>
                  </a:moveTo>
                  <a:lnTo>
                    <a:pt x="0" y="2969443"/>
                  </a:lnTo>
                  <a:lnTo>
                    <a:pt x="21237625" y="2969443"/>
                  </a:lnTo>
                  <a:lnTo>
                    <a:pt x="21237625" y="0"/>
                  </a:lnTo>
                  <a:lnTo>
                    <a:pt x="0" y="0"/>
                  </a:lnTo>
                  <a:close/>
                  <a:moveTo>
                    <a:pt x="21176664" y="2908483"/>
                  </a:moveTo>
                  <a:lnTo>
                    <a:pt x="59690" y="2908483"/>
                  </a:lnTo>
                  <a:lnTo>
                    <a:pt x="59690" y="59690"/>
                  </a:lnTo>
                  <a:lnTo>
                    <a:pt x="21176664" y="59690"/>
                  </a:lnTo>
                  <a:lnTo>
                    <a:pt x="21176664" y="290848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9882567" name="Freeform 29"/>
            <p:cNvSpPr/>
            <p:nvPr/>
          </p:nvSpPr>
          <p:spPr bwMode="auto">
            <a:xfrm rot="0" flipH="0" flipV="0">
              <a:off x="7404625" y="743556"/>
              <a:ext cx="994617" cy="577032"/>
            </a:xfrm>
            <a:custGeom>
              <a:avLst/>
              <a:gdLst/>
              <a:ahLst/>
              <a:cxnLst/>
              <a:rect l="l" t="t" r="r" b="b"/>
              <a:pathLst>
                <a:path w="678556" h="393669" fill="norm" stroke="1" extrusionOk="0">
                  <a:moveTo>
                    <a:pt x="475356" y="0"/>
                  </a:moveTo>
                  <a:cubicBezTo>
                    <a:pt x="587581" y="0"/>
                    <a:pt x="678556" y="88126"/>
                    <a:pt x="678556" y="196834"/>
                  </a:cubicBezTo>
                  <a:cubicBezTo>
                    <a:pt x="678556" y="305543"/>
                    <a:pt x="587581" y="393669"/>
                    <a:pt x="475356" y="393669"/>
                  </a:cubicBezTo>
                  <a:lnTo>
                    <a:pt x="203200" y="393669"/>
                  </a:lnTo>
                  <a:cubicBezTo>
                    <a:pt x="90976" y="393669"/>
                    <a:pt x="0" y="305543"/>
                    <a:pt x="0" y="196834"/>
                  </a:cubicBezTo>
                  <a:cubicBezTo>
                    <a:pt x="0" y="8812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333416123" name="TextBox 30"/>
            <p:cNvSpPr txBox="1"/>
            <p:nvPr/>
          </p:nvSpPr>
          <p:spPr bwMode="auto">
            <a:xfrm rot="0" flipH="0" flipV="0">
              <a:off x="7404625" y="701672"/>
              <a:ext cx="994617" cy="6189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</a:t>
              </a: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1538"/>
                </a:lnSpc>
                <a:spcBef>
                  <a:spcPts val="0"/>
                </a:spcBef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270993796" name="Freeform 32"/>
            <p:cNvSpPr/>
            <p:nvPr/>
          </p:nvSpPr>
          <p:spPr bwMode="auto">
            <a:xfrm rot="0" flipH="0" flipV="0">
              <a:off x="3961530" y="743556"/>
              <a:ext cx="994617" cy="577032"/>
            </a:xfrm>
            <a:custGeom>
              <a:avLst/>
              <a:gdLst/>
              <a:ahLst/>
              <a:cxnLst/>
              <a:rect l="l" t="t" r="r" b="b"/>
              <a:pathLst>
                <a:path w="678556" h="393669" fill="norm" stroke="1" extrusionOk="0">
                  <a:moveTo>
                    <a:pt x="475356" y="0"/>
                  </a:moveTo>
                  <a:cubicBezTo>
                    <a:pt x="587581" y="0"/>
                    <a:pt x="678556" y="88126"/>
                    <a:pt x="678556" y="196834"/>
                  </a:cubicBezTo>
                  <a:cubicBezTo>
                    <a:pt x="678556" y="305543"/>
                    <a:pt x="587581" y="393669"/>
                    <a:pt x="475356" y="393669"/>
                  </a:cubicBezTo>
                  <a:lnTo>
                    <a:pt x="203200" y="393669"/>
                  </a:lnTo>
                  <a:cubicBezTo>
                    <a:pt x="90976" y="393669"/>
                    <a:pt x="0" y="305543"/>
                    <a:pt x="0" y="196834"/>
                  </a:cubicBezTo>
                  <a:cubicBezTo>
                    <a:pt x="0" y="8812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290994615" name="TextBox 33"/>
            <p:cNvSpPr txBox="1"/>
            <p:nvPr/>
          </p:nvSpPr>
          <p:spPr bwMode="auto">
            <a:xfrm rot="0" flipH="0" flipV="0">
              <a:off x="3961530" y="701672"/>
              <a:ext cx="994617" cy="6189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</a:t>
              </a: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1538"/>
                </a:lnSpc>
                <a:spcBef>
                  <a:spcPts val="0"/>
                </a:spcBef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31541096" name="Freeform 35"/>
            <p:cNvSpPr/>
            <p:nvPr/>
          </p:nvSpPr>
          <p:spPr bwMode="auto">
            <a:xfrm rot="0" flipH="0" flipV="0">
              <a:off x="5110273" y="743556"/>
              <a:ext cx="994617" cy="577032"/>
            </a:xfrm>
            <a:custGeom>
              <a:avLst/>
              <a:gdLst/>
              <a:ahLst/>
              <a:cxnLst/>
              <a:rect l="l" t="t" r="r" b="b"/>
              <a:pathLst>
                <a:path w="678556" h="393669" fill="norm" stroke="1" extrusionOk="0">
                  <a:moveTo>
                    <a:pt x="475356" y="0"/>
                  </a:moveTo>
                  <a:cubicBezTo>
                    <a:pt x="587581" y="0"/>
                    <a:pt x="678556" y="88126"/>
                    <a:pt x="678556" y="196834"/>
                  </a:cubicBezTo>
                  <a:cubicBezTo>
                    <a:pt x="678556" y="305543"/>
                    <a:pt x="587581" y="393669"/>
                    <a:pt x="475356" y="393669"/>
                  </a:cubicBezTo>
                  <a:lnTo>
                    <a:pt x="203200" y="393669"/>
                  </a:lnTo>
                  <a:cubicBezTo>
                    <a:pt x="90976" y="393669"/>
                    <a:pt x="0" y="305543"/>
                    <a:pt x="0" y="196834"/>
                  </a:cubicBezTo>
                  <a:cubicBezTo>
                    <a:pt x="0" y="8812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61837288" name="TextBox 36"/>
            <p:cNvSpPr txBox="1"/>
            <p:nvPr/>
          </p:nvSpPr>
          <p:spPr bwMode="auto">
            <a:xfrm rot="0" flipH="0" flipV="0">
              <a:off x="5110273" y="701672"/>
              <a:ext cx="994617" cy="6189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</a:t>
              </a: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1538"/>
                </a:lnSpc>
                <a:spcBef>
                  <a:spcPts val="0"/>
                </a:spcBef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179472349" name="Freeform 38"/>
            <p:cNvSpPr/>
            <p:nvPr/>
          </p:nvSpPr>
          <p:spPr bwMode="auto">
            <a:xfrm rot="0" flipH="0" flipV="0">
              <a:off x="6259016" y="743556"/>
              <a:ext cx="994617" cy="577032"/>
            </a:xfrm>
            <a:custGeom>
              <a:avLst/>
              <a:gdLst/>
              <a:ahLst/>
              <a:cxnLst/>
              <a:rect l="l" t="t" r="r" b="b"/>
              <a:pathLst>
                <a:path w="678556" h="393669" fill="norm" stroke="1" extrusionOk="0">
                  <a:moveTo>
                    <a:pt x="475356" y="0"/>
                  </a:moveTo>
                  <a:cubicBezTo>
                    <a:pt x="587581" y="0"/>
                    <a:pt x="678556" y="88126"/>
                    <a:pt x="678556" y="196834"/>
                  </a:cubicBezTo>
                  <a:cubicBezTo>
                    <a:pt x="678556" y="305543"/>
                    <a:pt x="587581" y="393669"/>
                    <a:pt x="475356" y="393669"/>
                  </a:cubicBezTo>
                  <a:lnTo>
                    <a:pt x="203200" y="393669"/>
                  </a:lnTo>
                  <a:cubicBezTo>
                    <a:pt x="90976" y="393669"/>
                    <a:pt x="0" y="305543"/>
                    <a:pt x="0" y="196834"/>
                  </a:cubicBezTo>
                  <a:cubicBezTo>
                    <a:pt x="0" y="8812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348784907" name="TextBox 39"/>
            <p:cNvSpPr txBox="1"/>
            <p:nvPr/>
          </p:nvSpPr>
          <p:spPr bwMode="auto">
            <a:xfrm rot="0" flipH="0" flipV="0">
              <a:off x="6259016" y="701672"/>
              <a:ext cx="994617" cy="6189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</a:t>
              </a: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1538"/>
                </a:lnSpc>
                <a:spcBef>
                  <a:spcPts val="0"/>
                </a:spcBef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451523812" name="Freeform 41"/>
            <p:cNvSpPr/>
            <p:nvPr/>
          </p:nvSpPr>
          <p:spPr bwMode="auto">
            <a:xfrm rot="0" flipH="0" flipV="0">
              <a:off x="2812788" y="743556"/>
              <a:ext cx="994617" cy="577032"/>
            </a:xfrm>
            <a:custGeom>
              <a:avLst/>
              <a:gdLst/>
              <a:ahLst/>
              <a:cxnLst/>
              <a:rect l="l" t="t" r="r" b="b"/>
              <a:pathLst>
                <a:path w="678556" h="393669" fill="norm" stroke="1" extrusionOk="0">
                  <a:moveTo>
                    <a:pt x="475356" y="0"/>
                  </a:moveTo>
                  <a:cubicBezTo>
                    <a:pt x="587581" y="0"/>
                    <a:pt x="678556" y="88126"/>
                    <a:pt x="678556" y="196834"/>
                  </a:cubicBezTo>
                  <a:cubicBezTo>
                    <a:pt x="678556" y="305543"/>
                    <a:pt x="587581" y="393669"/>
                    <a:pt x="475356" y="393669"/>
                  </a:cubicBezTo>
                  <a:lnTo>
                    <a:pt x="203200" y="393669"/>
                  </a:lnTo>
                  <a:cubicBezTo>
                    <a:pt x="90976" y="393669"/>
                    <a:pt x="0" y="305543"/>
                    <a:pt x="0" y="196834"/>
                  </a:cubicBezTo>
                  <a:cubicBezTo>
                    <a:pt x="0" y="8812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445178893" name="TextBox 42"/>
            <p:cNvSpPr txBox="1"/>
            <p:nvPr/>
          </p:nvSpPr>
          <p:spPr bwMode="auto">
            <a:xfrm rot="0" flipH="0" flipV="0">
              <a:off x="2812788" y="701672"/>
              <a:ext cx="994617" cy="6189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</a:t>
              </a: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1538"/>
                </a:lnSpc>
                <a:spcBef>
                  <a:spcPts val="0"/>
                </a:spcBef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9220991" name="Freeform 44"/>
            <p:cNvSpPr/>
            <p:nvPr/>
          </p:nvSpPr>
          <p:spPr bwMode="auto">
            <a:xfrm rot="0" flipH="0" flipV="0">
              <a:off x="221010" y="1886722"/>
              <a:ext cx="3272360" cy="903325"/>
            </a:xfrm>
            <a:custGeom>
              <a:avLst/>
              <a:gdLst/>
              <a:ahLst/>
              <a:cxnLst/>
              <a:rect l="l" t="t" r="r" b="b"/>
              <a:pathLst>
                <a:path w="8528452" h="2354261" fill="norm" stroke="1" extrusionOk="0">
                  <a:moveTo>
                    <a:pt x="0" y="0"/>
                  </a:moveTo>
                  <a:lnTo>
                    <a:pt x="0" y="2354261"/>
                  </a:lnTo>
                  <a:lnTo>
                    <a:pt x="8528452" y="2354261"/>
                  </a:lnTo>
                  <a:lnTo>
                    <a:pt x="8528452" y="0"/>
                  </a:lnTo>
                  <a:lnTo>
                    <a:pt x="0" y="0"/>
                  </a:lnTo>
                  <a:close/>
                  <a:moveTo>
                    <a:pt x="8467492" y="2293301"/>
                  </a:moveTo>
                  <a:lnTo>
                    <a:pt x="59690" y="2293301"/>
                  </a:lnTo>
                  <a:lnTo>
                    <a:pt x="59690" y="59690"/>
                  </a:lnTo>
                  <a:lnTo>
                    <a:pt x="8467492" y="59690"/>
                  </a:lnTo>
                  <a:lnTo>
                    <a:pt x="8467492" y="2293301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56156696" name="Freeform 46"/>
            <p:cNvSpPr/>
            <p:nvPr/>
          </p:nvSpPr>
          <p:spPr bwMode="auto">
            <a:xfrm rot="0" flipH="0" flipV="0">
              <a:off x="1568054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63650411" name="TextBox 47"/>
            <p:cNvSpPr txBox="1"/>
            <p:nvPr/>
          </p:nvSpPr>
          <p:spPr bwMode="auto">
            <a:xfrm rot="0" flipH="0" flipV="0">
              <a:off x="1568054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747547196" name="Freeform 49"/>
            <p:cNvSpPr/>
            <p:nvPr/>
          </p:nvSpPr>
          <p:spPr bwMode="auto">
            <a:xfrm rot="0" flipH="0" flipV="0">
              <a:off x="302868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51263112" name="TextBox 50"/>
            <p:cNvSpPr txBox="1"/>
            <p:nvPr/>
          </p:nvSpPr>
          <p:spPr bwMode="auto">
            <a:xfrm rot="0" flipH="0" flipV="0">
              <a:off x="302868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71547151" name="Freeform 52"/>
            <p:cNvSpPr/>
            <p:nvPr/>
          </p:nvSpPr>
          <p:spPr bwMode="auto">
            <a:xfrm rot="0" flipH="0" flipV="0">
              <a:off x="935731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27905442" name="TextBox 53"/>
            <p:cNvSpPr txBox="1"/>
            <p:nvPr/>
          </p:nvSpPr>
          <p:spPr bwMode="auto">
            <a:xfrm rot="0" flipH="0" flipV="0">
              <a:off x="935731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398148357" name="Freeform 55"/>
            <p:cNvSpPr/>
            <p:nvPr/>
          </p:nvSpPr>
          <p:spPr bwMode="auto">
            <a:xfrm rot="0" flipH="0" flipV="0">
              <a:off x="2200380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43311171" name="TextBox 56"/>
            <p:cNvSpPr txBox="1"/>
            <p:nvPr/>
          </p:nvSpPr>
          <p:spPr bwMode="auto">
            <a:xfrm rot="0" flipH="0" flipV="0">
              <a:off x="2200380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960749771" name="Freeform 58"/>
            <p:cNvSpPr/>
            <p:nvPr/>
          </p:nvSpPr>
          <p:spPr bwMode="auto">
            <a:xfrm rot="0" flipH="0" flipV="0">
              <a:off x="2832702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49800460" name="TextBox 59"/>
            <p:cNvSpPr txBox="1"/>
            <p:nvPr/>
          </p:nvSpPr>
          <p:spPr bwMode="auto">
            <a:xfrm rot="0" flipH="0" flipV="0">
              <a:off x="2832702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992672051" name="Freeform 61"/>
            <p:cNvSpPr/>
            <p:nvPr/>
          </p:nvSpPr>
          <p:spPr bwMode="auto">
            <a:xfrm rot="0" flipH="0" flipV="0">
              <a:off x="3969834" y="1886722"/>
              <a:ext cx="3272360" cy="903325"/>
            </a:xfrm>
            <a:custGeom>
              <a:avLst/>
              <a:gdLst/>
              <a:ahLst/>
              <a:cxnLst/>
              <a:rect l="l" t="t" r="r" b="b"/>
              <a:pathLst>
                <a:path w="8528452" h="2354261" fill="norm" stroke="1" extrusionOk="0">
                  <a:moveTo>
                    <a:pt x="0" y="0"/>
                  </a:moveTo>
                  <a:lnTo>
                    <a:pt x="0" y="2354261"/>
                  </a:lnTo>
                  <a:lnTo>
                    <a:pt x="8528452" y="2354261"/>
                  </a:lnTo>
                  <a:lnTo>
                    <a:pt x="8528452" y="0"/>
                  </a:lnTo>
                  <a:lnTo>
                    <a:pt x="0" y="0"/>
                  </a:lnTo>
                  <a:close/>
                  <a:moveTo>
                    <a:pt x="8467492" y="2293301"/>
                  </a:moveTo>
                  <a:lnTo>
                    <a:pt x="59690" y="2293301"/>
                  </a:lnTo>
                  <a:lnTo>
                    <a:pt x="59690" y="59690"/>
                  </a:lnTo>
                  <a:lnTo>
                    <a:pt x="8467492" y="59690"/>
                  </a:lnTo>
                  <a:lnTo>
                    <a:pt x="8467492" y="2293301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84182734" name="Freeform 63"/>
            <p:cNvSpPr/>
            <p:nvPr/>
          </p:nvSpPr>
          <p:spPr bwMode="auto">
            <a:xfrm rot="0" flipH="0" flipV="0">
              <a:off x="5316882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035834" name="TextBox 64"/>
            <p:cNvSpPr txBox="1"/>
            <p:nvPr/>
          </p:nvSpPr>
          <p:spPr bwMode="auto">
            <a:xfrm rot="0" flipH="0" flipV="0">
              <a:off x="5316882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06035780" name="Freeform 66"/>
            <p:cNvSpPr/>
            <p:nvPr/>
          </p:nvSpPr>
          <p:spPr bwMode="auto">
            <a:xfrm rot="0" flipH="0" flipV="0">
              <a:off x="4051695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45789139" name="TextBox 67"/>
            <p:cNvSpPr txBox="1"/>
            <p:nvPr/>
          </p:nvSpPr>
          <p:spPr bwMode="auto">
            <a:xfrm rot="0" flipH="0" flipV="0">
              <a:off x="4051695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874093478" name="Freeform 69"/>
            <p:cNvSpPr/>
            <p:nvPr/>
          </p:nvSpPr>
          <p:spPr bwMode="auto">
            <a:xfrm rot="0" flipH="0" flipV="0">
              <a:off x="4684557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32873617" name="TextBox 70"/>
            <p:cNvSpPr txBox="1"/>
            <p:nvPr/>
          </p:nvSpPr>
          <p:spPr bwMode="auto">
            <a:xfrm rot="0" flipH="0" flipV="0">
              <a:off x="4684557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369134821" name="Freeform 72"/>
            <p:cNvSpPr/>
            <p:nvPr/>
          </p:nvSpPr>
          <p:spPr bwMode="auto">
            <a:xfrm rot="0" flipH="0" flipV="0">
              <a:off x="5949203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38209389" name="TextBox 73"/>
            <p:cNvSpPr txBox="1"/>
            <p:nvPr/>
          </p:nvSpPr>
          <p:spPr bwMode="auto">
            <a:xfrm rot="0" flipH="0" flipV="0">
              <a:off x="5949203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155725208" name="Freeform 75"/>
            <p:cNvSpPr/>
            <p:nvPr/>
          </p:nvSpPr>
          <p:spPr bwMode="auto">
            <a:xfrm rot="0" flipH="0" flipV="0">
              <a:off x="6581529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45058598" name="TextBox 76"/>
            <p:cNvSpPr txBox="1"/>
            <p:nvPr/>
          </p:nvSpPr>
          <p:spPr bwMode="auto">
            <a:xfrm rot="0" flipH="0" flipV="0">
              <a:off x="6581529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711398930" name="Freeform 78"/>
            <p:cNvSpPr/>
            <p:nvPr/>
          </p:nvSpPr>
          <p:spPr bwMode="auto">
            <a:xfrm rot="0" flipH="0" flipV="0">
              <a:off x="7715576" y="1886722"/>
              <a:ext cx="3272360" cy="903325"/>
            </a:xfrm>
            <a:custGeom>
              <a:avLst/>
              <a:gdLst/>
              <a:ahLst/>
              <a:cxnLst/>
              <a:rect l="l" t="t" r="r" b="b"/>
              <a:pathLst>
                <a:path w="8528452" h="2354261" fill="norm" stroke="1" extrusionOk="0">
                  <a:moveTo>
                    <a:pt x="0" y="0"/>
                  </a:moveTo>
                  <a:lnTo>
                    <a:pt x="0" y="2354261"/>
                  </a:lnTo>
                  <a:lnTo>
                    <a:pt x="8528452" y="2354261"/>
                  </a:lnTo>
                  <a:lnTo>
                    <a:pt x="8528452" y="0"/>
                  </a:lnTo>
                  <a:lnTo>
                    <a:pt x="0" y="0"/>
                  </a:lnTo>
                  <a:close/>
                  <a:moveTo>
                    <a:pt x="8467492" y="2293301"/>
                  </a:moveTo>
                  <a:lnTo>
                    <a:pt x="59690" y="2293301"/>
                  </a:lnTo>
                  <a:lnTo>
                    <a:pt x="59690" y="59690"/>
                  </a:lnTo>
                  <a:lnTo>
                    <a:pt x="8467492" y="59690"/>
                  </a:lnTo>
                  <a:lnTo>
                    <a:pt x="8467492" y="2293301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73038928" name="Freeform 80"/>
            <p:cNvSpPr/>
            <p:nvPr/>
          </p:nvSpPr>
          <p:spPr bwMode="auto">
            <a:xfrm rot="0" flipH="0" flipV="0">
              <a:off x="9062622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80990495" name="TextBox 81"/>
            <p:cNvSpPr txBox="1"/>
            <p:nvPr/>
          </p:nvSpPr>
          <p:spPr bwMode="auto">
            <a:xfrm rot="0" flipH="0" flipV="0">
              <a:off x="9062622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960241095" name="Freeform 83"/>
            <p:cNvSpPr/>
            <p:nvPr/>
          </p:nvSpPr>
          <p:spPr bwMode="auto">
            <a:xfrm rot="0" flipH="0" flipV="0">
              <a:off x="7797437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73899713" name="TextBox 84"/>
            <p:cNvSpPr txBox="1"/>
            <p:nvPr/>
          </p:nvSpPr>
          <p:spPr bwMode="auto">
            <a:xfrm rot="0" flipH="0" flipV="0">
              <a:off x="7797437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499664757" name="Freeform 86"/>
            <p:cNvSpPr/>
            <p:nvPr/>
          </p:nvSpPr>
          <p:spPr bwMode="auto">
            <a:xfrm rot="0" flipH="0" flipV="0">
              <a:off x="8430298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25744367" name="TextBox 87"/>
            <p:cNvSpPr txBox="1"/>
            <p:nvPr/>
          </p:nvSpPr>
          <p:spPr bwMode="auto">
            <a:xfrm rot="0" flipH="0" flipV="0">
              <a:off x="8430298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257336839" name="Freeform 89"/>
            <p:cNvSpPr/>
            <p:nvPr/>
          </p:nvSpPr>
          <p:spPr bwMode="auto">
            <a:xfrm rot="0" flipH="0" flipV="0">
              <a:off x="9694945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11764656" name="TextBox 90"/>
            <p:cNvSpPr txBox="1"/>
            <p:nvPr/>
          </p:nvSpPr>
          <p:spPr bwMode="auto">
            <a:xfrm rot="0" flipH="0" flipV="0">
              <a:off x="9694945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114857802" name="Freeform 92"/>
            <p:cNvSpPr/>
            <p:nvPr/>
          </p:nvSpPr>
          <p:spPr bwMode="auto">
            <a:xfrm rot="0" flipH="0" flipV="0">
              <a:off x="10327267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0423358" name="TextBox 93"/>
            <p:cNvSpPr txBox="1"/>
            <p:nvPr/>
          </p:nvSpPr>
          <p:spPr bwMode="auto">
            <a:xfrm rot="0" flipH="0" flipV="0">
              <a:off x="10327267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058837791" name="AutoShape 94"/>
            <p:cNvSpPr/>
            <p:nvPr/>
          </p:nvSpPr>
          <p:spPr bwMode="auto">
            <a:xfrm flipH="1">
              <a:off x="3493375" y="1320592"/>
              <a:ext cx="2114210" cy="57669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21790837" name="AutoShape 95"/>
            <p:cNvSpPr/>
            <p:nvPr/>
          </p:nvSpPr>
          <p:spPr bwMode="auto">
            <a:xfrm flipH="1">
              <a:off x="5606016" y="1320592"/>
              <a:ext cx="1150308" cy="56612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08088421" name="AutoShape 96"/>
            <p:cNvSpPr/>
            <p:nvPr/>
          </p:nvSpPr>
          <p:spPr bwMode="auto">
            <a:xfrm>
              <a:off x="7901935" y="1320592"/>
              <a:ext cx="1449821" cy="56612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88953563" name="Freeform 98"/>
            <p:cNvSpPr/>
            <p:nvPr/>
          </p:nvSpPr>
          <p:spPr bwMode="auto">
            <a:xfrm rot="0" flipH="0" flipV="0">
              <a:off x="1242212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37323687" name="Freeform 100"/>
            <p:cNvSpPr/>
            <p:nvPr/>
          </p:nvSpPr>
          <p:spPr bwMode="auto">
            <a:xfrm rot="0" flipH="0" flipV="0">
              <a:off x="1331319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8730857" name="TextBox 101"/>
            <p:cNvSpPr txBox="1"/>
            <p:nvPr/>
          </p:nvSpPr>
          <p:spPr bwMode="auto">
            <a:xfrm rot="0" flipH="0" flipV="0">
              <a:off x="1349007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105285752" name="Freeform 103"/>
            <p:cNvSpPr/>
            <p:nvPr/>
          </p:nvSpPr>
          <p:spPr bwMode="auto">
            <a:xfrm rot="0" flipH="0" flipV="0">
              <a:off x="1547469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64083419" name="TextBox 104"/>
            <p:cNvSpPr txBox="1"/>
            <p:nvPr/>
          </p:nvSpPr>
          <p:spPr bwMode="auto">
            <a:xfrm rot="0" flipH="0" flipV="0">
              <a:off x="1565157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039165899" name="Freeform 106"/>
            <p:cNvSpPr/>
            <p:nvPr/>
          </p:nvSpPr>
          <p:spPr bwMode="auto">
            <a:xfrm rot="0" flipH="0" flipV="0">
              <a:off x="1763082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23802174" name="TextBox 107"/>
            <p:cNvSpPr txBox="1"/>
            <p:nvPr/>
          </p:nvSpPr>
          <p:spPr bwMode="auto">
            <a:xfrm rot="0" flipH="0" flipV="0">
              <a:off x="1780769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047737251" name="Freeform 109"/>
            <p:cNvSpPr/>
            <p:nvPr/>
          </p:nvSpPr>
          <p:spPr bwMode="auto">
            <a:xfrm rot="0" flipH="0" flipV="0">
              <a:off x="1978692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33254215" name="TextBox 110"/>
            <p:cNvSpPr txBox="1"/>
            <p:nvPr/>
          </p:nvSpPr>
          <p:spPr bwMode="auto">
            <a:xfrm rot="0" flipH="0" flipV="0">
              <a:off x="1996380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032350689" name="Freeform 112"/>
            <p:cNvSpPr/>
            <p:nvPr/>
          </p:nvSpPr>
          <p:spPr bwMode="auto">
            <a:xfrm rot="0" flipH="0" flipV="0">
              <a:off x="2194304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57163902" name="TextBox 113"/>
            <p:cNvSpPr txBox="1"/>
            <p:nvPr/>
          </p:nvSpPr>
          <p:spPr bwMode="auto">
            <a:xfrm rot="0" flipH="0" flipV="0">
              <a:off x="2211993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347525402" name="Freeform 115"/>
            <p:cNvSpPr/>
            <p:nvPr/>
          </p:nvSpPr>
          <p:spPr bwMode="auto">
            <a:xfrm rot="0" flipH="0" flipV="0">
              <a:off x="4989497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7109123" name="Freeform 117"/>
            <p:cNvSpPr/>
            <p:nvPr/>
          </p:nvSpPr>
          <p:spPr bwMode="auto">
            <a:xfrm rot="0" flipH="0" flipV="0">
              <a:off x="5078602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0772489" name="TextBox 118"/>
            <p:cNvSpPr txBox="1"/>
            <p:nvPr/>
          </p:nvSpPr>
          <p:spPr bwMode="auto">
            <a:xfrm rot="0" flipH="0" flipV="0">
              <a:off x="5096289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513202374" name="Freeform 120"/>
            <p:cNvSpPr/>
            <p:nvPr/>
          </p:nvSpPr>
          <p:spPr bwMode="auto">
            <a:xfrm rot="0" flipH="0" flipV="0">
              <a:off x="5294754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30453423" name="TextBox 121"/>
            <p:cNvSpPr txBox="1"/>
            <p:nvPr/>
          </p:nvSpPr>
          <p:spPr bwMode="auto">
            <a:xfrm rot="0" flipH="0" flipV="0">
              <a:off x="5312441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042074205" name="Freeform 123"/>
            <p:cNvSpPr/>
            <p:nvPr/>
          </p:nvSpPr>
          <p:spPr bwMode="auto">
            <a:xfrm rot="0" flipH="0" flipV="0">
              <a:off x="5510364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36295203" name="TextBox 124"/>
            <p:cNvSpPr txBox="1"/>
            <p:nvPr/>
          </p:nvSpPr>
          <p:spPr bwMode="auto">
            <a:xfrm rot="0" flipH="0" flipV="0">
              <a:off x="5528052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056436236" name="Freeform 126"/>
            <p:cNvSpPr/>
            <p:nvPr/>
          </p:nvSpPr>
          <p:spPr bwMode="auto">
            <a:xfrm rot="0" flipH="0" flipV="0">
              <a:off x="5725977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02505977" name="TextBox 127"/>
            <p:cNvSpPr txBox="1"/>
            <p:nvPr/>
          </p:nvSpPr>
          <p:spPr bwMode="auto">
            <a:xfrm rot="0" flipH="0" flipV="0">
              <a:off x="5743664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527753314" name="Freeform 129"/>
            <p:cNvSpPr/>
            <p:nvPr/>
          </p:nvSpPr>
          <p:spPr bwMode="auto">
            <a:xfrm rot="0" flipH="0" flipV="0">
              <a:off x="5941587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8602804" name="TextBox 130"/>
            <p:cNvSpPr txBox="1"/>
            <p:nvPr/>
          </p:nvSpPr>
          <p:spPr bwMode="auto">
            <a:xfrm rot="0" flipH="0" flipV="0">
              <a:off x="5959275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408539643" name="Freeform 132"/>
            <p:cNvSpPr/>
            <p:nvPr/>
          </p:nvSpPr>
          <p:spPr bwMode="auto">
            <a:xfrm rot="0" flipH="0" flipV="0">
              <a:off x="8742865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33083494" name="Freeform 134"/>
            <p:cNvSpPr/>
            <p:nvPr/>
          </p:nvSpPr>
          <p:spPr bwMode="auto">
            <a:xfrm rot="0" flipH="0" flipV="0">
              <a:off x="8831972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57415863" name="TextBox 135"/>
            <p:cNvSpPr txBox="1"/>
            <p:nvPr/>
          </p:nvSpPr>
          <p:spPr bwMode="auto">
            <a:xfrm rot="0" flipH="0" flipV="0">
              <a:off x="8849660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602912508" name="Freeform 137"/>
            <p:cNvSpPr/>
            <p:nvPr/>
          </p:nvSpPr>
          <p:spPr bwMode="auto">
            <a:xfrm rot="0" flipH="0" flipV="0">
              <a:off x="9048123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30956789" name="TextBox 138"/>
            <p:cNvSpPr txBox="1"/>
            <p:nvPr/>
          </p:nvSpPr>
          <p:spPr bwMode="auto">
            <a:xfrm rot="0" flipH="0" flipV="0">
              <a:off x="9065810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337028042" name="Freeform 140"/>
            <p:cNvSpPr/>
            <p:nvPr/>
          </p:nvSpPr>
          <p:spPr bwMode="auto">
            <a:xfrm rot="0" flipH="0" flipV="0">
              <a:off x="9263733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398164" name="TextBox 141"/>
            <p:cNvSpPr txBox="1"/>
            <p:nvPr/>
          </p:nvSpPr>
          <p:spPr bwMode="auto">
            <a:xfrm rot="0" flipH="0" flipV="0">
              <a:off x="9281421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094433640" name="Freeform 143"/>
            <p:cNvSpPr/>
            <p:nvPr/>
          </p:nvSpPr>
          <p:spPr bwMode="auto">
            <a:xfrm rot="0" flipH="0" flipV="0">
              <a:off x="9479345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08622369" name="TextBox 144"/>
            <p:cNvSpPr txBox="1"/>
            <p:nvPr/>
          </p:nvSpPr>
          <p:spPr bwMode="auto">
            <a:xfrm rot="0" flipH="0" flipV="0">
              <a:off x="9497033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975396239" name="Freeform 146"/>
            <p:cNvSpPr/>
            <p:nvPr/>
          </p:nvSpPr>
          <p:spPr bwMode="auto">
            <a:xfrm rot="0" flipH="0" flipV="0">
              <a:off x="9694954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59485262" name="TextBox 147"/>
            <p:cNvSpPr txBox="1"/>
            <p:nvPr/>
          </p:nvSpPr>
          <p:spPr bwMode="auto">
            <a:xfrm rot="0" flipH="0" flipV="0">
              <a:off x="9712641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8349979" name="Freeform 149"/>
            <p:cNvSpPr/>
            <p:nvPr/>
          </p:nvSpPr>
          <p:spPr bwMode="auto">
            <a:xfrm rot="0" flipH="0" flipV="0">
              <a:off x="2485594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9859869" name="Freeform 151"/>
            <p:cNvSpPr/>
            <p:nvPr/>
          </p:nvSpPr>
          <p:spPr bwMode="auto">
            <a:xfrm rot="0" flipH="0" flipV="0">
              <a:off x="2574702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08554799" name="TextBox 152"/>
            <p:cNvSpPr txBox="1"/>
            <p:nvPr/>
          </p:nvSpPr>
          <p:spPr bwMode="auto">
            <a:xfrm rot="0" flipH="0" flipV="0">
              <a:off x="2592390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011838294" name="Freeform 154"/>
            <p:cNvSpPr/>
            <p:nvPr/>
          </p:nvSpPr>
          <p:spPr bwMode="auto">
            <a:xfrm rot="0" flipH="0" flipV="0">
              <a:off x="2790852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0660843" name="TextBox 155"/>
            <p:cNvSpPr txBox="1"/>
            <p:nvPr/>
          </p:nvSpPr>
          <p:spPr bwMode="auto">
            <a:xfrm rot="0" flipH="0" flipV="0">
              <a:off x="2808540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29685095" name="Freeform 157"/>
            <p:cNvSpPr/>
            <p:nvPr/>
          </p:nvSpPr>
          <p:spPr bwMode="auto">
            <a:xfrm rot="0" flipH="0" flipV="0">
              <a:off x="3006465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45416384" name="TextBox 158"/>
            <p:cNvSpPr txBox="1"/>
            <p:nvPr/>
          </p:nvSpPr>
          <p:spPr bwMode="auto">
            <a:xfrm rot="0" flipH="0" flipV="0">
              <a:off x="3024153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435100369" name="Freeform 160"/>
            <p:cNvSpPr/>
            <p:nvPr/>
          </p:nvSpPr>
          <p:spPr bwMode="auto">
            <a:xfrm rot="0" flipH="0" flipV="0">
              <a:off x="3222073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0420170" name="TextBox 161"/>
            <p:cNvSpPr txBox="1"/>
            <p:nvPr/>
          </p:nvSpPr>
          <p:spPr bwMode="auto">
            <a:xfrm rot="0" flipH="0" flipV="0">
              <a:off x="3239759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661593191" name="Freeform 163"/>
            <p:cNvSpPr/>
            <p:nvPr/>
          </p:nvSpPr>
          <p:spPr bwMode="auto">
            <a:xfrm rot="0" flipH="0" flipV="0">
              <a:off x="3437685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70841613" name="TextBox 164"/>
            <p:cNvSpPr txBox="1"/>
            <p:nvPr/>
          </p:nvSpPr>
          <p:spPr bwMode="auto">
            <a:xfrm rot="0" flipH="0" flipV="0">
              <a:off x="3455373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385494776" name="Freeform 166"/>
            <p:cNvSpPr/>
            <p:nvPr/>
          </p:nvSpPr>
          <p:spPr bwMode="auto">
            <a:xfrm rot="0" flipH="0" flipV="0">
              <a:off x="0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5707537" name="Freeform 168"/>
            <p:cNvSpPr/>
            <p:nvPr/>
          </p:nvSpPr>
          <p:spPr bwMode="auto">
            <a:xfrm rot="0" flipH="0" flipV="0">
              <a:off x="89106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10007150" name="TextBox 169"/>
            <p:cNvSpPr txBox="1"/>
            <p:nvPr/>
          </p:nvSpPr>
          <p:spPr bwMode="auto">
            <a:xfrm rot="0" flipH="0" flipV="0">
              <a:off x="106794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060365208" name="Freeform 171"/>
            <p:cNvSpPr/>
            <p:nvPr/>
          </p:nvSpPr>
          <p:spPr bwMode="auto">
            <a:xfrm rot="0" flipH="0" flipV="0">
              <a:off x="305256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35243374" name="TextBox 172"/>
            <p:cNvSpPr txBox="1"/>
            <p:nvPr/>
          </p:nvSpPr>
          <p:spPr bwMode="auto">
            <a:xfrm rot="0" flipH="0" flipV="0">
              <a:off x="322944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964200979" name="Freeform 174"/>
            <p:cNvSpPr/>
            <p:nvPr/>
          </p:nvSpPr>
          <p:spPr bwMode="auto">
            <a:xfrm rot="0" flipH="0" flipV="0">
              <a:off x="520867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27883024" name="TextBox 175"/>
            <p:cNvSpPr txBox="1"/>
            <p:nvPr/>
          </p:nvSpPr>
          <p:spPr bwMode="auto">
            <a:xfrm rot="0" flipH="0" flipV="0">
              <a:off x="538554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473627525" name="Freeform 177"/>
            <p:cNvSpPr/>
            <p:nvPr/>
          </p:nvSpPr>
          <p:spPr bwMode="auto">
            <a:xfrm rot="0" flipH="0" flipV="0">
              <a:off x="736479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88671020" name="TextBox 178"/>
            <p:cNvSpPr txBox="1"/>
            <p:nvPr/>
          </p:nvSpPr>
          <p:spPr bwMode="auto">
            <a:xfrm rot="0" flipH="0" flipV="0">
              <a:off x="754166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668665335" name="Freeform 180"/>
            <p:cNvSpPr/>
            <p:nvPr/>
          </p:nvSpPr>
          <p:spPr bwMode="auto">
            <a:xfrm rot="0" flipH="0" flipV="0">
              <a:off x="952090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0474509" name="TextBox 181"/>
            <p:cNvSpPr txBox="1"/>
            <p:nvPr/>
          </p:nvSpPr>
          <p:spPr bwMode="auto">
            <a:xfrm rot="0" flipH="0" flipV="0">
              <a:off x="969778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966262468" name="Freeform 183"/>
            <p:cNvSpPr/>
            <p:nvPr/>
          </p:nvSpPr>
          <p:spPr bwMode="auto">
            <a:xfrm rot="0" flipH="0" flipV="0">
              <a:off x="3746115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03340966" name="Freeform 185"/>
            <p:cNvSpPr/>
            <p:nvPr/>
          </p:nvSpPr>
          <p:spPr bwMode="auto">
            <a:xfrm rot="0" flipH="0" flipV="0">
              <a:off x="3835221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35617104" name="TextBox 186"/>
            <p:cNvSpPr txBox="1"/>
            <p:nvPr/>
          </p:nvSpPr>
          <p:spPr bwMode="auto">
            <a:xfrm rot="0" flipH="0" flipV="0">
              <a:off x="3852909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646742319" name="Freeform 188"/>
            <p:cNvSpPr/>
            <p:nvPr/>
          </p:nvSpPr>
          <p:spPr bwMode="auto">
            <a:xfrm rot="0" flipH="0" flipV="0">
              <a:off x="4051371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09605221" name="TextBox 189"/>
            <p:cNvSpPr txBox="1"/>
            <p:nvPr/>
          </p:nvSpPr>
          <p:spPr bwMode="auto">
            <a:xfrm rot="0" flipH="0" flipV="0">
              <a:off x="4069059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895958173" name="Freeform 191"/>
            <p:cNvSpPr/>
            <p:nvPr/>
          </p:nvSpPr>
          <p:spPr bwMode="auto">
            <a:xfrm rot="0" flipH="0" flipV="0">
              <a:off x="4266981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38167704" name="TextBox 192"/>
            <p:cNvSpPr txBox="1"/>
            <p:nvPr/>
          </p:nvSpPr>
          <p:spPr bwMode="auto">
            <a:xfrm rot="0" flipH="0" flipV="0">
              <a:off x="4284669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739081723" name="Freeform 194"/>
            <p:cNvSpPr/>
            <p:nvPr/>
          </p:nvSpPr>
          <p:spPr bwMode="auto">
            <a:xfrm rot="0" flipH="0" flipV="0">
              <a:off x="4482594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00633186" name="TextBox 195"/>
            <p:cNvSpPr txBox="1"/>
            <p:nvPr/>
          </p:nvSpPr>
          <p:spPr bwMode="auto">
            <a:xfrm rot="0" flipH="0" flipV="0">
              <a:off x="4500281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754779776" name="Freeform 197"/>
            <p:cNvSpPr/>
            <p:nvPr/>
          </p:nvSpPr>
          <p:spPr bwMode="auto">
            <a:xfrm rot="0" flipH="0" flipV="0">
              <a:off x="4698203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6964783" name="TextBox 198"/>
            <p:cNvSpPr txBox="1"/>
            <p:nvPr/>
          </p:nvSpPr>
          <p:spPr bwMode="auto">
            <a:xfrm rot="0" flipH="0" flipV="0">
              <a:off x="4715891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5122535" name="Freeform 200"/>
            <p:cNvSpPr/>
            <p:nvPr/>
          </p:nvSpPr>
          <p:spPr bwMode="auto">
            <a:xfrm rot="0" flipH="0" flipV="0">
              <a:off x="7500489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21188455" name="Freeform 202"/>
            <p:cNvSpPr/>
            <p:nvPr/>
          </p:nvSpPr>
          <p:spPr bwMode="auto">
            <a:xfrm rot="0" flipH="0" flipV="0">
              <a:off x="7580925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9702040" name="TextBox 203"/>
            <p:cNvSpPr txBox="1"/>
            <p:nvPr/>
          </p:nvSpPr>
          <p:spPr bwMode="auto">
            <a:xfrm rot="0" flipH="0" flipV="0">
              <a:off x="7598612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16892168" name="Freeform 205"/>
            <p:cNvSpPr/>
            <p:nvPr/>
          </p:nvSpPr>
          <p:spPr bwMode="auto">
            <a:xfrm rot="0" flipH="0" flipV="0">
              <a:off x="7805745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26792047" name="TextBox 206"/>
            <p:cNvSpPr txBox="1"/>
            <p:nvPr/>
          </p:nvSpPr>
          <p:spPr bwMode="auto">
            <a:xfrm rot="0" flipH="0" flipV="0">
              <a:off x="7823433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815721797" name="Freeform 208"/>
            <p:cNvSpPr/>
            <p:nvPr/>
          </p:nvSpPr>
          <p:spPr bwMode="auto">
            <a:xfrm rot="0" flipH="0" flipV="0">
              <a:off x="8021357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9982096" name="TextBox 209"/>
            <p:cNvSpPr txBox="1"/>
            <p:nvPr/>
          </p:nvSpPr>
          <p:spPr bwMode="auto">
            <a:xfrm rot="0" flipH="0" flipV="0">
              <a:off x="8039046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399765877" name="Freeform 211"/>
            <p:cNvSpPr/>
            <p:nvPr/>
          </p:nvSpPr>
          <p:spPr bwMode="auto">
            <a:xfrm rot="0" flipH="0" flipV="0">
              <a:off x="8236969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8936381" name="TextBox 212"/>
            <p:cNvSpPr txBox="1"/>
            <p:nvPr/>
          </p:nvSpPr>
          <p:spPr bwMode="auto">
            <a:xfrm rot="0" flipH="0" flipV="0">
              <a:off x="8254657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987321127" name="Freeform 214"/>
            <p:cNvSpPr/>
            <p:nvPr/>
          </p:nvSpPr>
          <p:spPr bwMode="auto">
            <a:xfrm rot="0" flipH="0" flipV="0">
              <a:off x="8452580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8311654" name="TextBox 215"/>
            <p:cNvSpPr txBox="1"/>
            <p:nvPr/>
          </p:nvSpPr>
          <p:spPr bwMode="auto">
            <a:xfrm rot="0" flipH="0" flipV="0">
              <a:off x="8470269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835447644" name="Freeform 217"/>
            <p:cNvSpPr/>
            <p:nvPr/>
          </p:nvSpPr>
          <p:spPr bwMode="auto">
            <a:xfrm rot="0" flipH="0" flipV="0">
              <a:off x="6235008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80430299" name="Freeform 219"/>
            <p:cNvSpPr/>
            <p:nvPr/>
          </p:nvSpPr>
          <p:spPr bwMode="auto">
            <a:xfrm rot="0" flipH="0" flipV="0">
              <a:off x="6324114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0537658" name="TextBox 220"/>
            <p:cNvSpPr txBox="1"/>
            <p:nvPr/>
          </p:nvSpPr>
          <p:spPr bwMode="auto">
            <a:xfrm rot="0" flipH="0" flipV="0">
              <a:off x="6341802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626091594" name="Freeform 222"/>
            <p:cNvSpPr/>
            <p:nvPr/>
          </p:nvSpPr>
          <p:spPr bwMode="auto">
            <a:xfrm rot="0" flipH="0" flipV="0">
              <a:off x="6540264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00497247" name="TextBox 223"/>
            <p:cNvSpPr txBox="1"/>
            <p:nvPr/>
          </p:nvSpPr>
          <p:spPr bwMode="auto">
            <a:xfrm rot="0" flipH="0" flipV="0">
              <a:off x="6557952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737233908" name="Freeform 225"/>
            <p:cNvSpPr/>
            <p:nvPr/>
          </p:nvSpPr>
          <p:spPr bwMode="auto">
            <a:xfrm rot="0" flipH="0" flipV="0">
              <a:off x="6755877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70420958" name="TextBox 226"/>
            <p:cNvSpPr txBox="1"/>
            <p:nvPr/>
          </p:nvSpPr>
          <p:spPr bwMode="auto">
            <a:xfrm rot="0" flipH="0" flipV="0">
              <a:off x="6773564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005195063" name="Freeform 228"/>
            <p:cNvSpPr/>
            <p:nvPr/>
          </p:nvSpPr>
          <p:spPr bwMode="auto">
            <a:xfrm rot="0" flipH="0" flipV="0">
              <a:off x="6971486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95377643" name="TextBox 229"/>
            <p:cNvSpPr txBox="1"/>
            <p:nvPr/>
          </p:nvSpPr>
          <p:spPr bwMode="auto">
            <a:xfrm rot="0" flipH="0" flipV="0">
              <a:off x="6989175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431276217" name="Freeform 231"/>
            <p:cNvSpPr/>
            <p:nvPr/>
          </p:nvSpPr>
          <p:spPr bwMode="auto">
            <a:xfrm rot="0" flipH="0" flipV="0">
              <a:off x="7187099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56456032" name="TextBox 232"/>
            <p:cNvSpPr txBox="1"/>
            <p:nvPr/>
          </p:nvSpPr>
          <p:spPr bwMode="auto">
            <a:xfrm rot="0" flipH="0" flipV="0">
              <a:off x="7204788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448799248" name="Freeform 234"/>
            <p:cNvSpPr/>
            <p:nvPr/>
          </p:nvSpPr>
          <p:spPr bwMode="auto">
            <a:xfrm rot="0" flipH="0" flipV="0">
              <a:off x="9986247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40937491" name="Freeform 236"/>
            <p:cNvSpPr/>
            <p:nvPr/>
          </p:nvSpPr>
          <p:spPr bwMode="auto">
            <a:xfrm rot="0" flipH="0" flipV="0">
              <a:off x="10075353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67183716" name="TextBox 237"/>
            <p:cNvSpPr txBox="1"/>
            <p:nvPr/>
          </p:nvSpPr>
          <p:spPr bwMode="auto">
            <a:xfrm rot="0" flipH="0" flipV="0">
              <a:off x="10093041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521390189" name="Freeform 239"/>
            <p:cNvSpPr/>
            <p:nvPr/>
          </p:nvSpPr>
          <p:spPr bwMode="auto">
            <a:xfrm rot="0" flipH="0" flipV="0">
              <a:off x="10291506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7253596" name="TextBox 240"/>
            <p:cNvSpPr txBox="1"/>
            <p:nvPr/>
          </p:nvSpPr>
          <p:spPr bwMode="auto">
            <a:xfrm rot="0" flipH="0" flipV="0">
              <a:off x="10309193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396403689" name="Freeform 242"/>
            <p:cNvSpPr/>
            <p:nvPr/>
          </p:nvSpPr>
          <p:spPr bwMode="auto">
            <a:xfrm rot="0" flipH="0" flipV="0">
              <a:off x="10507115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42954916" name="TextBox 243"/>
            <p:cNvSpPr txBox="1"/>
            <p:nvPr/>
          </p:nvSpPr>
          <p:spPr bwMode="auto">
            <a:xfrm rot="0" flipH="0" flipV="0">
              <a:off x="10524803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021491654" name="Freeform 245"/>
            <p:cNvSpPr/>
            <p:nvPr/>
          </p:nvSpPr>
          <p:spPr bwMode="auto">
            <a:xfrm rot="0" flipH="0" flipV="0">
              <a:off x="10722727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5773648" name="TextBox 246"/>
            <p:cNvSpPr txBox="1"/>
            <p:nvPr/>
          </p:nvSpPr>
          <p:spPr bwMode="auto">
            <a:xfrm rot="0" flipH="0" flipV="0">
              <a:off x="10740414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760867692" name="Freeform 248"/>
            <p:cNvSpPr/>
            <p:nvPr/>
          </p:nvSpPr>
          <p:spPr bwMode="auto">
            <a:xfrm rot="0" flipH="0" flipV="0">
              <a:off x="10938339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57669582" name="TextBox 249"/>
            <p:cNvSpPr txBox="1"/>
            <p:nvPr/>
          </p:nvSpPr>
          <p:spPr bwMode="auto">
            <a:xfrm rot="0" flipH="0" flipV="0">
              <a:off x="10956026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689194228" name="AutoShape 250"/>
            <p:cNvSpPr/>
            <p:nvPr/>
          </p:nvSpPr>
          <p:spPr bwMode="auto">
            <a:xfrm flipH="1">
              <a:off x="614977" y="2684410"/>
              <a:ext cx="1244549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99680790" name="AutoShape 251"/>
            <p:cNvSpPr/>
            <p:nvPr/>
          </p:nvSpPr>
          <p:spPr bwMode="auto">
            <a:xfrm flipH="1">
              <a:off x="1857192" y="2684410"/>
              <a:ext cx="634659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55510857" name="AutoShape 252"/>
            <p:cNvSpPr/>
            <p:nvPr/>
          </p:nvSpPr>
          <p:spPr bwMode="auto">
            <a:xfrm flipH="1">
              <a:off x="3100573" y="2684410"/>
              <a:ext cx="23600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88000280" name="AutoShape 253"/>
            <p:cNvSpPr/>
            <p:nvPr/>
          </p:nvSpPr>
          <p:spPr bwMode="auto">
            <a:xfrm flipH="1">
              <a:off x="4361092" y="2684410"/>
              <a:ext cx="1247261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81198484" name="AutoShape 254"/>
            <p:cNvSpPr/>
            <p:nvPr/>
          </p:nvSpPr>
          <p:spPr bwMode="auto">
            <a:xfrm flipH="1">
              <a:off x="5604474" y="2684410"/>
              <a:ext cx="636202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18210383" name="AutoShape 255"/>
            <p:cNvSpPr/>
            <p:nvPr/>
          </p:nvSpPr>
          <p:spPr bwMode="auto">
            <a:xfrm flipH="1">
              <a:off x="6849988" y="2684410"/>
              <a:ext cx="23013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51250204" name="AutoShape 256"/>
            <p:cNvSpPr/>
            <p:nvPr/>
          </p:nvSpPr>
          <p:spPr bwMode="auto">
            <a:xfrm flipH="1">
              <a:off x="8115468" y="2684410"/>
              <a:ext cx="1238626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25225904" name="AutoShape 257"/>
            <p:cNvSpPr/>
            <p:nvPr/>
          </p:nvSpPr>
          <p:spPr bwMode="auto">
            <a:xfrm flipH="1">
              <a:off x="9357843" y="2684410"/>
              <a:ext cx="628574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34979702" name="AutoShape 258"/>
            <p:cNvSpPr/>
            <p:nvPr/>
          </p:nvSpPr>
          <p:spPr bwMode="auto">
            <a:xfrm flipH="1">
              <a:off x="10601226" y="2684410"/>
              <a:ext cx="17515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32129528" name="AutoShape 259"/>
            <p:cNvSpPr/>
            <p:nvPr/>
          </p:nvSpPr>
          <p:spPr bwMode="auto">
            <a:xfrm>
              <a:off x="614977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3748376" name="AutoShape 260"/>
            <p:cNvSpPr/>
            <p:nvPr/>
          </p:nvSpPr>
          <p:spPr bwMode="auto">
            <a:xfrm>
              <a:off x="830859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9711765" name="AutoShape 261"/>
            <p:cNvSpPr/>
            <p:nvPr/>
          </p:nvSpPr>
          <p:spPr bwMode="auto">
            <a:xfrm>
              <a:off x="1046469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64101972" name="AutoShape 262"/>
            <p:cNvSpPr/>
            <p:nvPr/>
          </p:nvSpPr>
          <p:spPr bwMode="auto">
            <a:xfrm>
              <a:off x="1857327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304215" name="AutoShape 263"/>
            <p:cNvSpPr/>
            <p:nvPr/>
          </p:nvSpPr>
          <p:spPr bwMode="auto">
            <a:xfrm>
              <a:off x="2073205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89027766" name="AutoShape 264"/>
            <p:cNvSpPr/>
            <p:nvPr/>
          </p:nvSpPr>
          <p:spPr bwMode="auto">
            <a:xfrm>
              <a:off x="2288817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40087041" name="AutoShape 265"/>
            <p:cNvSpPr/>
            <p:nvPr/>
          </p:nvSpPr>
          <p:spPr bwMode="auto">
            <a:xfrm>
              <a:off x="3094353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6658431" name="AutoShape 266"/>
            <p:cNvSpPr/>
            <p:nvPr/>
          </p:nvSpPr>
          <p:spPr bwMode="auto">
            <a:xfrm>
              <a:off x="3310234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98821052" name="AutoShape 267"/>
            <p:cNvSpPr/>
            <p:nvPr/>
          </p:nvSpPr>
          <p:spPr bwMode="auto">
            <a:xfrm>
              <a:off x="3525844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3146482" name="AutoShape 268"/>
            <p:cNvSpPr/>
            <p:nvPr/>
          </p:nvSpPr>
          <p:spPr bwMode="auto">
            <a:xfrm>
              <a:off x="4361227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21695122" name="AutoShape 269"/>
            <p:cNvSpPr/>
            <p:nvPr/>
          </p:nvSpPr>
          <p:spPr bwMode="auto">
            <a:xfrm>
              <a:off x="4577107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8518192" name="AutoShape 270"/>
            <p:cNvSpPr/>
            <p:nvPr/>
          </p:nvSpPr>
          <p:spPr bwMode="auto">
            <a:xfrm>
              <a:off x="4792719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925457" name="AutoShape 271"/>
            <p:cNvSpPr/>
            <p:nvPr/>
          </p:nvSpPr>
          <p:spPr bwMode="auto">
            <a:xfrm>
              <a:off x="5604608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17721756" name="AutoShape 272"/>
            <p:cNvSpPr/>
            <p:nvPr/>
          </p:nvSpPr>
          <p:spPr bwMode="auto">
            <a:xfrm>
              <a:off x="5820489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84139735" name="AutoShape 273"/>
            <p:cNvSpPr/>
            <p:nvPr/>
          </p:nvSpPr>
          <p:spPr bwMode="auto">
            <a:xfrm>
              <a:off x="6036102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26290060" name="AutoShape 274"/>
            <p:cNvSpPr/>
            <p:nvPr/>
          </p:nvSpPr>
          <p:spPr bwMode="auto">
            <a:xfrm>
              <a:off x="6848710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03819347" name="AutoShape 275"/>
            <p:cNvSpPr/>
            <p:nvPr/>
          </p:nvSpPr>
          <p:spPr bwMode="auto">
            <a:xfrm>
              <a:off x="7064590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35781227" name="AutoShape 276"/>
            <p:cNvSpPr/>
            <p:nvPr/>
          </p:nvSpPr>
          <p:spPr bwMode="auto">
            <a:xfrm>
              <a:off x="7280201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51300835" name="AutoShape 277"/>
            <p:cNvSpPr/>
            <p:nvPr/>
          </p:nvSpPr>
          <p:spPr bwMode="auto">
            <a:xfrm>
              <a:off x="8115603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45193220" name="AutoShape 278"/>
            <p:cNvSpPr/>
            <p:nvPr/>
          </p:nvSpPr>
          <p:spPr bwMode="auto">
            <a:xfrm>
              <a:off x="8331483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1215730" name="AutoShape 279"/>
            <p:cNvSpPr/>
            <p:nvPr/>
          </p:nvSpPr>
          <p:spPr bwMode="auto">
            <a:xfrm>
              <a:off x="8547094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05590432" name="AutoShape 280"/>
            <p:cNvSpPr/>
            <p:nvPr/>
          </p:nvSpPr>
          <p:spPr bwMode="auto">
            <a:xfrm>
              <a:off x="9366134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6740419" name="AutoShape 281"/>
            <p:cNvSpPr/>
            <p:nvPr/>
          </p:nvSpPr>
          <p:spPr bwMode="auto">
            <a:xfrm>
              <a:off x="9582015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89730872" name="AutoShape 282"/>
            <p:cNvSpPr/>
            <p:nvPr/>
          </p:nvSpPr>
          <p:spPr bwMode="auto">
            <a:xfrm>
              <a:off x="9797626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25718668" name="AutoShape 283"/>
            <p:cNvSpPr/>
            <p:nvPr/>
          </p:nvSpPr>
          <p:spPr bwMode="auto">
            <a:xfrm>
              <a:off x="10603239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40213847" name="AutoShape 284"/>
            <p:cNvSpPr/>
            <p:nvPr/>
          </p:nvSpPr>
          <p:spPr bwMode="auto">
            <a:xfrm>
              <a:off x="10819120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24436039" name="AutoShape 285"/>
            <p:cNvSpPr/>
            <p:nvPr/>
          </p:nvSpPr>
          <p:spPr bwMode="auto">
            <a:xfrm>
              <a:off x="11034731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17825574" name="Freeform 287"/>
            <p:cNvSpPr/>
            <p:nvPr/>
          </p:nvSpPr>
          <p:spPr bwMode="auto">
            <a:xfrm rot="0" flipH="0" flipV="0">
              <a:off x="0" y="4877834"/>
              <a:ext cx="11216201" cy="585144"/>
            </a:xfrm>
            <a:custGeom>
              <a:avLst/>
              <a:gdLst/>
              <a:ahLst/>
              <a:cxnLst/>
              <a:rect l="l" t="t" r="r" b="b"/>
              <a:pathLst>
                <a:path w="2263253" h="118073" fill="norm" stroke="1" extrusionOk="0">
                  <a:moveTo>
                    <a:pt x="8973" y="0"/>
                  </a:moveTo>
                  <a:lnTo>
                    <a:pt x="2254280" y="0"/>
                  </a:lnTo>
                  <a:cubicBezTo>
                    <a:pt x="2256660" y="0"/>
                    <a:pt x="2258942" y="945"/>
                    <a:pt x="2260625" y="2628"/>
                  </a:cubicBezTo>
                  <a:cubicBezTo>
                    <a:pt x="2262308" y="4311"/>
                    <a:pt x="2263253" y="6593"/>
                    <a:pt x="2263253" y="8973"/>
                  </a:cubicBezTo>
                  <a:lnTo>
                    <a:pt x="2263253" y="109100"/>
                  </a:lnTo>
                  <a:cubicBezTo>
                    <a:pt x="2263253" y="111480"/>
                    <a:pt x="2262308" y="113762"/>
                    <a:pt x="2260625" y="115445"/>
                  </a:cubicBezTo>
                  <a:cubicBezTo>
                    <a:pt x="2258942" y="117127"/>
                    <a:pt x="2256660" y="118073"/>
                    <a:pt x="2254280" y="118073"/>
                  </a:cubicBezTo>
                  <a:lnTo>
                    <a:pt x="8973" y="118073"/>
                  </a:lnTo>
                  <a:cubicBezTo>
                    <a:pt x="6593" y="118073"/>
                    <a:pt x="4311" y="117127"/>
                    <a:pt x="2628" y="115445"/>
                  </a:cubicBezTo>
                  <a:cubicBezTo>
                    <a:pt x="945" y="113762"/>
                    <a:pt x="0" y="111480"/>
                    <a:pt x="0" y="109100"/>
                  </a:cubicBezTo>
                  <a:lnTo>
                    <a:pt x="0" y="8973"/>
                  </a:lnTo>
                  <a:cubicBezTo>
                    <a:pt x="0" y="6593"/>
                    <a:pt x="945" y="4311"/>
                    <a:pt x="2628" y="2628"/>
                  </a:cubicBezTo>
                  <a:cubicBezTo>
                    <a:pt x="4311" y="945"/>
                    <a:pt x="6593" y="0"/>
                    <a:pt x="8973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41851969" name="TextBox 288"/>
            <p:cNvSpPr txBox="1"/>
            <p:nvPr/>
          </p:nvSpPr>
          <p:spPr bwMode="auto">
            <a:xfrm rot="0" flipH="0" flipV="0">
              <a:off x="0" y="4689027"/>
              <a:ext cx="11216201" cy="77396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78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 Genesis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301444602" name="TextBox 289"/>
            <p:cNvSpPr txBox="1"/>
            <p:nvPr/>
          </p:nvSpPr>
          <p:spPr bwMode="auto">
            <a:xfrm flipH="0" flipV="0">
              <a:off x="4550479" y="234219"/>
              <a:ext cx="2052534" cy="302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78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Mix #N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922841687" name="TextBox 290"/>
            <p:cNvSpPr txBox="1"/>
            <p:nvPr/>
          </p:nvSpPr>
          <p:spPr bwMode="auto">
            <a:xfrm flipH="0" flipV="0">
              <a:off x="322944" y="1934729"/>
              <a:ext cx="2994948" cy="26680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Mix #N-1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09995749" name="TextBox 291"/>
            <p:cNvSpPr txBox="1"/>
            <p:nvPr/>
          </p:nvSpPr>
          <p:spPr bwMode="auto">
            <a:xfrm flipH="0" flipV="0">
              <a:off x="4069059" y="1934729"/>
              <a:ext cx="2998247" cy="26680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098"/>
                </a:lnSpc>
                <a:spcBef>
                  <a:spcPts val="0"/>
                </a:spcBef>
                <a:defRPr/>
              </a:pPr>
              <a:r>
                <a:rPr lang="en-US" sz="1600" b="1" u="none" strike="noStrike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Mix #N-1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010836880" name="TextBox 292"/>
            <p:cNvSpPr txBox="1"/>
            <p:nvPr/>
          </p:nvSpPr>
          <p:spPr bwMode="auto">
            <a:xfrm flipH="0" flipV="0">
              <a:off x="7823433" y="1934729"/>
              <a:ext cx="3071059" cy="26680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098"/>
                </a:lnSpc>
                <a:spcBef>
                  <a:spcPts val="0"/>
                </a:spcBef>
                <a:defRPr/>
              </a:pPr>
              <a:r>
                <a:rPr lang="en-US" sz="1600" b="1" u="none" strike="noStrike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Mix #N-1</a:t>
              </a: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0614169" name="Freeform 27"/>
          <p:cNvSpPr/>
          <p:nvPr/>
        </p:nvSpPr>
        <p:spPr bwMode="auto">
          <a:xfrm rot="0" flipH="0" flipV="0">
            <a:off x="1693870" y="2681739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898054123" name="TextBox 28"/>
          <p:cNvSpPr txBox="1"/>
          <p:nvPr/>
        </p:nvSpPr>
        <p:spPr bwMode="auto">
          <a:xfrm rot="0" flipH="0" flipV="0">
            <a:off x="1693870" y="2512974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가능한 출처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23915702" name="Freeform 30"/>
          <p:cNvSpPr/>
          <p:nvPr/>
        </p:nvSpPr>
        <p:spPr bwMode="auto">
          <a:xfrm rot="0" flipH="0" flipV="0">
            <a:off x="1693870" y="1817944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59113158" name="TextBox 31"/>
          <p:cNvSpPr txBox="1"/>
          <p:nvPr/>
        </p:nvSpPr>
        <p:spPr bwMode="auto">
          <a:xfrm rot="0" flipH="0" flipV="0">
            <a:off x="1693870" y="1649178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가능한 출처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15042543" name="Freeform 33"/>
          <p:cNvSpPr/>
          <p:nvPr/>
        </p:nvSpPr>
        <p:spPr bwMode="auto">
          <a:xfrm rot="0" flipH="0" flipV="0">
            <a:off x="1693870" y="955620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84571439" name="TextBox 34"/>
          <p:cNvSpPr txBox="1"/>
          <p:nvPr/>
        </p:nvSpPr>
        <p:spPr bwMode="auto">
          <a:xfrm rot="0" flipH="0" flipV="0">
            <a:off x="1693870" y="786855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가능한 출처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11083759" name="Freeform 36"/>
          <p:cNvSpPr/>
          <p:nvPr/>
        </p:nvSpPr>
        <p:spPr bwMode="auto">
          <a:xfrm rot="0" flipH="0" flipV="0">
            <a:off x="1693870" y="4406380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459093309" name="TextBox 37"/>
          <p:cNvSpPr txBox="1"/>
          <p:nvPr/>
        </p:nvSpPr>
        <p:spPr bwMode="auto">
          <a:xfrm rot="0" flipH="0" flipV="0">
            <a:off x="1693870" y="4237614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가능한 출처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540791983" name="Freeform 39"/>
          <p:cNvSpPr/>
          <p:nvPr/>
        </p:nvSpPr>
        <p:spPr bwMode="auto">
          <a:xfrm rot="0" flipH="0" flipV="0">
            <a:off x="1693870" y="3544063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247716447" name="TextBox 40"/>
          <p:cNvSpPr txBox="1"/>
          <p:nvPr/>
        </p:nvSpPr>
        <p:spPr bwMode="auto">
          <a:xfrm rot="0" flipH="0" flipV="0">
            <a:off x="1693870" y="3375297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가능한 출처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91943826" name="AutoShape 41"/>
          <p:cNvSpPr/>
          <p:nvPr/>
        </p:nvSpPr>
        <p:spPr bwMode="auto">
          <a:xfrm>
            <a:off x="4051204" y="2153852"/>
            <a:ext cx="2020369" cy="129421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910566313" name="Freeform 42"/>
          <p:cNvSpPr/>
          <p:nvPr/>
        </p:nvSpPr>
        <p:spPr bwMode="auto">
          <a:xfrm>
            <a:off x="407528" y="2971771"/>
            <a:ext cx="1071846" cy="952605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8" y="0"/>
                </a:lnTo>
                <a:lnTo>
                  <a:pt x="1071848" y="952605"/>
                </a:lnTo>
                <a:lnTo>
                  <a:pt x="0" y="9526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4466710" name="AutoShape 50"/>
          <p:cNvSpPr/>
          <p:nvPr/>
        </p:nvSpPr>
        <p:spPr bwMode="auto">
          <a:xfrm>
            <a:off x="4051204" y="1291531"/>
            <a:ext cx="2020369" cy="2156539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471519795" name="AutoShape 51"/>
          <p:cNvSpPr/>
          <p:nvPr/>
        </p:nvSpPr>
        <p:spPr bwMode="auto">
          <a:xfrm>
            <a:off x="4051204" y="3017653"/>
            <a:ext cx="2020369" cy="43042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790190744" name="AutoShape 52"/>
          <p:cNvSpPr/>
          <p:nvPr/>
        </p:nvSpPr>
        <p:spPr bwMode="auto">
          <a:xfrm flipV="1">
            <a:off x="4051204" y="3448072"/>
            <a:ext cx="2020369" cy="431897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869993692" name="AutoShape 53"/>
          <p:cNvSpPr/>
          <p:nvPr/>
        </p:nvSpPr>
        <p:spPr bwMode="auto">
          <a:xfrm flipV="1">
            <a:off x="4051204" y="3448072"/>
            <a:ext cx="2020369" cy="129421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2090605248" name="Freeform 55"/>
          <p:cNvSpPr/>
          <p:nvPr/>
        </p:nvSpPr>
        <p:spPr bwMode="auto">
          <a:xfrm rot="0" flipH="0" flipV="0">
            <a:off x="1693870" y="5268702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398244610" name="TextBox 56"/>
          <p:cNvSpPr txBox="1"/>
          <p:nvPr/>
        </p:nvSpPr>
        <p:spPr bwMode="auto">
          <a:xfrm rot="0" flipH="0" flipV="0">
            <a:off x="1693870" y="5099936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1" lang="en-US">
                <a:solidFill>
                  <a:srgbClr val="FFFFFF"/>
                </a:solidFill>
                <a:latin typeface="IBM Plex Sans"/>
              </a:rPr>
              <a:t>42 185 소스...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100368935" name="AutoShape 57"/>
          <p:cNvSpPr/>
          <p:nvPr/>
        </p:nvSpPr>
        <p:spPr bwMode="auto">
          <a:xfrm flipV="1">
            <a:off x="4051204" y="3448072"/>
            <a:ext cx="2020369" cy="2156539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grpSp>
        <p:nvGrpSpPr>
          <p:cNvPr id="1027935864" name=""/>
          <p:cNvGrpSpPr/>
          <p:nvPr/>
        </p:nvGrpSpPr>
        <p:grpSpPr bwMode="auto">
          <a:xfrm>
            <a:off x="6071575" y="2349031"/>
            <a:ext cx="5495629" cy="2859803"/>
            <a:chOff x="0" y="0"/>
            <a:chExt cx="5495629" cy="2859803"/>
          </a:xfrm>
        </p:grpSpPr>
        <p:sp>
          <p:nvSpPr>
            <p:cNvPr id="135068193" name="Freeform 44"/>
            <p:cNvSpPr/>
            <p:nvPr/>
          </p:nvSpPr>
          <p:spPr bwMode="auto">
            <a:xfrm rot="0" flipH="0" flipV="0">
              <a:off x="3138299" y="519088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514416900" name="TextBox 45"/>
            <p:cNvSpPr txBox="1"/>
            <p:nvPr/>
          </p:nvSpPr>
          <p:spPr bwMode="auto">
            <a:xfrm rot="0" flipH="0" flipV="0">
              <a:off x="3138299" y="350323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marL="0" lvl="0" indent="0" algn="ctr">
                <a:lnSpc>
                  <a:spcPts val="3490"/>
                </a:lnSpc>
                <a:spcBef>
                  <a:spcPts val="0"/>
                </a:spcBef>
                <a:defRPr/>
              </a:pPr>
              <a:r>
                <a:rPr lang="en-US" sz="1800" b="1" u="none" strike="noStrike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after coinjoin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332659971" name="Freeform 47"/>
            <p:cNvSpPr/>
            <p:nvPr/>
          </p:nvSpPr>
          <p:spPr bwMode="auto">
            <a:xfrm rot="0" flipH="0" flipV="0">
              <a:off x="0" y="168765"/>
              <a:ext cx="2357330" cy="1860545"/>
            </a:xfrm>
            <a:custGeom>
              <a:avLst/>
              <a:gdLst/>
              <a:ahLst/>
              <a:cxnLst/>
              <a:rect l="l" t="t" r="r" b="b"/>
              <a:pathLst>
                <a:path w="931292" h="735032" fill="norm" stroke="1" extrusionOk="0">
                  <a:moveTo>
                    <a:pt x="0" y="0"/>
                  </a:moveTo>
                  <a:lnTo>
                    <a:pt x="931292" y="0"/>
                  </a:lnTo>
                  <a:lnTo>
                    <a:pt x="931292" y="735032"/>
                  </a:lnTo>
                  <a:lnTo>
                    <a:pt x="0" y="735032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474058" name="TextBox 48"/>
            <p:cNvSpPr txBox="1"/>
            <p:nvPr/>
          </p:nvSpPr>
          <p:spPr bwMode="auto">
            <a:xfrm rot="0" flipH="0" flipV="0">
              <a:off x="0" y="0"/>
              <a:ext cx="2357330" cy="20293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marL="0" lvl="0" indent="0" algn="ctr">
                <a:lnSpc>
                  <a:spcPts val="3781"/>
                </a:lnSpc>
                <a:spcBef>
                  <a:spcPts val="0"/>
                </a:spcBef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Cycles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362862199" name="AutoShape 49"/>
            <p:cNvSpPr/>
            <p:nvPr/>
          </p:nvSpPr>
          <p:spPr bwMode="auto">
            <a:xfrm flipH="1">
              <a:off x="2357331" y="1093160"/>
              <a:ext cx="780966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200"/>
            </a:p>
          </p:txBody>
        </p:sp>
        <p:pic>
          <p:nvPicPr>
            <p:cNvPr id="949964390" name=""/>
            <p:cNvPicPr>
              <a:picLocks noChangeAspect="1"/>
            </p:cNvPicPr>
            <p:nvPr/>
          </p:nvPicPr>
          <p:blipFill>
            <a:blip r:embed="rId4"/>
            <a:stretch/>
          </p:blipFill>
          <p:spPr bwMode="auto">
            <a:xfrm flipH="0" flipV="0">
              <a:off x="825495" y="2127204"/>
              <a:ext cx="732600" cy="7326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33826092" name=""/>
          <p:cNvPicPr>
            <a:picLocks noChangeAspect="1"/>
          </p:cNvPicPr>
          <p:nvPr/>
        </p:nvPicPr>
        <p:blipFill>
          <a:blip r:embed="rId3"/>
          <a:srcRect l="0" t="5105" r="0" b="5105"/>
          <a:stretch/>
        </p:blipFill>
        <p:spPr bwMode="auto">
          <a:xfrm flipH="0" flipV="0">
            <a:off x="0" y="1354666"/>
            <a:ext cx="12191998" cy="41486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58405059" name=""/>
          <p:cNvGrpSpPr/>
          <p:nvPr/>
        </p:nvGrpSpPr>
        <p:grpSpPr bwMode="auto">
          <a:xfrm>
            <a:off x="1974726" y="1990017"/>
            <a:ext cx="8798809" cy="2747866"/>
            <a:chOff x="0" y="0"/>
            <a:chExt cx="8798809" cy="2747866"/>
          </a:xfrm>
        </p:grpSpPr>
        <p:sp>
          <p:nvSpPr>
            <p:cNvPr id="1760744386" name="TextBox 32"/>
            <p:cNvSpPr txBox="1"/>
            <p:nvPr/>
          </p:nvSpPr>
          <p:spPr bwMode="auto">
            <a:xfrm>
              <a:off x="1716889" y="0"/>
              <a:ext cx="5366638" cy="40066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51"/>
                </a:lnSpc>
                <a:defRPr/>
              </a:pPr>
              <a:r>
                <a:rPr lang="en-US" sz="225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TX</a:t>
              </a:r>
              <a:endParaRPr/>
            </a:p>
          </p:txBody>
        </p:sp>
        <p:sp>
          <p:nvSpPr>
            <p:cNvPr id="890247411" name="TextBox 33"/>
            <p:cNvSpPr txBox="1"/>
            <p:nvPr/>
          </p:nvSpPr>
          <p:spPr bwMode="auto">
            <a:xfrm>
              <a:off x="35790" y="704505"/>
              <a:ext cx="1927839" cy="40066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5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318887375" name="AutoShape 34"/>
            <p:cNvSpPr/>
            <p:nvPr/>
          </p:nvSpPr>
          <p:spPr bwMode="auto">
            <a:xfrm>
              <a:off x="1997982" y="1600083"/>
              <a:ext cx="4802845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130318516" name="TextBox 35"/>
            <p:cNvSpPr txBox="1"/>
            <p:nvPr/>
          </p:nvSpPr>
          <p:spPr bwMode="auto">
            <a:xfrm>
              <a:off x="6836619" y="704505"/>
              <a:ext cx="1927839" cy="40066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5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83498401" name="AutoShape 42"/>
            <p:cNvSpPr/>
            <p:nvPr/>
          </p:nvSpPr>
          <p:spPr bwMode="auto">
            <a:xfrm>
              <a:off x="1997982" y="1600083"/>
              <a:ext cx="4802845" cy="836694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grpSp>
          <p:nvGrpSpPr>
            <p:cNvPr id="1530260389" name=""/>
            <p:cNvGrpSpPr/>
            <p:nvPr/>
          </p:nvGrpSpPr>
          <p:grpSpPr bwMode="auto">
            <a:xfrm>
              <a:off x="6800827" y="1142805"/>
              <a:ext cx="1997982" cy="1605061"/>
              <a:chOff x="0" y="0"/>
              <a:chExt cx="1997982" cy="1605061"/>
            </a:xfrm>
          </p:grpSpPr>
          <p:sp>
            <p:nvSpPr>
              <p:cNvPr id="805084084" name="Freeform 37"/>
              <p:cNvSpPr/>
              <p:nvPr/>
            </p:nvSpPr>
            <p:spPr bwMode="auto">
              <a:xfrm rot="0" flipH="0" flipV="0">
                <a:off x="0" y="146189"/>
                <a:ext cx="1997982" cy="6221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1745" y="0"/>
                    </a:moveTo>
                    <a:lnTo>
                      <a:pt x="779481" y="0"/>
                    </a:lnTo>
                    <a:cubicBezTo>
                      <a:pt x="852242" y="0"/>
                      <a:pt x="911226" y="58984"/>
                      <a:pt x="911226" y="131745"/>
                    </a:cubicBezTo>
                    <a:lnTo>
                      <a:pt x="911226" y="152012"/>
                    </a:lnTo>
                    <a:cubicBezTo>
                      <a:pt x="911226" y="224773"/>
                      <a:pt x="852242" y="283758"/>
                      <a:pt x="779481" y="283758"/>
                    </a:cubicBezTo>
                    <a:lnTo>
                      <a:pt x="131745" y="283758"/>
                    </a:lnTo>
                    <a:cubicBezTo>
                      <a:pt x="96804" y="283758"/>
                      <a:pt x="63294" y="269877"/>
                      <a:pt x="38587" y="245170"/>
                    </a:cubicBezTo>
                    <a:cubicBezTo>
                      <a:pt x="13880" y="220463"/>
                      <a:pt x="0" y="186953"/>
                      <a:pt x="0" y="152012"/>
                    </a:cubicBezTo>
                    <a:lnTo>
                      <a:pt x="0" y="131745"/>
                    </a:lnTo>
                    <a:cubicBezTo>
                      <a:pt x="0" y="96804"/>
                      <a:pt x="13880" y="63294"/>
                      <a:pt x="38587" y="38587"/>
                    </a:cubicBezTo>
                    <a:cubicBezTo>
                      <a:pt x="63294" y="13880"/>
                      <a:pt x="96804" y="0"/>
                      <a:pt x="131745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15932817" name="TextBox 38"/>
              <p:cNvSpPr txBox="1"/>
              <p:nvPr/>
            </p:nvSpPr>
            <p:spPr bwMode="auto">
              <a:xfrm rot="0" flipH="0" flipV="0">
                <a:off x="0" y="0"/>
                <a:ext cx="1997982" cy="76836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70 000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8027949" name="Freeform 40"/>
              <p:cNvSpPr/>
              <p:nvPr/>
            </p:nvSpPr>
            <p:spPr bwMode="auto">
              <a:xfrm rot="0" flipH="0" flipV="0">
                <a:off x="0" y="982883"/>
                <a:ext cx="1997982" cy="6221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1745" y="0"/>
                    </a:moveTo>
                    <a:lnTo>
                      <a:pt x="779481" y="0"/>
                    </a:lnTo>
                    <a:cubicBezTo>
                      <a:pt x="852242" y="0"/>
                      <a:pt x="911226" y="58984"/>
                      <a:pt x="911226" y="131745"/>
                    </a:cubicBezTo>
                    <a:lnTo>
                      <a:pt x="911226" y="152012"/>
                    </a:lnTo>
                    <a:cubicBezTo>
                      <a:pt x="911226" y="224773"/>
                      <a:pt x="852242" y="283758"/>
                      <a:pt x="779481" y="283758"/>
                    </a:cubicBezTo>
                    <a:lnTo>
                      <a:pt x="131745" y="283758"/>
                    </a:lnTo>
                    <a:cubicBezTo>
                      <a:pt x="96804" y="283758"/>
                      <a:pt x="63294" y="269877"/>
                      <a:pt x="38587" y="245170"/>
                    </a:cubicBezTo>
                    <a:cubicBezTo>
                      <a:pt x="13880" y="220463"/>
                      <a:pt x="0" y="186953"/>
                      <a:pt x="0" y="152012"/>
                    </a:cubicBezTo>
                    <a:lnTo>
                      <a:pt x="0" y="131745"/>
                    </a:lnTo>
                    <a:cubicBezTo>
                      <a:pt x="0" y="96804"/>
                      <a:pt x="13880" y="63294"/>
                      <a:pt x="38587" y="38587"/>
                    </a:cubicBezTo>
                    <a:cubicBezTo>
                      <a:pt x="63294" y="13880"/>
                      <a:pt x="96804" y="0"/>
                      <a:pt x="131745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22264890" name="TextBox 41"/>
              <p:cNvSpPr txBox="1"/>
              <p:nvPr/>
            </p:nvSpPr>
            <p:spPr bwMode="auto">
              <a:xfrm rot="0" flipH="0" flipV="0">
                <a:off x="0" y="836694"/>
                <a:ext cx="1997982" cy="76836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29 000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480420263" name=""/>
            <p:cNvGrpSpPr/>
            <p:nvPr/>
          </p:nvGrpSpPr>
          <p:grpSpPr bwMode="auto">
            <a:xfrm>
              <a:off x="0" y="1142805"/>
              <a:ext cx="1997982" cy="768366"/>
              <a:chOff x="0" y="0"/>
              <a:chExt cx="1997982" cy="768366"/>
            </a:xfrm>
          </p:grpSpPr>
          <p:sp>
            <p:nvSpPr>
              <p:cNvPr id="2113259464" name="Freeform 30"/>
              <p:cNvSpPr/>
              <p:nvPr/>
            </p:nvSpPr>
            <p:spPr bwMode="auto">
              <a:xfrm rot="0" flipH="0" flipV="0">
                <a:off x="0" y="146189"/>
                <a:ext cx="1997982" cy="6221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1745" y="0"/>
                    </a:moveTo>
                    <a:lnTo>
                      <a:pt x="779481" y="0"/>
                    </a:lnTo>
                    <a:cubicBezTo>
                      <a:pt x="852242" y="0"/>
                      <a:pt x="911226" y="58984"/>
                      <a:pt x="911226" y="131745"/>
                    </a:cubicBezTo>
                    <a:lnTo>
                      <a:pt x="911226" y="152012"/>
                    </a:lnTo>
                    <a:cubicBezTo>
                      <a:pt x="911226" y="224773"/>
                      <a:pt x="852242" y="283758"/>
                      <a:pt x="779481" y="283758"/>
                    </a:cubicBezTo>
                    <a:lnTo>
                      <a:pt x="131745" y="283758"/>
                    </a:lnTo>
                    <a:cubicBezTo>
                      <a:pt x="96804" y="283758"/>
                      <a:pt x="63294" y="269877"/>
                      <a:pt x="38587" y="245170"/>
                    </a:cubicBezTo>
                    <a:cubicBezTo>
                      <a:pt x="13880" y="220463"/>
                      <a:pt x="0" y="186953"/>
                      <a:pt x="0" y="152012"/>
                    </a:cubicBezTo>
                    <a:lnTo>
                      <a:pt x="0" y="131745"/>
                    </a:lnTo>
                    <a:cubicBezTo>
                      <a:pt x="0" y="96804"/>
                      <a:pt x="13880" y="63294"/>
                      <a:pt x="38587" y="38587"/>
                    </a:cubicBezTo>
                    <a:cubicBezTo>
                      <a:pt x="63294" y="13880"/>
                      <a:pt x="96804" y="0"/>
                      <a:pt x="131745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27805248" name="TextBox 31"/>
              <p:cNvSpPr txBox="1"/>
              <p:nvPr/>
            </p:nvSpPr>
            <p:spPr bwMode="auto">
              <a:xfrm rot="0" flipH="0" flipV="0">
                <a:off x="0" y="0"/>
                <a:ext cx="1997982" cy="76836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35270777" name=""/>
          <p:cNvGrpSpPr/>
          <p:nvPr/>
        </p:nvGrpSpPr>
        <p:grpSpPr bwMode="auto">
          <a:xfrm>
            <a:off x="1415898" y="659928"/>
            <a:ext cx="9303409" cy="5454552"/>
            <a:chOff x="0" y="0"/>
            <a:chExt cx="9303409" cy="5454552"/>
          </a:xfrm>
        </p:grpSpPr>
        <p:sp>
          <p:nvSpPr>
            <p:cNvPr id="1526500025" name="TextBox 32"/>
            <p:cNvSpPr txBox="1"/>
            <p:nvPr/>
          </p:nvSpPr>
          <p:spPr bwMode="auto">
            <a:xfrm>
              <a:off x="1815320" y="0"/>
              <a:ext cx="5674619" cy="42352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31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7046070" name="TextBox 33"/>
            <p:cNvSpPr txBox="1"/>
            <p:nvPr/>
          </p:nvSpPr>
          <p:spPr bwMode="auto">
            <a:xfrm>
              <a:off x="37845" y="633267"/>
              <a:ext cx="2037917" cy="42352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31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55812162" name="AutoShape 34"/>
            <p:cNvSpPr/>
            <p:nvPr/>
          </p:nvSpPr>
          <p:spPr bwMode="auto">
            <a:xfrm>
              <a:off x="2112527" y="1586979"/>
              <a:ext cx="5078187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986724422" name="TextBox 38"/>
            <p:cNvSpPr txBox="1"/>
            <p:nvPr/>
          </p:nvSpPr>
          <p:spPr bwMode="auto">
            <a:xfrm>
              <a:off x="7228558" y="633267"/>
              <a:ext cx="2037917" cy="42352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31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14585839" name="AutoShape 63"/>
            <p:cNvSpPr/>
            <p:nvPr/>
          </p:nvSpPr>
          <p:spPr bwMode="auto">
            <a:xfrm>
              <a:off x="2112527" y="1586979"/>
              <a:ext cx="5078187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989375733" name="AutoShape 64"/>
            <p:cNvSpPr/>
            <p:nvPr/>
          </p:nvSpPr>
          <p:spPr bwMode="auto">
            <a:xfrm>
              <a:off x="2112527" y="1586979"/>
              <a:ext cx="5078356" cy="176932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00370936" name="AutoShape 65"/>
            <p:cNvSpPr/>
            <p:nvPr/>
          </p:nvSpPr>
          <p:spPr bwMode="auto">
            <a:xfrm>
              <a:off x="2112527" y="1586979"/>
              <a:ext cx="5078356" cy="265398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700366528" name="AutoShape 66"/>
            <p:cNvSpPr/>
            <p:nvPr/>
          </p:nvSpPr>
          <p:spPr bwMode="auto">
            <a:xfrm>
              <a:off x="2112527" y="1586979"/>
              <a:ext cx="5078356" cy="353864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778985689" name="AutoShape 67"/>
            <p:cNvSpPr/>
            <p:nvPr/>
          </p:nvSpPr>
          <p:spPr bwMode="auto">
            <a:xfrm flipV="1">
              <a:off x="2112527" y="1586979"/>
              <a:ext cx="5078187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420226213" name="AutoShape 68"/>
            <p:cNvSpPr/>
            <p:nvPr/>
          </p:nvSpPr>
          <p:spPr bwMode="auto">
            <a:xfrm>
              <a:off x="2112527" y="2471641"/>
              <a:ext cx="5078187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31275711" name="AutoShape 69"/>
            <p:cNvSpPr/>
            <p:nvPr/>
          </p:nvSpPr>
          <p:spPr bwMode="auto">
            <a:xfrm>
              <a:off x="2112527" y="2471641"/>
              <a:ext cx="5078356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944708507" name="AutoShape 70"/>
            <p:cNvSpPr/>
            <p:nvPr/>
          </p:nvSpPr>
          <p:spPr bwMode="auto">
            <a:xfrm>
              <a:off x="2112527" y="2471641"/>
              <a:ext cx="5078356" cy="176932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86348568" name="AutoShape 71"/>
            <p:cNvSpPr/>
            <p:nvPr/>
          </p:nvSpPr>
          <p:spPr bwMode="auto">
            <a:xfrm>
              <a:off x="2112527" y="2471641"/>
              <a:ext cx="5078356" cy="265398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054549192" name="AutoShape 72"/>
            <p:cNvSpPr/>
            <p:nvPr/>
          </p:nvSpPr>
          <p:spPr bwMode="auto">
            <a:xfrm flipV="1">
              <a:off x="2112697" y="1586979"/>
              <a:ext cx="5078016" cy="176932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647190676" name="AutoShape 73"/>
            <p:cNvSpPr/>
            <p:nvPr/>
          </p:nvSpPr>
          <p:spPr bwMode="auto">
            <a:xfrm flipV="1">
              <a:off x="2112697" y="2471641"/>
              <a:ext cx="5078016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495770017" name="AutoShape 74"/>
            <p:cNvSpPr/>
            <p:nvPr/>
          </p:nvSpPr>
          <p:spPr bwMode="auto">
            <a:xfrm>
              <a:off x="2112697" y="3356304"/>
              <a:ext cx="5078187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446306110" name="AutoShape 75"/>
            <p:cNvSpPr/>
            <p:nvPr/>
          </p:nvSpPr>
          <p:spPr bwMode="auto">
            <a:xfrm>
              <a:off x="2112697" y="3356304"/>
              <a:ext cx="5078187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280833422" name="AutoShape 76"/>
            <p:cNvSpPr/>
            <p:nvPr/>
          </p:nvSpPr>
          <p:spPr bwMode="auto">
            <a:xfrm>
              <a:off x="2112697" y="3356304"/>
              <a:ext cx="5078187" cy="176932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076586278" name="AutoShape 77"/>
            <p:cNvSpPr/>
            <p:nvPr/>
          </p:nvSpPr>
          <p:spPr bwMode="auto">
            <a:xfrm flipV="1">
              <a:off x="2112697" y="1586979"/>
              <a:ext cx="5078016" cy="265398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62161916" name="AutoShape 78"/>
            <p:cNvSpPr/>
            <p:nvPr/>
          </p:nvSpPr>
          <p:spPr bwMode="auto">
            <a:xfrm flipV="1">
              <a:off x="2112697" y="2471641"/>
              <a:ext cx="5078016" cy="176932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462775492" name="AutoShape 79"/>
            <p:cNvSpPr/>
            <p:nvPr/>
          </p:nvSpPr>
          <p:spPr bwMode="auto">
            <a:xfrm flipV="1">
              <a:off x="2112697" y="3356304"/>
              <a:ext cx="5078187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353842818" name="AutoShape 80"/>
            <p:cNvSpPr/>
            <p:nvPr/>
          </p:nvSpPr>
          <p:spPr bwMode="auto">
            <a:xfrm>
              <a:off x="2112697" y="4240967"/>
              <a:ext cx="5078187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810092193" name="AutoShape 81"/>
            <p:cNvSpPr/>
            <p:nvPr/>
          </p:nvSpPr>
          <p:spPr bwMode="auto">
            <a:xfrm>
              <a:off x="2112697" y="4240967"/>
              <a:ext cx="5078187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34820689" name="AutoShape 82"/>
            <p:cNvSpPr/>
            <p:nvPr/>
          </p:nvSpPr>
          <p:spPr bwMode="auto">
            <a:xfrm flipV="1">
              <a:off x="2112697" y="1586979"/>
              <a:ext cx="5078016" cy="353864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138730241" name="AutoShape 83"/>
            <p:cNvSpPr/>
            <p:nvPr/>
          </p:nvSpPr>
          <p:spPr bwMode="auto">
            <a:xfrm flipV="1">
              <a:off x="2112697" y="2471641"/>
              <a:ext cx="5078016" cy="265398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032601326" name="AutoShape 84"/>
            <p:cNvSpPr/>
            <p:nvPr/>
          </p:nvSpPr>
          <p:spPr bwMode="auto">
            <a:xfrm flipV="1">
              <a:off x="2112697" y="3356304"/>
              <a:ext cx="5078187" cy="176932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671481382" name="AutoShape 85"/>
            <p:cNvSpPr/>
            <p:nvPr/>
          </p:nvSpPr>
          <p:spPr bwMode="auto">
            <a:xfrm flipV="1">
              <a:off x="2112697" y="4240967"/>
              <a:ext cx="5078187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48228549" name="AutoShape 86"/>
            <p:cNvSpPr/>
            <p:nvPr/>
          </p:nvSpPr>
          <p:spPr bwMode="auto">
            <a:xfrm>
              <a:off x="2112697" y="5125630"/>
              <a:ext cx="5078187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grpSp>
          <p:nvGrpSpPr>
            <p:cNvPr id="837462197" name=""/>
            <p:cNvGrpSpPr/>
            <p:nvPr/>
          </p:nvGrpSpPr>
          <p:grpSpPr bwMode="auto">
            <a:xfrm>
              <a:off x="7190712" y="1103484"/>
              <a:ext cx="2112696" cy="4351068"/>
              <a:chOff x="0" y="0"/>
              <a:chExt cx="2112696" cy="4351068"/>
            </a:xfrm>
          </p:grpSpPr>
          <p:sp>
            <p:nvSpPr>
              <p:cNvPr id="2117165475" name="Freeform 49"/>
              <p:cNvSpPr/>
              <p:nvPr/>
            </p:nvSpPr>
            <p:spPr bwMode="auto">
              <a:xfrm rot="0" flipH="0" flipV="0">
                <a:off x="0" y="154569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74777902" name="TextBox 50"/>
              <p:cNvSpPr txBox="1"/>
              <p:nvPr/>
            </p:nvSpPr>
            <p:spPr bwMode="auto">
              <a:xfrm rot="0" flipH="0" flipV="0">
                <a:off x="0" y="0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57980605" name="Freeform 52"/>
              <p:cNvSpPr/>
              <p:nvPr/>
            </p:nvSpPr>
            <p:spPr bwMode="auto">
              <a:xfrm rot="0" flipH="0" flipV="0">
                <a:off x="0" y="1039232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37142270" name="TextBox 53"/>
              <p:cNvSpPr txBox="1"/>
              <p:nvPr/>
            </p:nvSpPr>
            <p:spPr bwMode="auto">
              <a:xfrm rot="0" flipH="0" flipV="0">
                <a:off x="0" y="884662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65365219" name="Freeform 55"/>
              <p:cNvSpPr/>
              <p:nvPr/>
            </p:nvSpPr>
            <p:spPr bwMode="auto">
              <a:xfrm rot="0" flipH="0" flipV="0">
                <a:off x="171" y="1923894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62942208" name="TextBox 56"/>
              <p:cNvSpPr txBox="1"/>
              <p:nvPr/>
            </p:nvSpPr>
            <p:spPr bwMode="auto">
              <a:xfrm rot="0" flipH="0" flipV="0">
                <a:off x="171" y="1769324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48718411" name="Freeform 58"/>
              <p:cNvSpPr/>
              <p:nvPr/>
            </p:nvSpPr>
            <p:spPr bwMode="auto">
              <a:xfrm rot="0" flipH="0" flipV="0">
                <a:off x="171" y="2808558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06619325" name="TextBox 59"/>
              <p:cNvSpPr txBox="1"/>
              <p:nvPr/>
            </p:nvSpPr>
            <p:spPr bwMode="auto">
              <a:xfrm rot="0" flipH="0" flipV="0">
                <a:off x="171" y="2653988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42957122" name="Freeform 61"/>
              <p:cNvSpPr/>
              <p:nvPr/>
            </p:nvSpPr>
            <p:spPr bwMode="auto">
              <a:xfrm rot="0" flipH="0" flipV="0">
                <a:off x="171" y="3693222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0591836" name="TextBox 62"/>
              <p:cNvSpPr txBox="1"/>
              <p:nvPr/>
            </p:nvSpPr>
            <p:spPr bwMode="auto">
              <a:xfrm rot="0" flipH="0" flipV="0">
                <a:off x="171" y="3538651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269814325" name=""/>
            <p:cNvGrpSpPr/>
            <p:nvPr/>
          </p:nvGrpSpPr>
          <p:grpSpPr bwMode="auto">
            <a:xfrm>
              <a:off x="0" y="1103484"/>
              <a:ext cx="2112696" cy="4351068"/>
              <a:chOff x="0" y="0"/>
              <a:chExt cx="2112696" cy="4351068"/>
            </a:xfrm>
          </p:grpSpPr>
          <p:sp>
            <p:nvSpPr>
              <p:cNvPr id="1643537023" name="Freeform 30"/>
              <p:cNvSpPr/>
              <p:nvPr/>
            </p:nvSpPr>
            <p:spPr bwMode="auto">
              <a:xfrm rot="0" flipH="0" flipV="0">
                <a:off x="0" y="154569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8622247" name="TextBox 31"/>
              <p:cNvSpPr txBox="1"/>
              <p:nvPr/>
            </p:nvSpPr>
            <p:spPr bwMode="auto">
              <a:xfrm rot="0" flipH="0" flipV="0">
                <a:off x="0" y="0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12674819" name="Freeform 36"/>
              <p:cNvSpPr/>
              <p:nvPr/>
            </p:nvSpPr>
            <p:spPr bwMode="auto">
              <a:xfrm rot="0" flipH="0" flipV="0">
                <a:off x="0" y="1039232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72312189" name="TextBox 37"/>
              <p:cNvSpPr txBox="1"/>
              <p:nvPr/>
            </p:nvSpPr>
            <p:spPr bwMode="auto">
              <a:xfrm rot="0" flipH="0" flipV="0">
                <a:off x="0" y="884662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95926420" name="Freeform 40"/>
              <p:cNvSpPr/>
              <p:nvPr/>
            </p:nvSpPr>
            <p:spPr bwMode="auto">
              <a:xfrm rot="0" flipH="0" flipV="0">
                <a:off x="171" y="1923894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7605976" name="TextBox 41"/>
              <p:cNvSpPr txBox="1"/>
              <p:nvPr/>
            </p:nvSpPr>
            <p:spPr bwMode="auto">
              <a:xfrm rot="0" flipH="0" flipV="0">
                <a:off x="171" y="1769324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79558680" name="Freeform 43"/>
              <p:cNvSpPr/>
              <p:nvPr/>
            </p:nvSpPr>
            <p:spPr bwMode="auto">
              <a:xfrm rot="0" flipH="0" flipV="0">
                <a:off x="171" y="2808558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36598817" name="TextBox 44"/>
              <p:cNvSpPr txBox="1"/>
              <p:nvPr/>
            </p:nvSpPr>
            <p:spPr bwMode="auto">
              <a:xfrm rot="0" flipH="0" flipV="0">
                <a:off x="171" y="2653988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77287999" name="Freeform 46"/>
              <p:cNvSpPr/>
              <p:nvPr/>
            </p:nvSpPr>
            <p:spPr bwMode="auto">
              <a:xfrm rot="0" flipH="0" flipV="0">
                <a:off x="171" y="3693222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79209316" name="TextBox 47"/>
              <p:cNvSpPr txBox="1"/>
              <p:nvPr/>
            </p:nvSpPr>
            <p:spPr bwMode="auto">
              <a:xfrm rot="0" flipH="0" flipV="0">
                <a:off x="171" y="3538651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147802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05969" y="1089155"/>
            <a:ext cx="8613801" cy="467968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156158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98567" y="56163"/>
            <a:ext cx="11456525" cy="67456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511462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19755"/>
            <a:ext cx="12191999" cy="68184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2709496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758588"/>
            <a:ext cx="12191999" cy="5340823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65001788" name=""/>
          <p:cNvGrpSpPr/>
          <p:nvPr/>
        </p:nvGrpSpPr>
        <p:grpSpPr bwMode="auto">
          <a:xfrm>
            <a:off x="424402" y="1218003"/>
            <a:ext cx="11180124" cy="4265073"/>
            <a:chOff x="0" y="0"/>
            <a:chExt cx="11180124" cy="4265073"/>
          </a:xfrm>
        </p:grpSpPr>
        <p:sp>
          <p:nvSpPr>
            <p:cNvPr id="1146308688" name="TextBox 32"/>
            <p:cNvSpPr txBox="1"/>
            <p:nvPr/>
          </p:nvSpPr>
          <p:spPr bwMode="auto">
            <a:xfrm>
              <a:off x="2372311" y="281256"/>
              <a:ext cx="6196404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Payjoin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19160368" name="TextBox 33"/>
            <p:cNvSpPr txBox="1"/>
            <p:nvPr/>
          </p:nvSpPr>
          <p:spPr bwMode="auto">
            <a:xfrm>
              <a:off x="2546982" y="1207947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2490067" name="AutoShape 34"/>
            <p:cNvSpPr/>
            <p:nvPr/>
          </p:nvSpPr>
          <p:spPr bwMode="auto">
            <a:xfrm flipH="1">
              <a:off x="5480703" y="1169847"/>
              <a:ext cx="0" cy="262383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18646379" name="TextBox 41"/>
            <p:cNvSpPr txBox="1"/>
            <p:nvPr/>
          </p:nvSpPr>
          <p:spPr bwMode="auto">
            <a:xfrm>
              <a:off x="6179245" y="1207947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93479695" name="TextBox 45"/>
            <p:cNvSpPr txBox="1"/>
            <p:nvPr/>
          </p:nvSpPr>
          <p:spPr bwMode="auto">
            <a:xfrm>
              <a:off x="0" y="908862"/>
              <a:ext cx="1723309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001913800" name="Freeform 46"/>
            <p:cNvSpPr/>
            <p:nvPr/>
          </p:nvSpPr>
          <p:spPr bwMode="auto">
            <a:xfrm rot="1981001">
              <a:off x="566372" y="1733910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0" y="0"/>
                  </a:lnTo>
                  <a:lnTo>
                    <a:pt x="1068740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54005506" name="TextBox 47"/>
            <p:cNvSpPr txBox="1"/>
            <p:nvPr/>
          </p:nvSpPr>
          <p:spPr bwMode="auto">
            <a:xfrm>
              <a:off x="52917" y="3891461"/>
              <a:ext cx="1723309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31383837" name="Freeform 48"/>
            <p:cNvSpPr/>
            <p:nvPr/>
          </p:nvSpPr>
          <p:spPr bwMode="auto">
            <a:xfrm rot="9541431" flipH="1">
              <a:off x="688524" y="3174423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20"/>
                  </a:lnTo>
                  <a:lnTo>
                    <a:pt x="1068740" y="301920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15114298" name="TextBox 49"/>
            <p:cNvSpPr txBox="1"/>
            <p:nvPr/>
          </p:nvSpPr>
          <p:spPr bwMode="auto">
            <a:xfrm>
              <a:off x="9236787" y="776093"/>
              <a:ext cx="1723309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6088970" name="Freeform 50"/>
            <p:cNvSpPr/>
            <p:nvPr/>
          </p:nvSpPr>
          <p:spPr bwMode="auto">
            <a:xfrm rot="-9435686">
              <a:off x="9321232" y="3251858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1" y="0"/>
                  </a:lnTo>
                  <a:lnTo>
                    <a:pt x="1068741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57230707" name="TextBox 51"/>
            <p:cNvSpPr txBox="1"/>
            <p:nvPr/>
          </p:nvSpPr>
          <p:spPr bwMode="auto">
            <a:xfrm>
              <a:off x="9456814" y="3853823"/>
              <a:ext cx="1723309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257549791" name="Freeform 52"/>
            <p:cNvSpPr/>
            <p:nvPr/>
          </p:nvSpPr>
          <p:spPr bwMode="auto">
            <a:xfrm rot="-2557580" flipH="1">
              <a:off x="9265453" y="1616258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19"/>
                  </a:lnTo>
                  <a:lnTo>
                    <a:pt x="1068740" y="301919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80315757" name="Rectangle: Rounded Corners 12"/>
            <p:cNvSpPr/>
            <p:nvPr/>
          </p:nvSpPr>
          <p:spPr bwMode="auto">
            <a:xfrm>
              <a:off x="2168696" y="0"/>
              <a:ext cx="6729075" cy="4227561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886767704" name=""/>
            <p:cNvGrpSpPr/>
            <p:nvPr/>
          </p:nvGrpSpPr>
          <p:grpSpPr bwMode="auto">
            <a:xfrm>
              <a:off x="2516747" y="1740207"/>
              <a:ext cx="5927716" cy="1828831"/>
              <a:chOff x="0" y="0"/>
              <a:chExt cx="5927716" cy="1828831"/>
            </a:xfrm>
          </p:grpSpPr>
          <p:sp>
            <p:nvSpPr>
              <p:cNvPr id="1679207958" name="Freeform 30"/>
              <p:cNvSpPr/>
              <p:nvPr/>
            </p:nvSpPr>
            <p:spPr bwMode="auto">
              <a:xfrm rot="0" flipH="0" flipV="0">
                <a:off x="0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85345519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03098443" name="Freeform 36"/>
              <p:cNvSpPr/>
              <p:nvPr/>
            </p:nvSpPr>
            <p:spPr bwMode="auto">
              <a:xfrm rot="0" flipH="0" flipV="0">
                <a:off x="0" y="111057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91776325" name="TextBox 37"/>
              <p:cNvSpPr txBox="1"/>
              <p:nvPr/>
            </p:nvSpPr>
            <p:spPr bwMode="auto">
              <a:xfrm rot="0" flipH="0" flipV="0">
                <a:off x="0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30455266" name="Freeform 39"/>
              <p:cNvSpPr/>
              <p:nvPr/>
            </p:nvSpPr>
            <p:spPr bwMode="auto">
              <a:xfrm rot="0" flipH="0" flipV="0">
                <a:off x="3621177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6922538" name="TextBox 40"/>
              <p:cNvSpPr txBox="1"/>
              <p:nvPr/>
            </p:nvSpPr>
            <p:spPr bwMode="auto">
              <a:xfrm rot="0" flipH="0" flipV="0">
                <a:off x="3621177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36312109" name="Freeform 43"/>
              <p:cNvSpPr/>
              <p:nvPr/>
            </p:nvSpPr>
            <p:spPr bwMode="auto">
              <a:xfrm rot="0" flipH="0" flipV="0">
                <a:off x="3621177" y="111057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60554687" name="TextBox 44"/>
              <p:cNvSpPr txBox="1"/>
              <p:nvPr/>
            </p:nvSpPr>
            <p:spPr bwMode="auto">
              <a:xfrm rot="0" flipH="0" flipV="0">
                <a:off x="3621177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19 000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66768094" name=""/>
          <p:cNvGrpSpPr/>
          <p:nvPr/>
        </p:nvGrpSpPr>
        <p:grpSpPr bwMode="auto">
          <a:xfrm>
            <a:off x="2716473" y="1112055"/>
            <a:ext cx="6556743" cy="4227561"/>
            <a:chOff x="0" y="0"/>
            <a:chExt cx="6556743" cy="4227561"/>
          </a:xfrm>
        </p:grpSpPr>
        <p:sp>
          <p:nvSpPr>
            <p:cNvPr id="155134667" name="TextBox 32"/>
            <p:cNvSpPr txBox="1"/>
            <p:nvPr/>
          </p:nvSpPr>
          <p:spPr bwMode="auto">
            <a:xfrm>
              <a:off x="174836" y="407190"/>
              <a:ext cx="6196044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 i="0" u="none" strike="noStrike" cap="none" spc="0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Payjoin</a:t>
              </a:r>
              <a:endParaRPr/>
            </a:p>
          </p:txBody>
        </p:sp>
        <p:sp>
          <p:nvSpPr>
            <p:cNvPr id="833238373" name="TextBox 33"/>
            <p:cNvSpPr txBox="1"/>
            <p:nvPr/>
          </p:nvSpPr>
          <p:spPr bwMode="auto">
            <a:xfrm>
              <a:off x="349507" y="1271044"/>
              <a:ext cx="222462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Rubik"/>
                  <a:ea typeface="Rubik"/>
                  <a:cs typeface="Rubik"/>
                </a:rPr>
                <a:t>inputs</a:t>
              </a:r>
              <a:endParaRPr/>
            </a:p>
          </p:txBody>
        </p:sp>
        <p:sp>
          <p:nvSpPr>
            <p:cNvPr id="421990075" name="AutoShape 34"/>
            <p:cNvSpPr/>
            <p:nvPr/>
          </p:nvSpPr>
          <p:spPr bwMode="auto">
            <a:xfrm flipH="1">
              <a:off x="3272140" y="1232943"/>
              <a:ext cx="0" cy="262383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90215258" name="TextBox 41"/>
            <p:cNvSpPr txBox="1"/>
            <p:nvPr/>
          </p:nvSpPr>
          <p:spPr bwMode="auto">
            <a:xfrm>
              <a:off x="3970683" y="1271044"/>
              <a:ext cx="222462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Rubik"/>
                  <a:ea typeface="Rubik"/>
                  <a:cs typeface="Rubik"/>
                </a:rPr>
                <a:t>outputs</a:t>
              </a:r>
              <a:endParaRPr/>
            </a:p>
          </p:txBody>
        </p:sp>
        <p:sp>
          <p:nvSpPr>
            <p:cNvPr id="2050334460" name="Rectangle: Rounded Corners 12"/>
            <p:cNvSpPr/>
            <p:nvPr/>
          </p:nvSpPr>
          <p:spPr bwMode="auto">
            <a:xfrm>
              <a:off x="0" y="0"/>
              <a:ext cx="6556743" cy="4227561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283870629" name=""/>
            <p:cNvGrpSpPr/>
            <p:nvPr/>
          </p:nvGrpSpPr>
          <p:grpSpPr bwMode="auto">
            <a:xfrm>
              <a:off x="308186" y="1803304"/>
              <a:ext cx="5927716" cy="1828830"/>
              <a:chOff x="0" y="0"/>
              <a:chExt cx="5927716" cy="1828830"/>
            </a:xfrm>
          </p:grpSpPr>
          <p:sp>
            <p:nvSpPr>
              <p:cNvPr id="1295512849" name="Freeform 30"/>
              <p:cNvSpPr/>
              <p:nvPr/>
            </p:nvSpPr>
            <p:spPr bwMode="auto">
              <a:xfrm rot="0" flipH="0" flipV="0">
                <a:off x="0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05945542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53203867" name="Freeform 36"/>
              <p:cNvSpPr/>
              <p:nvPr/>
            </p:nvSpPr>
            <p:spPr bwMode="auto">
              <a:xfrm rot="0" flipH="0" flipV="0">
                <a:off x="0" y="111057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79623749" name="TextBox 37"/>
              <p:cNvSpPr txBox="1"/>
              <p:nvPr/>
            </p:nvSpPr>
            <p:spPr bwMode="auto">
              <a:xfrm rot="0" flipH="0" flipV="0">
                <a:off x="0" y="965909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13583315" name="Freeform 39"/>
              <p:cNvSpPr/>
              <p:nvPr/>
            </p:nvSpPr>
            <p:spPr bwMode="auto">
              <a:xfrm rot="0" flipH="0" flipV="0">
                <a:off x="3621177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2927351" name="TextBox 40"/>
              <p:cNvSpPr txBox="1"/>
              <p:nvPr/>
            </p:nvSpPr>
            <p:spPr bwMode="auto">
              <a:xfrm rot="0" flipH="0" flipV="0">
                <a:off x="3621177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74675039" name="Freeform 43"/>
              <p:cNvSpPr/>
              <p:nvPr/>
            </p:nvSpPr>
            <p:spPr bwMode="auto">
              <a:xfrm rot="0" flipH="0" flipV="0">
                <a:off x="3621177" y="111057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32426701" name="TextBox 44"/>
              <p:cNvSpPr txBox="1"/>
              <p:nvPr/>
            </p:nvSpPr>
            <p:spPr bwMode="auto">
              <a:xfrm rot="0" flipH="0" flipV="0">
                <a:off x="3621177" y="965909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19 000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93099010" name=""/>
          <p:cNvGrpSpPr/>
          <p:nvPr/>
        </p:nvGrpSpPr>
        <p:grpSpPr bwMode="auto">
          <a:xfrm>
            <a:off x="473564" y="1049330"/>
            <a:ext cx="11369543" cy="4925331"/>
            <a:chOff x="0" y="0"/>
            <a:chExt cx="11369543" cy="4925331"/>
          </a:xfrm>
        </p:grpSpPr>
        <p:sp>
          <p:nvSpPr>
            <p:cNvPr id="1819908531" name="AutoShape 32"/>
            <p:cNvSpPr/>
            <p:nvPr/>
          </p:nvSpPr>
          <p:spPr bwMode="auto">
            <a:xfrm flipH="1">
              <a:off x="5671202" y="1035600"/>
              <a:ext cx="0" cy="262383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40566139" name="Freeform 42"/>
            <p:cNvSpPr/>
            <p:nvPr/>
          </p:nvSpPr>
          <p:spPr bwMode="auto">
            <a:xfrm rot="1981001">
              <a:off x="756871" y="1599662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0" y="0"/>
                  </a:lnTo>
                  <a:lnTo>
                    <a:pt x="1068740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8859412" name="Freeform 43"/>
            <p:cNvSpPr/>
            <p:nvPr/>
          </p:nvSpPr>
          <p:spPr bwMode="auto">
            <a:xfrm rot="9541431" flipH="1">
              <a:off x="879023" y="3040176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19"/>
                  </a:lnTo>
                  <a:lnTo>
                    <a:pt x="1068740" y="301919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6498319" name="Freeform 44"/>
            <p:cNvSpPr/>
            <p:nvPr/>
          </p:nvSpPr>
          <p:spPr bwMode="auto">
            <a:xfrm rot="-9435686">
              <a:off x="9511732" y="3117612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1" y="0"/>
                  </a:lnTo>
                  <a:lnTo>
                    <a:pt x="1068741" y="301920"/>
                  </a:lnTo>
                  <a:lnTo>
                    <a:pt x="0" y="301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64899956" name="Freeform 45"/>
            <p:cNvSpPr/>
            <p:nvPr/>
          </p:nvSpPr>
          <p:spPr bwMode="auto">
            <a:xfrm rot="-2557580" flipH="1">
              <a:off x="9455953" y="1482010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20"/>
                  </a:lnTo>
                  <a:lnTo>
                    <a:pt x="1068740" y="301920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83930125" name="Freeform 46"/>
            <p:cNvSpPr/>
            <p:nvPr/>
          </p:nvSpPr>
          <p:spPr bwMode="auto">
            <a:xfrm>
              <a:off x="4546608" y="4282995"/>
              <a:ext cx="642336" cy="642336"/>
            </a:xfrm>
            <a:custGeom>
              <a:avLst/>
              <a:gdLst/>
              <a:ahLst/>
              <a:cxnLst/>
              <a:rect l="l" t="t" r="r" b="b"/>
              <a:pathLst>
                <a:path w="642338" h="642338" fill="norm" stroke="1" extrusionOk="0">
                  <a:moveTo>
                    <a:pt x="0" y="0"/>
                  </a:moveTo>
                  <a:lnTo>
                    <a:pt x="642339" y="0"/>
                  </a:lnTo>
                  <a:lnTo>
                    <a:pt x="642339" y="642338"/>
                  </a:lnTo>
                  <a:lnTo>
                    <a:pt x="0" y="6423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76147704" name="TextBox 47"/>
            <p:cNvSpPr txBox="1"/>
            <p:nvPr/>
          </p:nvSpPr>
          <p:spPr bwMode="auto">
            <a:xfrm>
              <a:off x="2573897" y="284261"/>
              <a:ext cx="6196404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 i="0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Payjoin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26910179" name="TextBox 48"/>
            <p:cNvSpPr txBox="1"/>
            <p:nvPr/>
          </p:nvSpPr>
          <p:spPr bwMode="auto">
            <a:xfrm>
              <a:off x="2748570" y="1073700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57199031" name="TextBox 49"/>
            <p:cNvSpPr txBox="1"/>
            <p:nvPr/>
          </p:nvSpPr>
          <p:spPr bwMode="auto">
            <a:xfrm>
              <a:off x="6369747" y="1073700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20756924" name="TextBox 50"/>
            <p:cNvSpPr txBox="1"/>
            <p:nvPr/>
          </p:nvSpPr>
          <p:spPr bwMode="auto">
            <a:xfrm>
              <a:off x="0" y="774615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85251474" name="TextBox 51"/>
            <p:cNvSpPr txBox="1"/>
            <p:nvPr/>
          </p:nvSpPr>
          <p:spPr bwMode="auto">
            <a:xfrm>
              <a:off x="52917" y="3566714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29278095" name="TextBox 52"/>
            <p:cNvSpPr txBox="1"/>
            <p:nvPr/>
          </p:nvSpPr>
          <p:spPr bwMode="auto">
            <a:xfrm>
              <a:off x="9427286" y="641848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51104022" name="TextBox 53"/>
            <p:cNvSpPr txBox="1"/>
            <p:nvPr/>
          </p:nvSpPr>
          <p:spPr bwMode="auto">
            <a:xfrm>
              <a:off x="9647313" y="3719577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29125659" name="TextBox 54"/>
            <p:cNvSpPr txBox="1"/>
            <p:nvPr/>
          </p:nvSpPr>
          <p:spPr bwMode="auto">
            <a:xfrm>
              <a:off x="5487441" y="4351433"/>
              <a:ext cx="2984868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38"/>
                </a:lnSpc>
                <a:defRPr/>
              </a:pPr>
              <a:r>
                <a:rPr lang="en-US" sz="2600" b="1" i="1">
                  <a:solidFill>
                    <a:srgbClr val="FF5C00"/>
                  </a:solidFill>
                  <a:latin typeface="Rubik Bold Italics"/>
                  <a:ea typeface="Rubik Bold Italics"/>
                  <a:cs typeface="Rubik Bold Italics"/>
                </a:rPr>
                <a:t>Wrong!</a:t>
              </a:r>
              <a:endParaRPr/>
            </a:p>
          </p:txBody>
        </p:sp>
        <p:sp>
          <p:nvSpPr>
            <p:cNvPr id="1615883766" name="Rectangle: Rounded Corners 12"/>
            <p:cNvSpPr/>
            <p:nvPr/>
          </p:nvSpPr>
          <p:spPr bwMode="auto">
            <a:xfrm>
              <a:off x="2420772" y="0"/>
              <a:ext cx="6534590" cy="4051207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2677918" name=""/>
            <p:cNvGrpSpPr/>
            <p:nvPr/>
          </p:nvGrpSpPr>
          <p:grpSpPr bwMode="auto">
            <a:xfrm>
              <a:off x="2707249" y="1605961"/>
              <a:ext cx="5927715" cy="1828831"/>
              <a:chOff x="0" y="0"/>
              <a:chExt cx="5927715" cy="1828831"/>
            </a:xfrm>
          </p:grpSpPr>
          <p:sp>
            <p:nvSpPr>
              <p:cNvPr id="1896338735" name="Freeform 30"/>
              <p:cNvSpPr/>
              <p:nvPr/>
            </p:nvSpPr>
            <p:spPr bwMode="auto">
              <a:xfrm rot="0" flipH="0" flipV="0">
                <a:off x="0" y="144658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62941764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73886751" name="Freeform 34"/>
              <p:cNvSpPr/>
              <p:nvPr/>
            </p:nvSpPr>
            <p:spPr bwMode="auto">
              <a:xfrm rot="0" flipH="0" flipV="0">
                <a:off x="0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66611839" name="TextBox 35"/>
              <p:cNvSpPr txBox="1"/>
              <p:nvPr/>
            </p:nvSpPr>
            <p:spPr bwMode="auto">
              <a:xfrm rot="0" flipH="0" flipV="0">
                <a:off x="0" y="965909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50244162" name="Freeform 37"/>
              <p:cNvSpPr/>
              <p:nvPr/>
            </p:nvSpPr>
            <p:spPr bwMode="auto">
              <a:xfrm rot="0" flipH="0" flipV="0">
                <a:off x="3621177" y="144658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85854216" name="TextBox 38"/>
              <p:cNvSpPr txBox="1"/>
              <p:nvPr/>
            </p:nvSpPr>
            <p:spPr bwMode="auto">
              <a:xfrm rot="0" flipH="0" flipV="0">
                <a:off x="3621177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47193962" name="Freeform 40"/>
              <p:cNvSpPr/>
              <p:nvPr/>
            </p:nvSpPr>
            <p:spPr bwMode="auto">
              <a:xfrm rot="0" flipH="0" flipV="0">
                <a:off x="3621177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55960780" name="TextBox 41"/>
              <p:cNvSpPr txBox="1"/>
              <p:nvPr/>
            </p:nvSpPr>
            <p:spPr bwMode="auto">
              <a:xfrm rot="0" flipH="0" flipV="0">
                <a:off x="3621177" y="965909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19 000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65943691" name=""/>
          <p:cNvGrpSpPr/>
          <p:nvPr/>
        </p:nvGrpSpPr>
        <p:grpSpPr bwMode="auto">
          <a:xfrm>
            <a:off x="472906" y="1191506"/>
            <a:ext cx="11369543" cy="4227561"/>
            <a:chOff x="0" y="0"/>
            <a:chExt cx="11369543" cy="4227561"/>
          </a:xfrm>
        </p:grpSpPr>
        <p:sp>
          <p:nvSpPr>
            <p:cNvPr id="1264401539" name="TextBox 32"/>
            <p:cNvSpPr txBox="1"/>
            <p:nvPr/>
          </p:nvSpPr>
          <p:spPr bwMode="auto">
            <a:xfrm>
              <a:off x="2573898" y="323258"/>
              <a:ext cx="6196404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 i="0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Payjoin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84353730" name="TextBox 33"/>
            <p:cNvSpPr txBox="1"/>
            <p:nvPr/>
          </p:nvSpPr>
          <p:spPr bwMode="auto">
            <a:xfrm>
              <a:off x="2748568" y="1112697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16576361" name="AutoShape 34"/>
            <p:cNvSpPr/>
            <p:nvPr/>
          </p:nvSpPr>
          <p:spPr bwMode="auto">
            <a:xfrm flipH="1">
              <a:off x="5671202" y="1074597"/>
              <a:ext cx="0" cy="262383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68587317" name="TextBox 41"/>
            <p:cNvSpPr txBox="1"/>
            <p:nvPr/>
          </p:nvSpPr>
          <p:spPr bwMode="auto">
            <a:xfrm>
              <a:off x="6369747" y="1112697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90451590" name="TextBox 45"/>
            <p:cNvSpPr txBox="1"/>
            <p:nvPr/>
          </p:nvSpPr>
          <p:spPr bwMode="auto">
            <a:xfrm>
              <a:off x="0" y="813611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20163243" name="Freeform 46"/>
            <p:cNvSpPr/>
            <p:nvPr/>
          </p:nvSpPr>
          <p:spPr bwMode="auto">
            <a:xfrm rot="1981001">
              <a:off x="756873" y="1638660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0" y="0"/>
                  </a:lnTo>
                  <a:lnTo>
                    <a:pt x="1068740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90128771" name="TextBox 47"/>
            <p:cNvSpPr txBox="1"/>
            <p:nvPr/>
          </p:nvSpPr>
          <p:spPr bwMode="auto">
            <a:xfrm>
              <a:off x="52917" y="3605710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14319477" name="Freeform 48"/>
            <p:cNvSpPr/>
            <p:nvPr/>
          </p:nvSpPr>
          <p:spPr bwMode="auto">
            <a:xfrm rot="9541431" flipH="1">
              <a:off x="879024" y="3079174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20"/>
                  </a:lnTo>
                  <a:lnTo>
                    <a:pt x="1068740" y="301920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86815790" name="TextBox 49"/>
            <p:cNvSpPr txBox="1"/>
            <p:nvPr/>
          </p:nvSpPr>
          <p:spPr bwMode="auto">
            <a:xfrm>
              <a:off x="9427286" y="680845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32148922" name="Freeform 50"/>
            <p:cNvSpPr/>
            <p:nvPr/>
          </p:nvSpPr>
          <p:spPr bwMode="auto">
            <a:xfrm rot="-9435686">
              <a:off x="9511732" y="3156609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1" y="0"/>
                  </a:lnTo>
                  <a:lnTo>
                    <a:pt x="1068741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80671618" name="TextBox 51"/>
            <p:cNvSpPr txBox="1"/>
            <p:nvPr/>
          </p:nvSpPr>
          <p:spPr bwMode="auto">
            <a:xfrm>
              <a:off x="9647313" y="3758572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93804389" name="Freeform 52"/>
            <p:cNvSpPr/>
            <p:nvPr/>
          </p:nvSpPr>
          <p:spPr bwMode="auto">
            <a:xfrm rot="-2557580" flipH="1">
              <a:off x="9455953" y="1521009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19"/>
                  </a:lnTo>
                  <a:lnTo>
                    <a:pt x="1068740" y="301919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79343948" name="Rectangle: Rounded Corners 12"/>
            <p:cNvSpPr/>
            <p:nvPr/>
          </p:nvSpPr>
          <p:spPr bwMode="auto">
            <a:xfrm>
              <a:off x="2381352" y="0"/>
              <a:ext cx="6574015" cy="4227561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249117668" name=""/>
            <p:cNvGrpSpPr/>
            <p:nvPr/>
          </p:nvGrpSpPr>
          <p:grpSpPr bwMode="auto">
            <a:xfrm>
              <a:off x="2707246" y="1644957"/>
              <a:ext cx="5927717" cy="1828831"/>
              <a:chOff x="0" y="0"/>
              <a:chExt cx="5927717" cy="1828831"/>
            </a:xfrm>
          </p:grpSpPr>
          <p:sp>
            <p:nvSpPr>
              <p:cNvPr id="531175094" name="Freeform 30"/>
              <p:cNvSpPr/>
              <p:nvPr/>
            </p:nvSpPr>
            <p:spPr bwMode="auto">
              <a:xfrm rot="0" flipH="0" flipV="0">
                <a:off x="0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48666924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29927891" name="Freeform 36"/>
              <p:cNvSpPr/>
              <p:nvPr/>
            </p:nvSpPr>
            <p:spPr bwMode="auto">
              <a:xfrm rot="0" flipH="0" flipV="0">
                <a:off x="0" y="111057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04404629" name="TextBox 37"/>
              <p:cNvSpPr txBox="1"/>
              <p:nvPr/>
            </p:nvSpPr>
            <p:spPr bwMode="auto">
              <a:xfrm rot="0" flipH="0" flipV="0">
                <a:off x="0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55158763" name="Freeform 39"/>
              <p:cNvSpPr/>
              <p:nvPr/>
            </p:nvSpPr>
            <p:spPr bwMode="auto">
              <a:xfrm rot="0" flipH="0" flipV="0">
                <a:off x="3621179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57242693" name="TextBox 40"/>
              <p:cNvSpPr txBox="1"/>
              <p:nvPr/>
            </p:nvSpPr>
            <p:spPr bwMode="auto">
              <a:xfrm rot="0" flipH="0" flipV="0">
                <a:off x="3621179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08565731" name="Freeform 43"/>
              <p:cNvSpPr/>
              <p:nvPr/>
            </p:nvSpPr>
            <p:spPr bwMode="auto">
              <a:xfrm rot="0" flipH="0" flipV="0">
                <a:off x="3621179" y="111057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96368799" name="TextBox 44"/>
              <p:cNvSpPr txBox="1"/>
              <p:nvPr/>
            </p:nvSpPr>
            <p:spPr bwMode="auto">
              <a:xfrm rot="0" flipH="0" flipV="0">
                <a:off x="3621179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19 000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1946045" name="Freeform 42"/>
          <p:cNvSpPr/>
          <p:nvPr/>
        </p:nvSpPr>
        <p:spPr bwMode="auto">
          <a:xfrm rot="-9435686">
            <a:off x="8911926" y="4145000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20"/>
                </a:lnTo>
                <a:lnTo>
                  <a:pt x="0" y="3019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686638" name="TextBox 47"/>
          <p:cNvSpPr txBox="1"/>
          <p:nvPr/>
        </p:nvSpPr>
        <p:spPr bwMode="auto">
          <a:xfrm>
            <a:off x="8768358" y="4842213"/>
            <a:ext cx="2508577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결제 금액</a:t>
            </a:r>
            <a:endParaRPr sz="1600">
              <a:latin typeface="IBM Plex Sans"/>
              <a:cs typeface="IBM Plex Sans"/>
            </a:endParaRPr>
          </a:p>
        </p:txBody>
      </p:sp>
      <p:grpSp>
        <p:nvGrpSpPr>
          <p:cNvPr id="1748302702" name=""/>
          <p:cNvGrpSpPr/>
          <p:nvPr/>
        </p:nvGrpSpPr>
        <p:grpSpPr bwMode="auto">
          <a:xfrm>
            <a:off x="1779582" y="996376"/>
            <a:ext cx="6596166" cy="4956341"/>
            <a:chOff x="0" y="0"/>
            <a:chExt cx="6596166" cy="4956341"/>
          </a:xfrm>
        </p:grpSpPr>
        <p:sp>
          <p:nvSpPr>
            <p:cNvPr id="1100119829" name="AutoShape 32"/>
            <p:cNvSpPr/>
            <p:nvPr/>
          </p:nvSpPr>
          <p:spPr bwMode="auto">
            <a:xfrm flipH="1">
              <a:off x="3291813" y="1066611"/>
              <a:ext cx="0" cy="262383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5248276" name="Freeform 43"/>
            <p:cNvSpPr/>
            <p:nvPr/>
          </p:nvSpPr>
          <p:spPr bwMode="auto">
            <a:xfrm>
              <a:off x="2262470" y="4314006"/>
              <a:ext cx="642336" cy="642336"/>
            </a:xfrm>
            <a:custGeom>
              <a:avLst/>
              <a:gdLst/>
              <a:ahLst/>
              <a:cxnLst/>
              <a:rect l="l" t="t" r="r" b="b"/>
              <a:pathLst>
                <a:path w="642338" h="642338" fill="norm" stroke="1" extrusionOk="0">
                  <a:moveTo>
                    <a:pt x="0" y="0"/>
                  </a:moveTo>
                  <a:lnTo>
                    <a:pt x="642338" y="0"/>
                  </a:lnTo>
                  <a:lnTo>
                    <a:pt x="642338" y="642338"/>
                  </a:lnTo>
                  <a:lnTo>
                    <a:pt x="0" y="6423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7630945" name="TextBox 44"/>
            <p:cNvSpPr txBox="1"/>
            <p:nvPr/>
          </p:nvSpPr>
          <p:spPr bwMode="auto">
            <a:xfrm>
              <a:off x="194509" y="315272"/>
              <a:ext cx="6196764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 i="0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Payjoin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94364183" name="TextBox 45"/>
            <p:cNvSpPr txBox="1"/>
            <p:nvPr/>
          </p:nvSpPr>
          <p:spPr bwMode="auto">
            <a:xfrm>
              <a:off x="369180" y="1104710"/>
              <a:ext cx="222534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64698899" name="TextBox 46"/>
            <p:cNvSpPr txBox="1"/>
            <p:nvPr/>
          </p:nvSpPr>
          <p:spPr bwMode="auto">
            <a:xfrm>
              <a:off x="3990357" y="1104710"/>
              <a:ext cx="222534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55694623" name="TextBox 48"/>
            <p:cNvSpPr txBox="1"/>
            <p:nvPr/>
          </p:nvSpPr>
          <p:spPr bwMode="auto">
            <a:xfrm>
              <a:off x="3203299" y="4382443"/>
              <a:ext cx="2985228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38"/>
                </a:lnSpc>
                <a:defRPr/>
              </a:pPr>
              <a:r>
                <a:rPr lang="en-US" sz="2600" b="1" i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Wrong</a:t>
              </a:r>
              <a:r>
                <a:rPr lang="en-US" sz="2600" b="1" i="1">
                  <a:solidFill>
                    <a:srgbClr val="FF5C00"/>
                  </a:solidFill>
                  <a:latin typeface="Rubik Bold Italics"/>
                  <a:ea typeface="Rubik Bold Italics"/>
                  <a:cs typeface="Rubik Bold Italics"/>
                </a:rPr>
                <a:t>!</a:t>
              </a:r>
              <a:endParaRPr/>
            </a:p>
          </p:txBody>
        </p:sp>
        <p:sp>
          <p:nvSpPr>
            <p:cNvPr id="166431666" name="Rectangle: Rounded Corners 12"/>
            <p:cNvSpPr/>
            <p:nvPr/>
          </p:nvSpPr>
          <p:spPr bwMode="auto">
            <a:xfrm>
              <a:off x="0" y="0"/>
              <a:ext cx="6596167" cy="4032705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2129566940" name=""/>
            <p:cNvGrpSpPr/>
            <p:nvPr/>
          </p:nvGrpSpPr>
          <p:grpSpPr bwMode="auto">
            <a:xfrm>
              <a:off x="327859" y="1636971"/>
              <a:ext cx="5927716" cy="1828830"/>
              <a:chOff x="0" y="0"/>
              <a:chExt cx="5927716" cy="1828830"/>
            </a:xfrm>
          </p:grpSpPr>
          <p:sp>
            <p:nvSpPr>
              <p:cNvPr id="1502303517" name="Freeform 30"/>
              <p:cNvSpPr/>
              <p:nvPr/>
            </p:nvSpPr>
            <p:spPr bwMode="auto">
              <a:xfrm rot="0" flipH="0" flipV="0">
                <a:off x="0" y="14466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2058224199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Rubik Semi-Bold"/>
                    <a:ea typeface="Rubik Semi-Bold"/>
                    <a:cs typeface="Rubik Semi-Bold"/>
                  </a:rPr>
                  <a:t>10 000 sats</a:t>
                </a:r>
                <a:endParaRPr sz="1600"/>
              </a:p>
            </p:txBody>
          </p:sp>
          <p:sp>
            <p:nvSpPr>
              <p:cNvPr id="244914682" name="Freeform 34"/>
              <p:cNvSpPr/>
              <p:nvPr/>
            </p:nvSpPr>
            <p:spPr bwMode="auto">
              <a:xfrm rot="0" flipH="0" flipV="0">
                <a:off x="0" y="111057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367766624" name="TextBox 35"/>
              <p:cNvSpPr txBox="1"/>
              <p:nvPr/>
            </p:nvSpPr>
            <p:spPr bwMode="auto">
              <a:xfrm rot="0" flipH="0" flipV="0">
                <a:off x="0" y="965909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Rubik Semi-Bold"/>
                    <a:ea typeface="Rubik Semi-Bold"/>
                    <a:cs typeface="Rubik Semi-Bold"/>
                  </a:rPr>
                  <a:t>15 000 sats</a:t>
                </a:r>
                <a:endParaRPr sz="1600"/>
              </a:p>
            </p:txBody>
          </p:sp>
          <p:sp>
            <p:nvSpPr>
              <p:cNvPr id="1612301626" name="Freeform 37"/>
              <p:cNvSpPr/>
              <p:nvPr/>
            </p:nvSpPr>
            <p:spPr bwMode="auto">
              <a:xfrm rot="0" flipH="0" flipV="0">
                <a:off x="3621177" y="14466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1201118222" name="TextBox 38"/>
              <p:cNvSpPr txBox="1"/>
              <p:nvPr/>
            </p:nvSpPr>
            <p:spPr bwMode="auto">
              <a:xfrm rot="0" flipH="0" flipV="0">
                <a:off x="3621177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Rubik Semi-Bold"/>
                    <a:ea typeface="Rubik Semi-Bold"/>
                    <a:cs typeface="Rubik Semi-Bold"/>
                  </a:rPr>
                  <a:t>6 000 sats</a:t>
                </a:r>
                <a:endParaRPr sz="1600"/>
              </a:p>
            </p:txBody>
          </p:sp>
          <p:sp>
            <p:nvSpPr>
              <p:cNvPr id="1470390525" name="Freeform 40"/>
              <p:cNvSpPr/>
              <p:nvPr/>
            </p:nvSpPr>
            <p:spPr bwMode="auto">
              <a:xfrm rot="0" flipH="0" flipV="0">
                <a:off x="3621177" y="111057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1724613170" name="TextBox 41"/>
              <p:cNvSpPr txBox="1"/>
              <p:nvPr/>
            </p:nvSpPr>
            <p:spPr bwMode="auto">
              <a:xfrm rot="0" flipH="0" flipV="0">
                <a:off x="3621177" y="965909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Rubik Semi-Bold"/>
                    <a:ea typeface="Rubik Semi-Bold"/>
                    <a:cs typeface="Rubik Semi-Bold"/>
                  </a:rPr>
                  <a:t>19 000 sats</a:t>
                </a:r>
                <a:endParaRPr sz="16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0427098" name="TextBox 54"/>
          <p:cNvSpPr txBox="1"/>
          <p:nvPr/>
        </p:nvSpPr>
        <p:spPr bwMode="auto">
          <a:xfrm>
            <a:off x="3162295" y="5325179"/>
            <a:ext cx="5927561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4,000 SAT의 실제 지불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193989109" name=""/>
          <p:cNvGrpSpPr/>
          <p:nvPr/>
        </p:nvGrpSpPr>
        <p:grpSpPr bwMode="auto">
          <a:xfrm>
            <a:off x="441486" y="756521"/>
            <a:ext cx="11369542" cy="4368633"/>
            <a:chOff x="0" y="0"/>
            <a:chExt cx="11369542" cy="4368633"/>
          </a:xfrm>
        </p:grpSpPr>
        <p:sp>
          <p:nvSpPr>
            <p:cNvPr id="1662379575" name="TextBox 32"/>
            <p:cNvSpPr txBox="1"/>
            <p:nvPr/>
          </p:nvSpPr>
          <p:spPr bwMode="auto">
            <a:xfrm>
              <a:off x="2573896" y="225643"/>
              <a:ext cx="6196404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 i="0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Payjoin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776617" name="TextBox 33"/>
            <p:cNvSpPr txBox="1"/>
            <p:nvPr/>
          </p:nvSpPr>
          <p:spPr bwMode="auto">
            <a:xfrm>
              <a:off x="2748567" y="1015083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3521377" name="AutoShape 34"/>
            <p:cNvSpPr/>
            <p:nvPr/>
          </p:nvSpPr>
          <p:spPr bwMode="auto">
            <a:xfrm flipH="1">
              <a:off x="5671201" y="976983"/>
              <a:ext cx="0" cy="262383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64630816" name="TextBox 41"/>
            <p:cNvSpPr txBox="1"/>
            <p:nvPr/>
          </p:nvSpPr>
          <p:spPr bwMode="auto">
            <a:xfrm>
              <a:off x="6369745" y="1015083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63516692" name="TextBox 45"/>
            <p:cNvSpPr txBox="1"/>
            <p:nvPr/>
          </p:nvSpPr>
          <p:spPr bwMode="auto">
            <a:xfrm>
              <a:off x="0" y="715997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2488556" name="Freeform 46"/>
            <p:cNvSpPr/>
            <p:nvPr/>
          </p:nvSpPr>
          <p:spPr bwMode="auto">
            <a:xfrm rot="1981001">
              <a:off x="756873" y="1541045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0" y="0"/>
                  </a:lnTo>
                  <a:lnTo>
                    <a:pt x="1068740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69515799" name="TextBox 47"/>
            <p:cNvSpPr txBox="1"/>
            <p:nvPr/>
          </p:nvSpPr>
          <p:spPr bwMode="auto">
            <a:xfrm>
              <a:off x="52916" y="3508098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87177470" name="Freeform 48"/>
            <p:cNvSpPr/>
            <p:nvPr/>
          </p:nvSpPr>
          <p:spPr bwMode="auto">
            <a:xfrm rot="9541431" flipH="1">
              <a:off x="879022" y="2981560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20"/>
                  </a:lnTo>
                  <a:lnTo>
                    <a:pt x="1068740" y="301920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67113627" name="TextBox 49"/>
            <p:cNvSpPr txBox="1"/>
            <p:nvPr/>
          </p:nvSpPr>
          <p:spPr bwMode="auto">
            <a:xfrm>
              <a:off x="9427285" y="583230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52598220" name="Freeform 50"/>
            <p:cNvSpPr/>
            <p:nvPr/>
          </p:nvSpPr>
          <p:spPr bwMode="auto">
            <a:xfrm rot="-9435686">
              <a:off x="9511731" y="3058995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1" y="0"/>
                  </a:lnTo>
                  <a:lnTo>
                    <a:pt x="1068741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88606451" name="TextBox 51"/>
            <p:cNvSpPr txBox="1"/>
            <p:nvPr/>
          </p:nvSpPr>
          <p:spPr bwMode="auto">
            <a:xfrm>
              <a:off x="9647312" y="3660959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88881230" name="Freeform 52"/>
            <p:cNvSpPr/>
            <p:nvPr/>
          </p:nvSpPr>
          <p:spPr bwMode="auto">
            <a:xfrm rot="-2557580" flipH="1">
              <a:off x="9455952" y="1423395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19"/>
                  </a:lnTo>
                  <a:lnTo>
                    <a:pt x="1068740" y="301919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64360583" name="AutoShape 53"/>
            <p:cNvSpPr/>
            <p:nvPr/>
          </p:nvSpPr>
          <p:spPr bwMode="auto">
            <a:xfrm>
              <a:off x="3860518" y="4368633"/>
              <a:ext cx="3621177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15388692" name="Rectangle: Rounded Corners 12"/>
            <p:cNvSpPr/>
            <p:nvPr/>
          </p:nvSpPr>
          <p:spPr bwMode="auto">
            <a:xfrm>
              <a:off x="2374701" y="0"/>
              <a:ext cx="6640470" cy="3881835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332801674" name=""/>
            <p:cNvGrpSpPr/>
            <p:nvPr/>
          </p:nvGrpSpPr>
          <p:grpSpPr bwMode="auto">
            <a:xfrm>
              <a:off x="2707246" y="1547343"/>
              <a:ext cx="5927716" cy="1828832"/>
              <a:chOff x="0" y="0"/>
              <a:chExt cx="5927716" cy="1828832"/>
            </a:xfrm>
          </p:grpSpPr>
          <p:sp>
            <p:nvSpPr>
              <p:cNvPr id="1729762752" name="Freeform 30"/>
              <p:cNvSpPr/>
              <p:nvPr/>
            </p:nvSpPr>
            <p:spPr bwMode="auto">
              <a:xfrm rot="0" flipH="0" flipV="0">
                <a:off x="0" y="14466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295861460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912846339" name="Freeform 36"/>
              <p:cNvSpPr/>
              <p:nvPr/>
            </p:nvSpPr>
            <p:spPr bwMode="auto">
              <a:xfrm rot="0" flipH="0" flipV="0">
                <a:off x="0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175523155" name="TextBox 37"/>
              <p:cNvSpPr txBox="1"/>
              <p:nvPr/>
            </p:nvSpPr>
            <p:spPr bwMode="auto">
              <a:xfrm rot="0" flipH="0" flipV="0">
                <a:off x="0" y="965911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59577719" name="Freeform 39"/>
              <p:cNvSpPr/>
              <p:nvPr/>
            </p:nvSpPr>
            <p:spPr bwMode="auto">
              <a:xfrm rot="0" flipH="0" flipV="0">
                <a:off x="3621177" y="14466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301002767" name="TextBox 40"/>
              <p:cNvSpPr txBox="1"/>
              <p:nvPr/>
            </p:nvSpPr>
            <p:spPr bwMode="auto">
              <a:xfrm rot="0" flipH="0" flipV="0">
                <a:off x="3621177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543852532" name="Freeform 43"/>
              <p:cNvSpPr/>
              <p:nvPr/>
            </p:nvSpPr>
            <p:spPr bwMode="auto">
              <a:xfrm rot="0" flipH="0" flipV="0">
                <a:off x="3621177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944006358" name="TextBox 44"/>
              <p:cNvSpPr txBox="1"/>
              <p:nvPr/>
            </p:nvSpPr>
            <p:spPr bwMode="auto">
              <a:xfrm rot="0" flipH="0" flipV="0">
                <a:off x="3621177" y="965911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19 000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71190443" name=""/>
          <p:cNvPicPr>
            <a:picLocks noChangeAspect="1"/>
          </p:cNvPicPr>
          <p:nvPr/>
        </p:nvPicPr>
        <p:blipFill>
          <a:blip r:embed="rId3"/>
          <a:srcRect l="0" t="8339" r="42890" b="12188"/>
          <a:stretch/>
        </p:blipFill>
        <p:spPr bwMode="auto">
          <a:xfrm flipH="0" flipV="0">
            <a:off x="1797586" y="1408907"/>
            <a:ext cx="8596824" cy="1853404"/>
          </a:xfrm>
          <a:prstGeom prst="rect">
            <a:avLst/>
          </a:prstGeom>
        </p:spPr>
      </p:pic>
      <p:pic>
        <p:nvPicPr>
          <p:cNvPr id="1597114680" name=""/>
          <p:cNvPicPr>
            <a:picLocks noChangeAspect="1"/>
          </p:cNvPicPr>
          <p:nvPr/>
        </p:nvPicPr>
        <p:blipFill>
          <a:blip r:embed="rId3"/>
          <a:srcRect l="57109" t="8338" r="0" b="12188"/>
          <a:stretch/>
        </p:blipFill>
        <p:spPr bwMode="auto">
          <a:xfrm flipH="0" flipV="0">
            <a:off x="2844167" y="3321843"/>
            <a:ext cx="7203017" cy="20677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4007100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352549" y="1107281"/>
            <a:ext cx="9391648" cy="4800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21596770" name=""/>
          <p:cNvGrpSpPr/>
          <p:nvPr/>
        </p:nvGrpSpPr>
        <p:grpSpPr bwMode="auto">
          <a:xfrm>
            <a:off x="304423" y="349646"/>
            <a:ext cx="11701273" cy="6161418"/>
            <a:chOff x="0" y="0"/>
            <a:chExt cx="11701273" cy="6161418"/>
          </a:xfrm>
        </p:grpSpPr>
        <p:sp>
          <p:nvSpPr>
            <p:cNvPr id="2025771634" name="TextBox 32"/>
            <p:cNvSpPr txBox="1"/>
            <p:nvPr/>
          </p:nvSpPr>
          <p:spPr bwMode="auto">
            <a:xfrm>
              <a:off x="2579117" y="354167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Stonewall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92497467" name="TextBox 33"/>
            <p:cNvSpPr txBox="1"/>
            <p:nvPr/>
          </p:nvSpPr>
          <p:spPr bwMode="auto">
            <a:xfrm>
              <a:off x="2753786" y="1218019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18481704" name="AutoShape 34"/>
            <p:cNvSpPr/>
            <p:nvPr/>
          </p:nvSpPr>
          <p:spPr bwMode="auto">
            <a:xfrm>
              <a:off x="5676419" y="1179920"/>
              <a:ext cx="0" cy="442479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70719377" name="TextBox 38"/>
            <p:cNvSpPr txBox="1"/>
            <p:nvPr/>
          </p:nvSpPr>
          <p:spPr bwMode="auto">
            <a:xfrm>
              <a:off x="6374963" y="1218019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44669087" name="TextBox 42"/>
            <p:cNvSpPr txBox="1"/>
            <p:nvPr/>
          </p:nvSpPr>
          <p:spPr bwMode="auto">
            <a:xfrm flipH="0" flipV="0">
              <a:off x="74229" y="1132293"/>
              <a:ext cx="2129409" cy="3734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91224096" name="Freeform 43"/>
            <p:cNvSpPr/>
            <p:nvPr/>
          </p:nvSpPr>
          <p:spPr bwMode="auto">
            <a:xfrm rot="1981001">
              <a:off x="972326" y="1848391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1" y="0"/>
                  </a:lnTo>
                  <a:lnTo>
                    <a:pt x="1068741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3499122" name="TextBox 44"/>
            <p:cNvSpPr txBox="1"/>
            <p:nvPr/>
          </p:nvSpPr>
          <p:spPr bwMode="auto">
            <a:xfrm flipH="0" flipV="0">
              <a:off x="0" y="3740734"/>
              <a:ext cx="2202199" cy="3733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83699595" name="Freeform 45"/>
            <p:cNvSpPr/>
            <p:nvPr/>
          </p:nvSpPr>
          <p:spPr bwMode="auto">
            <a:xfrm rot="9541431" flipH="1">
              <a:off x="879023" y="3219432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1" y="0"/>
                  </a:moveTo>
                  <a:lnTo>
                    <a:pt x="0" y="0"/>
                  </a:lnTo>
                  <a:lnTo>
                    <a:pt x="0" y="301920"/>
                  </a:lnTo>
                  <a:lnTo>
                    <a:pt x="1068741" y="301920"/>
                  </a:lnTo>
                  <a:lnTo>
                    <a:pt x="1068741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29283153" name="TextBox 46"/>
            <p:cNvSpPr txBox="1"/>
            <p:nvPr/>
          </p:nvSpPr>
          <p:spPr bwMode="auto">
            <a:xfrm flipH="0" flipV="0">
              <a:off x="9154729" y="973226"/>
              <a:ext cx="2540719" cy="3733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40423231" name="Freeform 47"/>
            <p:cNvSpPr/>
            <p:nvPr/>
          </p:nvSpPr>
          <p:spPr bwMode="auto">
            <a:xfrm rot="-423529" flipH="1">
              <a:off x="9624780" y="3104723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1" y="0"/>
                  </a:moveTo>
                  <a:lnTo>
                    <a:pt x="0" y="0"/>
                  </a:lnTo>
                  <a:lnTo>
                    <a:pt x="0" y="301919"/>
                  </a:lnTo>
                  <a:lnTo>
                    <a:pt x="1068741" y="301919"/>
                  </a:lnTo>
                  <a:lnTo>
                    <a:pt x="1068741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66636474" name="TextBox 48"/>
            <p:cNvSpPr txBox="1"/>
            <p:nvPr/>
          </p:nvSpPr>
          <p:spPr bwMode="auto">
            <a:xfrm flipH="0" flipV="0">
              <a:off x="9154729" y="2624419"/>
              <a:ext cx="2536483" cy="3733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90228419" name="Freeform 49"/>
            <p:cNvSpPr/>
            <p:nvPr/>
          </p:nvSpPr>
          <p:spPr bwMode="auto">
            <a:xfrm rot="-2557580" flipH="1">
              <a:off x="9502326" y="1743984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20"/>
                  </a:lnTo>
                  <a:lnTo>
                    <a:pt x="1068740" y="301920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82120317" name="Freeform 56"/>
            <p:cNvSpPr/>
            <p:nvPr/>
          </p:nvSpPr>
          <p:spPr bwMode="auto">
            <a:xfrm rot="-10662274">
              <a:off x="9500152" y="3905191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0" y="0"/>
                  </a:lnTo>
                  <a:lnTo>
                    <a:pt x="1068740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78993120" name="TextBox 57"/>
            <p:cNvSpPr txBox="1"/>
            <p:nvPr/>
          </p:nvSpPr>
          <p:spPr bwMode="auto">
            <a:xfrm flipH="0" flipV="0">
              <a:off x="9154729" y="4266483"/>
              <a:ext cx="2536483" cy="3733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463235443" name="Freeform 58"/>
            <p:cNvSpPr/>
            <p:nvPr/>
          </p:nvSpPr>
          <p:spPr bwMode="auto">
            <a:xfrm rot="-9983765">
              <a:off x="9515051" y="5026962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0" y="0"/>
                  </a:lnTo>
                  <a:lnTo>
                    <a:pt x="1068740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08072514" name="TextBox 59"/>
            <p:cNvSpPr txBox="1"/>
            <p:nvPr/>
          </p:nvSpPr>
          <p:spPr bwMode="auto">
            <a:xfrm flipH="0" flipV="0">
              <a:off x="9154729" y="5450325"/>
              <a:ext cx="2546544" cy="3733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17941011" name="Rectangle: Rounded Corners 12"/>
            <p:cNvSpPr/>
            <p:nvPr/>
          </p:nvSpPr>
          <p:spPr bwMode="auto">
            <a:xfrm>
              <a:off x="2352864" y="0"/>
              <a:ext cx="6667498" cy="61614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967608001" name=""/>
            <p:cNvGrpSpPr/>
            <p:nvPr/>
          </p:nvGrpSpPr>
          <p:grpSpPr bwMode="auto">
            <a:xfrm>
              <a:off x="2712465" y="1750281"/>
              <a:ext cx="5927715" cy="3760654"/>
              <a:chOff x="0" y="0"/>
              <a:chExt cx="5927715" cy="3760654"/>
            </a:xfrm>
          </p:grpSpPr>
          <p:sp>
            <p:nvSpPr>
              <p:cNvPr id="1888897342" name="Freeform 30"/>
              <p:cNvSpPr/>
              <p:nvPr/>
            </p:nvSpPr>
            <p:spPr bwMode="auto">
              <a:xfrm rot="0" flipH="0" flipV="0">
                <a:off x="0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03559216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48767521" name="Freeform 36"/>
              <p:cNvSpPr/>
              <p:nvPr/>
            </p:nvSpPr>
            <p:spPr bwMode="auto">
              <a:xfrm rot="0" flipH="0" flipV="0">
                <a:off x="0" y="1110572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78291599" name="TextBox 37"/>
              <p:cNvSpPr txBox="1"/>
              <p:nvPr/>
            </p:nvSpPr>
            <p:spPr bwMode="auto">
              <a:xfrm rot="0" flipH="0" flipV="0">
                <a:off x="0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16058275" name="Freeform 40"/>
              <p:cNvSpPr/>
              <p:nvPr/>
            </p:nvSpPr>
            <p:spPr bwMode="auto">
              <a:xfrm rot="0" flipH="0" flipV="0">
                <a:off x="3621177" y="1110572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64524918" name="TextBox 41"/>
              <p:cNvSpPr txBox="1"/>
              <p:nvPr/>
            </p:nvSpPr>
            <p:spPr bwMode="auto">
              <a:xfrm rot="0" flipH="0" flipV="0">
                <a:off x="3621177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33744303" name="Freeform 51"/>
              <p:cNvSpPr/>
              <p:nvPr/>
            </p:nvSpPr>
            <p:spPr bwMode="auto">
              <a:xfrm rot="0" flipH="0" flipV="0">
                <a:off x="3621177" y="207648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21385105" name="TextBox 52"/>
              <p:cNvSpPr txBox="1"/>
              <p:nvPr/>
            </p:nvSpPr>
            <p:spPr bwMode="auto">
              <a:xfrm rot="0" flipH="0" flipV="0">
                <a:off x="3621177" y="1931822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57869512" name="Freeform 54"/>
              <p:cNvSpPr/>
              <p:nvPr/>
            </p:nvSpPr>
            <p:spPr bwMode="auto">
              <a:xfrm rot="0" flipH="0" flipV="0">
                <a:off x="3621177" y="3042396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65061285" name="TextBox 55"/>
              <p:cNvSpPr txBox="1"/>
              <p:nvPr/>
            </p:nvSpPr>
            <p:spPr bwMode="auto">
              <a:xfrm rot="0" flipH="0" flipV="0">
                <a:off x="3621177" y="2897733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17937093" name="Freeform 61"/>
              <p:cNvSpPr/>
              <p:nvPr/>
            </p:nvSpPr>
            <p:spPr bwMode="auto">
              <a:xfrm rot="0" flipH="0" flipV="0">
                <a:off x="3621177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79502375" name="TextBox 62"/>
              <p:cNvSpPr txBox="1"/>
              <p:nvPr/>
            </p:nvSpPr>
            <p:spPr bwMode="auto">
              <a:xfrm rot="0" flipH="0" flipV="0">
                <a:off x="3621177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31572304" name=""/>
          <p:cNvGrpSpPr/>
          <p:nvPr/>
        </p:nvGrpSpPr>
        <p:grpSpPr bwMode="auto">
          <a:xfrm>
            <a:off x="2625869" y="356259"/>
            <a:ext cx="6667497" cy="6161418"/>
            <a:chOff x="0" y="0"/>
            <a:chExt cx="6667497" cy="6161418"/>
          </a:xfrm>
        </p:grpSpPr>
        <p:sp>
          <p:nvSpPr>
            <p:cNvPr id="921122323" name="TextBox 32"/>
            <p:cNvSpPr txBox="1"/>
            <p:nvPr/>
          </p:nvSpPr>
          <p:spPr bwMode="auto">
            <a:xfrm>
              <a:off x="188127" y="317827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24825902" name="TextBox 33"/>
            <p:cNvSpPr txBox="1"/>
            <p:nvPr/>
          </p:nvSpPr>
          <p:spPr bwMode="auto">
            <a:xfrm>
              <a:off x="362797" y="1107265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86079171" name="AutoShape 34"/>
            <p:cNvSpPr/>
            <p:nvPr/>
          </p:nvSpPr>
          <p:spPr bwMode="auto">
            <a:xfrm>
              <a:off x="3285432" y="1069164"/>
              <a:ext cx="0" cy="442479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15025743" name="TextBox 38"/>
            <p:cNvSpPr txBox="1"/>
            <p:nvPr/>
          </p:nvSpPr>
          <p:spPr bwMode="auto">
            <a:xfrm>
              <a:off x="3983974" y="1107265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68524390" name="Rectangle: Rounded Corners 12"/>
            <p:cNvSpPr/>
            <p:nvPr/>
          </p:nvSpPr>
          <p:spPr bwMode="auto">
            <a:xfrm>
              <a:off x="0" y="0"/>
              <a:ext cx="6667498" cy="61614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586364884" name=""/>
            <p:cNvGrpSpPr/>
            <p:nvPr/>
          </p:nvGrpSpPr>
          <p:grpSpPr bwMode="auto">
            <a:xfrm>
              <a:off x="321475" y="1639524"/>
              <a:ext cx="5927717" cy="3760655"/>
              <a:chOff x="0" y="0"/>
              <a:chExt cx="5927717" cy="3760655"/>
            </a:xfrm>
          </p:grpSpPr>
          <p:sp>
            <p:nvSpPr>
              <p:cNvPr id="502750826" name="Freeform 30"/>
              <p:cNvSpPr/>
              <p:nvPr/>
            </p:nvSpPr>
            <p:spPr bwMode="auto">
              <a:xfrm rot="0" flipH="0" flipV="0">
                <a:off x="0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24685927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252691" name="Freeform 36"/>
              <p:cNvSpPr/>
              <p:nvPr/>
            </p:nvSpPr>
            <p:spPr bwMode="auto">
              <a:xfrm rot="0" flipH="0" flipV="0">
                <a:off x="0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36853219" name="TextBox 37"/>
              <p:cNvSpPr txBox="1"/>
              <p:nvPr/>
            </p:nvSpPr>
            <p:spPr bwMode="auto">
              <a:xfrm rot="0" flipH="0" flipV="0">
                <a:off x="0" y="965911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69336885" name="Freeform 40"/>
              <p:cNvSpPr/>
              <p:nvPr/>
            </p:nvSpPr>
            <p:spPr bwMode="auto">
              <a:xfrm rot="0" flipH="0" flipV="0">
                <a:off x="3621178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87301976" name="TextBox 41"/>
              <p:cNvSpPr txBox="1"/>
              <p:nvPr/>
            </p:nvSpPr>
            <p:spPr bwMode="auto">
              <a:xfrm rot="0" flipH="0" flipV="0">
                <a:off x="3621178" y="965911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26133689" name="Freeform 43"/>
              <p:cNvSpPr/>
              <p:nvPr/>
            </p:nvSpPr>
            <p:spPr bwMode="auto">
              <a:xfrm rot="0" flipH="0" flipV="0">
                <a:off x="3621178" y="207648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83226157" name="TextBox 44"/>
              <p:cNvSpPr txBox="1"/>
              <p:nvPr/>
            </p:nvSpPr>
            <p:spPr bwMode="auto">
              <a:xfrm rot="0" flipH="0" flipV="0">
                <a:off x="3621178" y="1931823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25093222" name="Freeform 46"/>
              <p:cNvSpPr/>
              <p:nvPr/>
            </p:nvSpPr>
            <p:spPr bwMode="auto">
              <a:xfrm rot="0" flipH="0" flipV="0">
                <a:off x="3621178" y="3042396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97756659" name="TextBox 47"/>
              <p:cNvSpPr txBox="1"/>
              <p:nvPr/>
            </p:nvSpPr>
            <p:spPr bwMode="auto">
              <a:xfrm rot="0" flipH="0" flipV="0">
                <a:off x="3621178" y="2897734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65014936" name="Freeform 49"/>
              <p:cNvSpPr/>
              <p:nvPr/>
            </p:nvSpPr>
            <p:spPr bwMode="auto">
              <a:xfrm rot="0" flipH="0" flipV="0">
                <a:off x="3621178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99701088" name="TextBox 50"/>
              <p:cNvSpPr txBox="1"/>
              <p:nvPr/>
            </p:nvSpPr>
            <p:spPr bwMode="auto">
              <a:xfrm rot="0" flipH="0" flipV="0">
                <a:off x="3621178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18079577" name=""/>
          <p:cNvGrpSpPr/>
          <p:nvPr/>
        </p:nvGrpSpPr>
        <p:grpSpPr bwMode="auto">
          <a:xfrm>
            <a:off x="219904" y="396872"/>
            <a:ext cx="11784493" cy="6174765"/>
            <a:chOff x="0" y="0"/>
            <a:chExt cx="11784493" cy="6174765"/>
          </a:xfrm>
        </p:grpSpPr>
        <p:sp>
          <p:nvSpPr>
            <p:cNvPr id="2089869496" name="TextBox 32"/>
            <p:cNvSpPr txBox="1"/>
            <p:nvPr/>
          </p:nvSpPr>
          <p:spPr bwMode="auto">
            <a:xfrm>
              <a:off x="2923483" y="352566"/>
              <a:ext cx="5799995" cy="43279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04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59998426" name="TextBox 33"/>
            <p:cNvSpPr txBox="1"/>
            <p:nvPr/>
          </p:nvSpPr>
          <p:spPr bwMode="auto">
            <a:xfrm>
              <a:off x="3086984" y="1021874"/>
              <a:ext cx="2083159" cy="39964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43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214992664" name="AutoShape 34"/>
            <p:cNvSpPr/>
            <p:nvPr/>
          </p:nvSpPr>
          <p:spPr bwMode="auto">
            <a:xfrm>
              <a:off x="5822763" y="989862"/>
              <a:ext cx="0" cy="414190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08558624" name="TextBox 38"/>
            <p:cNvSpPr txBox="1"/>
            <p:nvPr/>
          </p:nvSpPr>
          <p:spPr bwMode="auto">
            <a:xfrm>
              <a:off x="6476644" y="1021874"/>
              <a:ext cx="2083159" cy="39964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43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386707246" name="TextBox 42"/>
            <p:cNvSpPr txBox="1"/>
            <p:nvPr/>
          </p:nvSpPr>
          <p:spPr bwMode="auto">
            <a:xfrm flipH="0" flipV="0">
              <a:off x="0" y="942237"/>
              <a:ext cx="2477939" cy="3733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704496258" name="Freeform 43"/>
            <p:cNvSpPr/>
            <p:nvPr/>
          </p:nvSpPr>
          <p:spPr bwMode="auto">
            <a:xfrm rot="1981001">
              <a:off x="1315747" y="1615596"/>
              <a:ext cx="1000409" cy="282614"/>
            </a:xfrm>
            <a:custGeom>
              <a:avLst/>
              <a:gdLst/>
              <a:ahLst/>
              <a:cxnLst/>
              <a:rect l="l" t="t" r="r" b="b"/>
              <a:pathLst>
                <a:path w="1000411" h="282616" fill="norm" stroke="1" extrusionOk="0">
                  <a:moveTo>
                    <a:pt x="0" y="0"/>
                  </a:moveTo>
                  <a:lnTo>
                    <a:pt x="1000411" y="0"/>
                  </a:lnTo>
                  <a:lnTo>
                    <a:pt x="1000411" y="282616"/>
                  </a:lnTo>
                  <a:lnTo>
                    <a:pt x="0" y="282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752594" name="TextBox 44"/>
            <p:cNvSpPr txBox="1"/>
            <p:nvPr/>
          </p:nvSpPr>
          <p:spPr bwMode="auto">
            <a:xfrm flipH="0" flipV="0">
              <a:off x="215084" y="3383908"/>
              <a:ext cx="2452635" cy="3733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19779778" name="Freeform 45"/>
            <p:cNvSpPr/>
            <p:nvPr/>
          </p:nvSpPr>
          <p:spPr bwMode="auto">
            <a:xfrm rot="9541431" flipH="1">
              <a:off x="1228410" y="2898980"/>
              <a:ext cx="1000409" cy="282614"/>
            </a:xfrm>
            <a:custGeom>
              <a:avLst/>
              <a:gdLst/>
              <a:ahLst/>
              <a:cxnLst/>
              <a:rect l="l" t="t" r="r" b="b"/>
              <a:pathLst>
                <a:path w="1000411" h="282616" fill="norm" stroke="1" extrusionOk="0">
                  <a:moveTo>
                    <a:pt x="1000411" y="0"/>
                  </a:moveTo>
                  <a:lnTo>
                    <a:pt x="0" y="0"/>
                  </a:lnTo>
                  <a:lnTo>
                    <a:pt x="0" y="282617"/>
                  </a:lnTo>
                  <a:lnTo>
                    <a:pt x="1000411" y="282617"/>
                  </a:lnTo>
                  <a:lnTo>
                    <a:pt x="1000411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28223889" name="TextBox 46"/>
            <p:cNvSpPr txBox="1"/>
            <p:nvPr/>
          </p:nvSpPr>
          <p:spPr bwMode="auto">
            <a:xfrm flipH="0" flipV="0">
              <a:off x="9048429" y="793339"/>
              <a:ext cx="2733048" cy="34960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50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1510321" name="Freeform 47"/>
            <p:cNvSpPr/>
            <p:nvPr/>
          </p:nvSpPr>
          <p:spPr bwMode="auto">
            <a:xfrm rot="-423529" flipH="1">
              <a:off x="9415009" y="2791605"/>
              <a:ext cx="1000409" cy="282614"/>
            </a:xfrm>
            <a:custGeom>
              <a:avLst/>
              <a:gdLst/>
              <a:ahLst/>
              <a:cxnLst/>
              <a:rect l="l" t="t" r="r" b="b"/>
              <a:pathLst>
                <a:path w="1000411" h="282616" fill="norm" stroke="1" extrusionOk="0">
                  <a:moveTo>
                    <a:pt x="1000411" y="0"/>
                  </a:moveTo>
                  <a:lnTo>
                    <a:pt x="0" y="0"/>
                  </a:lnTo>
                  <a:lnTo>
                    <a:pt x="0" y="282616"/>
                  </a:lnTo>
                  <a:lnTo>
                    <a:pt x="1000411" y="282616"/>
                  </a:lnTo>
                  <a:lnTo>
                    <a:pt x="1000411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2808105" name="TextBox 48"/>
            <p:cNvSpPr txBox="1"/>
            <p:nvPr/>
          </p:nvSpPr>
          <p:spPr bwMode="auto">
            <a:xfrm flipH="0" flipV="0">
              <a:off x="9048750" y="2338965"/>
              <a:ext cx="2731219" cy="34960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50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14090898" name="Freeform 49"/>
            <p:cNvSpPr/>
            <p:nvPr/>
          </p:nvSpPr>
          <p:spPr bwMode="auto">
            <a:xfrm rot="-2557580" flipH="1">
              <a:off x="9300385" y="1517864"/>
              <a:ext cx="1000409" cy="282614"/>
            </a:xfrm>
            <a:custGeom>
              <a:avLst/>
              <a:gdLst/>
              <a:ahLst/>
              <a:cxnLst/>
              <a:rect l="l" t="t" r="r" b="b"/>
              <a:pathLst>
                <a:path w="1000411" h="282616" fill="norm" stroke="1" extrusionOk="0">
                  <a:moveTo>
                    <a:pt x="1000411" y="0"/>
                  </a:moveTo>
                  <a:lnTo>
                    <a:pt x="0" y="0"/>
                  </a:lnTo>
                  <a:lnTo>
                    <a:pt x="0" y="282616"/>
                  </a:lnTo>
                  <a:lnTo>
                    <a:pt x="1000411" y="282616"/>
                  </a:lnTo>
                  <a:lnTo>
                    <a:pt x="1000411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53335018" name="Freeform 56"/>
            <p:cNvSpPr/>
            <p:nvPr/>
          </p:nvSpPr>
          <p:spPr bwMode="auto">
            <a:xfrm rot="-10662274">
              <a:off x="9298350" y="3540897"/>
              <a:ext cx="1000409" cy="282614"/>
            </a:xfrm>
            <a:custGeom>
              <a:avLst/>
              <a:gdLst/>
              <a:ahLst/>
              <a:cxnLst/>
              <a:rect l="l" t="t" r="r" b="b"/>
              <a:pathLst>
                <a:path w="1000411" h="282616" fill="norm" stroke="1" extrusionOk="0">
                  <a:moveTo>
                    <a:pt x="0" y="0"/>
                  </a:moveTo>
                  <a:lnTo>
                    <a:pt x="1000411" y="0"/>
                  </a:lnTo>
                  <a:lnTo>
                    <a:pt x="1000411" y="282616"/>
                  </a:lnTo>
                  <a:lnTo>
                    <a:pt x="0" y="282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39919483" name="TextBox 57"/>
            <p:cNvSpPr txBox="1"/>
            <p:nvPr/>
          </p:nvSpPr>
          <p:spPr bwMode="auto">
            <a:xfrm flipH="0" flipV="0">
              <a:off x="9048643" y="3848744"/>
              <a:ext cx="2731829" cy="34960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50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23058498" name="Freeform 58"/>
            <p:cNvSpPr/>
            <p:nvPr/>
          </p:nvSpPr>
          <p:spPr bwMode="auto">
            <a:xfrm rot="-9983765">
              <a:off x="9312297" y="4590948"/>
              <a:ext cx="1000409" cy="282614"/>
            </a:xfrm>
            <a:custGeom>
              <a:avLst/>
              <a:gdLst/>
              <a:ahLst/>
              <a:cxnLst/>
              <a:rect l="l" t="t" r="r" b="b"/>
              <a:pathLst>
                <a:path w="1000411" h="282616" fill="norm" stroke="1" extrusionOk="0">
                  <a:moveTo>
                    <a:pt x="0" y="0"/>
                  </a:moveTo>
                  <a:lnTo>
                    <a:pt x="1000411" y="0"/>
                  </a:lnTo>
                  <a:lnTo>
                    <a:pt x="1000411" y="282616"/>
                  </a:lnTo>
                  <a:lnTo>
                    <a:pt x="0" y="282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05401579" name="TextBox 59"/>
            <p:cNvSpPr txBox="1"/>
            <p:nvPr/>
          </p:nvSpPr>
          <p:spPr bwMode="auto">
            <a:xfrm flipH="0" flipV="0">
              <a:off x="9047790" y="4956894"/>
              <a:ext cx="2736704" cy="34960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50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412143023" name="Freeform 63"/>
            <p:cNvSpPr/>
            <p:nvPr/>
          </p:nvSpPr>
          <p:spPr bwMode="auto">
            <a:xfrm>
              <a:off x="5522127" y="5573496"/>
              <a:ext cx="601269" cy="601269"/>
            </a:xfrm>
            <a:custGeom>
              <a:avLst/>
              <a:gdLst/>
              <a:ahLst/>
              <a:cxnLst/>
              <a:rect l="l" t="t" r="r" b="b"/>
              <a:pathLst>
                <a:path w="601271" h="601271" fill="norm" stroke="1" extrusionOk="0">
                  <a:moveTo>
                    <a:pt x="0" y="0"/>
                  </a:moveTo>
                  <a:lnTo>
                    <a:pt x="601270" y="0"/>
                  </a:lnTo>
                  <a:lnTo>
                    <a:pt x="601270" y="601270"/>
                  </a:lnTo>
                  <a:lnTo>
                    <a:pt x="0" y="6012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66345823" name="Rectangle: Rounded Corners 12"/>
            <p:cNvSpPr/>
            <p:nvPr/>
          </p:nvSpPr>
          <p:spPr bwMode="auto">
            <a:xfrm>
              <a:off x="2775882" y="0"/>
              <a:ext cx="6135871" cy="5334059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542334128" name=""/>
            <p:cNvGrpSpPr/>
            <p:nvPr/>
          </p:nvGrpSpPr>
          <p:grpSpPr bwMode="auto">
            <a:xfrm>
              <a:off x="3048306" y="1523758"/>
              <a:ext cx="5548732" cy="3520218"/>
              <a:chOff x="0" y="0"/>
              <a:chExt cx="5548732" cy="3520218"/>
            </a:xfrm>
          </p:grpSpPr>
          <p:sp>
            <p:nvSpPr>
              <p:cNvPr id="1228360319" name="Freeform 30"/>
              <p:cNvSpPr/>
              <p:nvPr/>
            </p:nvSpPr>
            <p:spPr bwMode="auto">
              <a:xfrm rot="0" flipH="0" flipV="0">
                <a:off x="0" y="135411"/>
                <a:ext cx="2159073" cy="672337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16" y="0"/>
                    </a:moveTo>
                    <a:lnTo>
                      <a:pt x="789311" y="0"/>
                    </a:lnTo>
                    <a:cubicBezTo>
                      <a:pt x="856643" y="0"/>
                      <a:pt x="911226" y="54584"/>
                      <a:pt x="911226" y="121916"/>
                    </a:cubicBezTo>
                    <a:lnTo>
                      <a:pt x="911226" y="161842"/>
                    </a:lnTo>
                    <a:cubicBezTo>
                      <a:pt x="911226" y="229174"/>
                      <a:pt x="856643" y="283758"/>
                      <a:pt x="789311" y="283758"/>
                    </a:cubicBezTo>
                    <a:lnTo>
                      <a:pt x="121916" y="283758"/>
                    </a:lnTo>
                    <a:cubicBezTo>
                      <a:pt x="54584" y="283758"/>
                      <a:pt x="0" y="229174"/>
                      <a:pt x="0" y="161842"/>
                    </a:cubicBezTo>
                    <a:lnTo>
                      <a:pt x="0" y="121916"/>
                    </a:lnTo>
                    <a:cubicBezTo>
                      <a:pt x="0" y="54584"/>
                      <a:pt x="54584" y="0"/>
                      <a:pt x="1219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40188307" name="TextBox 31"/>
              <p:cNvSpPr txBox="1"/>
              <p:nvPr/>
            </p:nvSpPr>
            <p:spPr bwMode="auto">
              <a:xfrm rot="0" flipH="0" flipV="0">
                <a:off x="0" y="0"/>
                <a:ext cx="2159073" cy="8077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81516312" name="Freeform 36"/>
              <p:cNvSpPr/>
              <p:nvPr/>
            </p:nvSpPr>
            <p:spPr bwMode="auto">
              <a:xfrm rot="0" flipH="0" flipV="0">
                <a:off x="0" y="1039569"/>
                <a:ext cx="2159073" cy="672337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16" y="0"/>
                    </a:moveTo>
                    <a:lnTo>
                      <a:pt x="789311" y="0"/>
                    </a:lnTo>
                    <a:cubicBezTo>
                      <a:pt x="856643" y="0"/>
                      <a:pt x="911226" y="54584"/>
                      <a:pt x="911226" y="121916"/>
                    </a:cubicBezTo>
                    <a:lnTo>
                      <a:pt x="911226" y="161842"/>
                    </a:lnTo>
                    <a:cubicBezTo>
                      <a:pt x="911226" y="229174"/>
                      <a:pt x="856643" y="283758"/>
                      <a:pt x="789311" y="283758"/>
                    </a:cubicBezTo>
                    <a:lnTo>
                      <a:pt x="121916" y="283758"/>
                    </a:lnTo>
                    <a:cubicBezTo>
                      <a:pt x="54584" y="283758"/>
                      <a:pt x="0" y="229174"/>
                      <a:pt x="0" y="161842"/>
                    </a:cubicBezTo>
                    <a:lnTo>
                      <a:pt x="0" y="121916"/>
                    </a:lnTo>
                    <a:cubicBezTo>
                      <a:pt x="0" y="54584"/>
                      <a:pt x="54584" y="0"/>
                      <a:pt x="1219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91153178" name="TextBox 37"/>
              <p:cNvSpPr txBox="1"/>
              <p:nvPr/>
            </p:nvSpPr>
            <p:spPr bwMode="auto">
              <a:xfrm rot="0" flipH="0" flipV="0">
                <a:off x="0" y="904156"/>
                <a:ext cx="2159073" cy="8077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08341882" name="Freeform 40"/>
              <p:cNvSpPr/>
              <p:nvPr/>
            </p:nvSpPr>
            <p:spPr bwMode="auto">
              <a:xfrm rot="0" flipH="0" flipV="0">
                <a:off x="3389659" y="1039569"/>
                <a:ext cx="2159073" cy="672337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16" y="0"/>
                    </a:moveTo>
                    <a:lnTo>
                      <a:pt x="789311" y="0"/>
                    </a:lnTo>
                    <a:cubicBezTo>
                      <a:pt x="856643" y="0"/>
                      <a:pt x="911226" y="54584"/>
                      <a:pt x="911226" y="121916"/>
                    </a:cubicBezTo>
                    <a:lnTo>
                      <a:pt x="911226" y="161842"/>
                    </a:lnTo>
                    <a:cubicBezTo>
                      <a:pt x="911226" y="229174"/>
                      <a:pt x="856643" y="283758"/>
                      <a:pt x="789311" y="283758"/>
                    </a:cubicBezTo>
                    <a:lnTo>
                      <a:pt x="121916" y="283758"/>
                    </a:lnTo>
                    <a:cubicBezTo>
                      <a:pt x="54584" y="283758"/>
                      <a:pt x="0" y="229174"/>
                      <a:pt x="0" y="161842"/>
                    </a:cubicBezTo>
                    <a:lnTo>
                      <a:pt x="0" y="121916"/>
                    </a:lnTo>
                    <a:cubicBezTo>
                      <a:pt x="0" y="54584"/>
                      <a:pt x="54584" y="0"/>
                      <a:pt x="121916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17182910" name="TextBox 41"/>
              <p:cNvSpPr txBox="1"/>
              <p:nvPr/>
            </p:nvSpPr>
            <p:spPr bwMode="auto">
              <a:xfrm rot="0" flipH="0" flipV="0">
                <a:off x="3389659" y="904156"/>
                <a:ext cx="2159073" cy="8077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44280735" name="Freeform 51"/>
              <p:cNvSpPr/>
              <p:nvPr/>
            </p:nvSpPr>
            <p:spPr bwMode="auto">
              <a:xfrm rot="0" flipH="0" flipV="0">
                <a:off x="3389659" y="1943723"/>
                <a:ext cx="2159073" cy="672337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16" y="0"/>
                    </a:moveTo>
                    <a:lnTo>
                      <a:pt x="789311" y="0"/>
                    </a:lnTo>
                    <a:cubicBezTo>
                      <a:pt x="856643" y="0"/>
                      <a:pt x="911226" y="54584"/>
                      <a:pt x="911226" y="121916"/>
                    </a:cubicBezTo>
                    <a:lnTo>
                      <a:pt x="911226" y="161842"/>
                    </a:lnTo>
                    <a:cubicBezTo>
                      <a:pt x="911226" y="229174"/>
                      <a:pt x="856643" y="283758"/>
                      <a:pt x="789311" y="283758"/>
                    </a:cubicBezTo>
                    <a:lnTo>
                      <a:pt x="121916" y="283758"/>
                    </a:lnTo>
                    <a:cubicBezTo>
                      <a:pt x="54584" y="283758"/>
                      <a:pt x="0" y="229174"/>
                      <a:pt x="0" y="161842"/>
                    </a:cubicBezTo>
                    <a:lnTo>
                      <a:pt x="0" y="121916"/>
                    </a:lnTo>
                    <a:cubicBezTo>
                      <a:pt x="0" y="54584"/>
                      <a:pt x="54584" y="0"/>
                      <a:pt x="1219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85394161" name="TextBox 52"/>
              <p:cNvSpPr txBox="1"/>
              <p:nvPr/>
            </p:nvSpPr>
            <p:spPr bwMode="auto">
              <a:xfrm rot="0" flipH="0" flipV="0">
                <a:off x="3389659" y="1808312"/>
                <a:ext cx="2159073" cy="8077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5755750" name="Freeform 54"/>
              <p:cNvSpPr/>
              <p:nvPr/>
            </p:nvSpPr>
            <p:spPr bwMode="auto">
              <a:xfrm rot="0" flipH="0" flipV="0">
                <a:off x="3389659" y="2847880"/>
                <a:ext cx="2159073" cy="672337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16" y="0"/>
                    </a:moveTo>
                    <a:lnTo>
                      <a:pt x="789311" y="0"/>
                    </a:lnTo>
                    <a:cubicBezTo>
                      <a:pt x="856643" y="0"/>
                      <a:pt x="911226" y="54584"/>
                      <a:pt x="911226" y="121916"/>
                    </a:cubicBezTo>
                    <a:lnTo>
                      <a:pt x="911226" y="161842"/>
                    </a:lnTo>
                    <a:cubicBezTo>
                      <a:pt x="911226" y="229174"/>
                      <a:pt x="856643" y="283758"/>
                      <a:pt x="789311" y="283758"/>
                    </a:cubicBezTo>
                    <a:lnTo>
                      <a:pt x="121916" y="283758"/>
                    </a:lnTo>
                    <a:cubicBezTo>
                      <a:pt x="54584" y="283758"/>
                      <a:pt x="0" y="229174"/>
                      <a:pt x="0" y="161842"/>
                    </a:cubicBezTo>
                    <a:lnTo>
                      <a:pt x="0" y="121916"/>
                    </a:lnTo>
                    <a:cubicBezTo>
                      <a:pt x="0" y="54584"/>
                      <a:pt x="54584" y="0"/>
                      <a:pt x="1219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86649097" name="TextBox 55"/>
              <p:cNvSpPr txBox="1"/>
              <p:nvPr/>
            </p:nvSpPr>
            <p:spPr bwMode="auto">
              <a:xfrm rot="0" flipH="0" flipV="0">
                <a:off x="3389659" y="2712468"/>
                <a:ext cx="2159073" cy="8077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68547384" name="Freeform 61"/>
              <p:cNvSpPr/>
              <p:nvPr/>
            </p:nvSpPr>
            <p:spPr bwMode="auto">
              <a:xfrm rot="0" flipH="0" flipV="0">
                <a:off x="3389659" y="135411"/>
                <a:ext cx="2159073" cy="672337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16" y="0"/>
                    </a:moveTo>
                    <a:lnTo>
                      <a:pt x="789311" y="0"/>
                    </a:lnTo>
                    <a:cubicBezTo>
                      <a:pt x="856643" y="0"/>
                      <a:pt x="911226" y="54584"/>
                      <a:pt x="911226" y="121916"/>
                    </a:cubicBezTo>
                    <a:lnTo>
                      <a:pt x="911226" y="161842"/>
                    </a:lnTo>
                    <a:cubicBezTo>
                      <a:pt x="911226" y="229174"/>
                      <a:pt x="856643" y="283758"/>
                      <a:pt x="789311" y="283758"/>
                    </a:cubicBezTo>
                    <a:lnTo>
                      <a:pt x="121916" y="283758"/>
                    </a:lnTo>
                    <a:cubicBezTo>
                      <a:pt x="54584" y="283758"/>
                      <a:pt x="0" y="229174"/>
                      <a:pt x="0" y="161842"/>
                    </a:cubicBezTo>
                    <a:lnTo>
                      <a:pt x="0" y="121916"/>
                    </a:lnTo>
                    <a:cubicBezTo>
                      <a:pt x="0" y="54584"/>
                      <a:pt x="54584" y="0"/>
                      <a:pt x="121916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14978210" name="TextBox 62"/>
              <p:cNvSpPr txBox="1"/>
              <p:nvPr/>
            </p:nvSpPr>
            <p:spPr bwMode="auto">
              <a:xfrm rot="0" flipH="0" flipV="0">
                <a:off x="3389659" y="0"/>
                <a:ext cx="2159073" cy="8077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92701627" name=""/>
          <p:cNvGrpSpPr/>
          <p:nvPr/>
        </p:nvGrpSpPr>
        <p:grpSpPr bwMode="auto">
          <a:xfrm>
            <a:off x="160373" y="313227"/>
            <a:ext cx="11816079" cy="6161418"/>
            <a:chOff x="0" y="0"/>
            <a:chExt cx="11816079" cy="6161418"/>
          </a:xfrm>
        </p:grpSpPr>
        <p:sp>
          <p:nvSpPr>
            <p:cNvPr id="622492297" name="TextBox 32"/>
            <p:cNvSpPr txBox="1"/>
            <p:nvPr/>
          </p:nvSpPr>
          <p:spPr bwMode="auto">
            <a:xfrm>
              <a:off x="3031957" y="408753"/>
              <a:ext cx="5797418" cy="4326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03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Stonewall</a:t>
              </a:r>
              <a:endParaRPr/>
            </a:p>
          </p:txBody>
        </p:sp>
        <p:sp>
          <p:nvSpPr>
            <p:cNvPr id="251870657" name="TextBox 33"/>
            <p:cNvSpPr txBox="1"/>
            <p:nvPr/>
          </p:nvSpPr>
          <p:spPr bwMode="auto">
            <a:xfrm>
              <a:off x="3195387" y="1226593"/>
              <a:ext cx="2082234" cy="39939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4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33777893" name="AutoShape 34"/>
            <p:cNvSpPr/>
            <p:nvPr/>
          </p:nvSpPr>
          <p:spPr bwMode="auto">
            <a:xfrm>
              <a:off x="5929948" y="1194622"/>
              <a:ext cx="0" cy="41400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38410019" name="TextBox 38"/>
            <p:cNvSpPr txBox="1"/>
            <p:nvPr/>
          </p:nvSpPr>
          <p:spPr bwMode="auto">
            <a:xfrm>
              <a:off x="6583541" y="1226593"/>
              <a:ext cx="2082234" cy="39939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4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854766381" name="TextBox 42"/>
            <p:cNvSpPr txBox="1"/>
            <p:nvPr/>
          </p:nvSpPr>
          <p:spPr bwMode="auto">
            <a:xfrm flipH="0" flipV="0">
              <a:off x="111124" y="1146996"/>
              <a:ext cx="2461344" cy="34935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48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102208576" name="Freeform 43"/>
            <p:cNvSpPr/>
            <p:nvPr/>
          </p:nvSpPr>
          <p:spPr bwMode="auto">
            <a:xfrm rot="1981001">
              <a:off x="1424937" y="1820077"/>
              <a:ext cx="999965" cy="282489"/>
            </a:xfrm>
            <a:custGeom>
              <a:avLst/>
              <a:gdLst/>
              <a:ahLst/>
              <a:cxnLst/>
              <a:rect l="l" t="t" r="r" b="b"/>
              <a:pathLst>
                <a:path w="999967" h="282491" fill="norm" stroke="1" extrusionOk="0">
                  <a:moveTo>
                    <a:pt x="0" y="0"/>
                  </a:moveTo>
                  <a:lnTo>
                    <a:pt x="999966" y="0"/>
                  </a:lnTo>
                  <a:lnTo>
                    <a:pt x="999966" y="282490"/>
                  </a:lnTo>
                  <a:lnTo>
                    <a:pt x="0" y="2824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06072958" name="TextBox 44"/>
            <p:cNvSpPr txBox="1"/>
            <p:nvPr/>
          </p:nvSpPr>
          <p:spPr bwMode="auto">
            <a:xfrm flipH="0" flipV="0">
              <a:off x="0" y="3587580"/>
              <a:ext cx="2786292" cy="34935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48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555031075" name="Freeform 45"/>
            <p:cNvSpPr/>
            <p:nvPr/>
          </p:nvSpPr>
          <p:spPr bwMode="auto">
            <a:xfrm rot="9541431" flipH="1">
              <a:off x="1337637" y="3102890"/>
              <a:ext cx="999965" cy="282489"/>
            </a:xfrm>
            <a:custGeom>
              <a:avLst/>
              <a:gdLst/>
              <a:ahLst/>
              <a:cxnLst/>
              <a:rect l="l" t="t" r="r" b="b"/>
              <a:pathLst>
                <a:path w="999967" h="282491" fill="norm" stroke="1" extrusionOk="0">
                  <a:moveTo>
                    <a:pt x="999966" y="0"/>
                  </a:moveTo>
                  <a:lnTo>
                    <a:pt x="0" y="0"/>
                  </a:lnTo>
                  <a:lnTo>
                    <a:pt x="0" y="282491"/>
                  </a:lnTo>
                  <a:lnTo>
                    <a:pt x="999966" y="282491"/>
                  </a:lnTo>
                  <a:lnTo>
                    <a:pt x="999966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84659660" name="TextBox 46"/>
            <p:cNvSpPr txBox="1"/>
            <p:nvPr/>
          </p:nvSpPr>
          <p:spPr bwMode="auto">
            <a:xfrm flipH="0" flipV="0">
              <a:off x="9370868" y="1008726"/>
              <a:ext cx="2445211" cy="34935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48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59929963" name="Freeform 47"/>
            <p:cNvSpPr/>
            <p:nvPr/>
          </p:nvSpPr>
          <p:spPr bwMode="auto">
            <a:xfrm rot="-423529" flipH="1">
              <a:off x="9520601" y="2995563"/>
              <a:ext cx="999965" cy="282489"/>
            </a:xfrm>
            <a:custGeom>
              <a:avLst/>
              <a:gdLst/>
              <a:ahLst/>
              <a:cxnLst/>
              <a:rect l="l" t="t" r="r" b="b"/>
              <a:pathLst>
                <a:path w="999967" h="282491" fill="norm" stroke="1" extrusionOk="0">
                  <a:moveTo>
                    <a:pt x="999967" y="0"/>
                  </a:moveTo>
                  <a:lnTo>
                    <a:pt x="0" y="0"/>
                  </a:lnTo>
                  <a:lnTo>
                    <a:pt x="0" y="282491"/>
                  </a:lnTo>
                  <a:lnTo>
                    <a:pt x="999967" y="282491"/>
                  </a:lnTo>
                  <a:lnTo>
                    <a:pt x="999967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42653475" name="TextBox 48"/>
            <p:cNvSpPr txBox="1"/>
            <p:nvPr/>
          </p:nvSpPr>
          <p:spPr bwMode="auto">
            <a:xfrm flipH="0" flipV="0">
              <a:off x="9370868" y="2553667"/>
              <a:ext cx="2440851" cy="34935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48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391807124" name="Freeform 49"/>
            <p:cNvSpPr/>
            <p:nvPr/>
          </p:nvSpPr>
          <p:spPr bwMode="auto">
            <a:xfrm rot="-2557580" flipH="1">
              <a:off x="9406026" y="1722388"/>
              <a:ext cx="999965" cy="282489"/>
            </a:xfrm>
            <a:custGeom>
              <a:avLst/>
              <a:gdLst/>
              <a:ahLst/>
              <a:cxnLst/>
              <a:rect l="l" t="t" r="r" b="b"/>
              <a:pathLst>
                <a:path w="999967" h="282491" fill="norm" stroke="1" extrusionOk="0">
                  <a:moveTo>
                    <a:pt x="999967" y="0"/>
                  </a:moveTo>
                  <a:lnTo>
                    <a:pt x="0" y="0"/>
                  </a:lnTo>
                  <a:lnTo>
                    <a:pt x="0" y="282491"/>
                  </a:lnTo>
                  <a:lnTo>
                    <a:pt x="999967" y="282491"/>
                  </a:lnTo>
                  <a:lnTo>
                    <a:pt x="999967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87735634" name="Freeform 56"/>
            <p:cNvSpPr/>
            <p:nvPr/>
          </p:nvSpPr>
          <p:spPr bwMode="auto">
            <a:xfrm rot="-10662274">
              <a:off x="9403992" y="3744520"/>
              <a:ext cx="999965" cy="282489"/>
            </a:xfrm>
            <a:custGeom>
              <a:avLst/>
              <a:gdLst/>
              <a:ahLst/>
              <a:cxnLst/>
              <a:rect l="l" t="t" r="r" b="b"/>
              <a:pathLst>
                <a:path w="999967" h="282491" fill="norm" stroke="1" extrusionOk="0">
                  <a:moveTo>
                    <a:pt x="0" y="0"/>
                  </a:moveTo>
                  <a:lnTo>
                    <a:pt x="999967" y="0"/>
                  </a:lnTo>
                  <a:lnTo>
                    <a:pt x="999967" y="282491"/>
                  </a:lnTo>
                  <a:lnTo>
                    <a:pt x="0" y="2824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31193126" name="TextBox 57"/>
            <p:cNvSpPr txBox="1"/>
            <p:nvPr/>
          </p:nvSpPr>
          <p:spPr bwMode="auto">
            <a:xfrm flipH="0" flipV="0">
              <a:off x="9370868" y="4090061"/>
              <a:ext cx="2440851" cy="34935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48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08754272" name="Freeform 58"/>
            <p:cNvSpPr/>
            <p:nvPr/>
          </p:nvSpPr>
          <p:spPr bwMode="auto">
            <a:xfrm rot="-9983765">
              <a:off x="9417931" y="4794106"/>
              <a:ext cx="999965" cy="282489"/>
            </a:xfrm>
            <a:custGeom>
              <a:avLst/>
              <a:gdLst/>
              <a:ahLst/>
              <a:cxnLst/>
              <a:rect l="l" t="t" r="r" b="b"/>
              <a:pathLst>
                <a:path w="999967" h="282491" fill="norm" stroke="1" extrusionOk="0">
                  <a:moveTo>
                    <a:pt x="0" y="0"/>
                  </a:moveTo>
                  <a:lnTo>
                    <a:pt x="999967" y="0"/>
                  </a:lnTo>
                  <a:lnTo>
                    <a:pt x="999967" y="282490"/>
                  </a:lnTo>
                  <a:lnTo>
                    <a:pt x="0" y="2824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98019742" name="TextBox 59"/>
            <p:cNvSpPr txBox="1"/>
            <p:nvPr/>
          </p:nvSpPr>
          <p:spPr bwMode="auto">
            <a:xfrm flipH="0" flipV="0">
              <a:off x="9370868" y="5197723"/>
              <a:ext cx="2440851" cy="34935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48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741695959" name="Rectangle: Rounded Corners 12"/>
            <p:cNvSpPr/>
            <p:nvPr/>
          </p:nvSpPr>
          <p:spPr bwMode="auto">
            <a:xfrm>
              <a:off x="2785573" y="0"/>
              <a:ext cx="6379533" cy="61614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328466887" name=""/>
            <p:cNvGrpSpPr/>
            <p:nvPr/>
          </p:nvGrpSpPr>
          <p:grpSpPr bwMode="auto">
            <a:xfrm>
              <a:off x="3156728" y="1728278"/>
              <a:ext cx="5546263" cy="3518655"/>
              <a:chOff x="0" y="0"/>
              <a:chExt cx="5546263" cy="3518655"/>
            </a:xfrm>
          </p:grpSpPr>
          <p:sp>
            <p:nvSpPr>
              <p:cNvPr id="1393019906" name="Freeform 30"/>
              <p:cNvSpPr/>
              <p:nvPr/>
            </p:nvSpPr>
            <p:spPr bwMode="auto">
              <a:xfrm rot="0" flipH="0" flipV="0">
                <a:off x="0" y="135352"/>
                <a:ext cx="2158112" cy="67203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70" y="0"/>
                    </a:moveTo>
                    <a:lnTo>
                      <a:pt x="789256" y="0"/>
                    </a:lnTo>
                    <a:cubicBezTo>
                      <a:pt x="856619" y="0"/>
                      <a:pt x="911226" y="54608"/>
                      <a:pt x="911226" y="121970"/>
                    </a:cubicBezTo>
                    <a:lnTo>
                      <a:pt x="911226" y="161788"/>
                    </a:lnTo>
                    <a:cubicBezTo>
                      <a:pt x="911226" y="229150"/>
                      <a:pt x="856619" y="283758"/>
                      <a:pt x="789256" y="283758"/>
                    </a:cubicBezTo>
                    <a:lnTo>
                      <a:pt x="121970" y="283758"/>
                    </a:lnTo>
                    <a:cubicBezTo>
                      <a:pt x="54608" y="283758"/>
                      <a:pt x="0" y="229150"/>
                      <a:pt x="0" y="161788"/>
                    </a:cubicBezTo>
                    <a:lnTo>
                      <a:pt x="0" y="121970"/>
                    </a:lnTo>
                    <a:cubicBezTo>
                      <a:pt x="0" y="54608"/>
                      <a:pt x="54608" y="0"/>
                      <a:pt x="12197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62299366" name="TextBox 31"/>
              <p:cNvSpPr txBox="1"/>
              <p:nvPr/>
            </p:nvSpPr>
            <p:spPr bwMode="auto">
              <a:xfrm rot="0" flipH="0" flipV="0">
                <a:off x="0" y="0"/>
                <a:ext cx="2158112" cy="80739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91248228" name="Freeform 36"/>
              <p:cNvSpPr/>
              <p:nvPr/>
            </p:nvSpPr>
            <p:spPr bwMode="auto">
              <a:xfrm rot="0" flipH="0" flipV="0">
                <a:off x="0" y="1039107"/>
                <a:ext cx="2158112" cy="67203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70" y="0"/>
                    </a:moveTo>
                    <a:lnTo>
                      <a:pt x="789256" y="0"/>
                    </a:lnTo>
                    <a:cubicBezTo>
                      <a:pt x="856619" y="0"/>
                      <a:pt x="911226" y="54608"/>
                      <a:pt x="911226" y="121970"/>
                    </a:cubicBezTo>
                    <a:lnTo>
                      <a:pt x="911226" y="161788"/>
                    </a:lnTo>
                    <a:cubicBezTo>
                      <a:pt x="911226" y="229150"/>
                      <a:pt x="856619" y="283758"/>
                      <a:pt x="789256" y="283758"/>
                    </a:cubicBezTo>
                    <a:lnTo>
                      <a:pt x="121970" y="283758"/>
                    </a:lnTo>
                    <a:cubicBezTo>
                      <a:pt x="54608" y="283758"/>
                      <a:pt x="0" y="229150"/>
                      <a:pt x="0" y="161788"/>
                    </a:cubicBezTo>
                    <a:lnTo>
                      <a:pt x="0" y="121970"/>
                    </a:lnTo>
                    <a:cubicBezTo>
                      <a:pt x="0" y="54608"/>
                      <a:pt x="54608" y="0"/>
                      <a:pt x="12197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62483102" name="TextBox 37"/>
              <p:cNvSpPr txBox="1"/>
              <p:nvPr/>
            </p:nvSpPr>
            <p:spPr bwMode="auto">
              <a:xfrm rot="0" flipH="0" flipV="0">
                <a:off x="0" y="903755"/>
                <a:ext cx="2158112" cy="80739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90813568" name="Freeform 40"/>
              <p:cNvSpPr/>
              <p:nvPr/>
            </p:nvSpPr>
            <p:spPr bwMode="auto">
              <a:xfrm rot="0" flipH="0" flipV="0">
                <a:off x="3388151" y="1039107"/>
                <a:ext cx="2158112" cy="67203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70" y="0"/>
                    </a:moveTo>
                    <a:lnTo>
                      <a:pt x="789256" y="0"/>
                    </a:lnTo>
                    <a:cubicBezTo>
                      <a:pt x="856619" y="0"/>
                      <a:pt x="911226" y="54608"/>
                      <a:pt x="911226" y="121970"/>
                    </a:cubicBezTo>
                    <a:lnTo>
                      <a:pt x="911226" y="161788"/>
                    </a:lnTo>
                    <a:cubicBezTo>
                      <a:pt x="911226" y="229150"/>
                      <a:pt x="856619" y="283758"/>
                      <a:pt x="789256" y="283758"/>
                    </a:cubicBezTo>
                    <a:lnTo>
                      <a:pt x="121970" y="283758"/>
                    </a:lnTo>
                    <a:cubicBezTo>
                      <a:pt x="54608" y="283758"/>
                      <a:pt x="0" y="229150"/>
                      <a:pt x="0" y="161788"/>
                    </a:cubicBezTo>
                    <a:lnTo>
                      <a:pt x="0" y="121970"/>
                    </a:lnTo>
                    <a:cubicBezTo>
                      <a:pt x="0" y="54608"/>
                      <a:pt x="54608" y="0"/>
                      <a:pt x="12197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74166068" name="TextBox 41"/>
              <p:cNvSpPr txBox="1"/>
              <p:nvPr/>
            </p:nvSpPr>
            <p:spPr bwMode="auto">
              <a:xfrm rot="0" flipH="0" flipV="0">
                <a:off x="3388151" y="903755"/>
                <a:ext cx="2158112" cy="80739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65319009" name="Freeform 51"/>
              <p:cNvSpPr/>
              <p:nvPr/>
            </p:nvSpPr>
            <p:spPr bwMode="auto">
              <a:xfrm rot="0" flipH="0" flipV="0">
                <a:off x="3388151" y="1942863"/>
                <a:ext cx="2158112" cy="67203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70" y="0"/>
                    </a:moveTo>
                    <a:lnTo>
                      <a:pt x="789256" y="0"/>
                    </a:lnTo>
                    <a:cubicBezTo>
                      <a:pt x="856619" y="0"/>
                      <a:pt x="911226" y="54608"/>
                      <a:pt x="911226" y="121970"/>
                    </a:cubicBezTo>
                    <a:lnTo>
                      <a:pt x="911226" y="161788"/>
                    </a:lnTo>
                    <a:cubicBezTo>
                      <a:pt x="911226" y="229150"/>
                      <a:pt x="856619" y="283758"/>
                      <a:pt x="789256" y="283758"/>
                    </a:cubicBezTo>
                    <a:lnTo>
                      <a:pt x="121970" y="283758"/>
                    </a:lnTo>
                    <a:cubicBezTo>
                      <a:pt x="54608" y="283758"/>
                      <a:pt x="0" y="229150"/>
                      <a:pt x="0" y="161788"/>
                    </a:cubicBezTo>
                    <a:lnTo>
                      <a:pt x="0" y="121970"/>
                    </a:lnTo>
                    <a:cubicBezTo>
                      <a:pt x="0" y="54608"/>
                      <a:pt x="54608" y="0"/>
                      <a:pt x="12197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84144491" name="TextBox 52"/>
              <p:cNvSpPr txBox="1"/>
              <p:nvPr/>
            </p:nvSpPr>
            <p:spPr bwMode="auto">
              <a:xfrm rot="0" flipH="0" flipV="0">
                <a:off x="3388151" y="1807510"/>
                <a:ext cx="2158112" cy="80739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27935369" name="Freeform 54"/>
              <p:cNvSpPr/>
              <p:nvPr/>
            </p:nvSpPr>
            <p:spPr bwMode="auto">
              <a:xfrm rot="0" flipH="0" flipV="0">
                <a:off x="3388151" y="2846616"/>
                <a:ext cx="2158112" cy="67203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70" y="0"/>
                    </a:moveTo>
                    <a:lnTo>
                      <a:pt x="789256" y="0"/>
                    </a:lnTo>
                    <a:cubicBezTo>
                      <a:pt x="856619" y="0"/>
                      <a:pt x="911226" y="54608"/>
                      <a:pt x="911226" y="121970"/>
                    </a:cubicBezTo>
                    <a:lnTo>
                      <a:pt x="911226" y="161788"/>
                    </a:lnTo>
                    <a:cubicBezTo>
                      <a:pt x="911226" y="229150"/>
                      <a:pt x="856619" y="283758"/>
                      <a:pt x="789256" y="283758"/>
                    </a:cubicBezTo>
                    <a:lnTo>
                      <a:pt x="121970" y="283758"/>
                    </a:lnTo>
                    <a:cubicBezTo>
                      <a:pt x="54608" y="283758"/>
                      <a:pt x="0" y="229150"/>
                      <a:pt x="0" y="161788"/>
                    </a:cubicBezTo>
                    <a:lnTo>
                      <a:pt x="0" y="121970"/>
                    </a:lnTo>
                    <a:cubicBezTo>
                      <a:pt x="0" y="54608"/>
                      <a:pt x="54608" y="0"/>
                      <a:pt x="12197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15647469" name="TextBox 55"/>
              <p:cNvSpPr txBox="1"/>
              <p:nvPr/>
            </p:nvSpPr>
            <p:spPr bwMode="auto">
              <a:xfrm rot="0" flipH="0" flipV="0">
                <a:off x="3388151" y="2711264"/>
                <a:ext cx="2158112" cy="80739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14908295" name="Freeform 61"/>
              <p:cNvSpPr/>
              <p:nvPr/>
            </p:nvSpPr>
            <p:spPr bwMode="auto">
              <a:xfrm rot="0" flipH="0" flipV="0">
                <a:off x="3388151" y="135352"/>
                <a:ext cx="2158112" cy="67203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70" y="0"/>
                    </a:moveTo>
                    <a:lnTo>
                      <a:pt x="789256" y="0"/>
                    </a:lnTo>
                    <a:cubicBezTo>
                      <a:pt x="856619" y="0"/>
                      <a:pt x="911226" y="54608"/>
                      <a:pt x="911226" y="121970"/>
                    </a:cubicBezTo>
                    <a:lnTo>
                      <a:pt x="911226" y="161788"/>
                    </a:lnTo>
                    <a:cubicBezTo>
                      <a:pt x="911226" y="229150"/>
                      <a:pt x="856619" y="283758"/>
                      <a:pt x="789256" y="283758"/>
                    </a:cubicBezTo>
                    <a:lnTo>
                      <a:pt x="121970" y="283758"/>
                    </a:lnTo>
                    <a:cubicBezTo>
                      <a:pt x="54608" y="283758"/>
                      <a:pt x="0" y="229150"/>
                      <a:pt x="0" y="161788"/>
                    </a:cubicBezTo>
                    <a:lnTo>
                      <a:pt x="0" y="121970"/>
                    </a:lnTo>
                    <a:cubicBezTo>
                      <a:pt x="0" y="54608"/>
                      <a:pt x="54608" y="0"/>
                      <a:pt x="12197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41507048" name="TextBox 62"/>
              <p:cNvSpPr txBox="1"/>
              <p:nvPr/>
            </p:nvSpPr>
            <p:spPr bwMode="auto">
              <a:xfrm rot="0" flipH="0" flipV="0">
                <a:off x="3388151" y="0"/>
                <a:ext cx="2158112" cy="80739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68026464" name=""/>
          <p:cNvGrpSpPr/>
          <p:nvPr/>
        </p:nvGrpSpPr>
        <p:grpSpPr bwMode="auto">
          <a:xfrm>
            <a:off x="193909" y="366144"/>
            <a:ext cx="11809931" cy="6161418"/>
            <a:chOff x="0" y="0"/>
            <a:chExt cx="11809931" cy="6161418"/>
          </a:xfrm>
        </p:grpSpPr>
        <p:sp>
          <p:nvSpPr>
            <p:cNvPr id="285232335" name="TextBox 32"/>
            <p:cNvSpPr txBox="1"/>
            <p:nvPr/>
          </p:nvSpPr>
          <p:spPr bwMode="auto">
            <a:xfrm>
              <a:off x="2823768" y="387821"/>
              <a:ext cx="5847885" cy="43647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33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Stonewall x2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2003507089" name="TextBox 33"/>
            <p:cNvSpPr txBox="1"/>
            <p:nvPr/>
          </p:nvSpPr>
          <p:spPr bwMode="auto">
            <a:xfrm>
              <a:off x="2964219" y="1221012"/>
              <a:ext cx="2100352" cy="40294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68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556310320" name="AutoShape 34"/>
            <p:cNvSpPr/>
            <p:nvPr/>
          </p:nvSpPr>
          <p:spPr bwMode="auto">
            <a:xfrm>
              <a:off x="5746992" y="1178740"/>
              <a:ext cx="0" cy="417610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21497485" name="TextBox 38"/>
            <p:cNvSpPr txBox="1"/>
            <p:nvPr/>
          </p:nvSpPr>
          <p:spPr bwMode="auto">
            <a:xfrm>
              <a:off x="6477123" y="1221012"/>
              <a:ext cx="2100352" cy="40294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68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513226409" name="TextBox 42"/>
            <p:cNvSpPr txBox="1"/>
            <p:nvPr/>
          </p:nvSpPr>
          <p:spPr bwMode="auto">
            <a:xfrm flipH="0" flipV="0">
              <a:off x="172837" y="1157187"/>
              <a:ext cx="2165290" cy="35240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2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98544724" name="Freeform 43"/>
            <p:cNvSpPr/>
            <p:nvPr/>
          </p:nvSpPr>
          <p:spPr bwMode="auto">
            <a:xfrm rot="1981001">
              <a:off x="1202754" y="1809639"/>
              <a:ext cx="1008671" cy="284949"/>
            </a:xfrm>
            <a:custGeom>
              <a:avLst/>
              <a:gdLst/>
              <a:ahLst/>
              <a:cxnLst/>
              <a:rect l="l" t="t" r="r" b="b"/>
              <a:pathLst>
                <a:path w="1008673" h="284950" fill="norm" stroke="1" extrusionOk="0">
                  <a:moveTo>
                    <a:pt x="0" y="0"/>
                  </a:moveTo>
                  <a:lnTo>
                    <a:pt x="1008673" y="0"/>
                  </a:lnTo>
                  <a:lnTo>
                    <a:pt x="1008673" y="284950"/>
                  </a:lnTo>
                  <a:lnTo>
                    <a:pt x="0" y="284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60146568" name="TextBox 44"/>
            <p:cNvSpPr txBox="1"/>
            <p:nvPr/>
          </p:nvSpPr>
          <p:spPr bwMode="auto">
            <a:xfrm flipH="0" flipV="0">
              <a:off x="0" y="3619026"/>
              <a:ext cx="2338127" cy="35240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2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</a:t>
              </a:r>
              <a:r>
                <a:rPr>
                  <a:latin typeface="IBM Plex Sans"/>
                  <a:cs typeface="IBM Plex Sans"/>
                </a:rPr>
                <a:t>’ </a:t>
              </a: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/>
            </a:p>
          </p:txBody>
        </p:sp>
        <p:sp>
          <p:nvSpPr>
            <p:cNvPr id="1358804920" name="Freeform 45"/>
            <p:cNvSpPr/>
            <p:nvPr/>
          </p:nvSpPr>
          <p:spPr bwMode="auto">
            <a:xfrm rot="9541431" flipH="1">
              <a:off x="1114695" y="3103623"/>
              <a:ext cx="1008671" cy="284949"/>
            </a:xfrm>
            <a:custGeom>
              <a:avLst/>
              <a:gdLst/>
              <a:ahLst/>
              <a:cxnLst/>
              <a:rect l="l" t="t" r="r" b="b"/>
              <a:pathLst>
                <a:path w="1008673" h="284950" fill="norm" stroke="1" extrusionOk="0">
                  <a:moveTo>
                    <a:pt x="1008673" y="0"/>
                  </a:moveTo>
                  <a:lnTo>
                    <a:pt x="0" y="0"/>
                  </a:lnTo>
                  <a:lnTo>
                    <a:pt x="0" y="284950"/>
                  </a:lnTo>
                  <a:lnTo>
                    <a:pt x="1008673" y="284950"/>
                  </a:lnTo>
                  <a:lnTo>
                    <a:pt x="1008673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50447545" name="TextBox 46"/>
            <p:cNvSpPr txBox="1"/>
            <p:nvPr/>
          </p:nvSpPr>
          <p:spPr bwMode="auto">
            <a:xfrm flipH="0" flipV="0">
              <a:off x="9159507" y="980985"/>
              <a:ext cx="2477175" cy="35240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2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0577238" name="Freeform 47"/>
            <p:cNvSpPr/>
            <p:nvPr/>
          </p:nvSpPr>
          <p:spPr bwMode="auto">
            <a:xfrm rot="-423529" flipH="1">
              <a:off x="9368907" y="2995362"/>
              <a:ext cx="1008671" cy="284949"/>
            </a:xfrm>
            <a:custGeom>
              <a:avLst/>
              <a:gdLst/>
              <a:ahLst/>
              <a:cxnLst/>
              <a:rect l="l" t="t" r="r" b="b"/>
              <a:pathLst>
                <a:path w="1008673" h="284950" fill="norm" stroke="1" extrusionOk="0">
                  <a:moveTo>
                    <a:pt x="1008673" y="0"/>
                  </a:moveTo>
                  <a:lnTo>
                    <a:pt x="0" y="0"/>
                  </a:lnTo>
                  <a:lnTo>
                    <a:pt x="0" y="284951"/>
                  </a:lnTo>
                  <a:lnTo>
                    <a:pt x="1008673" y="284951"/>
                  </a:lnTo>
                  <a:lnTo>
                    <a:pt x="1008673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34915551" name="TextBox 48"/>
            <p:cNvSpPr txBox="1"/>
            <p:nvPr/>
          </p:nvSpPr>
          <p:spPr bwMode="auto">
            <a:xfrm flipH="0" flipV="0">
              <a:off x="9159507" y="2539377"/>
              <a:ext cx="2650424" cy="35227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1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</a:t>
              </a:r>
              <a:r>
                <a:rPr lang="en-US" sz="2000" b="0" i="0" u="none" strike="noStrike" cap="none" spc="0">
                  <a:solidFill>
                    <a:schemeClr val="tx1"/>
                  </a:solidFill>
                  <a:latin typeface="IBM Plex Sans"/>
                  <a:ea typeface="IBM Plex Sans"/>
                  <a:cs typeface="IBM Plex Sans"/>
                </a:rPr>
                <a:t>’ 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2000"/>
            </a:p>
          </p:txBody>
        </p:sp>
        <p:sp>
          <p:nvSpPr>
            <p:cNvPr id="1241616083" name="Freeform 49"/>
            <p:cNvSpPr/>
            <p:nvPr/>
          </p:nvSpPr>
          <p:spPr bwMode="auto">
            <a:xfrm rot="-2557580" flipH="1">
              <a:off x="9253335" y="1711100"/>
              <a:ext cx="1008671" cy="284949"/>
            </a:xfrm>
            <a:custGeom>
              <a:avLst/>
              <a:gdLst/>
              <a:ahLst/>
              <a:cxnLst/>
              <a:rect l="l" t="t" r="r" b="b"/>
              <a:pathLst>
                <a:path w="1008673" h="284950" fill="norm" stroke="1" extrusionOk="0">
                  <a:moveTo>
                    <a:pt x="1008673" y="0"/>
                  </a:moveTo>
                  <a:lnTo>
                    <a:pt x="0" y="0"/>
                  </a:lnTo>
                  <a:lnTo>
                    <a:pt x="0" y="284951"/>
                  </a:lnTo>
                  <a:lnTo>
                    <a:pt x="1008673" y="284951"/>
                  </a:lnTo>
                  <a:lnTo>
                    <a:pt x="1008673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73805479" name="Freeform 56"/>
            <p:cNvSpPr/>
            <p:nvPr/>
          </p:nvSpPr>
          <p:spPr bwMode="auto">
            <a:xfrm rot="-10662274">
              <a:off x="9251284" y="3750841"/>
              <a:ext cx="1008671" cy="284949"/>
            </a:xfrm>
            <a:custGeom>
              <a:avLst/>
              <a:gdLst/>
              <a:ahLst/>
              <a:cxnLst/>
              <a:rect l="l" t="t" r="r" b="b"/>
              <a:pathLst>
                <a:path w="1008673" h="284950" fill="norm" stroke="1" extrusionOk="0">
                  <a:moveTo>
                    <a:pt x="0" y="0"/>
                  </a:moveTo>
                  <a:lnTo>
                    <a:pt x="1008673" y="0"/>
                  </a:lnTo>
                  <a:lnTo>
                    <a:pt x="1008673" y="284950"/>
                  </a:lnTo>
                  <a:lnTo>
                    <a:pt x="0" y="284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1852759" name="TextBox 57"/>
            <p:cNvSpPr txBox="1"/>
            <p:nvPr/>
          </p:nvSpPr>
          <p:spPr bwMode="auto">
            <a:xfrm flipH="0" flipV="0">
              <a:off x="9159507" y="4089150"/>
              <a:ext cx="2472249" cy="35240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2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98156813" name="Freeform 58"/>
            <p:cNvSpPr/>
            <p:nvPr/>
          </p:nvSpPr>
          <p:spPr bwMode="auto">
            <a:xfrm rot="-9983765">
              <a:off x="9265345" y="4809565"/>
              <a:ext cx="1008671" cy="284949"/>
            </a:xfrm>
            <a:custGeom>
              <a:avLst/>
              <a:gdLst/>
              <a:ahLst/>
              <a:cxnLst/>
              <a:rect l="l" t="t" r="r" b="b"/>
              <a:pathLst>
                <a:path w="1008673" h="284950" fill="norm" stroke="1" extrusionOk="0">
                  <a:moveTo>
                    <a:pt x="0" y="0"/>
                  </a:moveTo>
                  <a:lnTo>
                    <a:pt x="1008673" y="0"/>
                  </a:lnTo>
                  <a:lnTo>
                    <a:pt x="1008673" y="284950"/>
                  </a:lnTo>
                  <a:lnTo>
                    <a:pt x="0" y="284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6550015" name="TextBox 59"/>
            <p:cNvSpPr txBox="1"/>
            <p:nvPr/>
          </p:nvSpPr>
          <p:spPr bwMode="auto">
            <a:xfrm flipH="0" flipV="0">
              <a:off x="9159507" y="5206455"/>
              <a:ext cx="2473343" cy="35227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1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</a:t>
              </a:r>
              <a:r>
                <a:rPr lang="en-US" sz="2000" b="0" i="0" u="none" strike="noStrike" cap="none" spc="0">
                  <a:solidFill>
                    <a:schemeClr val="tx1"/>
                  </a:solidFill>
                  <a:latin typeface="IBM Plex Sans"/>
                  <a:ea typeface="IBM Plex Sans"/>
                  <a:cs typeface="IBM Plex Sans"/>
                </a:rPr>
                <a:t>’ 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2000"/>
            </a:p>
          </p:txBody>
        </p:sp>
        <p:sp>
          <p:nvSpPr>
            <p:cNvPr id="645010130" name="Rectangle: Rounded Corners 12"/>
            <p:cNvSpPr/>
            <p:nvPr/>
          </p:nvSpPr>
          <p:spPr bwMode="auto">
            <a:xfrm>
              <a:off x="2536754" y="0"/>
              <a:ext cx="6534590" cy="61614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21046646" name=""/>
            <p:cNvGrpSpPr/>
            <p:nvPr/>
          </p:nvGrpSpPr>
          <p:grpSpPr bwMode="auto">
            <a:xfrm>
              <a:off x="2949621" y="1717045"/>
              <a:ext cx="5594557" cy="3549291"/>
              <a:chOff x="0" y="0"/>
              <a:chExt cx="5594557" cy="3549291"/>
            </a:xfrm>
          </p:grpSpPr>
          <p:sp>
            <p:nvSpPr>
              <p:cNvPr id="611998253" name="Freeform 30"/>
              <p:cNvSpPr/>
              <p:nvPr/>
            </p:nvSpPr>
            <p:spPr bwMode="auto">
              <a:xfrm rot="0" flipH="0" flipV="0">
                <a:off x="0" y="136529"/>
                <a:ext cx="2176903" cy="67789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917" y="0"/>
                    </a:moveTo>
                    <a:lnTo>
                      <a:pt x="790309" y="0"/>
                    </a:lnTo>
                    <a:cubicBezTo>
                      <a:pt x="857090" y="0"/>
                      <a:pt x="911226" y="54136"/>
                      <a:pt x="911226" y="120917"/>
                    </a:cubicBezTo>
                    <a:lnTo>
                      <a:pt x="911226" y="162840"/>
                    </a:lnTo>
                    <a:cubicBezTo>
                      <a:pt x="911226" y="229621"/>
                      <a:pt x="857090" y="283758"/>
                      <a:pt x="790309" y="283758"/>
                    </a:cubicBezTo>
                    <a:lnTo>
                      <a:pt x="120917" y="283758"/>
                    </a:lnTo>
                    <a:cubicBezTo>
                      <a:pt x="88848" y="283758"/>
                      <a:pt x="58092" y="271018"/>
                      <a:pt x="35416" y="248342"/>
                    </a:cubicBezTo>
                    <a:cubicBezTo>
                      <a:pt x="12739" y="225665"/>
                      <a:pt x="0" y="194910"/>
                      <a:pt x="0" y="162840"/>
                    </a:cubicBezTo>
                    <a:lnTo>
                      <a:pt x="0" y="120917"/>
                    </a:lnTo>
                    <a:cubicBezTo>
                      <a:pt x="0" y="88848"/>
                      <a:pt x="12739" y="58092"/>
                      <a:pt x="35416" y="35416"/>
                    </a:cubicBezTo>
                    <a:cubicBezTo>
                      <a:pt x="58092" y="12739"/>
                      <a:pt x="88848" y="0"/>
                      <a:pt x="12091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298630675" name="TextBox 31"/>
              <p:cNvSpPr txBox="1"/>
              <p:nvPr/>
            </p:nvSpPr>
            <p:spPr bwMode="auto">
              <a:xfrm rot="0" flipH="0" flipV="0">
                <a:off x="0" y="0"/>
                <a:ext cx="2176903" cy="8144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727057728" name="Freeform 36"/>
              <p:cNvSpPr/>
              <p:nvPr/>
            </p:nvSpPr>
            <p:spPr bwMode="auto">
              <a:xfrm rot="0" flipH="0" flipV="0">
                <a:off x="0" y="1048152"/>
                <a:ext cx="2176903" cy="67789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917" y="0"/>
                    </a:moveTo>
                    <a:lnTo>
                      <a:pt x="790309" y="0"/>
                    </a:lnTo>
                    <a:cubicBezTo>
                      <a:pt x="857090" y="0"/>
                      <a:pt x="911226" y="54136"/>
                      <a:pt x="911226" y="120917"/>
                    </a:cubicBezTo>
                    <a:lnTo>
                      <a:pt x="911226" y="162840"/>
                    </a:lnTo>
                    <a:cubicBezTo>
                      <a:pt x="911226" y="229621"/>
                      <a:pt x="857090" y="283758"/>
                      <a:pt x="790309" y="283758"/>
                    </a:cubicBezTo>
                    <a:lnTo>
                      <a:pt x="120917" y="283758"/>
                    </a:lnTo>
                    <a:cubicBezTo>
                      <a:pt x="88848" y="283758"/>
                      <a:pt x="58092" y="271018"/>
                      <a:pt x="35416" y="248342"/>
                    </a:cubicBezTo>
                    <a:cubicBezTo>
                      <a:pt x="12739" y="225665"/>
                      <a:pt x="0" y="194910"/>
                      <a:pt x="0" y="162840"/>
                    </a:cubicBezTo>
                    <a:lnTo>
                      <a:pt x="0" y="120917"/>
                    </a:lnTo>
                    <a:cubicBezTo>
                      <a:pt x="0" y="88848"/>
                      <a:pt x="12739" y="58092"/>
                      <a:pt x="35416" y="35416"/>
                    </a:cubicBezTo>
                    <a:cubicBezTo>
                      <a:pt x="58092" y="12739"/>
                      <a:pt x="88848" y="0"/>
                      <a:pt x="12091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813157038" name="TextBox 37"/>
              <p:cNvSpPr txBox="1"/>
              <p:nvPr/>
            </p:nvSpPr>
            <p:spPr bwMode="auto">
              <a:xfrm rot="0" flipH="0" flipV="0">
                <a:off x="0" y="911621"/>
                <a:ext cx="2176903" cy="8144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748285854" name="Freeform 40"/>
              <p:cNvSpPr/>
              <p:nvPr/>
            </p:nvSpPr>
            <p:spPr bwMode="auto">
              <a:xfrm rot="0" flipH="0" flipV="0">
                <a:off x="3417654" y="1048152"/>
                <a:ext cx="2176903" cy="67789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917" y="0"/>
                    </a:moveTo>
                    <a:lnTo>
                      <a:pt x="790309" y="0"/>
                    </a:lnTo>
                    <a:cubicBezTo>
                      <a:pt x="857090" y="0"/>
                      <a:pt x="911226" y="54136"/>
                      <a:pt x="911226" y="120917"/>
                    </a:cubicBezTo>
                    <a:lnTo>
                      <a:pt x="911226" y="162840"/>
                    </a:lnTo>
                    <a:cubicBezTo>
                      <a:pt x="911226" y="229621"/>
                      <a:pt x="857090" y="283758"/>
                      <a:pt x="790309" y="283758"/>
                    </a:cubicBezTo>
                    <a:lnTo>
                      <a:pt x="120917" y="283758"/>
                    </a:lnTo>
                    <a:cubicBezTo>
                      <a:pt x="88848" y="283758"/>
                      <a:pt x="58092" y="271018"/>
                      <a:pt x="35416" y="248342"/>
                    </a:cubicBezTo>
                    <a:cubicBezTo>
                      <a:pt x="12739" y="225665"/>
                      <a:pt x="0" y="194910"/>
                      <a:pt x="0" y="162840"/>
                    </a:cubicBezTo>
                    <a:lnTo>
                      <a:pt x="0" y="120917"/>
                    </a:lnTo>
                    <a:cubicBezTo>
                      <a:pt x="0" y="88848"/>
                      <a:pt x="12739" y="58092"/>
                      <a:pt x="35416" y="35416"/>
                    </a:cubicBezTo>
                    <a:cubicBezTo>
                      <a:pt x="58092" y="12739"/>
                      <a:pt x="88848" y="0"/>
                      <a:pt x="12091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455210318" name="TextBox 41"/>
              <p:cNvSpPr txBox="1"/>
              <p:nvPr/>
            </p:nvSpPr>
            <p:spPr bwMode="auto">
              <a:xfrm rot="0" flipH="0" flipV="0">
                <a:off x="3417654" y="911621"/>
                <a:ext cx="2176903" cy="8144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376093063" name="Freeform 51"/>
              <p:cNvSpPr/>
              <p:nvPr/>
            </p:nvSpPr>
            <p:spPr bwMode="auto">
              <a:xfrm rot="0" flipH="0" flipV="0">
                <a:off x="3417654" y="1959776"/>
                <a:ext cx="2176903" cy="67789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917" y="0"/>
                    </a:moveTo>
                    <a:lnTo>
                      <a:pt x="790309" y="0"/>
                    </a:lnTo>
                    <a:cubicBezTo>
                      <a:pt x="857090" y="0"/>
                      <a:pt x="911226" y="54136"/>
                      <a:pt x="911226" y="120917"/>
                    </a:cubicBezTo>
                    <a:lnTo>
                      <a:pt x="911226" y="162840"/>
                    </a:lnTo>
                    <a:cubicBezTo>
                      <a:pt x="911226" y="229621"/>
                      <a:pt x="857090" y="283758"/>
                      <a:pt x="790309" y="283758"/>
                    </a:cubicBezTo>
                    <a:lnTo>
                      <a:pt x="120917" y="283758"/>
                    </a:lnTo>
                    <a:cubicBezTo>
                      <a:pt x="88848" y="283758"/>
                      <a:pt x="58092" y="271018"/>
                      <a:pt x="35416" y="248342"/>
                    </a:cubicBezTo>
                    <a:cubicBezTo>
                      <a:pt x="12739" y="225665"/>
                      <a:pt x="0" y="194910"/>
                      <a:pt x="0" y="162840"/>
                    </a:cubicBezTo>
                    <a:lnTo>
                      <a:pt x="0" y="120917"/>
                    </a:lnTo>
                    <a:cubicBezTo>
                      <a:pt x="0" y="88848"/>
                      <a:pt x="12739" y="58092"/>
                      <a:pt x="35416" y="35416"/>
                    </a:cubicBezTo>
                    <a:cubicBezTo>
                      <a:pt x="58092" y="12739"/>
                      <a:pt x="88848" y="0"/>
                      <a:pt x="12091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932652007" name="TextBox 52"/>
              <p:cNvSpPr txBox="1"/>
              <p:nvPr/>
            </p:nvSpPr>
            <p:spPr bwMode="auto">
              <a:xfrm rot="0" flipH="0" flipV="0">
                <a:off x="3417654" y="1823244"/>
                <a:ext cx="2176903" cy="8144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881279094" name="Freeform 54"/>
              <p:cNvSpPr/>
              <p:nvPr/>
            </p:nvSpPr>
            <p:spPr bwMode="auto">
              <a:xfrm rot="0" flipH="0" flipV="0">
                <a:off x="3417654" y="2871400"/>
                <a:ext cx="2176903" cy="67789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917" y="0"/>
                    </a:moveTo>
                    <a:lnTo>
                      <a:pt x="790309" y="0"/>
                    </a:lnTo>
                    <a:cubicBezTo>
                      <a:pt x="857090" y="0"/>
                      <a:pt x="911226" y="54136"/>
                      <a:pt x="911226" y="120917"/>
                    </a:cubicBezTo>
                    <a:lnTo>
                      <a:pt x="911226" y="162840"/>
                    </a:lnTo>
                    <a:cubicBezTo>
                      <a:pt x="911226" y="229621"/>
                      <a:pt x="857090" y="283758"/>
                      <a:pt x="790309" y="283758"/>
                    </a:cubicBezTo>
                    <a:lnTo>
                      <a:pt x="120917" y="283758"/>
                    </a:lnTo>
                    <a:cubicBezTo>
                      <a:pt x="88848" y="283758"/>
                      <a:pt x="58092" y="271018"/>
                      <a:pt x="35416" y="248342"/>
                    </a:cubicBezTo>
                    <a:cubicBezTo>
                      <a:pt x="12739" y="225665"/>
                      <a:pt x="0" y="194910"/>
                      <a:pt x="0" y="162840"/>
                    </a:cubicBezTo>
                    <a:lnTo>
                      <a:pt x="0" y="120917"/>
                    </a:lnTo>
                    <a:cubicBezTo>
                      <a:pt x="0" y="88848"/>
                      <a:pt x="12739" y="58092"/>
                      <a:pt x="35416" y="35416"/>
                    </a:cubicBezTo>
                    <a:cubicBezTo>
                      <a:pt x="58092" y="12739"/>
                      <a:pt x="88848" y="0"/>
                      <a:pt x="12091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890717237" name="TextBox 55"/>
              <p:cNvSpPr txBox="1"/>
              <p:nvPr/>
            </p:nvSpPr>
            <p:spPr bwMode="auto">
              <a:xfrm rot="0" flipH="0" flipV="0">
                <a:off x="3417654" y="2734870"/>
                <a:ext cx="2176903" cy="8144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586151727" name="Freeform 61"/>
              <p:cNvSpPr/>
              <p:nvPr/>
            </p:nvSpPr>
            <p:spPr bwMode="auto">
              <a:xfrm rot="0" flipH="0" flipV="0">
                <a:off x="3417654" y="136529"/>
                <a:ext cx="2176903" cy="67789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917" y="0"/>
                    </a:moveTo>
                    <a:lnTo>
                      <a:pt x="790309" y="0"/>
                    </a:lnTo>
                    <a:cubicBezTo>
                      <a:pt x="857090" y="0"/>
                      <a:pt x="911226" y="54136"/>
                      <a:pt x="911226" y="120917"/>
                    </a:cubicBezTo>
                    <a:lnTo>
                      <a:pt x="911226" y="162840"/>
                    </a:lnTo>
                    <a:cubicBezTo>
                      <a:pt x="911226" y="229621"/>
                      <a:pt x="857090" y="283758"/>
                      <a:pt x="790309" y="283758"/>
                    </a:cubicBezTo>
                    <a:lnTo>
                      <a:pt x="120917" y="283758"/>
                    </a:lnTo>
                    <a:cubicBezTo>
                      <a:pt x="88848" y="283758"/>
                      <a:pt x="58092" y="271018"/>
                      <a:pt x="35416" y="248342"/>
                    </a:cubicBezTo>
                    <a:cubicBezTo>
                      <a:pt x="12739" y="225665"/>
                      <a:pt x="0" y="194910"/>
                      <a:pt x="0" y="162840"/>
                    </a:cubicBezTo>
                    <a:lnTo>
                      <a:pt x="0" y="120917"/>
                    </a:lnTo>
                    <a:cubicBezTo>
                      <a:pt x="0" y="88848"/>
                      <a:pt x="12739" y="58092"/>
                      <a:pt x="35416" y="35416"/>
                    </a:cubicBezTo>
                    <a:cubicBezTo>
                      <a:pt x="58092" y="12739"/>
                      <a:pt x="88848" y="0"/>
                      <a:pt x="12091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92837712" name="TextBox 62"/>
              <p:cNvSpPr txBox="1"/>
              <p:nvPr/>
            </p:nvSpPr>
            <p:spPr bwMode="auto">
              <a:xfrm rot="0" flipH="0" flipV="0">
                <a:off x="3417654" y="0"/>
                <a:ext cx="2176903" cy="8144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33234842" name=""/>
          <p:cNvGrpSpPr/>
          <p:nvPr/>
        </p:nvGrpSpPr>
        <p:grpSpPr bwMode="auto">
          <a:xfrm>
            <a:off x="2804462" y="371142"/>
            <a:ext cx="6667497" cy="6161418"/>
            <a:chOff x="0" y="0"/>
            <a:chExt cx="6667497" cy="6161418"/>
          </a:xfrm>
        </p:grpSpPr>
        <p:sp>
          <p:nvSpPr>
            <p:cNvPr id="1225338275" name="TextBox 32"/>
            <p:cNvSpPr txBox="1"/>
            <p:nvPr/>
          </p:nvSpPr>
          <p:spPr bwMode="auto">
            <a:xfrm>
              <a:off x="298884" y="392243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47709239" name="TextBox 33"/>
            <p:cNvSpPr txBox="1"/>
            <p:nvPr/>
          </p:nvSpPr>
          <p:spPr bwMode="auto">
            <a:xfrm>
              <a:off x="473553" y="1107266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12189997" name="AutoShape 34"/>
            <p:cNvSpPr/>
            <p:nvPr/>
          </p:nvSpPr>
          <p:spPr bwMode="auto">
            <a:xfrm>
              <a:off x="3396188" y="1069165"/>
              <a:ext cx="0" cy="442479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82422383" name="TextBox 38"/>
            <p:cNvSpPr txBox="1"/>
            <p:nvPr/>
          </p:nvSpPr>
          <p:spPr bwMode="auto">
            <a:xfrm>
              <a:off x="4094730" y="1107266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99448982" name="Rectangle: Rounded Corners 12"/>
            <p:cNvSpPr/>
            <p:nvPr/>
          </p:nvSpPr>
          <p:spPr bwMode="auto">
            <a:xfrm>
              <a:off x="0" y="0"/>
              <a:ext cx="6667498" cy="61614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303586294" name=""/>
            <p:cNvGrpSpPr/>
            <p:nvPr/>
          </p:nvGrpSpPr>
          <p:grpSpPr bwMode="auto">
            <a:xfrm>
              <a:off x="432234" y="1639526"/>
              <a:ext cx="5927717" cy="3760654"/>
              <a:chOff x="0" y="0"/>
              <a:chExt cx="5927717" cy="3760654"/>
            </a:xfrm>
          </p:grpSpPr>
          <p:sp>
            <p:nvSpPr>
              <p:cNvPr id="1683120728" name="Freeform 30"/>
              <p:cNvSpPr/>
              <p:nvPr/>
            </p:nvSpPr>
            <p:spPr bwMode="auto">
              <a:xfrm rot="0" flipH="0" flipV="0">
                <a:off x="0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77686288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87277263" name="Freeform 36"/>
              <p:cNvSpPr/>
              <p:nvPr/>
            </p:nvSpPr>
            <p:spPr bwMode="auto">
              <a:xfrm rot="0" flipH="0" flipV="0">
                <a:off x="0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68752733" name="TextBox 37"/>
              <p:cNvSpPr txBox="1"/>
              <p:nvPr/>
            </p:nvSpPr>
            <p:spPr bwMode="auto">
              <a:xfrm rot="0" flipH="0" flipV="0">
                <a:off x="0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55229287" name="Freeform 40"/>
              <p:cNvSpPr/>
              <p:nvPr/>
            </p:nvSpPr>
            <p:spPr bwMode="auto">
              <a:xfrm rot="0" flipH="0" flipV="0">
                <a:off x="3621178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53719194" name="TextBox 41"/>
              <p:cNvSpPr txBox="1"/>
              <p:nvPr/>
            </p:nvSpPr>
            <p:spPr bwMode="auto">
              <a:xfrm rot="0" flipH="0" flipV="0">
                <a:off x="3621178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5799120" name="Freeform 43"/>
              <p:cNvSpPr/>
              <p:nvPr/>
            </p:nvSpPr>
            <p:spPr bwMode="auto">
              <a:xfrm rot="0" flipH="0" flipV="0">
                <a:off x="3621178" y="207648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03348437" name="TextBox 44"/>
              <p:cNvSpPr txBox="1"/>
              <p:nvPr/>
            </p:nvSpPr>
            <p:spPr bwMode="auto">
              <a:xfrm rot="0" flipH="0" flipV="0">
                <a:off x="3621178" y="1931823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23499023" name="Freeform 46"/>
              <p:cNvSpPr/>
              <p:nvPr/>
            </p:nvSpPr>
            <p:spPr bwMode="auto">
              <a:xfrm rot="0" flipH="0" flipV="0">
                <a:off x="3621178" y="3042394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41704368" name="TextBox 47"/>
              <p:cNvSpPr txBox="1"/>
              <p:nvPr/>
            </p:nvSpPr>
            <p:spPr bwMode="auto">
              <a:xfrm rot="0" flipH="0" flipV="0">
                <a:off x="3621178" y="2897733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00977387" name="Freeform 49"/>
              <p:cNvSpPr/>
              <p:nvPr/>
            </p:nvSpPr>
            <p:spPr bwMode="auto">
              <a:xfrm rot="0" flipH="0" flipV="0">
                <a:off x="3621178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59265131" name="TextBox 50"/>
              <p:cNvSpPr txBox="1"/>
              <p:nvPr/>
            </p:nvSpPr>
            <p:spPr bwMode="auto">
              <a:xfrm rot="0" flipH="0" flipV="0">
                <a:off x="3621178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46974552" name="TextBox 1315405195"/>
              <p:cNvSpPr txBox="1"/>
              <p:nvPr/>
            </p:nvSpPr>
            <p:spPr bwMode="auto">
              <a:xfrm>
                <a:off x="4218026" y="232156"/>
                <a:ext cx="1316004" cy="624818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compatLnSpc="0">
                <a:spAutoFit/>
              </a:bodyPr>
              <a:lstStyle/>
              <a:p>
                <a:pPr algn="l">
                  <a:lnSpc>
                    <a:spcPts val="4197"/>
                  </a:lnSpc>
                  <a:defRPr/>
                </a:pPr>
                <a:r>
                  <a:rPr lang="en-US" sz="1600" b="1">
                    <a:solidFill>
                      <a:srgbClr val="000000"/>
                    </a:solidFill>
                    <a:latin typeface="Rubik Bold"/>
                    <a:ea typeface="Rubik Bold"/>
                    <a:cs typeface="Rubik Bold"/>
                  </a:rPr>
                  <a:t>Professor</a:t>
                </a:r>
                <a:endParaRPr sz="16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3377699" name=""/>
          <p:cNvGrpSpPr/>
          <p:nvPr/>
        </p:nvGrpSpPr>
        <p:grpSpPr bwMode="auto">
          <a:xfrm>
            <a:off x="223872" y="324840"/>
            <a:ext cx="11819619" cy="6253578"/>
            <a:chOff x="0" y="0"/>
            <a:chExt cx="11819619" cy="6253578"/>
          </a:xfrm>
        </p:grpSpPr>
        <p:sp>
          <p:nvSpPr>
            <p:cNvPr id="1342714676" name="TextBox 32"/>
            <p:cNvSpPr txBox="1"/>
            <p:nvPr/>
          </p:nvSpPr>
          <p:spPr bwMode="auto">
            <a:xfrm>
              <a:off x="2918098" y="268687"/>
              <a:ext cx="5750051" cy="42923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76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1209355142" name="TextBox 33"/>
            <p:cNvSpPr txBox="1"/>
            <p:nvPr/>
          </p:nvSpPr>
          <p:spPr bwMode="auto">
            <a:xfrm>
              <a:off x="3080203" y="922748"/>
              <a:ext cx="2065358" cy="3962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6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09804740" name="AutoShape 34"/>
            <p:cNvSpPr/>
            <p:nvPr/>
          </p:nvSpPr>
          <p:spPr bwMode="auto">
            <a:xfrm>
              <a:off x="5792583" y="891500"/>
              <a:ext cx="0" cy="410648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77312759" name="TextBox 38"/>
            <p:cNvSpPr txBox="1"/>
            <p:nvPr/>
          </p:nvSpPr>
          <p:spPr bwMode="auto">
            <a:xfrm>
              <a:off x="6440875" y="922748"/>
              <a:ext cx="2065358" cy="3962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6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089981968" name="TextBox 42"/>
            <p:cNvSpPr txBox="1"/>
            <p:nvPr/>
          </p:nvSpPr>
          <p:spPr bwMode="auto">
            <a:xfrm flipH="0" flipV="0">
              <a:off x="0" y="1065386"/>
              <a:ext cx="2414439" cy="3465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6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346830392" name="Freeform 43"/>
            <p:cNvSpPr/>
            <p:nvPr/>
          </p:nvSpPr>
          <p:spPr bwMode="auto">
            <a:xfrm rot="1981001">
              <a:off x="1324110" y="1733394"/>
              <a:ext cx="991855" cy="280197"/>
            </a:xfrm>
            <a:custGeom>
              <a:avLst/>
              <a:gdLst/>
              <a:ahLst/>
              <a:cxnLst/>
              <a:rect l="l" t="t" r="r" b="b"/>
              <a:pathLst>
                <a:path w="991857" h="280199" fill="norm" stroke="1" extrusionOk="0">
                  <a:moveTo>
                    <a:pt x="0" y="0"/>
                  </a:moveTo>
                  <a:lnTo>
                    <a:pt x="991857" y="0"/>
                  </a:lnTo>
                  <a:lnTo>
                    <a:pt x="991857" y="280200"/>
                  </a:lnTo>
                  <a:lnTo>
                    <a:pt x="0" y="280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34500829" name="TextBox 44"/>
            <p:cNvSpPr txBox="1"/>
            <p:nvPr/>
          </p:nvSpPr>
          <p:spPr bwMode="auto">
            <a:xfrm flipH="0" flipV="0">
              <a:off x="0" y="3486177"/>
              <a:ext cx="2525564" cy="3465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6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91087120" name="Freeform 45"/>
            <p:cNvSpPr/>
            <p:nvPr/>
          </p:nvSpPr>
          <p:spPr bwMode="auto">
            <a:xfrm rot="9541431" flipH="1">
              <a:off x="1237519" y="3005803"/>
              <a:ext cx="991855" cy="280197"/>
            </a:xfrm>
            <a:custGeom>
              <a:avLst/>
              <a:gdLst/>
              <a:ahLst/>
              <a:cxnLst/>
              <a:rect l="l" t="t" r="r" b="b"/>
              <a:pathLst>
                <a:path w="991857" h="280199" fill="norm" stroke="1" extrusionOk="0">
                  <a:moveTo>
                    <a:pt x="991857" y="0"/>
                  </a:moveTo>
                  <a:lnTo>
                    <a:pt x="0" y="0"/>
                  </a:lnTo>
                  <a:lnTo>
                    <a:pt x="0" y="280200"/>
                  </a:lnTo>
                  <a:lnTo>
                    <a:pt x="991857" y="280200"/>
                  </a:lnTo>
                  <a:lnTo>
                    <a:pt x="991857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79680088" name="TextBox 46"/>
            <p:cNvSpPr txBox="1"/>
            <p:nvPr/>
          </p:nvSpPr>
          <p:spPr bwMode="auto">
            <a:xfrm flipH="0" flipV="0">
              <a:off x="9080499" y="917759"/>
              <a:ext cx="2651844" cy="3465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6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196975263" name="Freeform 47"/>
            <p:cNvSpPr/>
            <p:nvPr/>
          </p:nvSpPr>
          <p:spPr bwMode="auto">
            <a:xfrm rot="-423529" flipH="1">
              <a:off x="9354116" y="2899346"/>
              <a:ext cx="991855" cy="280197"/>
            </a:xfrm>
            <a:custGeom>
              <a:avLst/>
              <a:gdLst/>
              <a:ahLst/>
              <a:cxnLst/>
              <a:rect l="l" t="t" r="r" b="b"/>
              <a:pathLst>
                <a:path w="991857" h="280199" fill="norm" stroke="1" extrusionOk="0">
                  <a:moveTo>
                    <a:pt x="991857" y="0"/>
                  </a:moveTo>
                  <a:lnTo>
                    <a:pt x="0" y="0"/>
                  </a:lnTo>
                  <a:lnTo>
                    <a:pt x="0" y="280200"/>
                  </a:lnTo>
                  <a:lnTo>
                    <a:pt x="991857" y="280200"/>
                  </a:lnTo>
                  <a:lnTo>
                    <a:pt x="991857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88928081" name="TextBox 48"/>
            <p:cNvSpPr txBox="1"/>
            <p:nvPr/>
          </p:nvSpPr>
          <p:spPr bwMode="auto">
            <a:xfrm flipH="0" flipV="0">
              <a:off x="9080499" y="2450170"/>
              <a:ext cx="2651844" cy="3465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6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128019899" name="Freeform 49"/>
            <p:cNvSpPr/>
            <p:nvPr/>
          </p:nvSpPr>
          <p:spPr bwMode="auto">
            <a:xfrm rot="-2557580" flipH="1">
              <a:off x="9240472" y="1636498"/>
              <a:ext cx="991855" cy="280197"/>
            </a:xfrm>
            <a:custGeom>
              <a:avLst/>
              <a:gdLst/>
              <a:ahLst/>
              <a:cxnLst/>
              <a:rect l="l" t="t" r="r" b="b"/>
              <a:pathLst>
                <a:path w="991857" h="280199" fill="norm" stroke="1" extrusionOk="0">
                  <a:moveTo>
                    <a:pt x="991856" y="0"/>
                  </a:moveTo>
                  <a:lnTo>
                    <a:pt x="0" y="0"/>
                  </a:lnTo>
                  <a:lnTo>
                    <a:pt x="0" y="280199"/>
                  </a:lnTo>
                  <a:lnTo>
                    <a:pt x="991856" y="280199"/>
                  </a:lnTo>
                  <a:lnTo>
                    <a:pt x="991856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24837690" name="Freeform 56"/>
            <p:cNvSpPr/>
            <p:nvPr/>
          </p:nvSpPr>
          <p:spPr bwMode="auto">
            <a:xfrm rot="-10662274">
              <a:off x="9238452" y="3642229"/>
              <a:ext cx="991855" cy="280197"/>
            </a:xfrm>
            <a:custGeom>
              <a:avLst/>
              <a:gdLst/>
              <a:ahLst/>
              <a:cxnLst/>
              <a:rect l="l" t="t" r="r" b="b"/>
              <a:pathLst>
                <a:path w="991857" h="280199" fill="norm" stroke="1" extrusionOk="0">
                  <a:moveTo>
                    <a:pt x="0" y="0"/>
                  </a:moveTo>
                  <a:lnTo>
                    <a:pt x="991857" y="0"/>
                  </a:lnTo>
                  <a:lnTo>
                    <a:pt x="991857" y="280199"/>
                  </a:lnTo>
                  <a:lnTo>
                    <a:pt x="0" y="2801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07215841" name="TextBox 57"/>
            <p:cNvSpPr txBox="1"/>
            <p:nvPr/>
          </p:nvSpPr>
          <p:spPr bwMode="auto">
            <a:xfrm flipH="0" flipV="0">
              <a:off x="9080587" y="3974105"/>
              <a:ext cx="2651248" cy="3465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6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88636929" name="Freeform 58"/>
            <p:cNvSpPr/>
            <p:nvPr/>
          </p:nvSpPr>
          <p:spPr bwMode="auto">
            <a:xfrm rot="-9983765">
              <a:off x="9252281" y="4683300"/>
              <a:ext cx="991855" cy="280197"/>
            </a:xfrm>
            <a:custGeom>
              <a:avLst/>
              <a:gdLst/>
              <a:ahLst/>
              <a:cxnLst/>
              <a:rect l="l" t="t" r="r" b="b"/>
              <a:pathLst>
                <a:path w="991857" h="280199" fill="norm" stroke="1" extrusionOk="0">
                  <a:moveTo>
                    <a:pt x="0" y="0"/>
                  </a:moveTo>
                  <a:lnTo>
                    <a:pt x="991856" y="0"/>
                  </a:lnTo>
                  <a:lnTo>
                    <a:pt x="991856" y="280200"/>
                  </a:lnTo>
                  <a:lnTo>
                    <a:pt x="0" y="280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37624176" name="TextBox 59"/>
            <p:cNvSpPr txBox="1"/>
            <p:nvPr/>
          </p:nvSpPr>
          <p:spPr bwMode="auto">
            <a:xfrm flipH="0" flipV="0">
              <a:off x="9065703" y="5072780"/>
              <a:ext cx="2753915" cy="3465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6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02172064" name="Freeform 63"/>
            <p:cNvSpPr/>
            <p:nvPr/>
          </p:nvSpPr>
          <p:spPr bwMode="auto">
            <a:xfrm>
              <a:off x="5494521" y="5657450"/>
              <a:ext cx="596127" cy="596127"/>
            </a:xfrm>
            <a:custGeom>
              <a:avLst/>
              <a:gdLst/>
              <a:ahLst/>
              <a:cxnLst/>
              <a:rect l="l" t="t" r="r" b="b"/>
              <a:pathLst>
                <a:path w="596129" h="596129" fill="norm" stroke="1" extrusionOk="0">
                  <a:moveTo>
                    <a:pt x="0" y="0"/>
                  </a:moveTo>
                  <a:lnTo>
                    <a:pt x="596129" y="0"/>
                  </a:lnTo>
                  <a:lnTo>
                    <a:pt x="596129" y="596129"/>
                  </a:lnTo>
                  <a:lnTo>
                    <a:pt x="0" y="5961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056622522" name="Rectangle: Rounded Corners 12"/>
            <p:cNvSpPr/>
            <p:nvPr/>
          </p:nvSpPr>
          <p:spPr bwMode="auto">
            <a:xfrm>
              <a:off x="2669810" y="0"/>
              <a:ext cx="6246626" cy="5419594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847293891" name=""/>
            <p:cNvGrpSpPr/>
            <p:nvPr/>
          </p:nvGrpSpPr>
          <p:grpSpPr bwMode="auto">
            <a:xfrm>
              <a:off x="3041853" y="1439881"/>
              <a:ext cx="5501282" cy="3490119"/>
              <a:chOff x="0" y="0"/>
              <a:chExt cx="5501282" cy="3490119"/>
            </a:xfrm>
          </p:grpSpPr>
          <p:sp>
            <p:nvSpPr>
              <p:cNvPr id="1936413131" name="Freeform 30"/>
              <p:cNvSpPr/>
              <p:nvPr/>
            </p:nvSpPr>
            <p:spPr bwMode="auto">
              <a:xfrm rot="0" flipH="0" flipV="0">
                <a:off x="0" y="134253"/>
                <a:ext cx="2140609" cy="66658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67" y="0"/>
                    </a:moveTo>
                    <a:lnTo>
                      <a:pt x="788259" y="0"/>
                    </a:lnTo>
                    <a:cubicBezTo>
                      <a:pt x="856172" y="0"/>
                      <a:pt x="911226" y="55054"/>
                      <a:pt x="911226" y="122967"/>
                    </a:cubicBezTo>
                    <a:lnTo>
                      <a:pt x="911226" y="160790"/>
                    </a:lnTo>
                    <a:cubicBezTo>
                      <a:pt x="911226" y="228703"/>
                      <a:pt x="856172" y="283758"/>
                      <a:pt x="788259" y="283758"/>
                    </a:cubicBezTo>
                    <a:lnTo>
                      <a:pt x="122967" y="283758"/>
                    </a:lnTo>
                    <a:cubicBezTo>
                      <a:pt x="55054" y="283758"/>
                      <a:pt x="0" y="228703"/>
                      <a:pt x="0" y="160790"/>
                    </a:cubicBezTo>
                    <a:lnTo>
                      <a:pt x="0" y="122967"/>
                    </a:lnTo>
                    <a:cubicBezTo>
                      <a:pt x="0" y="55054"/>
                      <a:pt x="55054" y="0"/>
                      <a:pt x="12296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78142038" name="TextBox 31"/>
              <p:cNvSpPr txBox="1"/>
              <p:nvPr/>
            </p:nvSpPr>
            <p:spPr bwMode="auto">
              <a:xfrm rot="0" flipH="0" flipV="0">
                <a:off x="0" y="0"/>
                <a:ext cx="2140609" cy="80084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13219133" name="Freeform 36"/>
              <p:cNvSpPr/>
              <p:nvPr/>
            </p:nvSpPr>
            <p:spPr bwMode="auto">
              <a:xfrm rot="0" flipH="0" flipV="0">
                <a:off x="0" y="1030678"/>
                <a:ext cx="2140609" cy="66658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67" y="0"/>
                    </a:moveTo>
                    <a:lnTo>
                      <a:pt x="788259" y="0"/>
                    </a:lnTo>
                    <a:cubicBezTo>
                      <a:pt x="856172" y="0"/>
                      <a:pt x="911226" y="55054"/>
                      <a:pt x="911226" y="122967"/>
                    </a:cubicBezTo>
                    <a:lnTo>
                      <a:pt x="911226" y="160790"/>
                    </a:lnTo>
                    <a:cubicBezTo>
                      <a:pt x="911226" y="228703"/>
                      <a:pt x="856172" y="283758"/>
                      <a:pt x="788259" y="283758"/>
                    </a:cubicBezTo>
                    <a:lnTo>
                      <a:pt x="122967" y="283758"/>
                    </a:lnTo>
                    <a:cubicBezTo>
                      <a:pt x="55054" y="283758"/>
                      <a:pt x="0" y="228703"/>
                      <a:pt x="0" y="160790"/>
                    </a:cubicBezTo>
                    <a:lnTo>
                      <a:pt x="0" y="122967"/>
                    </a:lnTo>
                    <a:cubicBezTo>
                      <a:pt x="0" y="55054"/>
                      <a:pt x="55054" y="0"/>
                      <a:pt x="12296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75349716" name="TextBox 37"/>
              <p:cNvSpPr txBox="1"/>
              <p:nvPr/>
            </p:nvSpPr>
            <p:spPr bwMode="auto">
              <a:xfrm rot="0" flipH="0" flipV="0">
                <a:off x="0" y="896424"/>
                <a:ext cx="2140609" cy="80084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13472627" name="Freeform 40"/>
              <p:cNvSpPr/>
              <p:nvPr/>
            </p:nvSpPr>
            <p:spPr bwMode="auto">
              <a:xfrm rot="0" flipH="0" flipV="0">
                <a:off x="3360673" y="1030678"/>
                <a:ext cx="2140609" cy="66658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67" y="0"/>
                    </a:moveTo>
                    <a:lnTo>
                      <a:pt x="788259" y="0"/>
                    </a:lnTo>
                    <a:cubicBezTo>
                      <a:pt x="856172" y="0"/>
                      <a:pt x="911226" y="55054"/>
                      <a:pt x="911226" y="122967"/>
                    </a:cubicBezTo>
                    <a:lnTo>
                      <a:pt x="911226" y="160790"/>
                    </a:lnTo>
                    <a:cubicBezTo>
                      <a:pt x="911226" y="228703"/>
                      <a:pt x="856172" y="283758"/>
                      <a:pt x="788259" y="283758"/>
                    </a:cubicBezTo>
                    <a:lnTo>
                      <a:pt x="122967" y="283758"/>
                    </a:lnTo>
                    <a:cubicBezTo>
                      <a:pt x="55054" y="283758"/>
                      <a:pt x="0" y="228703"/>
                      <a:pt x="0" y="160790"/>
                    </a:cubicBezTo>
                    <a:lnTo>
                      <a:pt x="0" y="122967"/>
                    </a:lnTo>
                    <a:cubicBezTo>
                      <a:pt x="0" y="55054"/>
                      <a:pt x="55054" y="0"/>
                      <a:pt x="122967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78779539" name="TextBox 41"/>
              <p:cNvSpPr txBox="1"/>
              <p:nvPr/>
            </p:nvSpPr>
            <p:spPr bwMode="auto">
              <a:xfrm rot="0" flipH="0" flipV="0">
                <a:off x="3360673" y="896424"/>
                <a:ext cx="2140609" cy="80084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64727308" name="Freeform 51"/>
              <p:cNvSpPr/>
              <p:nvPr/>
            </p:nvSpPr>
            <p:spPr bwMode="auto">
              <a:xfrm rot="0" flipH="0" flipV="0">
                <a:off x="3360673" y="1927101"/>
                <a:ext cx="2140609" cy="66658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67" y="0"/>
                    </a:moveTo>
                    <a:lnTo>
                      <a:pt x="788259" y="0"/>
                    </a:lnTo>
                    <a:cubicBezTo>
                      <a:pt x="856172" y="0"/>
                      <a:pt x="911226" y="55054"/>
                      <a:pt x="911226" y="122967"/>
                    </a:cubicBezTo>
                    <a:lnTo>
                      <a:pt x="911226" y="160790"/>
                    </a:lnTo>
                    <a:cubicBezTo>
                      <a:pt x="911226" y="228703"/>
                      <a:pt x="856172" y="283758"/>
                      <a:pt x="788259" y="283758"/>
                    </a:cubicBezTo>
                    <a:lnTo>
                      <a:pt x="122967" y="283758"/>
                    </a:lnTo>
                    <a:cubicBezTo>
                      <a:pt x="55054" y="283758"/>
                      <a:pt x="0" y="228703"/>
                      <a:pt x="0" y="160790"/>
                    </a:cubicBezTo>
                    <a:lnTo>
                      <a:pt x="0" y="122967"/>
                    </a:lnTo>
                    <a:cubicBezTo>
                      <a:pt x="0" y="55054"/>
                      <a:pt x="55054" y="0"/>
                      <a:pt x="12296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63398277" name="TextBox 52"/>
              <p:cNvSpPr txBox="1"/>
              <p:nvPr/>
            </p:nvSpPr>
            <p:spPr bwMode="auto">
              <a:xfrm rot="0" flipH="0" flipV="0">
                <a:off x="3360673" y="1792847"/>
                <a:ext cx="2140609" cy="80084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19353239" name="Freeform 54"/>
              <p:cNvSpPr/>
              <p:nvPr/>
            </p:nvSpPr>
            <p:spPr bwMode="auto">
              <a:xfrm rot="0" flipH="0" flipV="0">
                <a:off x="3360673" y="2823530"/>
                <a:ext cx="2140609" cy="66658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67" y="0"/>
                    </a:moveTo>
                    <a:lnTo>
                      <a:pt x="788259" y="0"/>
                    </a:lnTo>
                    <a:cubicBezTo>
                      <a:pt x="856172" y="0"/>
                      <a:pt x="911226" y="55054"/>
                      <a:pt x="911226" y="122967"/>
                    </a:cubicBezTo>
                    <a:lnTo>
                      <a:pt x="911226" y="160790"/>
                    </a:lnTo>
                    <a:cubicBezTo>
                      <a:pt x="911226" y="228703"/>
                      <a:pt x="856172" y="283758"/>
                      <a:pt x="788259" y="283758"/>
                    </a:cubicBezTo>
                    <a:lnTo>
                      <a:pt x="122967" y="283758"/>
                    </a:lnTo>
                    <a:cubicBezTo>
                      <a:pt x="55054" y="283758"/>
                      <a:pt x="0" y="228703"/>
                      <a:pt x="0" y="160790"/>
                    </a:cubicBezTo>
                    <a:lnTo>
                      <a:pt x="0" y="122967"/>
                    </a:lnTo>
                    <a:cubicBezTo>
                      <a:pt x="0" y="55054"/>
                      <a:pt x="55054" y="0"/>
                      <a:pt x="12296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99854008" name="TextBox 55"/>
              <p:cNvSpPr txBox="1"/>
              <p:nvPr/>
            </p:nvSpPr>
            <p:spPr bwMode="auto">
              <a:xfrm rot="0" flipH="0" flipV="0">
                <a:off x="3360673" y="2689275"/>
                <a:ext cx="2140609" cy="80084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10790405" name="Freeform 61"/>
              <p:cNvSpPr/>
              <p:nvPr/>
            </p:nvSpPr>
            <p:spPr bwMode="auto">
              <a:xfrm rot="0" flipH="0" flipV="0">
                <a:off x="3360673" y="134253"/>
                <a:ext cx="2140609" cy="66658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67" y="0"/>
                    </a:moveTo>
                    <a:lnTo>
                      <a:pt x="788259" y="0"/>
                    </a:lnTo>
                    <a:cubicBezTo>
                      <a:pt x="856172" y="0"/>
                      <a:pt x="911226" y="55054"/>
                      <a:pt x="911226" y="122967"/>
                    </a:cubicBezTo>
                    <a:lnTo>
                      <a:pt x="911226" y="160790"/>
                    </a:lnTo>
                    <a:cubicBezTo>
                      <a:pt x="911226" y="228703"/>
                      <a:pt x="856172" y="283758"/>
                      <a:pt x="788259" y="283758"/>
                    </a:cubicBezTo>
                    <a:lnTo>
                      <a:pt x="122967" y="283758"/>
                    </a:lnTo>
                    <a:cubicBezTo>
                      <a:pt x="55054" y="283758"/>
                      <a:pt x="0" y="228703"/>
                      <a:pt x="0" y="160790"/>
                    </a:cubicBezTo>
                    <a:lnTo>
                      <a:pt x="0" y="122967"/>
                    </a:lnTo>
                    <a:cubicBezTo>
                      <a:pt x="0" y="55054"/>
                      <a:pt x="55054" y="0"/>
                      <a:pt x="122967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56467408" name="TextBox 62"/>
              <p:cNvSpPr txBox="1"/>
              <p:nvPr/>
            </p:nvSpPr>
            <p:spPr bwMode="auto">
              <a:xfrm rot="0" flipH="0" flipV="0">
                <a:off x="3360673" y="0"/>
                <a:ext cx="2140609" cy="80084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004735758" name=""/>
          <p:cNvGrpSpPr/>
          <p:nvPr/>
        </p:nvGrpSpPr>
        <p:grpSpPr bwMode="auto">
          <a:xfrm>
            <a:off x="223872" y="516587"/>
            <a:ext cx="11652968" cy="5950153"/>
            <a:chOff x="0" y="0"/>
            <a:chExt cx="11652968" cy="5950153"/>
          </a:xfrm>
        </p:grpSpPr>
        <p:sp>
          <p:nvSpPr>
            <p:cNvPr id="924368611" name="TextBox 32"/>
            <p:cNvSpPr txBox="1"/>
            <p:nvPr/>
          </p:nvSpPr>
          <p:spPr bwMode="auto">
            <a:xfrm>
              <a:off x="2865921" y="370453"/>
              <a:ext cx="5852373" cy="4368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36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Stonewall x2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826508008" name="TextBox 33"/>
            <p:cNvSpPr txBox="1"/>
            <p:nvPr/>
          </p:nvSpPr>
          <p:spPr bwMode="auto">
            <a:xfrm>
              <a:off x="3030901" y="1204160"/>
              <a:ext cx="2101963" cy="40320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7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323364338" name="AutoShape 34"/>
            <p:cNvSpPr/>
            <p:nvPr/>
          </p:nvSpPr>
          <p:spPr bwMode="auto">
            <a:xfrm>
              <a:off x="5791390" y="1161821"/>
              <a:ext cx="0" cy="417931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5401268" name="TextBox 38"/>
            <p:cNvSpPr txBox="1"/>
            <p:nvPr/>
          </p:nvSpPr>
          <p:spPr bwMode="auto">
            <a:xfrm>
              <a:off x="6451180" y="1204160"/>
              <a:ext cx="2101963" cy="40320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7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172026366" name="TextBox 42"/>
            <p:cNvSpPr txBox="1"/>
            <p:nvPr/>
          </p:nvSpPr>
          <p:spPr bwMode="auto">
            <a:xfrm flipH="0" flipV="0">
              <a:off x="0" y="1114194"/>
              <a:ext cx="2397844" cy="35265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4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4748672" name="Freeform 43"/>
            <p:cNvSpPr/>
            <p:nvPr/>
          </p:nvSpPr>
          <p:spPr bwMode="auto">
            <a:xfrm rot="1981001">
              <a:off x="1243665" y="1793205"/>
              <a:ext cx="1009446" cy="285167"/>
            </a:xfrm>
            <a:custGeom>
              <a:avLst/>
              <a:gdLst/>
              <a:ahLst/>
              <a:cxnLst/>
              <a:rect l="l" t="t" r="r" b="b"/>
              <a:pathLst>
                <a:path w="1009448" h="285169" fill="norm" stroke="1" extrusionOk="0">
                  <a:moveTo>
                    <a:pt x="0" y="0"/>
                  </a:moveTo>
                  <a:lnTo>
                    <a:pt x="1009448" y="0"/>
                  </a:lnTo>
                  <a:lnTo>
                    <a:pt x="1009448" y="285169"/>
                  </a:lnTo>
                  <a:lnTo>
                    <a:pt x="0" y="285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42251022" name="TextBox 44"/>
            <p:cNvSpPr txBox="1"/>
            <p:nvPr/>
          </p:nvSpPr>
          <p:spPr bwMode="auto">
            <a:xfrm flipH="0" flipV="0">
              <a:off x="79374" y="3577918"/>
              <a:ext cx="2239814" cy="6207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5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1611006338" name="Freeform 45"/>
            <p:cNvSpPr/>
            <p:nvPr/>
          </p:nvSpPr>
          <p:spPr bwMode="auto">
            <a:xfrm rot="9541431" flipH="1">
              <a:off x="1155537" y="3088181"/>
              <a:ext cx="1009446" cy="285167"/>
            </a:xfrm>
            <a:custGeom>
              <a:avLst/>
              <a:gdLst/>
              <a:ahLst/>
              <a:cxnLst/>
              <a:rect l="l" t="t" r="r" b="b"/>
              <a:pathLst>
                <a:path w="1009448" h="285169" fill="norm" stroke="1" extrusionOk="0">
                  <a:moveTo>
                    <a:pt x="1009448" y="0"/>
                  </a:moveTo>
                  <a:lnTo>
                    <a:pt x="0" y="0"/>
                  </a:lnTo>
                  <a:lnTo>
                    <a:pt x="0" y="285169"/>
                  </a:lnTo>
                  <a:lnTo>
                    <a:pt x="1009448" y="285169"/>
                  </a:lnTo>
                  <a:lnTo>
                    <a:pt x="1009448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92732823" name="TextBox 46"/>
            <p:cNvSpPr txBox="1"/>
            <p:nvPr/>
          </p:nvSpPr>
          <p:spPr bwMode="auto">
            <a:xfrm flipH="0" flipV="0">
              <a:off x="9112249" y="963951"/>
              <a:ext cx="2540719" cy="35227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1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09704912" name="Freeform 47"/>
            <p:cNvSpPr/>
            <p:nvPr/>
          </p:nvSpPr>
          <p:spPr bwMode="auto">
            <a:xfrm rot="-423529" flipH="1">
              <a:off x="9416088" y="2979838"/>
              <a:ext cx="1009446" cy="285167"/>
            </a:xfrm>
            <a:custGeom>
              <a:avLst/>
              <a:gdLst/>
              <a:ahLst/>
              <a:cxnLst/>
              <a:rect l="l" t="t" r="r" b="b"/>
              <a:pathLst>
                <a:path w="1009448" h="285169" fill="norm" stroke="1" extrusionOk="0">
                  <a:moveTo>
                    <a:pt x="1009448" y="0"/>
                  </a:moveTo>
                  <a:lnTo>
                    <a:pt x="0" y="0"/>
                  </a:lnTo>
                  <a:lnTo>
                    <a:pt x="0" y="285169"/>
                  </a:lnTo>
                  <a:lnTo>
                    <a:pt x="1009448" y="285169"/>
                  </a:lnTo>
                  <a:lnTo>
                    <a:pt x="1009448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73680801" name="TextBox 48"/>
            <p:cNvSpPr txBox="1"/>
            <p:nvPr/>
          </p:nvSpPr>
          <p:spPr bwMode="auto">
            <a:xfrm flipH="0" flipV="0">
              <a:off x="9112434" y="2523539"/>
              <a:ext cx="2539596" cy="35265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4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61595026" name="Freeform 49"/>
            <p:cNvSpPr/>
            <p:nvPr/>
          </p:nvSpPr>
          <p:spPr bwMode="auto">
            <a:xfrm rot="-2557580" flipH="1">
              <a:off x="9300426" y="1694589"/>
              <a:ext cx="1009446" cy="285167"/>
            </a:xfrm>
            <a:custGeom>
              <a:avLst/>
              <a:gdLst/>
              <a:ahLst/>
              <a:cxnLst/>
              <a:rect l="l" t="t" r="r" b="b"/>
              <a:pathLst>
                <a:path w="1009448" h="285169" fill="norm" stroke="1" extrusionOk="0">
                  <a:moveTo>
                    <a:pt x="1009448" y="0"/>
                  </a:moveTo>
                  <a:lnTo>
                    <a:pt x="0" y="0"/>
                  </a:lnTo>
                  <a:lnTo>
                    <a:pt x="0" y="285169"/>
                  </a:lnTo>
                  <a:lnTo>
                    <a:pt x="1009448" y="285169"/>
                  </a:lnTo>
                  <a:lnTo>
                    <a:pt x="1009448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4996520" name="Freeform 56"/>
            <p:cNvSpPr/>
            <p:nvPr/>
          </p:nvSpPr>
          <p:spPr bwMode="auto">
            <a:xfrm rot="-10662274">
              <a:off x="9298373" y="3735896"/>
              <a:ext cx="1009446" cy="285167"/>
            </a:xfrm>
            <a:custGeom>
              <a:avLst/>
              <a:gdLst/>
              <a:ahLst/>
              <a:cxnLst/>
              <a:rect l="l" t="t" r="r" b="b"/>
              <a:pathLst>
                <a:path w="1009448" h="285169" fill="norm" stroke="1" extrusionOk="0">
                  <a:moveTo>
                    <a:pt x="0" y="0"/>
                  </a:moveTo>
                  <a:lnTo>
                    <a:pt x="1009448" y="0"/>
                  </a:lnTo>
                  <a:lnTo>
                    <a:pt x="1009448" y="285169"/>
                  </a:lnTo>
                  <a:lnTo>
                    <a:pt x="0" y="285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42736699" name="TextBox 57"/>
            <p:cNvSpPr txBox="1"/>
            <p:nvPr/>
          </p:nvSpPr>
          <p:spPr bwMode="auto">
            <a:xfrm flipH="0" flipV="0">
              <a:off x="9112434" y="4074501"/>
              <a:ext cx="2539596" cy="35265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4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89313451" name="Freeform 58"/>
            <p:cNvSpPr/>
            <p:nvPr/>
          </p:nvSpPr>
          <p:spPr bwMode="auto">
            <a:xfrm rot="-9983765">
              <a:off x="9312443" y="4795432"/>
              <a:ext cx="1009446" cy="285167"/>
            </a:xfrm>
            <a:custGeom>
              <a:avLst/>
              <a:gdLst/>
              <a:ahLst/>
              <a:cxnLst/>
              <a:rect l="l" t="t" r="r" b="b"/>
              <a:pathLst>
                <a:path w="1009448" h="285169" fill="norm" stroke="1" extrusionOk="0">
                  <a:moveTo>
                    <a:pt x="0" y="0"/>
                  </a:moveTo>
                  <a:lnTo>
                    <a:pt x="1009448" y="0"/>
                  </a:lnTo>
                  <a:lnTo>
                    <a:pt x="1009448" y="285169"/>
                  </a:lnTo>
                  <a:lnTo>
                    <a:pt x="0" y="285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68961290" name="TextBox 59"/>
            <p:cNvSpPr txBox="1"/>
            <p:nvPr/>
          </p:nvSpPr>
          <p:spPr bwMode="auto">
            <a:xfrm flipH="0" flipV="0">
              <a:off x="9112341" y="5192665"/>
              <a:ext cx="2540158" cy="6207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5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2014826639" name="Rectangle: Rounded Corners 12"/>
            <p:cNvSpPr/>
            <p:nvPr/>
          </p:nvSpPr>
          <p:spPr bwMode="auto">
            <a:xfrm>
              <a:off x="2559054" y="0"/>
              <a:ext cx="6423836" cy="5950154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960248220" name=""/>
            <p:cNvGrpSpPr/>
            <p:nvPr/>
          </p:nvGrpSpPr>
          <p:grpSpPr bwMode="auto">
            <a:xfrm>
              <a:off x="2991872" y="1700538"/>
              <a:ext cx="5598852" cy="3552016"/>
              <a:chOff x="0" y="0"/>
              <a:chExt cx="5598852" cy="3552016"/>
            </a:xfrm>
          </p:grpSpPr>
          <p:sp>
            <p:nvSpPr>
              <p:cNvPr id="404998236" name="Freeform 30"/>
              <p:cNvSpPr/>
              <p:nvPr/>
            </p:nvSpPr>
            <p:spPr bwMode="auto">
              <a:xfrm rot="0" flipH="0" flipV="0">
                <a:off x="0" y="136635"/>
                <a:ext cx="2178575" cy="6784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824" y="0"/>
                    </a:moveTo>
                    <a:lnTo>
                      <a:pt x="790402" y="0"/>
                    </a:lnTo>
                    <a:cubicBezTo>
                      <a:pt x="857131" y="0"/>
                      <a:pt x="911226" y="54095"/>
                      <a:pt x="911226" y="120824"/>
                    </a:cubicBezTo>
                    <a:lnTo>
                      <a:pt x="911226" y="162933"/>
                    </a:lnTo>
                    <a:cubicBezTo>
                      <a:pt x="911226" y="229663"/>
                      <a:pt x="857131" y="283758"/>
                      <a:pt x="790402" y="283758"/>
                    </a:cubicBezTo>
                    <a:lnTo>
                      <a:pt x="120824" y="283758"/>
                    </a:lnTo>
                    <a:cubicBezTo>
                      <a:pt x="88780" y="283758"/>
                      <a:pt x="58048" y="271028"/>
                      <a:pt x="35389" y="248369"/>
                    </a:cubicBezTo>
                    <a:cubicBezTo>
                      <a:pt x="12730" y="225710"/>
                      <a:pt x="0" y="194978"/>
                      <a:pt x="0" y="162933"/>
                    </a:cubicBezTo>
                    <a:lnTo>
                      <a:pt x="0" y="120824"/>
                    </a:lnTo>
                    <a:cubicBezTo>
                      <a:pt x="0" y="54095"/>
                      <a:pt x="54095" y="0"/>
                      <a:pt x="12082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82272158" name="TextBox 31"/>
              <p:cNvSpPr txBox="1"/>
              <p:nvPr/>
            </p:nvSpPr>
            <p:spPr bwMode="auto">
              <a:xfrm rot="0" flipH="0" flipV="0">
                <a:off x="0" y="0"/>
                <a:ext cx="2178575" cy="815046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649986987" name="Freeform 36"/>
              <p:cNvSpPr/>
              <p:nvPr/>
            </p:nvSpPr>
            <p:spPr bwMode="auto">
              <a:xfrm rot="0" flipH="0" flipV="0">
                <a:off x="0" y="1048959"/>
                <a:ext cx="2178575" cy="6784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824" y="0"/>
                    </a:moveTo>
                    <a:lnTo>
                      <a:pt x="790402" y="0"/>
                    </a:lnTo>
                    <a:cubicBezTo>
                      <a:pt x="857131" y="0"/>
                      <a:pt x="911226" y="54095"/>
                      <a:pt x="911226" y="120824"/>
                    </a:cubicBezTo>
                    <a:lnTo>
                      <a:pt x="911226" y="162933"/>
                    </a:lnTo>
                    <a:cubicBezTo>
                      <a:pt x="911226" y="229663"/>
                      <a:pt x="857131" y="283758"/>
                      <a:pt x="790402" y="283758"/>
                    </a:cubicBezTo>
                    <a:lnTo>
                      <a:pt x="120824" y="283758"/>
                    </a:lnTo>
                    <a:cubicBezTo>
                      <a:pt x="88780" y="283758"/>
                      <a:pt x="58048" y="271028"/>
                      <a:pt x="35389" y="248369"/>
                    </a:cubicBezTo>
                    <a:cubicBezTo>
                      <a:pt x="12730" y="225710"/>
                      <a:pt x="0" y="194978"/>
                      <a:pt x="0" y="162933"/>
                    </a:cubicBezTo>
                    <a:lnTo>
                      <a:pt x="0" y="120824"/>
                    </a:lnTo>
                    <a:cubicBezTo>
                      <a:pt x="0" y="54095"/>
                      <a:pt x="54095" y="0"/>
                      <a:pt x="12082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397037554" name="TextBox 37"/>
              <p:cNvSpPr txBox="1"/>
              <p:nvPr/>
            </p:nvSpPr>
            <p:spPr bwMode="auto">
              <a:xfrm rot="0" flipH="0" flipV="0">
                <a:off x="0" y="912323"/>
                <a:ext cx="2178575" cy="815046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475954791" name="Freeform 40"/>
              <p:cNvSpPr/>
              <p:nvPr/>
            </p:nvSpPr>
            <p:spPr bwMode="auto">
              <a:xfrm rot="0" flipH="0" flipV="0">
                <a:off x="3420278" y="1048959"/>
                <a:ext cx="2178575" cy="6784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824" y="0"/>
                    </a:moveTo>
                    <a:lnTo>
                      <a:pt x="790402" y="0"/>
                    </a:lnTo>
                    <a:cubicBezTo>
                      <a:pt x="857131" y="0"/>
                      <a:pt x="911226" y="54095"/>
                      <a:pt x="911226" y="120824"/>
                    </a:cubicBezTo>
                    <a:lnTo>
                      <a:pt x="911226" y="162933"/>
                    </a:lnTo>
                    <a:cubicBezTo>
                      <a:pt x="911226" y="229663"/>
                      <a:pt x="857131" y="283758"/>
                      <a:pt x="790402" y="283758"/>
                    </a:cubicBezTo>
                    <a:lnTo>
                      <a:pt x="120824" y="283758"/>
                    </a:lnTo>
                    <a:cubicBezTo>
                      <a:pt x="88780" y="283758"/>
                      <a:pt x="58048" y="271028"/>
                      <a:pt x="35389" y="248369"/>
                    </a:cubicBezTo>
                    <a:cubicBezTo>
                      <a:pt x="12730" y="225710"/>
                      <a:pt x="0" y="194978"/>
                      <a:pt x="0" y="162933"/>
                    </a:cubicBezTo>
                    <a:lnTo>
                      <a:pt x="0" y="120824"/>
                    </a:lnTo>
                    <a:cubicBezTo>
                      <a:pt x="0" y="54095"/>
                      <a:pt x="54095" y="0"/>
                      <a:pt x="12082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954969060" name="TextBox 41"/>
              <p:cNvSpPr txBox="1"/>
              <p:nvPr/>
            </p:nvSpPr>
            <p:spPr bwMode="auto">
              <a:xfrm rot="0" flipH="0" flipV="0">
                <a:off x="3420278" y="912323"/>
                <a:ext cx="2178575" cy="815046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313661694" name="Freeform 51"/>
              <p:cNvSpPr/>
              <p:nvPr/>
            </p:nvSpPr>
            <p:spPr bwMode="auto">
              <a:xfrm rot="0" flipH="0" flipV="0">
                <a:off x="3420278" y="1961281"/>
                <a:ext cx="2178575" cy="6784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824" y="0"/>
                    </a:moveTo>
                    <a:lnTo>
                      <a:pt x="790402" y="0"/>
                    </a:lnTo>
                    <a:cubicBezTo>
                      <a:pt x="857131" y="0"/>
                      <a:pt x="911226" y="54095"/>
                      <a:pt x="911226" y="120824"/>
                    </a:cubicBezTo>
                    <a:lnTo>
                      <a:pt x="911226" y="162933"/>
                    </a:lnTo>
                    <a:cubicBezTo>
                      <a:pt x="911226" y="229663"/>
                      <a:pt x="857131" y="283758"/>
                      <a:pt x="790402" y="283758"/>
                    </a:cubicBezTo>
                    <a:lnTo>
                      <a:pt x="120824" y="283758"/>
                    </a:lnTo>
                    <a:cubicBezTo>
                      <a:pt x="88780" y="283758"/>
                      <a:pt x="58048" y="271028"/>
                      <a:pt x="35389" y="248369"/>
                    </a:cubicBezTo>
                    <a:cubicBezTo>
                      <a:pt x="12730" y="225710"/>
                      <a:pt x="0" y="194978"/>
                      <a:pt x="0" y="162933"/>
                    </a:cubicBezTo>
                    <a:lnTo>
                      <a:pt x="0" y="120824"/>
                    </a:lnTo>
                    <a:cubicBezTo>
                      <a:pt x="0" y="54095"/>
                      <a:pt x="54095" y="0"/>
                      <a:pt x="12082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102224316" name="TextBox 52"/>
              <p:cNvSpPr txBox="1"/>
              <p:nvPr/>
            </p:nvSpPr>
            <p:spPr bwMode="auto">
              <a:xfrm rot="0" flipH="0" flipV="0">
                <a:off x="3420278" y="1824646"/>
                <a:ext cx="2178575" cy="815046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938533755" name="Freeform 54"/>
              <p:cNvSpPr/>
              <p:nvPr/>
            </p:nvSpPr>
            <p:spPr bwMode="auto">
              <a:xfrm rot="0" flipH="0" flipV="0">
                <a:off x="3420278" y="2873605"/>
                <a:ext cx="2178575" cy="6784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824" y="0"/>
                    </a:moveTo>
                    <a:lnTo>
                      <a:pt x="790402" y="0"/>
                    </a:lnTo>
                    <a:cubicBezTo>
                      <a:pt x="857131" y="0"/>
                      <a:pt x="911226" y="54095"/>
                      <a:pt x="911226" y="120824"/>
                    </a:cubicBezTo>
                    <a:lnTo>
                      <a:pt x="911226" y="162933"/>
                    </a:lnTo>
                    <a:cubicBezTo>
                      <a:pt x="911226" y="229663"/>
                      <a:pt x="857131" y="283758"/>
                      <a:pt x="790402" y="283758"/>
                    </a:cubicBezTo>
                    <a:lnTo>
                      <a:pt x="120824" y="283758"/>
                    </a:lnTo>
                    <a:cubicBezTo>
                      <a:pt x="88780" y="283758"/>
                      <a:pt x="58048" y="271028"/>
                      <a:pt x="35389" y="248369"/>
                    </a:cubicBezTo>
                    <a:cubicBezTo>
                      <a:pt x="12730" y="225710"/>
                      <a:pt x="0" y="194978"/>
                      <a:pt x="0" y="162933"/>
                    </a:cubicBezTo>
                    <a:lnTo>
                      <a:pt x="0" y="120824"/>
                    </a:lnTo>
                    <a:cubicBezTo>
                      <a:pt x="0" y="54095"/>
                      <a:pt x="54095" y="0"/>
                      <a:pt x="12082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74224912" name="TextBox 55"/>
              <p:cNvSpPr txBox="1"/>
              <p:nvPr/>
            </p:nvSpPr>
            <p:spPr bwMode="auto">
              <a:xfrm rot="0" flipH="0" flipV="0">
                <a:off x="3420278" y="2736970"/>
                <a:ext cx="2178575" cy="815046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25884376" name="Freeform 61"/>
              <p:cNvSpPr/>
              <p:nvPr/>
            </p:nvSpPr>
            <p:spPr bwMode="auto">
              <a:xfrm rot="0" flipH="0" flipV="0">
                <a:off x="3420278" y="136635"/>
                <a:ext cx="2178575" cy="6784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824" y="0"/>
                    </a:moveTo>
                    <a:lnTo>
                      <a:pt x="790402" y="0"/>
                    </a:lnTo>
                    <a:cubicBezTo>
                      <a:pt x="857131" y="0"/>
                      <a:pt x="911226" y="54095"/>
                      <a:pt x="911226" y="120824"/>
                    </a:cubicBezTo>
                    <a:lnTo>
                      <a:pt x="911226" y="162933"/>
                    </a:lnTo>
                    <a:cubicBezTo>
                      <a:pt x="911226" y="229663"/>
                      <a:pt x="857131" y="283758"/>
                      <a:pt x="790402" y="283758"/>
                    </a:cubicBezTo>
                    <a:lnTo>
                      <a:pt x="120824" y="283758"/>
                    </a:lnTo>
                    <a:cubicBezTo>
                      <a:pt x="88780" y="283758"/>
                      <a:pt x="58048" y="271028"/>
                      <a:pt x="35389" y="248369"/>
                    </a:cubicBezTo>
                    <a:cubicBezTo>
                      <a:pt x="12730" y="225710"/>
                      <a:pt x="0" y="194978"/>
                      <a:pt x="0" y="162933"/>
                    </a:cubicBezTo>
                    <a:lnTo>
                      <a:pt x="0" y="120824"/>
                    </a:lnTo>
                    <a:cubicBezTo>
                      <a:pt x="0" y="54095"/>
                      <a:pt x="54095" y="0"/>
                      <a:pt x="12082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615602080" name="TextBox 62"/>
              <p:cNvSpPr txBox="1"/>
              <p:nvPr/>
            </p:nvSpPr>
            <p:spPr bwMode="auto">
              <a:xfrm rot="0" flipH="0" flipV="0">
                <a:off x="3420278" y="0"/>
                <a:ext cx="2178575" cy="815046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051029829" name=""/>
          <p:cNvGrpSpPr/>
          <p:nvPr/>
        </p:nvGrpSpPr>
        <p:grpSpPr bwMode="auto">
          <a:xfrm>
            <a:off x="341848" y="1591392"/>
            <a:ext cx="11456062" cy="3294319"/>
            <a:chOff x="0" y="0"/>
            <a:chExt cx="11456062" cy="3294319"/>
          </a:xfrm>
        </p:grpSpPr>
        <p:sp>
          <p:nvSpPr>
            <p:cNvPr id="1439377617" name="TextBox 32"/>
            <p:cNvSpPr txBox="1"/>
            <p:nvPr/>
          </p:nvSpPr>
          <p:spPr bwMode="auto">
            <a:xfrm flipH="0" flipV="0">
              <a:off x="7186036" y="233571"/>
              <a:ext cx="3058297" cy="2450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27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Stonewall x2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46140099" name="TextBox 33"/>
            <p:cNvSpPr txBox="1"/>
            <p:nvPr/>
          </p:nvSpPr>
          <p:spPr bwMode="auto">
            <a:xfrm>
              <a:off x="7300011" y="696475"/>
              <a:ext cx="1180109" cy="2262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78"/>
                </a:lnSpc>
                <a:defRPr/>
              </a:pPr>
              <a:r>
                <a:rPr lang="en-US" sz="1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484173964" name="AutoShape 34"/>
            <p:cNvSpPr/>
            <p:nvPr/>
          </p:nvSpPr>
          <p:spPr bwMode="auto">
            <a:xfrm>
              <a:off x="8676720" y="674566"/>
              <a:ext cx="0" cy="2345145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07777272" name="TextBox 38"/>
            <p:cNvSpPr txBox="1"/>
            <p:nvPr/>
          </p:nvSpPr>
          <p:spPr bwMode="auto">
            <a:xfrm>
              <a:off x="8876894" y="696475"/>
              <a:ext cx="1180109" cy="2262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78"/>
                </a:lnSpc>
                <a:defRPr/>
              </a:pPr>
              <a:r>
                <a:rPr lang="en-US" sz="1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171638875" name="TextBox 42"/>
            <p:cNvSpPr txBox="1"/>
            <p:nvPr/>
          </p:nvSpPr>
          <p:spPr bwMode="auto">
            <a:xfrm>
              <a:off x="6122595" y="645990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53304992" name="Freeform 43"/>
            <p:cNvSpPr/>
            <p:nvPr/>
          </p:nvSpPr>
          <p:spPr bwMode="auto">
            <a:xfrm rot="1981001">
              <a:off x="6523050" y="1028855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0" y="0"/>
                  </a:moveTo>
                  <a:lnTo>
                    <a:pt x="566433" y="0"/>
                  </a:lnTo>
                  <a:lnTo>
                    <a:pt x="566433" y="160017"/>
                  </a:lnTo>
                  <a:lnTo>
                    <a:pt x="0" y="1600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33956251" name="TextBox 44"/>
            <p:cNvSpPr txBox="1"/>
            <p:nvPr/>
          </p:nvSpPr>
          <p:spPr bwMode="auto">
            <a:xfrm>
              <a:off x="6007716" y="2028466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27798350" name="Freeform 45"/>
            <p:cNvSpPr/>
            <p:nvPr/>
          </p:nvSpPr>
          <p:spPr bwMode="auto">
            <a:xfrm rot="9541431" flipH="1">
              <a:off x="6473599" y="1755508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566433" y="0"/>
                  </a:moveTo>
                  <a:lnTo>
                    <a:pt x="0" y="0"/>
                  </a:lnTo>
                  <a:lnTo>
                    <a:pt x="0" y="160018"/>
                  </a:lnTo>
                  <a:lnTo>
                    <a:pt x="566433" y="160018"/>
                  </a:lnTo>
                  <a:lnTo>
                    <a:pt x="566433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89515810" name="TextBox 46"/>
            <p:cNvSpPr txBox="1"/>
            <p:nvPr/>
          </p:nvSpPr>
          <p:spPr bwMode="auto">
            <a:xfrm flipH="0" flipV="0">
              <a:off x="10407141" y="377899"/>
              <a:ext cx="920296" cy="35240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1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991402571" name="Freeform 47"/>
            <p:cNvSpPr/>
            <p:nvPr/>
          </p:nvSpPr>
          <p:spPr bwMode="auto">
            <a:xfrm rot="-423529" flipH="1">
              <a:off x="10344001" y="1694713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566434" y="0"/>
                  </a:moveTo>
                  <a:lnTo>
                    <a:pt x="0" y="0"/>
                  </a:lnTo>
                  <a:lnTo>
                    <a:pt x="0" y="160017"/>
                  </a:lnTo>
                  <a:lnTo>
                    <a:pt x="566434" y="160017"/>
                  </a:lnTo>
                  <a:lnTo>
                    <a:pt x="566434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7227932" name="TextBox 48"/>
            <p:cNvSpPr txBox="1"/>
            <p:nvPr/>
          </p:nvSpPr>
          <p:spPr bwMode="auto">
            <a:xfrm>
              <a:off x="10542245" y="1436819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08268894" name="Freeform 49"/>
            <p:cNvSpPr/>
            <p:nvPr/>
          </p:nvSpPr>
          <p:spPr bwMode="auto">
            <a:xfrm rot="-2557580" flipH="1">
              <a:off x="10279102" y="973521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566433" y="0"/>
                  </a:moveTo>
                  <a:lnTo>
                    <a:pt x="0" y="0"/>
                  </a:lnTo>
                  <a:lnTo>
                    <a:pt x="0" y="160017"/>
                  </a:lnTo>
                  <a:lnTo>
                    <a:pt x="566433" y="160017"/>
                  </a:lnTo>
                  <a:lnTo>
                    <a:pt x="566433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52420562" name="Freeform 56"/>
            <p:cNvSpPr/>
            <p:nvPr/>
          </p:nvSpPr>
          <p:spPr bwMode="auto">
            <a:xfrm rot="-10662274">
              <a:off x="10277949" y="2118961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0" y="0"/>
                  </a:moveTo>
                  <a:lnTo>
                    <a:pt x="566434" y="0"/>
                  </a:lnTo>
                  <a:lnTo>
                    <a:pt x="566434" y="160018"/>
                  </a:lnTo>
                  <a:lnTo>
                    <a:pt x="0" y="160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5097780" name="TextBox 57"/>
            <p:cNvSpPr txBox="1"/>
            <p:nvPr/>
          </p:nvSpPr>
          <p:spPr bwMode="auto">
            <a:xfrm>
              <a:off x="10462111" y="2307112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39827091" name="Freeform 58"/>
            <p:cNvSpPr/>
            <p:nvPr/>
          </p:nvSpPr>
          <p:spPr bwMode="auto">
            <a:xfrm rot="-9983765">
              <a:off x="10285846" y="2713501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0" y="0"/>
                  </a:moveTo>
                  <a:lnTo>
                    <a:pt x="566433" y="0"/>
                  </a:lnTo>
                  <a:lnTo>
                    <a:pt x="566433" y="160017"/>
                  </a:lnTo>
                  <a:lnTo>
                    <a:pt x="0" y="1600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61767635" name="TextBox 59"/>
            <p:cNvSpPr txBox="1"/>
            <p:nvPr/>
          </p:nvSpPr>
          <p:spPr bwMode="auto">
            <a:xfrm>
              <a:off x="10542245" y="2934549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89493591" name="TextBox 69"/>
            <p:cNvSpPr txBox="1"/>
            <p:nvPr/>
          </p:nvSpPr>
          <p:spPr bwMode="auto">
            <a:xfrm flipH="0" flipV="0">
              <a:off x="1163579" y="233572"/>
              <a:ext cx="3007025" cy="2450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27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Stonewall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80704293" name="TextBox 70"/>
            <p:cNvSpPr txBox="1"/>
            <p:nvPr/>
          </p:nvSpPr>
          <p:spPr bwMode="auto">
            <a:xfrm>
              <a:off x="1292296" y="696475"/>
              <a:ext cx="1180109" cy="2262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78"/>
                </a:lnSpc>
                <a:defRPr/>
              </a:pPr>
              <a:r>
                <a:rPr lang="en-US" sz="1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476558262" name="AutoShape 71"/>
            <p:cNvSpPr/>
            <p:nvPr/>
          </p:nvSpPr>
          <p:spPr bwMode="auto">
            <a:xfrm>
              <a:off x="2669004" y="674566"/>
              <a:ext cx="0" cy="2345145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9338782" name="TextBox 75"/>
            <p:cNvSpPr txBox="1"/>
            <p:nvPr/>
          </p:nvSpPr>
          <p:spPr bwMode="auto">
            <a:xfrm>
              <a:off x="2869180" y="696475"/>
              <a:ext cx="1180109" cy="2262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78"/>
                </a:lnSpc>
                <a:defRPr/>
              </a:pPr>
              <a:r>
                <a:rPr lang="en-US" sz="1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449001822" name="TextBox 79"/>
            <p:cNvSpPr txBox="1"/>
            <p:nvPr/>
          </p:nvSpPr>
          <p:spPr bwMode="auto">
            <a:xfrm>
              <a:off x="114879" y="645990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23624557" name="Freeform 80"/>
            <p:cNvSpPr/>
            <p:nvPr/>
          </p:nvSpPr>
          <p:spPr bwMode="auto">
            <a:xfrm rot="1981001">
              <a:off x="515335" y="1028855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0" y="0"/>
                  </a:moveTo>
                  <a:lnTo>
                    <a:pt x="566433" y="0"/>
                  </a:lnTo>
                  <a:lnTo>
                    <a:pt x="566433" y="160017"/>
                  </a:lnTo>
                  <a:lnTo>
                    <a:pt x="0" y="1600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3210590" name="TextBox 81"/>
            <p:cNvSpPr txBox="1"/>
            <p:nvPr/>
          </p:nvSpPr>
          <p:spPr bwMode="auto">
            <a:xfrm>
              <a:off x="0" y="2028466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14263132" name="Freeform 82"/>
            <p:cNvSpPr/>
            <p:nvPr/>
          </p:nvSpPr>
          <p:spPr bwMode="auto">
            <a:xfrm rot="9541431" flipH="1">
              <a:off x="465885" y="1755508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566433" y="0"/>
                  </a:moveTo>
                  <a:lnTo>
                    <a:pt x="0" y="0"/>
                  </a:lnTo>
                  <a:lnTo>
                    <a:pt x="0" y="160018"/>
                  </a:lnTo>
                  <a:lnTo>
                    <a:pt x="566433" y="160018"/>
                  </a:lnTo>
                  <a:lnTo>
                    <a:pt x="566433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69931609" name="TextBox 83"/>
            <p:cNvSpPr txBox="1"/>
            <p:nvPr/>
          </p:nvSpPr>
          <p:spPr bwMode="auto">
            <a:xfrm>
              <a:off x="4399426" y="561684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30326011" name="Freeform 84"/>
            <p:cNvSpPr/>
            <p:nvPr/>
          </p:nvSpPr>
          <p:spPr bwMode="auto">
            <a:xfrm rot="-423529" flipH="1">
              <a:off x="4336288" y="1694713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566433" y="0"/>
                  </a:moveTo>
                  <a:lnTo>
                    <a:pt x="0" y="0"/>
                  </a:lnTo>
                  <a:lnTo>
                    <a:pt x="0" y="160017"/>
                  </a:lnTo>
                  <a:lnTo>
                    <a:pt x="566433" y="160017"/>
                  </a:lnTo>
                  <a:lnTo>
                    <a:pt x="566433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51012731" name="TextBox 85"/>
            <p:cNvSpPr txBox="1"/>
            <p:nvPr/>
          </p:nvSpPr>
          <p:spPr bwMode="auto">
            <a:xfrm>
              <a:off x="4534531" y="1436819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6124125" name="Freeform 86"/>
            <p:cNvSpPr/>
            <p:nvPr/>
          </p:nvSpPr>
          <p:spPr bwMode="auto">
            <a:xfrm rot="-2557580" flipH="1">
              <a:off x="4271387" y="973521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566433" y="0"/>
                  </a:moveTo>
                  <a:lnTo>
                    <a:pt x="0" y="0"/>
                  </a:lnTo>
                  <a:lnTo>
                    <a:pt x="0" y="160017"/>
                  </a:lnTo>
                  <a:lnTo>
                    <a:pt x="566433" y="160017"/>
                  </a:lnTo>
                  <a:lnTo>
                    <a:pt x="566433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4420905" name="Freeform 93"/>
            <p:cNvSpPr/>
            <p:nvPr/>
          </p:nvSpPr>
          <p:spPr bwMode="auto">
            <a:xfrm rot="-10662274">
              <a:off x="4270234" y="2118961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0" y="0"/>
                  </a:moveTo>
                  <a:lnTo>
                    <a:pt x="566434" y="0"/>
                  </a:lnTo>
                  <a:lnTo>
                    <a:pt x="566434" y="160018"/>
                  </a:lnTo>
                  <a:lnTo>
                    <a:pt x="0" y="160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87445703" name="TextBox 94"/>
            <p:cNvSpPr txBox="1"/>
            <p:nvPr/>
          </p:nvSpPr>
          <p:spPr bwMode="auto">
            <a:xfrm>
              <a:off x="4454397" y="2307112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15778908" name="Freeform 95"/>
            <p:cNvSpPr/>
            <p:nvPr/>
          </p:nvSpPr>
          <p:spPr bwMode="auto">
            <a:xfrm rot="-9983765">
              <a:off x="4278132" y="2713501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0" y="0"/>
                  </a:moveTo>
                  <a:lnTo>
                    <a:pt x="566433" y="0"/>
                  </a:lnTo>
                  <a:lnTo>
                    <a:pt x="566433" y="160017"/>
                  </a:lnTo>
                  <a:lnTo>
                    <a:pt x="0" y="1600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87312473" name="TextBox 96"/>
            <p:cNvSpPr txBox="1"/>
            <p:nvPr/>
          </p:nvSpPr>
          <p:spPr bwMode="auto">
            <a:xfrm>
              <a:off x="4534531" y="2934549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18482201" name="Rectangle: Rounded Corners 12"/>
            <p:cNvSpPr/>
            <p:nvPr/>
          </p:nvSpPr>
          <p:spPr bwMode="auto">
            <a:xfrm>
              <a:off x="1163580" y="38100"/>
              <a:ext cx="3056859" cy="3256219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71847236" name="Rectangle: Rounded Corners 12"/>
            <p:cNvSpPr/>
            <p:nvPr/>
          </p:nvSpPr>
          <p:spPr bwMode="auto">
            <a:xfrm>
              <a:off x="7186037" y="0"/>
              <a:ext cx="3056859" cy="32562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194335024" name=""/>
            <p:cNvGrpSpPr/>
            <p:nvPr/>
          </p:nvGrpSpPr>
          <p:grpSpPr bwMode="auto">
            <a:xfrm>
              <a:off x="7278111" y="1015192"/>
              <a:ext cx="2799347" cy="1954812"/>
              <a:chOff x="0" y="0"/>
              <a:chExt cx="2799347" cy="1954812"/>
            </a:xfrm>
          </p:grpSpPr>
          <p:sp>
            <p:nvSpPr>
              <p:cNvPr id="29390586" name="Freeform 30"/>
              <p:cNvSpPr/>
              <p:nvPr/>
            </p:nvSpPr>
            <p:spPr bwMode="auto">
              <a:xfrm rot="0" flipH="0" flipV="0">
                <a:off x="0" y="38334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731947386" name="TextBox 31"/>
              <p:cNvSpPr txBox="1"/>
              <p:nvPr/>
            </p:nvSpPr>
            <p:spPr bwMode="auto">
              <a:xfrm rot="0" flipH="0" flipV="0">
                <a:off x="0" y="0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544916123" name="Freeform 36"/>
              <p:cNvSpPr/>
              <p:nvPr/>
            </p:nvSpPr>
            <p:spPr bwMode="auto">
              <a:xfrm rot="0" flipH="0" flipV="0">
                <a:off x="0" y="550269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522796295" name="TextBox 37"/>
              <p:cNvSpPr txBox="1"/>
              <p:nvPr/>
            </p:nvSpPr>
            <p:spPr bwMode="auto">
              <a:xfrm rot="0" flipH="0" flipV="0">
                <a:off x="0" y="511933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465830381" name="Freeform 40"/>
              <p:cNvSpPr/>
              <p:nvPr/>
            </p:nvSpPr>
            <p:spPr bwMode="auto">
              <a:xfrm rot="0" flipH="0" flipV="0">
                <a:off x="1576882" y="550269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417638186" name="TextBox 41"/>
              <p:cNvSpPr txBox="1"/>
              <p:nvPr/>
            </p:nvSpPr>
            <p:spPr bwMode="auto">
              <a:xfrm rot="0" flipH="0" flipV="0">
                <a:off x="1576882" y="511933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225203026" name="Freeform 51"/>
              <p:cNvSpPr/>
              <p:nvPr/>
            </p:nvSpPr>
            <p:spPr bwMode="auto">
              <a:xfrm rot="0" flipH="0" flipV="0">
                <a:off x="1576882" y="1062201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5272200" name="TextBox 52"/>
              <p:cNvSpPr txBox="1"/>
              <p:nvPr/>
            </p:nvSpPr>
            <p:spPr bwMode="auto">
              <a:xfrm rot="0" flipH="0" flipV="0">
                <a:off x="1576882" y="1023866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203872268" name="Freeform 54"/>
              <p:cNvSpPr/>
              <p:nvPr/>
            </p:nvSpPr>
            <p:spPr bwMode="auto">
              <a:xfrm rot="0" flipH="0" flipV="0">
                <a:off x="1576882" y="1574136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854917895" name="TextBox 55"/>
              <p:cNvSpPr txBox="1"/>
              <p:nvPr/>
            </p:nvSpPr>
            <p:spPr bwMode="auto">
              <a:xfrm rot="0" flipH="0" flipV="0">
                <a:off x="1576882" y="1535800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284285671" name="Freeform 61"/>
              <p:cNvSpPr/>
              <p:nvPr/>
            </p:nvSpPr>
            <p:spPr bwMode="auto">
              <a:xfrm rot="0" flipH="0" flipV="0">
                <a:off x="1576882" y="38334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510021685" name="TextBox 62"/>
              <p:cNvSpPr txBox="1"/>
              <p:nvPr/>
            </p:nvSpPr>
            <p:spPr bwMode="auto">
              <a:xfrm rot="0" flipH="0" flipV="0">
                <a:off x="1576882" y="0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2146179052" name=""/>
            <p:cNvGrpSpPr/>
            <p:nvPr/>
          </p:nvGrpSpPr>
          <p:grpSpPr bwMode="auto">
            <a:xfrm>
              <a:off x="1270398" y="1015192"/>
              <a:ext cx="2799345" cy="1954812"/>
              <a:chOff x="0" y="0"/>
              <a:chExt cx="2799345" cy="1954812"/>
            </a:xfrm>
          </p:grpSpPr>
          <p:sp>
            <p:nvSpPr>
              <p:cNvPr id="1796017380" name="Freeform 67"/>
              <p:cNvSpPr/>
              <p:nvPr/>
            </p:nvSpPr>
            <p:spPr bwMode="auto">
              <a:xfrm rot="0" flipH="0" flipV="0">
                <a:off x="0" y="38334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52368326" name="TextBox 68"/>
              <p:cNvSpPr txBox="1"/>
              <p:nvPr/>
            </p:nvSpPr>
            <p:spPr bwMode="auto">
              <a:xfrm rot="0" flipH="0" flipV="0">
                <a:off x="0" y="0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420894020" name="Freeform 73"/>
              <p:cNvSpPr/>
              <p:nvPr/>
            </p:nvSpPr>
            <p:spPr bwMode="auto">
              <a:xfrm rot="0" flipH="0" flipV="0">
                <a:off x="0" y="550269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138425258" name="TextBox 74"/>
              <p:cNvSpPr txBox="1"/>
              <p:nvPr/>
            </p:nvSpPr>
            <p:spPr bwMode="auto">
              <a:xfrm rot="0" flipH="0" flipV="0">
                <a:off x="0" y="511933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17006842" name="Freeform 77"/>
              <p:cNvSpPr/>
              <p:nvPr/>
            </p:nvSpPr>
            <p:spPr bwMode="auto">
              <a:xfrm rot="0" flipH="0" flipV="0">
                <a:off x="1576881" y="550269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492663245" name="TextBox 78"/>
              <p:cNvSpPr txBox="1"/>
              <p:nvPr/>
            </p:nvSpPr>
            <p:spPr bwMode="auto">
              <a:xfrm rot="0" flipH="0" flipV="0">
                <a:off x="1576881" y="511933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279648129" name="Freeform 88"/>
              <p:cNvSpPr/>
              <p:nvPr/>
            </p:nvSpPr>
            <p:spPr bwMode="auto">
              <a:xfrm rot="0" flipH="0" flipV="0">
                <a:off x="1576881" y="1062201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339804319" name="TextBox 89"/>
              <p:cNvSpPr txBox="1"/>
              <p:nvPr/>
            </p:nvSpPr>
            <p:spPr bwMode="auto">
              <a:xfrm rot="0" flipH="0" flipV="0">
                <a:off x="1576881" y="1023866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915510953" name="Freeform 91"/>
              <p:cNvSpPr/>
              <p:nvPr/>
            </p:nvSpPr>
            <p:spPr bwMode="auto">
              <a:xfrm rot="0" flipH="0" flipV="0">
                <a:off x="1576881" y="1574136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803098478" name="TextBox 92"/>
              <p:cNvSpPr txBox="1"/>
              <p:nvPr/>
            </p:nvSpPr>
            <p:spPr bwMode="auto">
              <a:xfrm rot="0" flipH="0" flipV="0">
                <a:off x="1576881" y="1535800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24083650" name="Freeform 98"/>
              <p:cNvSpPr/>
              <p:nvPr/>
            </p:nvSpPr>
            <p:spPr bwMode="auto">
              <a:xfrm rot="0" flipH="0" flipV="0">
                <a:off x="1576881" y="38334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386239985" name="TextBox 99"/>
              <p:cNvSpPr txBox="1"/>
              <p:nvPr/>
            </p:nvSpPr>
            <p:spPr bwMode="auto">
              <a:xfrm rot="0" flipH="0" flipV="0">
                <a:off x="1576881" y="0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02188502" name=""/>
          <p:cNvGrpSpPr/>
          <p:nvPr/>
        </p:nvGrpSpPr>
        <p:grpSpPr bwMode="auto">
          <a:xfrm>
            <a:off x="2753930" y="380327"/>
            <a:ext cx="6857680" cy="6003777"/>
            <a:chOff x="0" y="0"/>
            <a:chExt cx="6857680" cy="6003777"/>
          </a:xfrm>
        </p:grpSpPr>
        <p:sp>
          <p:nvSpPr>
            <p:cNvPr id="1609119119" name="TextBox 32"/>
            <p:cNvSpPr txBox="1"/>
            <p:nvPr/>
          </p:nvSpPr>
          <p:spPr bwMode="auto">
            <a:xfrm>
              <a:off x="323250" y="376735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49891395" name="TextBox 33"/>
            <p:cNvSpPr txBox="1"/>
            <p:nvPr/>
          </p:nvSpPr>
          <p:spPr bwMode="auto">
            <a:xfrm>
              <a:off x="497919" y="1091758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71642881" name="AutoShape 34"/>
            <p:cNvSpPr/>
            <p:nvPr/>
          </p:nvSpPr>
          <p:spPr bwMode="auto">
            <a:xfrm>
              <a:off x="3420554" y="1053658"/>
              <a:ext cx="0" cy="442479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52038247" name="TextBox 38"/>
            <p:cNvSpPr txBox="1"/>
            <p:nvPr/>
          </p:nvSpPr>
          <p:spPr bwMode="auto">
            <a:xfrm>
              <a:off x="4119098" y="1091758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96721917" name="Rectangle: Rounded Corners 12"/>
            <p:cNvSpPr/>
            <p:nvPr/>
          </p:nvSpPr>
          <p:spPr bwMode="auto">
            <a:xfrm>
              <a:off x="0" y="0"/>
              <a:ext cx="6857681" cy="600377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934806957" name=""/>
            <p:cNvGrpSpPr/>
            <p:nvPr/>
          </p:nvGrpSpPr>
          <p:grpSpPr bwMode="auto">
            <a:xfrm>
              <a:off x="456598" y="1624017"/>
              <a:ext cx="5927717" cy="3760655"/>
              <a:chOff x="0" y="0"/>
              <a:chExt cx="5927717" cy="3760655"/>
            </a:xfrm>
          </p:grpSpPr>
          <p:sp>
            <p:nvSpPr>
              <p:cNvPr id="1167029215" name="Freeform 30"/>
              <p:cNvSpPr/>
              <p:nvPr/>
            </p:nvSpPr>
            <p:spPr bwMode="auto">
              <a:xfrm rot="0" flipH="0" flipV="0">
                <a:off x="0" y="14466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873841972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205097569" name="Freeform 36"/>
              <p:cNvSpPr/>
              <p:nvPr/>
            </p:nvSpPr>
            <p:spPr bwMode="auto">
              <a:xfrm rot="0" flipH="0" flipV="0">
                <a:off x="0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210471901" name="TextBox 37"/>
              <p:cNvSpPr txBox="1"/>
              <p:nvPr/>
            </p:nvSpPr>
            <p:spPr bwMode="auto">
              <a:xfrm rot="0" flipH="0" flipV="0">
                <a:off x="0" y="965911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732619234" name="Freeform 40"/>
              <p:cNvSpPr/>
              <p:nvPr/>
            </p:nvSpPr>
            <p:spPr bwMode="auto">
              <a:xfrm rot="0" flipH="0" flipV="0">
                <a:off x="3621179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353835906" name="TextBox 41"/>
              <p:cNvSpPr txBox="1"/>
              <p:nvPr/>
            </p:nvSpPr>
            <p:spPr bwMode="auto">
              <a:xfrm rot="0" flipH="0" flipV="0">
                <a:off x="3621179" y="965911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661580584" name="Freeform 43"/>
              <p:cNvSpPr/>
              <p:nvPr/>
            </p:nvSpPr>
            <p:spPr bwMode="auto">
              <a:xfrm rot="0" flipH="0" flipV="0">
                <a:off x="3621179" y="2076484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032852577" name="TextBox 44"/>
              <p:cNvSpPr txBox="1"/>
              <p:nvPr/>
            </p:nvSpPr>
            <p:spPr bwMode="auto">
              <a:xfrm rot="0" flipH="0" flipV="0">
                <a:off x="3621179" y="1931823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668165013" name="Freeform 46"/>
              <p:cNvSpPr/>
              <p:nvPr/>
            </p:nvSpPr>
            <p:spPr bwMode="auto">
              <a:xfrm rot="0" flipH="0" flipV="0">
                <a:off x="3621179" y="3042396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04135927" name="TextBox 47"/>
              <p:cNvSpPr txBox="1"/>
              <p:nvPr/>
            </p:nvSpPr>
            <p:spPr bwMode="auto">
              <a:xfrm rot="0" flipH="0" flipV="0">
                <a:off x="3621179" y="2897734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806836967" name="Freeform 49"/>
              <p:cNvSpPr/>
              <p:nvPr/>
            </p:nvSpPr>
            <p:spPr bwMode="auto">
              <a:xfrm rot="0" flipH="0" flipV="0">
                <a:off x="3621179" y="14466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729544877" name="TextBox 50"/>
              <p:cNvSpPr txBox="1"/>
              <p:nvPr/>
            </p:nvSpPr>
            <p:spPr bwMode="auto">
              <a:xfrm rot="0" flipH="0" flipV="0">
                <a:off x="3621179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4942571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5322093" y="1202531"/>
            <a:ext cx="6362699" cy="4638674"/>
          </a:xfrm>
          <a:prstGeom prst="rect">
            <a:avLst/>
          </a:prstGeom>
        </p:spPr>
      </p:pic>
      <p:pic>
        <p:nvPicPr>
          <p:cNvPr id="819789537" name=""/>
          <p:cNvPicPr>
            <a:picLocks noChangeAspect="1"/>
          </p:cNvPicPr>
          <p:nvPr/>
        </p:nvPicPr>
        <p:blipFill>
          <a:blip r:embed="rId4"/>
          <a:srcRect l="27256" t="4687" r="34265" b="23958"/>
          <a:stretch/>
        </p:blipFill>
        <p:spPr bwMode="auto">
          <a:xfrm flipH="0" flipV="0">
            <a:off x="453655" y="1075134"/>
            <a:ext cx="4691062" cy="48934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94703795" name=""/>
          <p:cNvGrpSpPr/>
          <p:nvPr/>
        </p:nvGrpSpPr>
        <p:grpSpPr bwMode="auto">
          <a:xfrm>
            <a:off x="840377" y="1909289"/>
            <a:ext cx="9873801" cy="3256218"/>
            <a:chOff x="0" y="0"/>
            <a:chExt cx="9873801" cy="3256218"/>
          </a:xfrm>
        </p:grpSpPr>
        <p:sp>
          <p:nvSpPr>
            <p:cNvPr id="844746081" name="Freeform 26"/>
            <p:cNvSpPr/>
            <p:nvPr/>
          </p:nvSpPr>
          <p:spPr bwMode="auto">
            <a:xfrm>
              <a:off x="0" y="1375495"/>
              <a:ext cx="642303" cy="588510"/>
            </a:xfrm>
            <a:custGeom>
              <a:avLst/>
              <a:gdLst/>
              <a:ahLst/>
              <a:cxnLst/>
              <a:rect l="l" t="t" r="r" b="b"/>
              <a:pathLst>
                <a:path w="642305" h="588512" fill="norm" stroke="1" extrusionOk="0">
                  <a:moveTo>
                    <a:pt x="0" y="0"/>
                  </a:moveTo>
                  <a:lnTo>
                    <a:pt x="642305" y="0"/>
                  </a:lnTo>
                  <a:lnTo>
                    <a:pt x="642305" y="588512"/>
                  </a:lnTo>
                  <a:lnTo>
                    <a:pt x="0" y="5885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3257858" name="Freeform 31"/>
            <p:cNvSpPr/>
            <p:nvPr/>
          </p:nvSpPr>
          <p:spPr bwMode="auto">
            <a:xfrm rot="0" flipH="0" flipV="0">
              <a:off x="1232131" y="784170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87717289" name="TextBox 32"/>
            <p:cNvSpPr txBox="1"/>
            <p:nvPr/>
          </p:nvSpPr>
          <p:spPr bwMode="auto">
            <a:xfrm rot="0" flipH="0" flipV="0">
              <a:off x="1232131" y="773038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2047114543" name="AutoShape 33"/>
            <p:cNvSpPr/>
            <p:nvPr/>
          </p:nvSpPr>
          <p:spPr bwMode="auto">
            <a:xfrm>
              <a:off x="2601063" y="784171"/>
              <a:ext cx="0" cy="2116197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3899099" name="Freeform 35"/>
            <p:cNvSpPr/>
            <p:nvPr/>
          </p:nvSpPr>
          <p:spPr bwMode="auto">
            <a:xfrm rot="0" flipH="0" flipV="0">
              <a:off x="1232131" y="1230285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47859549" name="TextBox 36"/>
            <p:cNvSpPr txBox="1"/>
            <p:nvPr/>
          </p:nvSpPr>
          <p:spPr bwMode="auto">
            <a:xfrm rot="0" flipH="0" flipV="0">
              <a:off x="1232131" y="1219154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2127004613" name="Freeform 38"/>
            <p:cNvSpPr/>
            <p:nvPr/>
          </p:nvSpPr>
          <p:spPr bwMode="auto">
            <a:xfrm rot="0" flipH="0" flipV="0">
              <a:off x="1232218" y="1676400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75327913" name="TextBox 39"/>
            <p:cNvSpPr txBox="1"/>
            <p:nvPr/>
          </p:nvSpPr>
          <p:spPr bwMode="auto">
            <a:xfrm rot="0" flipH="0" flipV="0">
              <a:off x="1232218" y="1665268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606846587" name="Freeform 41"/>
            <p:cNvSpPr/>
            <p:nvPr/>
          </p:nvSpPr>
          <p:spPr bwMode="auto">
            <a:xfrm rot="0" flipH="0" flipV="0">
              <a:off x="1232218" y="2122515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61756356" name="TextBox 42"/>
            <p:cNvSpPr txBox="1"/>
            <p:nvPr/>
          </p:nvSpPr>
          <p:spPr bwMode="auto">
            <a:xfrm rot="0" flipH="0" flipV="0">
              <a:off x="1232218" y="2111383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756025242" name="Freeform 44"/>
            <p:cNvSpPr/>
            <p:nvPr/>
          </p:nvSpPr>
          <p:spPr bwMode="auto">
            <a:xfrm rot="0" flipH="0" flipV="0">
              <a:off x="1232218" y="2568632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582975" name="TextBox 45"/>
            <p:cNvSpPr txBox="1"/>
            <p:nvPr/>
          </p:nvSpPr>
          <p:spPr bwMode="auto">
            <a:xfrm rot="0" flipH="0" flipV="0">
              <a:off x="1232218" y="2557500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278820816" name="Freeform 47"/>
            <p:cNvSpPr/>
            <p:nvPr/>
          </p:nvSpPr>
          <p:spPr bwMode="auto">
            <a:xfrm rot="0" flipH="0" flipV="0">
              <a:off x="2904607" y="784170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21992430" name="TextBox 48"/>
            <p:cNvSpPr txBox="1"/>
            <p:nvPr/>
          </p:nvSpPr>
          <p:spPr bwMode="auto">
            <a:xfrm rot="0" flipH="0" flipV="0">
              <a:off x="2904607" y="773038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852560953" name="Freeform 50"/>
            <p:cNvSpPr/>
            <p:nvPr/>
          </p:nvSpPr>
          <p:spPr bwMode="auto">
            <a:xfrm rot="0" flipH="0" flipV="0">
              <a:off x="2904607" y="1230285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56059213" name="TextBox 51"/>
            <p:cNvSpPr txBox="1"/>
            <p:nvPr/>
          </p:nvSpPr>
          <p:spPr bwMode="auto">
            <a:xfrm rot="0" flipH="0" flipV="0">
              <a:off x="2904607" y="1219154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585106534" name="Freeform 53"/>
            <p:cNvSpPr/>
            <p:nvPr/>
          </p:nvSpPr>
          <p:spPr bwMode="auto">
            <a:xfrm rot="0" flipH="0" flipV="0">
              <a:off x="2904693" y="1676400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62612113" name="TextBox 54"/>
            <p:cNvSpPr txBox="1"/>
            <p:nvPr/>
          </p:nvSpPr>
          <p:spPr bwMode="auto">
            <a:xfrm rot="0" flipH="0" flipV="0">
              <a:off x="2904693" y="1665268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2026487554" name="Freeform 56"/>
            <p:cNvSpPr/>
            <p:nvPr/>
          </p:nvSpPr>
          <p:spPr bwMode="auto">
            <a:xfrm rot="0" flipH="0" flipV="0">
              <a:off x="2904693" y="2122515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25281341" name="TextBox 57"/>
            <p:cNvSpPr txBox="1"/>
            <p:nvPr/>
          </p:nvSpPr>
          <p:spPr bwMode="auto">
            <a:xfrm rot="0" flipH="0" flipV="0">
              <a:off x="2904693" y="2111383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980690332" name="Freeform 59"/>
            <p:cNvSpPr/>
            <p:nvPr/>
          </p:nvSpPr>
          <p:spPr bwMode="auto">
            <a:xfrm rot="0" flipH="0" flipV="0">
              <a:off x="2904693" y="2568632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28932423" name="TextBox 60"/>
            <p:cNvSpPr txBox="1"/>
            <p:nvPr/>
          </p:nvSpPr>
          <p:spPr bwMode="auto">
            <a:xfrm rot="0" flipH="0" flipV="0">
              <a:off x="2904693" y="2557500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258327746" name="Freeform 61"/>
            <p:cNvSpPr/>
            <p:nvPr/>
          </p:nvSpPr>
          <p:spPr bwMode="auto">
            <a:xfrm>
              <a:off x="7060984" y="324713"/>
              <a:ext cx="2812816" cy="2690075"/>
            </a:xfrm>
            <a:custGeom>
              <a:avLst/>
              <a:gdLst/>
              <a:ahLst/>
              <a:cxnLst/>
              <a:rect l="l" t="t" r="r" b="b"/>
              <a:pathLst>
                <a:path w="2812818" h="2690077" fill="norm" stroke="1" extrusionOk="0">
                  <a:moveTo>
                    <a:pt x="0" y="0"/>
                  </a:moveTo>
                  <a:lnTo>
                    <a:pt x="2812818" y="0"/>
                  </a:lnTo>
                  <a:lnTo>
                    <a:pt x="2812818" y="2690077"/>
                  </a:lnTo>
                  <a:lnTo>
                    <a:pt x="0" y="26900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80484858" name="Freeform 62"/>
            <p:cNvSpPr/>
            <p:nvPr/>
          </p:nvSpPr>
          <p:spPr bwMode="auto">
            <a:xfrm>
              <a:off x="8234429" y="484110"/>
              <a:ext cx="465927" cy="465927"/>
            </a:xfrm>
            <a:custGeom>
              <a:avLst/>
              <a:gdLst/>
              <a:ahLst/>
              <a:cxnLst/>
              <a:rect l="l" t="t" r="r" b="b"/>
              <a:pathLst>
                <a:path w="465929" h="465929" fill="norm" stroke="1" extrusionOk="0">
                  <a:moveTo>
                    <a:pt x="0" y="0"/>
                  </a:moveTo>
                  <a:lnTo>
                    <a:pt x="465929" y="0"/>
                  </a:lnTo>
                  <a:lnTo>
                    <a:pt x="465929" y="465929"/>
                  </a:lnTo>
                  <a:lnTo>
                    <a:pt x="0" y="4659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03538157" name="AutoShape 63"/>
            <p:cNvSpPr/>
            <p:nvPr/>
          </p:nvSpPr>
          <p:spPr bwMode="auto">
            <a:xfrm flipV="1">
              <a:off x="3969992" y="1863208"/>
              <a:ext cx="3090990" cy="42517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32473899" name="Freeform 64"/>
            <p:cNvSpPr/>
            <p:nvPr/>
          </p:nvSpPr>
          <p:spPr bwMode="auto">
            <a:xfrm>
              <a:off x="5419755" y="1477988"/>
              <a:ext cx="486018" cy="486018"/>
            </a:xfrm>
            <a:custGeom>
              <a:avLst/>
              <a:gdLst/>
              <a:ahLst/>
              <a:cxnLst/>
              <a:rect l="l" t="t" r="r" b="b"/>
              <a:pathLst>
                <a:path w="486019" h="486019" fill="norm" stroke="1" extrusionOk="0">
                  <a:moveTo>
                    <a:pt x="0" y="0"/>
                  </a:moveTo>
                  <a:lnTo>
                    <a:pt x="486020" y="0"/>
                  </a:lnTo>
                  <a:lnTo>
                    <a:pt x="486020" y="486019"/>
                  </a:lnTo>
                  <a:lnTo>
                    <a:pt x="0" y="4860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8213492" name="TextBox 65"/>
            <p:cNvSpPr txBox="1"/>
            <p:nvPr/>
          </p:nvSpPr>
          <p:spPr bwMode="auto">
            <a:xfrm flipH="0" flipV="0">
              <a:off x="1040096" y="225030"/>
              <a:ext cx="3058299" cy="2908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87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/>
            </a:p>
          </p:txBody>
        </p:sp>
        <p:sp>
          <p:nvSpPr>
            <p:cNvPr id="1420103332" name="Rectangle: Rounded Corners 12"/>
            <p:cNvSpPr/>
            <p:nvPr/>
          </p:nvSpPr>
          <p:spPr bwMode="auto">
            <a:xfrm>
              <a:off x="1040097" y="0"/>
              <a:ext cx="3056859" cy="32562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8612081" name=""/>
          <p:cNvGrpSpPr/>
          <p:nvPr/>
        </p:nvGrpSpPr>
        <p:grpSpPr bwMode="auto">
          <a:xfrm>
            <a:off x="399763" y="1867617"/>
            <a:ext cx="11445597" cy="3256218"/>
            <a:chOff x="0" y="0"/>
            <a:chExt cx="11445597" cy="3256218"/>
          </a:xfrm>
        </p:grpSpPr>
        <p:sp>
          <p:nvSpPr>
            <p:cNvPr id="330249888" name="Freeform 26"/>
            <p:cNvSpPr/>
            <p:nvPr/>
          </p:nvSpPr>
          <p:spPr bwMode="auto">
            <a:xfrm>
              <a:off x="0" y="1290729"/>
              <a:ext cx="619421" cy="567544"/>
            </a:xfrm>
            <a:custGeom>
              <a:avLst/>
              <a:gdLst/>
              <a:ahLst/>
              <a:cxnLst/>
              <a:rect l="l" t="t" r="r" b="b"/>
              <a:pathLst>
                <a:path w="619423" h="567546" fill="norm" stroke="1" extrusionOk="0">
                  <a:moveTo>
                    <a:pt x="0" y="0"/>
                  </a:moveTo>
                  <a:lnTo>
                    <a:pt x="619422" y="0"/>
                  </a:lnTo>
                  <a:lnTo>
                    <a:pt x="619422" y="567546"/>
                  </a:lnTo>
                  <a:lnTo>
                    <a:pt x="0" y="5675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907161" name="Freeform 31"/>
            <p:cNvSpPr/>
            <p:nvPr/>
          </p:nvSpPr>
          <p:spPr bwMode="auto">
            <a:xfrm rot="0" flipH="0" flipV="0">
              <a:off x="1188237" y="720471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61594383" name="TextBox 32"/>
            <p:cNvSpPr txBox="1"/>
            <p:nvPr/>
          </p:nvSpPr>
          <p:spPr bwMode="auto">
            <a:xfrm rot="0" flipH="0" flipV="0">
              <a:off x="1188237" y="709736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2009296778" name="AutoShape 33"/>
            <p:cNvSpPr/>
            <p:nvPr/>
          </p:nvSpPr>
          <p:spPr bwMode="auto">
            <a:xfrm>
              <a:off x="2508399" y="720472"/>
              <a:ext cx="0" cy="2040804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8494529" name="Freeform 35"/>
            <p:cNvSpPr/>
            <p:nvPr/>
          </p:nvSpPr>
          <p:spPr bwMode="auto">
            <a:xfrm rot="0" flipH="0" flipV="0">
              <a:off x="1188237" y="1150693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52558533" name="TextBox 36"/>
            <p:cNvSpPr txBox="1"/>
            <p:nvPr/>
          </p:nvSpPr>
          <p:spPr bwMode="auto">
            <a:xfrm rot="0" flipH="0" flipV="0">
              <a:off x="1188237" y="1139958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796134433" name="Freeform 38"/>
            <p:cNvSpPr/>
            <p:nvPr/>
          </p:nvSpPr>
          <p:spPr bwMode="auto">
            <a:xfrm rot="0" flipH="0" flipV="0">
              <a:off x="1188318" y="1580915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76169119" name="TextBox 39"/>
            <p:cNvSpPr txBox="1"/>
            <p:nvPr/>
          </p:nvSpPr>
          <p:spPr bwMode="auto">
            <a:xfrm rot="0" flipH="0" flipV="0">
              <a:off x="1188318" y="1570180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683598275" name="Freeform 41"/>
            <p:cNvSpPr/>
            <p:nvPr/>
          </p:nvSpPr>
          <p:spPr bwMode="auto">
            <a:xfrm rot="0" flipH="0" flipV="0">
              <a:off x="1188318" y="2011138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82009755" name="TextBox 42"/>
            <p:cNvSpPr txBox="1"/>
            <p:nvPr/>
          </p:nvSpPr>
          <p:spPr bwMode="auto">
            <a:xfrm rot="0" flipH="0" flipV="0">
              <a:off x="1188318" y="2000403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240735819" name="Freeform 44"/>
            <p:cNvSpPr/>
            <p:nvPr/>
          </p:nvSpPr>
          <p:spPr bwMode="auto">
            <a:xfrm rot="0" flipH="0" flipV="0">
              <a:off x="1188318" y="2441360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31304086" name="TextBox 45"/>
            <p:cNvSpPr txBox="1"/>
            <p:nvPr/>
          </p:nvSpPr>
          <p:spPr bwMode="auto">
            <a:xfrm rot="0" flipH="0" flipV="0">
              <a:off x="1188318" y="2430625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67915216" name="Freeform 47"/>
            <p:cNvSpPr/>
            <p:nvPr/>
          </p:nvSpPr>
          <p:spPr bwMode="auto">
            <a:xfrm rot="0" flipH="0" flipV="0">
              <a:off x="2801128" y="720471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05172621" name="TextBox 48"/>
            <p:cNvSpPr txBox="1"/>
            <p:nvPr/>
          </p:nvSpPr>
          <p:spPr bwMode="auto">
            <a:xfrm rot="0" flipH="0" flipV="0">
              <a:off x="2801128" y="709736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551651551" name="Freeform 50"/>
            <p:cNvSpPr/>
            <p:nvPr/>
          </p:nvSpPr>
          <p:spPr bwMode="auto">
            <a:xfrm rot="0" flipH="0" flipV="0">
              <a:off x="2801128" y="1150693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1637252" name="TextBox 51"/>
            <p:cNvSpPr txBox="1"/>
            <p:nvPr/>
          </p:nvSpPr>
          <p:spPr bwMode="auto">
            <a:xfrm rot="0" flipH="0" flipV="0">
              <a:off x="2801128" y="1139958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061083788" name="Freeform 53"/>
            <p:cNvSpPr/>
            <p:nvPr/>
          </p:nvSpPr>
          <p:spPr bwMode="auto">
            <a:xfrm rot="0" flipH="0" flipV="0">
              <a:off x="2801210" y="1580915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34791074" name="TextBox 54"/>
            <p:cNvSpPr txBox="1"/>
            <p:nvPr/>
          </p:nvSpPr>
          <p:spPr bwMode="auto">
            <a:xfrm rot="0" flipH="0" flipV="0">
              <a:off x="2801210" y="1570180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797736629" name="Freeform 56"/>
            <p:cNvSpPr/>
            <p:nvPr/>
          </p:nvSpPr>
          <p:spPr bwMode="auto">
            <a:xfrm rot="0" flipH="0" flipV="0">
              <a:off x="2801210" y="2011138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98600568" name="TextBox 57"/>
            <p:cNvSpPr txBox="1"/>
            <p:nvPr/>
          </p:nvSpPr>
          <p:spPr bwMode="auto">
            <a:xfrm rot="0" flipH="0" flipV="0">
              <a:off x="2801210" y="2000403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308422809" name="Freeform 59"/>
            <p:cNvSpPr/>
            <p:nvPr/>
          </p:nvSpPr>
          <p:spPr bwMode="auto">
            <a:xfrm rot="0" flipH="0" flipV="0">
              <a:off x="2801210" y="2441360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39703424" name="TextBox 60"/>
            <p:cNvSpPr txBox="1"/>
            <p:nvPr/>
          </p:nvSpPr>
          <p:spPr bwMode="auto">
            <a:xfrm rot="0" flipH="0" flipV="0">
              <a:off x="2801210" y="2430625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708637901" name="Freeform 61"/>
            <p:cNvSpPr/>
            <p:nvPr/>
          </p:nvSpPr>
          <p:spPr bwMode="auto">
            <a:xfrm>
              <a:off x="8732988" y="277383"/>
              <a:ext cx="2712609" cy="2594241"/>
            </a:xfrm>
            <a:custGeom>
              <a:avLst/>
              <a:gdLst/>
              <a:ahLst/>
              <a:cxnLst/>
              <a:rect l="l" t="t" r="r" b="b"/>
              <a:pathLst>
                <a:path w="2712610" h="2594241" fill="norm" stroke="1" extrusionOk="0">
                  <a:moveTo>
                    <a:pt x="0" y="0"/>
                  </a:moveTo>
                  <a:lnTo>
                    <a:pt x="2712610" y="0"/>
                  </a:lnTo>
                  <a:lnTo>
                    <a:pt x="2712610" y="2594241"/>
                  </a:lnTo>
                  <a:lnTo>
                    <a:pt x="0" y="25942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16201177" name="Freeform 62"/>
            <p:cNvSpPr/>
            <p:nvPr/>
          </p:nvSpPr>
          <p:spPr bwMode="auto">
            <a:xfrm>
              <a:off x="9864626" y="431101"/>
              <a:ext cx="449328" cy="449328"/>
            </a:xfrm>
            <a:custGeom>
              <a:avLst/>
              <a:gdLst/>
              <a:ahLst/>
              <a:cxnLst/>
              <a:rect l="l" t="t" r="r" b="b"/>
              <a:pathLst>
                <a:path w="449330" h="449330" fill="norm" stroke="1" extrusionOk="0">
                  <a:moveTo>
                    <a:pt x="0" y="0"/>
                  </a:moveTo>
                  <a:lnTo>
                    <a:pt x="449330" y="0"/>
                  </a:lnTo>
                  <a:lnTo>
                    <a:pt x="449330" y="449330"/>
                  </a:lnTo>
                  <a:lnTo>
                    <a:pt x="0" y="4493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38006657" name="AutoShape 63"/>
            <p:cNvSpPr/>
            <p:nvPr/>
          </p:nvSpPr>
          <p:spPr bwMode="auto">
            <a:xfrm flipV="1">
              <a:off x="3828558" y="1874389"/>
              <a:ext cx="1304229" cy="29670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0072325" name="Freeform 64"/>
            <p:cNvSpPr/>
            <p:nvPr/>
          </p:nvSpPr>
          <p:spPr bwMode="auto">
            <a:xfrm>
              <a:off x="5132789" y="798846"/>
              <a:ext cx="2580024" cy="1564139"/>
            </a:xfrm>
            <a:custGeom>
              <a:avLst/>
              <a:gdLst/>
              <a:ahLst/>
              <a:cxnLst/>
              <a:rect l="l" t="t" r="r" b="b"/>
              <a:pathLst>
                <a:path w="2580026" h="1564141" fill="norm" stroke="1" extrusionOk="0">
                  <a:moveTo>
                    <a:pt x="0" y="0"/>
                  </a:moveTo>
                  <a:lnTo>
                    <a:pt x="2580026" y="0"/>
                  </a:lnTo>
                  <a:lnTo>
                    <a:pt x="2580026" y="1564141"/>
                  </a:lnTo>
                  <a:lnTo>
                    <a:pt x="0" y="15641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72342313" name="Freeform 65"/>
            <p:cNvSpPr/>
            <p:nvPr/>
          </p:nvSpPr>
          <p:spPr bwMode="auto">
            <a:xfrm>
              <a:off x="7997571" y="1001906"/>
              <a:ext cx="468703" cy="468703"/>
            </a:xfrm>
            <a:custGeom>
              <a:avLst/>
              <a:gdLst/>
              <a:ahLst/>
              <a:cxnLst/>
              <a:rect l="l" t="t" r="r" b="b"/>
              <a:pathLst>
                <a:path w="468705" h="468705" fill="norm" stroke="1" extrusionOk="0">
                  <a:moveTo>
                    <a:pt x="0" y="0"/>
                  </a:moveTo>
                  <a:lnTo>
                    <a:pt x="468705" y="0"/>
                  </a:lnTo>
                  <a:lnTo>
                    <a:pt x="468705" y="468705"/>
                  </a:lnTo>
                  <a:lnTo>
                    <a:pt x="0" y="468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4731104" name="TextBox 66"/>
            <p:cNvSpPr txBox="1"/>
            <p:nvPr/>
          </p:nvSpPr>
          <p:spPr bwMode="auto">
            <a:xfrm flipH="0" flipV="0">
              <a:off x="968742" y="175974"/>
              <a:ext cx="3057579" cy="28052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06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79064603" name="AutoShape 67"/>
            <p:cNvSpPr/>
            <p:nvPr/>
          </p:nvSpPr>
          <p:spPr bwMode="auto">
            <a:xfrm flipV="1">
              <a:off x="7712816" y="1574503"/>
              <a:ext cx="1020169" cy="641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84759926" name="Rectangle: Rounded Corners 12"/>
            <p:cNvSpPr/>
            <p:nvPr/>
          </p:nvSpPr>
          <p:spPr bwMode="auto">
            <a:xfrm>
              <a:off x="968743" y="0"/>
              <a:ext cx="3056859" cy="32562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1557403" name="TextBox 41"/>
          <p:cNvSpPr txBox="1"/>
          <p:nvPr/>
        </p:nvSpPr>
        <p:spPr bwMode="auto">
          <a:xfrm flipH="0" flipV="0">
            <a:off x="1188873" y="1878139"/>
            <a:ext cx="9814252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발행자는 자신을 향해 </a:t>
            </a:r>
            <a:r>
              <a:rPr sz="2000" i="1" lang="fr-FR">
                <a:solidFill>
                  <a:srgbClr val="000000"/>
                </a:solidFill>
                <a:latin typeface="IBM Plex Sans"/>
              </a:rPr>
              <a:t>4가지 거래를 수행합니다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38280095" name="Freeform 42"/>
          <p:cNvSpPr/>
          <p:nvPr/>
        </p:nvSpPr>
        <p:spPr bwMode="auto">
          <a:xfrm rot="4964345">
            <a:off x="4126738" y="3129067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8" y="0"/>
                </a:lnTo>
                <a:lnTo>
                  <a:pt x="974848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1657069" name="Freeform 43"/>
          <p:cNvSpPr/>
          <p:nvPr/>
        </p:nvSpPr>
        <p:spPr bwMode="auto">
          <a:xfrm rot="-6062157" flipH="1">
            <a:off x="6413752" y="299322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8" y="0"/>
                </a:moveTo>
                <a:lnTo>
                  <a:pt x="0" y="0"/>
                </a:lnTo>
                <a:lnTo>
                  <a:pt x="0" y="275395"/>
                </a:lnTo>
                <a:lnTo>
                  <a:pt x="974848" y="275395"/>
                </a:lnTo>
                <a:lnTo>
                  <a:pt x="974848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7688504" name="Freeform 44"/>
          <p:cNvSpPr/>
          <p:nvPr/>
        </p:nvSpPr>
        <p:spPr bwMode="auto">
          <a:xfrm rot="6345702">
            <a:off x="2542375" y="299149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6025063" name="Freeform 45"/>
          <p:cNvSpPr/>
          <p:nvPr/>
        </p:nvSpPr>
        <p:spPr bwMode="auto">
          <a:xfrm rot="-8025351" flipH="1">
            <a:off x="7509609" y="2681777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5"/>
                </a:lnTo>
                <a:lnTo>
                  <a:pt x="974849" y="275395"/>
                </a:lnTo>
                <a:lnTo>
                  <a:pt x="974849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005365633" name=""/>
          <p:cNvGrpSpPr/>
          <p:nvPr/>
        </p:nvGrpSpPr>
        <p:grpSpPr bwMode="auto">
          <a:xfrm>
            <a:off x="2293978" y="3726648"/>
            <a:ext cx="7240438" cy="1063784"/>
            <a:chOff x="0" y="0"/>
            <a:chExt cx="7240438" cy="1063784"/>
          </a:xfrm>
        </p:grpSpPr>
        <p:sp>
          <p:nvSpPr>
            <p:cNvPr id="1185581916" name="Freeform 27"/>
            <p:cNvSpPr/>
            <p:nvPr/>
          </p:nvSpPr>
          <p:spPr bwMode="auto">
            <a:xfrm rot="0" flipH="0" flipV="0">
              <a:off x="0" y="168765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15432520" name="TextBox 28"/>
            <p:cNvSpPr txBox="1"/>
            <p:nvPr/>
          </p:nvSpPr>
          <p:spPr bwMode="auto">
            <a:xfrm rot="0" flipH="0" flipV="0">
              <a:off x="0" y="0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1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597696815" name="Freeform 30"/>
            <p:cNvSpPr/>
            <p:nvPr/>
          </p:nvSpPr>
          <p:spPr bwMode="auto">
            <a:xfrm rot="0" flipH="0" flipV="0">
              <a:off x="1974886" y="168765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565279219" name="TextBox 31"/>
            <p:cNvSpPr txBox="1"/>
            <p:nvPr/>
          </p:nvSpPr>
          <p:spPr bwMode="auto">
            <a:xfrm rot="0" flipH="0" flipV="0">
              <a:off x="1974886" y="0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2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221424206" name="Freeform 33"/>
            <p:cNvSpPr/>
            <p:nvPr/>
          </p:nvSpPr>
          <p:spPr bwMode="auto">
            <a:xfrm rot="0" flipH="0" flipV="0">
              <a:off x="3949771" y="168765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60743183" name="TextBox 34"/>
            <p:cNvSpPr txBox="1"/>
            <p:nvPr/>
          </p:nvSpPr>
          <p:spPr bwMode="auto">
            <a:xfrm rot="0" flipH="0" flipV="0">
              <a:off x="3949771" y="0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3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05152497" name="Freeform 36"/>
            <p:cNvSpPr/>
            <p:nvPr/>
          </p:nvSpPr>
          <p:spPr bwMode="auto">
            <a:xfrm rot="0" flipH="0" flipV="0">
              <a:off x="5923719" y="168765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27261098" name="TextBox 37"/>
            <p:cNvSpPr txBox="1"/>
            <p:nvPr/>
          </p:nvSpPr>
          <p:spPr bwMode="auto">
            <a:xfrm rot="0" flipH="0" flipV="0">
              <a:off x="5923719" y="0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4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291222919" name="AutoShape 38"/>
            <p:cNvSpPr/>
            <p:nvPr/>
          </p:nvSpPr>
          <p:spPr bwMode="auto">
            <a:xfrm flipH="1">
              <a:off x="1316725" y="616273"/>
              <a:ext cx="658161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1389803" name="AutoShape 39"/>
            <p:cNvSpPr/>
            <p:nvPr/>
          </p:nvSpPr>
          <p:spPr bwMode="auto">
            <a:xfrm flipH="1">
              <a:off x="3291610" y="616273"/>
              <a:ext cx="658161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02744798" name="AutoShape 40"/>
            <p:cNvSpPr/>
            <p:nvPr/>
          </p:nvSpPr>
          <p:spPr bwMode="auto">
            <a:xfrm flipH="1">
              <a:off x="5266495" y="616273"/>
              <a:ext cx="657225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9585663" name="TextBox 45"/>
          <p:cNvSpPr txBox="1"/>
          <p:nvPr/>
        </p:nvSpPr>
        <p:spPr bwMode="auto">
          <a:xfrm flipH="0" flipV="0">
            <a:off x="1378689" y="1411110"/>
            <a:ext cx="9060362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발행자는 자신을 향해 </a:t>
            </a:r>
            <a:r>
              <a:rPr sz="2000" b="0" i="1" u="none" lang="fr-FR">
                <a:solidFill>
                  <a:srgbClr val="000000"/>
                </a:solidFill>
                <a:latin typeface="IBM Plex Sans"/>
              </a:rPr>
              <a:t>4가지 거래를 수행합니다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853892706" name="Freeform 49"/>
          <p:cNvSpPr/>
          <p:nvPr/>
        </p:nvSpPr>
        <p:spPr bwMode="auto">
          <a:xfrm rot="-8025351" flipH="1">
            <a:off x="6554743" y="2255063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5"/>
                </a:lnTo>
                <a:lnTo>
                  <a:pt x="974849" y="275395"/>
                </a:lnTo>
                <a:lnTo>
                  <a:pt x="974849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1468471" name="TextBox 50"/>
          <p:cNvSpPr txBox="1"/>
          <p:nvPr/>
        </p:nvSpPr>
        <p:spPr bwMode="auto">
          <a:xfrm flipH="0" flipV="0">
            <a:off x="1252499" y="5520457"/>
            <a:ext cx="10316929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마지막 거래는 최종 수취인에게 결제하는 데 사용됩니다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047676673" name="Freeform 51"/>
          <p:cNvSpPr/>
          <p:nvPr/>
        </p:nvSpPr>
        <p:spPr bwMode="auto">
          <a:xfrm rot="-6201798">
            <a:off x="9654351" y="482908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8" y="0"/>
                </a:lnTo>
                <a:lnTo>
                  <a:pt x="974848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727311409" name=""/>
          <p:cNvGrpSpPr/>
          <p:nvPr/>
        </p:nvGrpSpPr>
        <p:grpSpPr bwMode="auto">
          <a:xfrm>
            <a:off x="1339114" y="2215050"/>
            <a:ext cx="9214385" cy="2148666"/>
            <a:chOff x="0" y="0"/>
            <a:chExt cx="9214385" cy="2148666"/>
          </a:xfrm>
        </p:grpSpPr>
        <p:sp>
          <p:nvSpPr>
            <p:cNvPr id="1211206567" name="Freeform 27"/>
            <p:cNvSpPr/>
            <p:nvPr/>
          </p:nvSpPr>
          <p:spPr bwMode="auto">
            <a:xfrm rot="0" flipH="0" flipV="0">
              <a:off x="0" y="1253648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514905130" name="TextBox 28"/>
            <p:cNvSpPr txBox="1"/>
            <p:nvPr/>
          </p:nvSpPr>
          <p:spPr bwMode="auto">
            <a:xfrm rot="0" flipH="0" flipV="0">
              <a:off x="0" y="1084881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1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210148328" name="Freeform 30"/>
            <p:cNvSpPr/>
            <p:nvPr/>
          </p:nvSpPr>
          <p:spPr bwMode="auto">
            <a:xfrm rot="0" flipH="0" flipV="0">
              <a:off x="1974884" y="1253648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569886787" name="TextBox 31"/>
            <p:cNvSpPr txBox="1"/>
            <p:nvPr/>
          </p:nvSpPr>
          <p:spPr bwMode="auto">
            <a:xfrm rot="0" flipH="0" flipV="0">
              <a:off x="1974884" y="1084881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2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97084596" name="Freeform 33"/>
            <p:cNvSpPr/>
            <p:nvPr/>
          </p:nvSpPr>
          <p:spPr bwMode="auto">
            <a:xfrm rot="0" flipH="0" flipV="0">
              <a:off x="3949770" y="1253648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151708523" name="TextBox 34"/>
            <p:cNvSpPr txBox="1"/>
            <p:nvPr/>
          </p:nvSpPr>
          <p:spPr bwMode="auto">
            <a:xfrm rot="0" flipH="0" flipV="0">
              <a:off x="3949770" y="1084881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3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878772838" name="Freeform 36"/>
            <p:cNvSpPr/>
            <p:nvPr/>
          </p:nvSpPr>
          <p:spPr bwMode="auto">
            <a:xfrm rot="0" flipH="0" flipV="0">
              <a:off x="5923719" y="1253648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370812706" name="TextBox 37"/>
            <p:cNvSpPr txBox="1"/>
            <p:nvPr/>
          </p:nvSpPr>
          <p:spPr bwMode="auto">
            <a:xfrm rot="0" flipH="0" flipV="0">
              <a:off x="5923719" y="1084881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4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673741250" name="Freeform 39"/>
            <p:cNvSpPr/>
            <p:nvPr/>
          </p:nvSpPr>
          <p:spPr bwMode="auto">
            <a:xfrm rot="0" flipH="0" flipV="0">
              <a:off x="7897665" y="1253648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059279997" name="TextBox 40"/>
            <p:cNvSpPr txBox="1"/>
            <p:nvPr/>
          </p:nvSpPr>
          <p:spPr bwMode="auto">
            <a:xfrm rot="0" flipH="0" flipV="0">
              <a:off x="7897665" y="1084881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5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301688575" name="AutoShape 41"/>
            <p:cNvSpPr/>
            <p:nvPr/>
          </p:nvSpPr>
          <p:spPr bwMode="auto">
            <a:xfrm flipH="1">
              <a:off x="1316723" y="1701157"/>
              <a:ext cx="658161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7502252" name="AutoShape 42"/>
            <p:cNvSpPr/>
            <p:nvPr/>
          </p:nvSpPr>
          <p:spPr bwMode="auto">
            <a:xfrm flipH="1">
              <a:off x="3291609" y="1701157"/>
              <a:ext cx="658161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56439759" name="AutoShape 43"/>
            <p:cNvSpPr/>
            <p:nvPr/>
          </p:nvSpPr>
          <p:spPr bwMode="auto">
            <a:xfrm flipH="1">
              <a:off x="5266494" y="1701157"/>
              <a:ext cx="657225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23727017" name="AutoShape 44"/>
            <p:cNvSpPr/>
            <p:nvPr/>
          </p:nvSpPr>
          <p:spPr bwMode="auto">
            <a:xfrm flipH="1">
              <a:off x="7240442" y="1701157"/>
              <a:ext cx="657225" cy="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97592543" name="Freeform 46"/>
            <p:cNvSpPr/>
            <p:nvPr/>
          </p:nvSpPr>
          <p:spPr bwMode="auto">
            <a:xfrm rot="4964345">
              <a:off x="1832757" y="487300"/>
              <a:ext cx="974847" cy="275393"/>
            </a:xfrm>
            <a:custGeom>
              <a:avLst/>
              <a:gdLst/>
              <a:ahLst/>
              <a:cxnLst/>
              <a:rect l="l" t="t" r="r" b="b"/>
              <a:pathLst>
                <a:path w="974849" h="275395" fill="norm" stroke="1" extrusionOk="0">
                  <a:moveTo>
                    <a:pt x="0" y="0"/>
                  </a:moveTo>
                  <a:lnTo>
                    <a:pt x="974849" y="0"/>
                  </a:lnTo>
                  <a:lnTo>
                    <a:pt x="974849" y="275395"/>
                  </a:lnTo>
                  <a:lnTo>
                    <a:pt x="0" y="2753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1775453" name="Freeform 47"/>
            <p:cNvSpPr/>
            <p:nvPr/>
          </p:nvSpPr>
          <p:spPr bwMode="auto">
            <a:xfrm rot="-6062157" flipH="1">
              <a:off x="4119771" y="351456"/>
              <a:ext cx="974847" cy="275393"/>
            </a:xfrm>
            <a:custGeom>
              <a:avLst/>
              <a:gdLst/>
              <a:ahLst/>
              <a:cxnLst/>
              <a:rect l="l" t="t" r="r" b="b"/>
              <a:pathLst>
                <a:path w="974849" h="275395" fill="norm" stroke="1" extrusionOk="0">
                  <a:moveTo>
                    <a:pt x="974849" y="0"/>
                  </a:moveTo>
                  <a:lnTo>
                    <a:pt x="0" y="0"/>
                  </a:lnTo>
                  <a:lnTo>
                    <a:pt x="0" y="275395"/>
                  </a:lnTo>
                  <a:lnTo>
                    <a:pt x="974849" y="275395"/>
                  </a:lnTo>
                  <a:lnTo>
                    <a:pt x="974849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14164146" name="Freeform 48"/>
            <p:cNvSpPr/>
            <p:nvPr/>
          </p:nvSpPr>
          <p:spPr bwMode="auto">
            <a:xfrm rot="6345702">
              <a:off x="248393" y="349726"/>
              <a:ext cx="974847" cy="275393"/>
            </a:xfrm>
            <a:custGeom>
              <a:avLst/>
              <a:gdLst/>
              <a:ahLst/>
              <a:cxnLst/>
              <a:rect l="l" t="t" r="r" b="b"/>
              <a:pathLst>
                <a:path w="974849" h="275395" fill="norm" stroke="1" extrusionOk="0">
                  <a:moveTo>
                    <a:pt x="0" y="0"/>
                  </a:moveTo>
                  <a:lnTo>
                    <a:pt x="974849" y="0"/>
                  </a:lnTo>
                  <a:lnTo>
                    <a:pt x="974849" y="275395"/>
                  </a:lnTo>
                  <a:lnTo>
                    <a:pt x="0" y="2753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87472335" name=""/>
          <p:cNvGrpSpPr/>
          <p:nvPr/>
        </p:nvGrpSpPr>
        <p:grpSpPr bwMode="auto">
          <a:xfrm>
            <a:off x="443259" y="1188538"/>
            <a:ext cx="11168101" cy="4439599"/>
            <a:chOff x="0" y="0"/>
            <a:chExt cx="11168101" cy="4439599"/>
          </a:xfrm>
        </p:grpSpPr>
        <p:sp>
          <p:nvSpPr>
            <p:cNvPr id="855010639" name="Freeform 33"/>
            <p:cNvSpPr/>
            <p:nvPr/>
          </p:nvSpPr>
          <p:spPr bwMode="auto">
            <a:xfrm rot="0" flipH="0" flipV="0">
              <a:off x="5425549" y="2915691"/>
              <a:ext cx="1068786" cy="895014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44873" y="0"/>
                  </a:moveTo>
                  <a:lnTo>
                    <a:pt x="277363" y="0"/>
                  </a:lnTo>
                  <a:cubicBezTo>
                    <a:pt x="315786" y="0"/>
                    <a:pt x="352635" y="15263"/>
                    <a:pt x="379804" y="42432"/>
                  </a:cubicBezTo>
                  <a:cubicBezTo>
                    <a:pt x="406973" y="69601"/>
                    <a:pt x="422237" y="106450"/>
                    <a:pt x="422237" y="144873"/>
                  </a:cubicBezTo>
                  <a:lnTo>
                    <a:pt x="422237" y="208713"/>
                  </a:lnTo>
                  <a:cubicBezTo>
                    <a:pt x="422237" y="247136"/>
                    <a:pt x="406973" y="283985"/>
                    <a:pt x="379804" y="311154"/>
                  </a:cubicBezTo>
                  <a:cubicBezTo>
                    <a:pt x="352635" y="338323"/>
                    <a:pt x="315786" y="353586"/>
                    <a:pt x="277363" y="353586"/>
                  </a:cubicBezTo>
                  <a:lnTo>
                    <a:pt x="144873" y="353586"/>
                  </a:lnTo>
                  <a:cubicBezTo>
                    <a:pt x="106450" y="353586"/>
                    <a:pt x="69601" y="338323"/>
                    <a:pt x="42432" y="311154"/>
                  </a:cubicBezTo>
                  <a:cubicBezTo>
                    <a:pt x="15263" y="283985"/>
                    <a:pt x="0" y="247136"/>
                    <a:pt x="0" y="208713"/>
                  </a:cubicBezTo>
                  <a:lnTo>
                    <a:pt x="0" y="144873"/>
                  </a:lnTo>
                  <a:cubicBezTo>
                    <a:pt x="0" y="106450"/>
                    <a:pt x="15263" y="69601"/>
                    <a:pt x="42432" y="42432"/>
                  </a:cubicBezTo>
                  <a:cubicBezTo>
                    <a:pt x="69601" y="15263"/>
                    <a:pt x="106450" y="0"/>
                    <a:pt x="144873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32444627" name="TextBox 34"/>
            <p:cNvSpPr txBox="1"/>
            <p:nvPr/>
          </p:nvSpPr>
          <p:spPr bwMode="auto">
            <a:xfrm rot="0" flipH="0" flipV="0">
              <a:off x="5425549" y="2746925"/>
              <a:ext cx="1068786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3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473105794" name="Freeform 36"/>
            <p:cNvSpPr/>
            <p:nvPr/>
          </p:nvSpPr>
          <p:spPr bwMode="auto">
            <a:xfrm rot="0" flipH="0" flipV="0">
              <a:off x="7027807" y="2915691"/>
              <a:ext cx="1068786" cy="895014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44873" y="0"/>
                  </a:moveTo>
                  <a:lnTo>
                    <a:pt x="277363" y="0"/>
                  </a:lnTo>
                  <a:cubicBezTo>
                    <a:pt x="315786" y="0"/>
                    <a:pt x="352635" y="15263"/>
                    <a:pt x="379804" y="42432"/>
                  </a:cubicBezTo>
                  <a:cubicBezTo>
                    <a:pt x="406973" y="69601"/>
                    <a:pt x="422237" y="106450"/>
                    <a:pt x="422237" y="144873"/>
                  </a:cubicBezTo>
                  <a:lnTo>
                    <a:pt x="422237" y="208713"/>
                  </a:lnTo>
                  <a:cubicBezTo>
                    <a:pt x="422237" y="247136"/>
                    <a:pt x="406973" y="283985"/>
                    <a:pt x="379804" y="311154"/>
                  </a:cubicBezTo>
                  <a:cubicBezTo>
                    <a:pt x="352635" y="338323"/>
                    <a:pt x="315786" y="353586"/>
                    <a:pt x="277363" y="353586"/>
                  </a:cubicBezTo>
                  <a:lnTo>
                    <a:pt x="144873" y="353586"/>
                  </a:lnTo>
                  <a:cubicBezTo>
                    <a:pt x="106450" y="353586"/>
                    <a:pt x="69601" y="338323"/>
                    <a:pt x="42432" y="311154"/>
                  </a:cubicBezTo>
                  <a:cubicBezTo>
                    <a:pt x="15263" y="283985"/>
                    <a:pt x="0" y="247136"/>
                    <a:pt x="0" y="208713"/>
                  </a:cubicBezTo>
                  <a:lnTo>
                    <a:pt x="0" y="144873"/>
                  </a:lnTo>
                  <a:cubicBezTo>
                    <a:pt x="0" y="106450"/>
                    <a:pt x="15263" y="69601"/>
                    <a:pt x="42432" y="42432"/>
                  </a:cubicBezTo>
                  <a:cubicBezTo>
                    <a:pt x="69601" y="15263"/>
                    <a:pt x="106450" y="0"/>
                    <a:pt x="144873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9232917" name="TextBox 37"/>
            <p:cNvSpPr txBox="1"/>
            <p:nvPr/>
          </p:nvSpPr>
          <p:spPr bwMode="auto">
            <a:xfrm rot="0" flipH="0" flipV="0">
              <a:off x="7027807" y="2746925"/>
              <a:ext cx="1068786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4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839352185" name="Freeform 39"/>
            <p:cNvSpPr/>
            <p:nvPr/>
          </p:nvSpPr>
          <p:spPr bwMode="auto">
            <a:xfrm rot="0" flipH="0" flipV="0">
              <a:off x="8630064" y="2915691"/>
              <a:ext cx="1068786" cy="895014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44873" y="0"/>
                  </a:moveTo>
                  <a:lnTo>
                    <a:pt x="277363" y="0"/>
                  </a:lnTo>
                  <a:cubicBezTo>
                    <a:pt x="315786" y="0"/>
                    <a:pt x="352635" y="15263"/>
                    <a:pt x="379804" y="42432"/>
                  </a:cubicBezTo>
                  <a:cubicBezTo>
                    <a:pt x="406973" y="69601"/>
                    <a:pt x="422237" y="106450"/>
                    <a:pt x="422237" y="144873"/>
                  </a:cubicBezTo>
                  <a:lnTo>
                    <a:pt x="422237" y="208713"/>
                  </a:lnTo>
                  <a:cubicBezTo>
                    <a:pt x="422237" y="247136"/>
                    <a:pt x="406973" y="283985"/>
                    <a:pt x="379804" y="311154"/>
                  </a:cubicBezTo>
                  <a:cubicBezTo>
                    <a:pt x="352635" y="338323"/>
                    <a:pt x="315786" y="353586"/>
                    <a:pt x="277363" y="353586"/>
                  </a:cubicBezTo>
                  <a:lnTo>
                    <a:pt x="144873" y="353586"/>
                  </a:lnTo>
                  <a:cubicBezTo>
                    <a:pt x="106450" y="353586"/>
                    <a:pt x="69601" y="338323"/>
                    <a:pt x="42432" y="311154"/>
                  </a:cubicBezTo>
                  <a:cubicBezTo>
                    <a:pt x="15263" y="283985"/>
                    <a:pt x="0" y="247136"/>
                    <a:pt x="0" y="208713"/>
                  </a:cubicBezTo>
                  <a:lnTo>
                    <a:pt x="0" y="144873"/>
                  </a:lnTo>
                  <a:cubicBezTo>
                    <a:pt x="0" y="106450"/>
                    <a:pt x="15263" y="69601"/>
                    <a:pt x="42432" y="42432"/>
                  </a:cubicBezTo>
                  <a:cubicBezTo>
                    <a:pt x="69601" y="15263"/>
                    <a:pt x="106450" y="0"/>
                    <a:pt x="144873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15731026" name="TextBox 40"/>
            <p:cNvSpPr txBox="1"/>
            <p:nvPr/>
          </p:nvSpPr>
          <p:spPr bwMode="auto">
            <a:xfrm rot="0" flipH="0" flipV="0">
              <a:off x="8630064" y="2746925"/>
              <a:ext cx="1068786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5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326962510" name="AutoShape 43"/>
            <p:cNvSpPr/>
            <p:nvPr/>
          </p:nvSpPr>
          <p:spPr bwMode="auto">
            <a:xfrm flipH="1">
              <a:off x="6494337" y="3363197"/>
              <a:ext cx="533468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23084904" name="AutoShape 44"/>
            <p:cNvSpPr/>
            <p:nvPr/>
          </p:nvSpPr>
          <p:spPr bwMode="auto">
            <a:xfrm flipH="1">
              <a:off x="8096594" y="3363197"/>
              <a:ext cx="533468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04059014" name="Freeform 49"/>
            <p:cNvSpPr/>
            <p:nvPr/>
          </p:nvSpPr>
          <p:spPr bwMode="auto">
            <a:xfrm>
              <a:off x="10232251" y="2915692"/>
              <a:ext cx="935850" cy="895014"/>
            </a:xfrm>
            <a:custGeom>
              <a:avLst/>
              <a:gdLst/>
              <a:ahLst/>
              <a:cxnLst/>
              <a:rect l="l" t="t" r="r" b="b"/>
              <a:pathLst>
                <a:path w="935852" h="895015" fill="norm" stroke="1" extrusionOk="0">
                  <a:moveTo>
                    <a:pt x="0" y="0"/>
                  </a:moveTo>
                  <a:lnTo>
                    <a:pt x="935852" y="0"/>
                  </a:lnTo>
                  <a:lnTo>
                    <a:pt x="935852" y="895015"/>
                  </a:lnTo>
                  <a:lnTo>
                    <a:pt x="0" y="8950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25805644" name="Freeform 50"/>
            <p:cNvSpPr/>
            <p:nvPr/>
          </p:nvSpPr>
          <p:spPr bwMode="auto">
            <a:xfrm>
              <a:off x="10622668" y="2968723"/>
              <a:ext cx="155017" cy="155017"/>
            </a:xfrm>
            <a:custGeom>
              <a:avLst/>
              <a:gdLst/>
              <a:ahLst/>
              <a:cxnLst/>
              <a:rect l="l" t="t" r="r" b="b"/>
              <a:pathLst>
                <a:path w="155019" h="155019" fill="norm" stroke="1" extrusionOk="0">
                  <a:moveTo>
                    <a:pt x="0" y="0"/>
                  </a:moveTo>
                  <a:lnTo>
                    <a:pt x="155019" y="0"/>
                  </a:lnTo>
                  <a:lnTo>
                    <a:pt x="155019" y="155019"/>
                  </a:lnTo>
                  <a:lnTo>
                    <a:pt x="0" y="1550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0469837" name="AutoShape 54"/>
            <p:cNvSpPr/>
            <p:nvPr/>
          </p:nvSpPr>
          <p:spPr bwMode="auto">
            <a:xfrm flipH="1">
              <a:off x="1686118" y="616273"/>
              <a:ext cx="8546132" cy="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02704781" name="Freeform 55"/>
            <p:cNvSpPr/>
            <p:nvPr/>
          </p:nvSpPr>
          <p:spPr bwMode="auto">
            <a:xfrm>
              <a:off x="10232251" y="168766"/>
              <a:ext cx="935850" cy="895014"/>
            </a:xfrm>
            <a:custGeom>
              <a:avLst/>
              <a:gdLst/>
              <a:ahLst/>
              <a:cxnLst/>
              <a:rect l="l" t="t" r="r" b="b"/>
              <a:pathLst>
                <a:path w="935852" h="895015" fill="norm" stroke="1" extrusionOk="0">
                  <a:moveTo>
                    <a:pt x="0" y="0"/>
                  </a:moveTo>
                  <a:lnTo>
                    <a:pt x="935852" y="0"/>
                  </a:lnTo>
                  <a:lnTo>
                    <a:pt x="935852" y="895014"/>
                  </a:lnTo>
                  <a:lnTo>
                    <a:pt x="0" y="8950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40725807" name="Freeform 56"/>
            <p:cNvSpPr/>
            <p:nvPr/>
          </p:nvSpPr>
          <p:spPr bwMode="auto">
            <a:xfrm>
              <a:off x="10622668" y="221798"/>
              <a:ext cx="155017" cy="155017"/>
            </a:xfrm>
            <a:custGeom>
              <a:avLst/>
              <a:gdLst/>
              <a:ahLst/>
              <a:cxnLst/>
              <a:rect l="l" t="t" r="r" b="b"/>
              <a:pathLst>
                <a:path w="155019" h="155019" fill="norm" stroke="1" extrusionOk="0">
                  <a:moveTo>
                    <a:pt x="0" y="0"/>
                  </a:moveTo>
                  <a:lnTo>
                    <a:pt x="155019" y="0"/>
                  </a:lnTo>
                  <a:lnTo>
                    <a:pt x="155019" y="155019"/>
                  </a:lnTo>
                  <a:lnTo>
                    <a:pt x="0" y="1550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25043761" name="AutoShape 57"/>
            <p:cNvSpPr/>
            <p:nvPr/>
          </p:nvSpPr>
          <p:spPr bwMode="auto">
            <a:xfrm flipH="1" flipV="1">
              <a:off x="9698851" y="3363197"/>
              <a:ext cx="533398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94075648" name="Freeform 58"/>
            <p:cNvSpPr/>
            <p:nvPr/>
          </p:nvSpPr>
          <p:spPr bwMode="auto">
            <a:xfrm>
              <a:off x="10457167" y="1203219"/>
              <a:ext cx="486018" cy="486018"/>
            </a:xfrm>
            <a:custGeom>
              <a:avLst/>
              <a:gdLst/>
              <a:ahLst/>
              <a:cxnLst/>
              <a:rect l="l" t="t" r="r" b="b"/>
              <a:pathLst>
                <a:path w="486019" h="486019" fill="norm" stroke="1" extrusionOk="0">
                  <a:moveTo>
                    <a:pt x="0" y="0"/>
                  </a:moveTo>
                  <a:lnTo>
                    <a:pt x="486019" y="0"/>
                  </a:lnTo>
                  <a:lnTo>
                    <a:pt x="486019" y="486019"/>
                  </a:lnTo>
                  <a:lnTo>
                    <a:pt x="0" y="4860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99927084" name="Freeform 59"/>
            <p:cNvSpPr/>
            <p:nvPr/>
          </p:nvSpPr>
          <p:spPr bwMode="auto">
            <a:xfrm>
              <a:off x="10457167" y="3953581"/>
              <a:ext cx="486018" cy="486018"/>
            </a:xfrm>
            <a:custGeom>
              <a:avLst/>
              <a:gdLst/>
              <a:ahLst/>
              <a:cxnLst/>
              <a:rect l="l" t="t" r="r" b="b"/>
              <a:pathLst>
                <a:path w="486019" h="486019" fill="norm" stroke="1" extrusionOk="0">
                  <a:moveTo>
                    <a:pt x="0" y="0"/>
                  </a:moveTo>
                  <a:lnTo>
                    <a:pt x="486019" y="0"/>
                  </a:lnTo>
                  <a:lnTo>
                    <a:pt x="486019" y="486019"/>
                  </a:lnTo>
                  <a:lnTo>
                    <a:pt x="0" y="4860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469466474" name=""/>
            <p:cNvGrpSpPr/>
            <p:nvPr/>
          </p:nvGrpSpPr>
          <p:grpSpPr bwMode="auto">
            <a:xfrm>
              <a:off x="0" y="0"/>
              <a:ext cx="5425551" cy="3810710"/>
              <a:chOff x="0" y="0"/>
              <a:chExt cx="5425551" cy="3810710"/>
            </a:xfrm>
          </p:grpSpPr>
          <p:sp>
            <p:nvSpPr>
              <p:cNvPr id="1017580813" name="Freeform 27"/>
              <p:cNvSpPr/>
              <p:nvPr/>
            </p:nvSpPr>
            <p:spPr bwMode="auto">
              <a:xfrm rot="0" flipH="0" flipV="0">
                <a:off x="2219517" y="2915691"/>
                <a:ext cx="1068786" cy="895014"/>
              </a:xfrm>
              <a:custGeom>
                <a:avLst/>
                <a:gdLst/>
                <a:ahLst/>
                <a:cxnLst/>
                <a:rect l="l" t="t" r="r" b="b"/>
                <a:pathLst>
                  <a:path w="422237" h="353586" fill="norm" stroke="1" extrusionOk="0">
                    <a:moveTo>
                      <a:pt x="144873" y="0"/>
                    </a:moveTo>
                    <a:lnTo>
                      <a:pt x="277363" y="0"/>
                    </a:lnTo>
                    <a:cubicBezTo>
                      <a:pt x="315786" y="0"/>
                      <a:pt x="352635" y="15263"/>
                      <a:pt x="379804" y="42432"/>
                    </a:cubicBezTo>
                    <a:cubicBezTo>
                      <a:pt x="406973" y="69601"/>
                      <a:pt x="422237" y="106450"/>
                      <a:pt x="422237" y="144873"/>
                    </a:cubicBezTo>
                    <a:lnTo>
                      <a:pt x="422237" y="208713"/>
                    </a:lnTo>
                    <a:cubicBezTo>
                      <a:pt x="422237" y="247136"/>
                      <a:pt x="406973" y="283985"/>
                      <a:pt x="379804" y="311154"/>
                    </a:cubicBezTo>
                    <a:cubicBezTo>
                      <a:pt x="352635" y="338323"/>
                      <a:pt x="315786" y="353586"/>
                      <a:pt x="277363" y="353586"/>
                    </a:cubicBezTo>
                    <a:lnTo>
                      <a:pt x="144873" y="353586"/>
                    </a:lnTo>
                    <a:cubicBezTo>
                      <a:pt x="106450" y="353586"/>
                      <a:pt x="69601" y="338323"/>
                      <a:pt x="42432" y="311154"/>
                    </a:cubicBezTo>
                    <a:cubicBezTo>
                      <a:pt x="15263" y="283985"/>
                      <a:pt x="0" y="247136"/>
                      <a:pt x="0" y="208713"/>
                    </a:cubicBezTo>
                    <a:lnTo>
                      <a:pt x="0" y="144873"/>
                    </a:lnTo>
                    <a:cubicBezTo>
                      <a:pt x="0" y="106450"/>
                      <a:pt x="15263" y="69601"/>
                      <a:pt x="42432" y="42432"/>
                    </a:cubicBezTo>
                    <a:cubicBezTo>
                      <a:pt x="69601" y="15263"/>
                      <a:pt x="106450" y="0"/>
                      <a:pt x="144873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751960732" name="TextBox 28"/>
              <p:cNvSpPr txBox="1"/>
              <p:nvPr/>
            </p:nvSpPr>
            <p:spPr bwMode="auto">
              <a:xfrm rot="0" flipH="0" flipV="0">
                <a:off x="2219517" y="2746925"/>
                <a:ext cx="1068786" cy="10637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 1</a:t>
                </a: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496796975" name="Freeform 30"/>
              <p:cNvSpPr/>
              <p:nvPr/>
            </p:nvSpPr>
            <p:spPr bwMode="auto">
              <a:xfrm rot="0" flipH="0" flipV="0">
                <a:off x="3822534" y="2915691"/>
                <a:ext cx="1068786" cy="895014"/>
              </a:xfrm>
              <a:custGeom>
                <a:avLst/>
                <a:gdLst/>
                <a:ahLst/>
                <a:cxnLst/>
                <a:rect l="l" t="t" r="r" b="b"/>
                <a:pathLst>
                  <a:path w="422237" h="353586" fill="norm" stroke="1" extrusionOk="0">
                    <a:moveTo>
                      <a:pt x="144873" y="0"/>
                    </a:moveTo>
                    <a:lnTo>
                      <a:pt x="277363" y="0"/>
                    </a:lnTo>
                    <a:cubicBezTo>
                      <a:pt x="315786" y="0"/>
                      <a:pt x="352635" y="15263"/>
                      <a:pt x="379804" y="42432"/>
                    </a:cubicBezTo>
                    <a:cubicBezTo>
                      <a:pt x="406973" y="69601"/>
                      <a:pt x="422237" y="106450"/>
                      <a:pt x="422237" y="144873"/>
                    </a:cubicBezTo>
                    <a:lnTo>
                      <a:pt x="422237" y="208713"/>
                    </a:lnTo>
                    <a:cubicBezTo>
                      <a:pt x="422237" y="247136"/>
                      <a:pt x="406973" y="283985"/>
                      <a:pt x="379804" y="311154"/>
                    </a:cubicBezTo>
                    <a:cubicBezTo>
                      <a:pt x="352635" y="338323"/>
                      <a:pt x="315786" y="353586"/>
                      <a:pt x="277363" y="353586"/>
                    </a:cubicBezTo>
                    <a:lnTo>
                      <a:pt x="144873" y="353586"/>
                    </a:lnTo>
                    <a:cubicBezTo>
                      <a:pt x="106450" y="353586"/>
                      <a:pt x="69601" y="338323"/>
                      <a:pt x="42432" y="311154"/>
                    </a:cubicBezTo>
                    <a:cubicBezTo>
                      <a:pt x="15263" y="283985"/>
                      <a:pt x="0" y="247136"/>
                      <a:pt x="0" y="208713"/>
                    </a:cubicBezTo>
                    <a:lnTo>
                      <a:pt x="0" y="144873"/>
                    </a:lnTo>
                    <a:cubicBezTo>
                      <a:pt x="0" y="106450"/>
                      <a:pt x="15263" y="69601"/>
                      <a:pt x="42432" y="42432"/>
                    </a:cubicBezTo>
                    <a:cubicBezTo>
                      <a:pt x="69601" y="15263"/>
                      <a:pt x="106450" y="0"/>
                      <a:pt x="144873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786675212" name="TextBox 31"/>
              <p:cNvSpPr txBox="1"/>
              <p:nvPr/>
            </p:nvSpPr>
            <p:spPr bwMode="auto">
              <a:xfrm rot="0" flipH="0" flipV="0">
                <a:off x="3822534" y="2746925"/>
                <a:ext cx="1068786" cy="10637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 2</a:t>
                </a: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984065384" name="AutoShape 41"/>
              <p:cNvSpPr/>
              <p:nvPr/>
            </p:nvSpPr>
            <p:spPr bwMode="auto">
              <a:xfrm flipH="1">
                <a:off x="3288303" y="3363197"/>
                <a:ext cx="534231" cy="0"/>
              </a:xfrm>
              <a:prstGeom prst="line">
                <a:avLst/>
              </a:prstGeom>
              <a:grpFill/>
              <a:ln w="47625" cap="flat">
                <a:solidFill>
                  <a:srgbClr val="FF5C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346747970" name="AutoShape 42"/>
              <p:cNvSpPr/>
              <p:nvPr/>
            </p:nvSpPr>
            <p:spPr bwMode="auto">
              <a:xfrm flipH="1">
                <a:off x="4891320" y="3363197"/>
                <a:ext cx="534231" cy="0"/>
              </a:xfrm>
              <a:prstGeom prst="line">
                <a:avLst/>
              </a:prstGeom>
              <a:grpFill/>
              <a:ln w="47625" cap="flat">
                <a:solidFill>
                  <a:srgbClr val="FF5C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859438127" name="Freeform 46"/>
              <p:cNvSpPr/>
              <p:nvPr/>
            </p:nvSpPr>
            <p:spPr bwMode="auto">
              <a:xfrm rot="0" flipH="0" flipV="0">
                <a:off x="0" y="2915691"/>
                <a:ext cx="1686114" cy="895014"/>
              </a:xfrm>
              <a:custGeom>
                <a:avLst/>
                <a:gdLst/>
                <a:ahLst/>
                <a:cxnLst/>
                <a:rect l="l" t="t" r="r" b="b"/>
                <a:pathLst>
                  <a:path w="666120" h="353586" fill="norm" stroke="1" extrusionOk="0">
                    <a:moveTo>
                      <a:pt x="91831" y="0"/>
                    </a:moveTo>
                    <a:lnTo>
                      <a:pt x="574289" y="0"/>
                    </a:lnTo>
                    <a:cubicBezTo>
                      <a:pt x="598644" y="0"/>
                      <a:pt x="622001" y="9675"/>
                      <a:pt x="639223" y="26897"/>
                    </a:cubicBezTo>
                    <a:cubicBezTo>
                      <a:pt x="656445" y="44119"/>
                      <a:pt x="666120" y="67476"/>
                      <a:pt x="666120" y="91831"/>
                    </a:cubicBezTo>
                    <a:lnTo>
                      <a:pt x="666120" y="261755"/>
                    </a:lnTo>
                    <a:cubicBezTo>
                      <a:pt x="666120" y="286110"/>
                      <a:pt x="656445" y="309468"/>
                      <a:pt x="639223" y="326689"/>
                    </a:cubicBezTo>
                    <a:cubicBezTo>
                      <a:pt x="622001" y="343911"/>
                      <a:pt x="598644" y="353586"/>
                      <a:pt x="574289" y="353586"/>
                    </a:cubicBezTo>
                    <a:lnTo>
                      <a:pt x="91831" y="353586"/>
                    </a:lnTo>
                    <a:cubicBezTo>
                      <a:pt x="67476" y="353586"/>
                      <a:pt x="44119" y="343911"/>
                      <a:pt x="26897" y="326689"/>
                    </a:cubicBezTo>
                    <a:cubicBezTo>
                      <a:pt x="9675" y="309468"/>
                      <a:pt x="0" y="286110"/>
                      <a:pt x="0" y="261755"/>
                    </a:cubicBezTo>
                    <a:lnTo>
                      <a:pt x="0" y="91831"/>
                    </a:lnTo>
                    <a:cubicBezTo>
                      <a:pt x="0" y="67476"/>
                      <a:pt x="9675" y="44119"/>
                      <a:pt x="26897" y="26897"/>
                    </a:cubicBezTo>
                    <a:cubicBezTo>
                      <a:pt x="44119" y="9675"/>
                      <a:pt x="67476" y="0"/>
                      <a:pt x="9183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920071466" name="TextBox 47"/>
              <p:cNvSpPr txBox="1"/>
              <p:nvPr/>
            </p:nvSpPr>
            <p:spPr bwMode="auto">
              <a:xfrm rot="0" flipH="0" flipV="0">
                <a:off x="0" y="2746925"/>
                <a:ext cx="1686114" cy="10637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coinjoin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174654711" name="AutoShape 48"/>
              <p:cNvSpPr/>
              <p:nvPr/>
            </p:nvSpPr>
            <p:spPr bwMode="auto">
              <a:xfrm flipH="1">
                <a:off x="1686118" y="3363197"/>
                <a:ext cx="533398" cy="0"/>
              </a:xfrm>
              <a:prstGeom prst="line">
                <a:avLst/>
              </a:prstGeom>
              <a:grpFill/>
              <a:ln w="47625" cap="flat">
                <a:solidFill>
                  <a:srgbClr val="0000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1963925760" name="Freeform 52"/>
              <p:cNvSpPr/>
              <p:nvPr/>
            </p:nvSpPr>
            <p:spPr bwMode="auto">
              <a:xfrm rot="0" flipH="0" flipV="0">
                <a:off x="0" y="168765"/>
                <a:ext cx="1686114" cy="895014"/>
              </a:xfrm>
              <a:custGeom>
                <a:avLst/>
                <a:gdLst/>
                <a:ahLst/>
                <a:cxnLst/>
                <a:rect l="l" t="t" r="r" b="b"/>
                <a:pathLst>
                  <a:path w="666120" h="353586" fill="norm" stroke="1" extrusionOk="0">
                    <a:moveTo>
                      <a:pt x="91831" y="0"/>
                    </a:moveTo>
                    <a:lnTo>
                      <a:pt x="574289" y="0"/>
                    </a:lnTo>
                    <a:cubicBezTo>
                      <a:pt x="598644" y="0"/>
                      <a:pt x="622001" y="9675"/>
                      <a:pt x="639223" y="26897"/>
                    </a:cubicBezTo>
                    <a:cubicBezTo>
                      <a:pt x="656445" y="44119"/>
                      <a:pt x="666120" y="67476"/>
                      <a:pt x="666120" y="91831"/>
                    </a:cubicBezTo>
                    <a:lnTo>
                      <a:pt x="666120" y="261755"/>
                    </a:lnTo>
                    <a:cubicBezTo>
                      <a:pt x="666120" y="286110"/>
                      <a:pt x="656445" y="309468"/>
                      <a:pt x="639223" y="326689"/>
                    </a:cubicBezTo>
                    <a:cubicBezTo>
                      <a:pt x="622001" y="343911"/>
                      <a:pt x="598644" y="353586"/>
                      <a:pt x="574289" y="353586"/>
                    </a:cubicBezTo>
                    <a:lnTo>
                      <a:pt x="91831" y="353586"/>
                    </a:lnTo>
                    <a:cubicBezTo>
                      <a:pt x="67476" y="353586"/>
                      <a:pt x="44119" y="343911"/>
                      <a:pt x="26897" y="326689"/>
                    </a:cubicBezTo>
                    <a:cubicBezTo>
                      <a:pt x="9675" y="309468"/>
                      <a:pt x="0" y="286110"/>
                      <a:pt x="0" y="261755"/>
                    </a:cubicBezTo>
                    <a:lnTo>
                      <a:pt x="0" y="91831"/>
                    </a:lnTo>
                    <a:cubicBezTo>
                      <a:pt x="0" y="67476"/>
                      <a:pt x="9675" y="44119"/>
                      <a:pt x="26897" y="26897"/>
                    </a:cubicBezTo>
                    <a:cubicBezTo>
                      <a:pt x="44119" y="9675"/>
                      <a:pt x="67476" y="0"/>
                      <a:pt x="9183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2105347115" name="TextBox 53"/>
              <p:cNvSpPr txBox="1"/>
              <p:nvPr/>
            </p:nvSpPr>
            <p:spPr bwMode="auto">
              <a:xfrm rot="0" flipH="0" flipV="0">
                <a:off x="0" y="0"/>
                <a:ext cx="1686114" cy="10637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coinjoin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1713422" name="TextBox 26"/>
          <p:cNvSpPr txBox="1"/>
          <p:nvPr/>
        </p:nvSpPr>
        <p:spPr bwMode="auto">
          <a:xfrm>
            <a:off x="2242706" y="1430767"/>
            <a:ext cx="4419442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더 이상 그들이 아닙니다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982367702" name="TextBox 29"/>
          <p:cNvSpPr txBox="1"/>
          <p:nvPr/>
        </p:nvSpPr>
        <p:spPr bwMode="auto">
          <a:xfrm flipH="0" flipV="0">
            <a:off x="8226930" y="5033835"/>
            <a:ext cx="3407743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그들은 내 고객입니다</a:t>
            </a:r>
            <a:endParaRPr lang="en-US" sz="2000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531735183" name="Freeform 30"/>
          <p:cNvSpPr/>
          <p:nvPr/>
        </p:nvSpPr>
        <p:spPr bwMode="auto">
          <a:xfrm rot="-6201798">
            <a:off x="9488174" y="4414650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0" y="0"/>
                </a:moveTo>
                <a:lnTo>
                  <a:pt x="915005" y="0"/>
                </a:lnTo>
                <a:lnTo>
                  <a:pt x="915005" y="258489"/>
                </a:lnTo>
                <a:lnTo>
                  <a:pt x="0" y="2584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3000239" name="TextBox 57"/>
          <p:cNvSpPr txBox="1"/>
          <p:nvPr/>
        </p:nvSpPr>
        <p:spPr bwMode="auto">
          <a:xfrm flipH="0" flipV="0">
            <a:off x="6312198" y="1430767"/>
            <a:ext cx="4977811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또 그놈들일 겁니다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00655616" name="TextBox 58"/>
          <p:cNvSpPr txBox="1"/>
          <p:nvPr/>
        </p:nvSpPr>
        <p:spPr bwMode="auto">
          <a:xfrm>
            <a:off x="4585788" y="5033835"/>
            <a:ext cx="3283659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여전히 제 고객인가요?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534568060" name="Freeform 59"/>
          <p:cNvSpPr/>
          <p:nvPr/>
        </p:nvSpPr>
        <p:spPr bwMode="auto">
          <a:xfrm rot="-5306746" flipV="1">
            <a:off x="5591243" y="4428799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0" y="258488"/>
                </a:moveTo>
                <a:lnTo>
                  <a:pt x="915004" y="258488"/>
                </a:lnTo>
                <a:lnTo>
                  <a:pt x="915004" y="0"/>
                </a:lnTo>
                <a:lnTo>
                  <a:pt x="0" y="0"/>
                </a:lnTo>
                <a:lnTo>
                  <a:pt x="0" y="258488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2763965" name="TextBox 60"/>
          <p:cNvSpPr txBox="1"/>
          <p:nvPr/>
        </p:nvSpPr>
        <p:spPr bwMode="auto">
          <a:xfrm flipH="0" flipV="0">
            <a:off x="604296" y="5033835"/>
            <a:ext cx="3679642" cy="700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내 고객의 코인 조인이 아닙니다</a:t>
            </a:r>
            <a:endParaRPr lang="en-US" sz="2000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427959191" name="Freeform 61"/>
          <p:cNvSpPr/>
          <p:nvPr/>
        </p:nvSpPr>
        <p:spPr bwMode="auto">
          <a:xfrm rot="-5170268" flipV="1">
            <a:off x="999695" y="4428799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0" y="258488"/>
                </a:moveTo>
                <a:lnTo>
                  <a:pt x="915004" y="258488"/>
                </a:lnTo>
                <a:lnTo>
                  <a:pt x="915004" y="0"/>
                </a:lnTo>
                <a:lnTo>
                  <a:pt x="0" y="0"/>
                </a:lnTo>
                <a:lnTo>
                  <a:pt x="0" y="258488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787771134" name=""/>
          <p:cNvGrpSpPr/>
          <p:nvPr/>
        </p:nvGrpSpPr>
        <p:grpSpPr bwMode="auto">
          <a:xfrm>
            <a:off x="665892" y="2127137"/>
            <a:ext cx="10482507" cy="1888128"/>
            <a:chOff x="0" y="0"/>
            <a:chExt cx="10482507" cy="1888128"/>
          </a:xfrm>
        </p:grpSpPr>
        <p:sp>
          <p:nvSpPr>
            <p:cNvPr id="1657555333" name="Freeform 27"/>
            <p:cNvSpPr/>
            <p:nvPr/>
          </p:nvSpPr>
          <p:spPr bwMode="auto">
            <a:xfrm rot="-6062157" flipH="1" flipV="1">
              <a:off x="3372817" y="379758"/>
              <a:ext cx="915003" cy="258489"/>
            </a:xfrm>
            <a:custGeom>
              <a:avLst/>
              <a:gdLst/>
              <a:ahLst/>
              <a:cxnLst/>
              <a:rect l="l" t="t" r="r" b="b"/>
              <a:pathLst>
                <a:path w="915004" h="258489" fill="norm" stroke="1" extrusionOk="0">
                  <a:moveTo>
                    <a:pt x="915005" y="258489"/>
                  </a:moveTo>
                  <a:lnTo>
                    <a:pt x="0" y="258489"/>
                  </a:lnTo>
                  <a:lnTo>
                    <a:pt x="0" y="0"/>
                  </a:lnTo>
                  <a:lnTo>
                    <a:pt x="915005" y="0"/>
                  </a:lnTo>
                  <a:lnTo>
                    <a:pt x="915005" y="258489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33913349" name="Freeform 28"/>
            <p:cNvSpPr/>
            <p:nvPr/>
          </p:nvSpPr>
          <p:spPr bwMode="auto">
            <a:xfrm rot="5811785" flipV="1">
              <a:off x="6889798" y="328257"/>
              <a:ext cx="915003" cy="258489"/>
            </a:xfrm>
            <a:custGeom>
              <a:avLst/>
              <a:gdLst/>
              <a:ahLst/>
              <a:cxnLst/>
              <a:rect l="l" t="t" r="r" b="b"/>
              <a:pathLst>
                <a:path w="915004" h="258489" fill="norm" stroke="1" extrusionOk="0">
                  <a:moveTo>
                    <a:pt x="0" y="258488"/>
                  </a:moveTo>
                  <a:lnTo>
                    <a:pt x="915004" y="258488"/>
                  </a:lnTo>
                  <a:lnTo>
                    <a:pt x="915004" y="0"/>
                  </a:lnTo>
                  <a:lnTo>
                    <a:pt x="0" y="0"/>
                  </a:lnTo>
                  <a:lnTo>
                    <a:pt x="0" y="258488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514844070" name=""/>
            <p:cNvGrpSpPr/>
            <p:nvPr/>
          </p:nvGrpSpPr>
          <p:grpSpPr bwMode="auto">
            <a:xfrm>
              <a:off x="0" y="889650"/>
              <a:ext cx="10482507" cy="998477"/>
              <a:chOff x="0" y="0"/>
              <a:chExt cx="10482507" cy="998477"/>
            </a:xfrm>
          </p:grpSpPr>
          <p:sp>
            <p:nvSpPr>
              <p:cNvPr id="1583011658" name="Freeform 32"/>
              <p:cNvSpPr/>
              <p:nvPr/>
            </p:nvSpPr>
            <p:spPr bwMode="auto">
              <a:xfrm rot="0" flipH="0" flipV="0">
                <a:off x="2083262" y="158404"/>
                <a:ext cx="1003172" cy="840069"/>
              </a:xfrm>
              <a:custGeom>
                <a:avLst/>
                <a:gdLst/>
                <a:ahLst/>
                <a:cxnLst/>
                <a:rect l="l" t="t" r="r" b="b"/>
                <a:pathLst>
                  <a:path w="422237" h="353586" fill="norm" stroke="1" extrusionOk="0">
                    <a:moveTo>
                      <a:pt x="154348" y="0"/>
                    </a:moveTo>
                    <a:lnTo>
                      <a:pt x="267888" y="0"/>
                    </a:lnTo>
                    <a:cubicBezTo>
                      <a:pt x="308824" y="0"/>
                      <a:pt x="348083" y="16262"/>
                      <a:pt x="377029" y="45208"/>
                    </a:cubicBezTo>
                    <a:cubicBezTo>
                      <a:pt x="405975" y="74154"/>
                      <a:pt x="422237" y="113413"/>
                      <a:pt x="422237" y="154348"/>
                    </a:cubicBezTo>
                    <a:lnTo>
                      <a:pt x="422237" y="199238"/>
                    </a:lnTo>
                    <a:cubicBezTo>
                      <a:pt x="422237" y="240173"/>
                      <a:pt x="405975" y="279433"/>
                      <a:pt x="377029" y="308379"/>
                    </a:cubicBezTo>
                    <a:cubicBezTo>
                      <a:pt x="348083" y="337324"/>
                      <a:pt x="308824" y="353586"/>
                      <a:pt x="267888" y="353586"/>
                    </a:cubicBezTo>
                    <a:lnTo>
                      <a:pt x="154348" y="353586"/>
                    </a:lnTo>
                    <a:cubicBezTo>
                      <a:pt x="113413" y="353586"/>
                      <a:pt x="74154" y="337324"/>
                      <a:pt x="45208" y="308379"/>
                    </a:cubicBezTo>
                    <a:cubicBezTo>
                      <a:pt x="16262" y="279433"/>
                      <a:pt x="0" y="240173"/>
                      <a:pt x="0" y="199238"/>
                    </a:cubicBezTo>
                    <a:lnTo>
                      <a:pt x="0" y="154348"/>
                    </a:lnTo>
                    <a:cubicBezTo>
                      <a:pt x="0" y="113413"/>
                      <a:pt x="16262" y="74154"/>
                      <a:pt x="45208" y="45208"/>
                    </a:cubicBezTo>
                    <a:cubicBezTo>
                      <a:pt x="74154" y="16262"/>
                      <a:pt x="113413" y="0"/>
                      <a:pt x="154348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758019421" name="TextBox 33"/>
              <p:cNvSpPr txBox="1"/>
              <p:nvPr/>
            </p:nvSpPr>
            <p:spPr bwMode="auto">
              <a:xfrm rot="0" flipH="0" flipV="0">
                <a:off x="2083262" y="0"/>
                <a:ext cx="1003172" cy="99847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 1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369112468" name="Freeform 35"/>
              <p:cNvSpPr/>
              <p:nvPr/>
            </p:nvSpPr>
            <p:spPr bwMode="auto">
              <a:xfrm rot="0" flipH="0" flipV="0">
                <a:off x="3587872" y="158404"/>
                <a:ext cx="1003172" cy="840069"/>
              </a:xfrm>
              <a:custGeom>
                <a:avLst/>
                <a:gdLst/>
                <a:ahLst/>
                <a:cxnLst/>
                <a:rect l="l" t="t" r="r" b="b"/>
                <a:pathLst>
                  <a:path w="422237" h="353586" fill="norm" stroke="1" extrusionOk="0">
                    <a:moveTo>
                      <a:pt x="154348" y="0"/>
                    </a:moveTo>
                    <a:lnTo>
                      <a:pt x="267888" y="0"/>
                    </a:lnTo>
                    <a:cubicBezTo>
                      <a:pt x="308824" y="0"/>
                      <a:pt x="348083" y="16262"/>
                      <a:pt x="377029" y="45208"/>
                    </a:cubicBezTo>
                    <a:cubicBezTo>
                      <a:pt x="405975" y="74154"/>
                      <a:pt x="422237" y="113413"/>
                      <a:pt x="422237" y="154348"/>
                    </a:cubicBezTo>
                    <a:lnTo>
                      <a:pt x="422237" y="199238"/>
                    </a:lnTo>
                    <a:cubicBezTo>
                      <a:pt x="422237" y="240173"/>
                      <a:pt x="405975" y="279433"/>
                      <a:pt x="377029" y="308379"/>
                    </a:cubicBezTo>
                    <a:cubicBezTo>
                      <a:pt x="348083" y="337324"/>
                      <a:pt x="308824" y="353586"/>
                      <a:pt x="267888" y="353586"/>
                    </a:cubicBezTo>
                    <a:lnTo>
                      <a:pt x="154348" y="353586"/>
                    </a:lnTo>
                    <a:cubicBezTo>
                      <a:pt x="113413" y="353586"/>
                      <a:pt x="74154" y="337324"/>
                      <a:pt x="45208" y="308379"/>
                    </a:cubicBezTo>
                    <a:cubicBezTo>
                      <a:pt x="16262" y="279433"/>
                      <a:pt x="0" y="240173"/>
                      <a:pt x="0" y="199238"/>
                    </a:cubicBezTo>
                    <a:lnTo>
                      <a:pt x="0" y="154348"/>
                    </a:lnTo>
                    <a:cubicBezTo>
                      <a:pt x="0" y="113413"/>
                      <a:pt x="16262" y="74154"/>
                      <a:pt x="45208" y="45208"/>
                    </a:cubicBezTo>
                    <a:cubicBezTo>
                      <a:pt x="74154" y="16262"/>
                      <a:pt x="113413" y="0"/>
                      <a:pt x="154348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32715657" name="TextBox 36"/>
              <p:cNvSpPr txBox="1"/>
              <p:nvPr/>
            </p:nvSpPr>
            <p:spPr bwMode="auto">
              <a:xfrm rot="0" flipH="0" flipV="0">
                <a:off x="3587872" y="0"/>
                <a:ext cx="1003172" cy="99847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 2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642815018" name="Freeform 38"/>
              <p:cNvSpPr/>
              <p:nvPr/>
            </p:nvSpPr>
            <p:spPr bwMode="auto">
              <a:xfrm rot="0" flipH="0" flipV="0">
                <a:off x="5092482" y="158404"/>
                <a:ext cx="1003172" cy="840069"/>
              </a:xfrm>
              <a:custGeom>
                <a:avLst/>
                <a:gdLst/>
                <a:ahLst/>
                <a:cxnLst/>
                <a:rect l="l" t="t" r="r" b="b"/>
                <a:pathLst>
                  <a:path w="422237" h="353586" fill="norm" stroke="1" extrusionOk="0">
                    <a:moveTo>
                      <a:pt x="154348" y="0"/>
                    </a:moveTo>
                    <a:lnTo>
                      <a:pt x="267888" y="0"/>
                    </a:lnTo>
                    <a:cubicBezTo>
                      <a:pt x="308824" y="0"/>
                      <a:pt x="348083" y="16262"/>
                      <a:pt x="377029" y="45208"/>
                    </a:cubicBezTo>
                    <a:cubicBezTo>
                      <a:pt x="405975" y="74154"/>
                      <a:pt x="422237" y="113413"/>
                      <a:pt x="422237" y="154348"/>
                    </a:cubicBezTo>
                    <a:lnTo>
                      <a:pt x="422237" y="199238"/>
                    </a:lnTo>
                    <a:cubicBezTo>
                      <a:pt x="422237" y="240173"/>
                      <a:pt x="405975" y="279433"/>
                      <a:pt x="377029" y="308379"/>
                    </a:cubicBezTo>
                    <a:cubicBezTo>
                      <a:pt x="348083" y="337324"/>
                      <a:pt x="308824" y="353586"/>
                      <a:pt x="267888" y="353586"/>
                    </a:cubicBezTo>
                    <a:lnTo>
                      <a:pt x="154348" y="353586"/>
                    </a:lnTo>
                    <a:cubicBezTo>
                      <a:pt x="113413" y="353586"/>
                      <a:pt x="74154" y="337324"/>
                      <a:pt x="45208" y="308379"/>
                    </a:cubicBezTo>
                    <a:cubicBezTo>
                      <a:pt x="16262" y="279433"/>
                      <a:pt x="0" y="240173"/>
                      <a:pt x="0" y="199238"/>
                    </a:cubicBezTo>
                    <a:lnTo>
                      <a:pt x="0" y="154348"/>
                    </a:lnTo>
                    <a:cubicBezTo>
                      <a:pt x="0" y="113413"/>
                      <a:pt x="16262" y="74154"/>
                      <a:pt x="45208" y="45208"/>
                    </a:cubicBezTo>
                    <a:cubicBezTo>
                      <a:pt x="74154" y="16262"/>
                      <a:pt x="113413" y="0"/>
                      <a:pt x="1543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577710320" name="TextBox 39"/>
              <p:cNvSpPr txBox="1"/>
              <p:nvPr/>
            </p:nvSpPr>
            <p:spPr bwMode="auto">
              <a:xfrm rot="0" flipH="0" flipV="0">
                <a:off x="5092482" y="0"/>
                <a:ext cx="1003172" cy="99847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 3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975830920" name="Freeform 41"/>
              <p:cNvSpPr/>
              <p:nvPr/>
            </p:nvSpPr>
            <p:spPr bwMode="auto">
              <a:xfrm rot="0" flipH="0" flipV="0">
                <a:off x="6596379" y="158404"/>
                <a:ext cx="1003172" cy="840069"/>
              </a:xfrm>
              <a:custGeom>
                <a:avLst/>
                <a:gdLst/>
                <a:ahLst/>
                <a:cxnLst/>
                <a:rect l="l" t="t" r="r" b="b"/>
                <a:pathLst>
                  <a:path w="422237" h="353586" fill="norm" stroke="1" extrusionOk="0">
                    <a:moveTo>
                      <a:pt x="154348" y="0"/>
                    </a:moveTo>
                    <a:lnTo>
                      <a:pt x="267888" y="0"/>
                    </a:lnTo>
                    <a:cubicBezTo>
                      <a:pt x="308824" y="0"/>
                      <a:pt x="348083" y="16262"/>
                      <a:pt x="377029" y="45208"/>
                    </a:cubicBezTo>
                    <a:cubicBezTo>
                      <a:pt x="405975" y="74154"/>
                      <a:pt x="422237" y="113413"/>
                      <a:pt x="422237" y="154348"/>
                    </a:cubicBezTo>
                    <a:lnTo>
                      <a:pt x="422237" y="199238"/>
                    </a:lnTo>
                    <a:cubicBezTo>
                      <a:pt x="422237" y="240173"/>
                      <a:pt x="405975" y="279433"/>
                      <a:pt x="377029" y="308379"/>
                    </a:cubicBezTo>
                    <a:cubicBezTo>
                      <a:pt x="348083" y="337324"/>
                      <a:pt x="308824" y="353586"/>
                      <a:pt x="267888" y="353586"/>
                    </a:cubicBezTo>
                    <a:lnTo>
                      <a:pt x="154348" y="353586"/>
                    </a:lnTo>
                    <a:cubicBezTo>
                      <a:pt x="113413" y="353586"/>
                      <a:pt x="74154" y="337324"/>
                      <a:pt x="45208" y="308379"/>
                    </a:cubicBezTo>
                    <a:cubicBezTo>
                      <a:pt x="16262" y="279433"/>
                      <a:pt x="0" y="240173"/>
                      <a:pt x="0" y="199238"/>
                    </a:cubicBezTo>
                    <a:lnTo>
                      <a:pt x="0" y="154348"/>
                    </a:lnTo>
                    <a:cubicBezTo>
                      <a:pt x="0" y="113413"/>
                      <a:pt x="16262" y="74154"/>
                      <a:pt x="45208" y="45208"/>
                    </a:cubicBezTo>
                    <a:cubicBezTo>
                      <a:pt x="74154" y="16262"/>
                      <a:pt x="113413" y="0"/>
                      <a:pt x="1543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571523987" name="TextBox 42"/>
              <p:cNvSpPr txBox="1"/>
              <p:nvPr/>
            </p:nvSpPr>
            <p:spPr bwMode="auto">
              <a:xfrm rot="0" flipH="0" flipV="0">
                <a:off x="6596379" y="0"/>
                <a:ext cx="1003172" cy="99847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 4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040465504" name="Freeform 44"/>
              <p:cNvSpPr/>
              <p:nvPr/>
            </p:nvSpPr>
            <p:spPr bwMode="auto">
              <a:xfrm rot="0" flipH="0" flipV="0">
                <a:off x="8100274" y="158404"/>
                <a:ext cx="1003172" cy="840069"/>
              </a:xfrm>
              <a:custGeom>
                <a:avLst/>
                <a:gdLst/>
                <a:ahLst/>
                <a:cxnLst/>
                <a:rect l="l" t="t" r="r" b="b"/>
                <a:pathLst>
                  <a:path w="422237" h="353586" fill="norm" stroke="1" extrusionOk="0">
                    <a:moveTo>
                      <a:pt x="154348" y="0"/>
                    </a:moveTo>
                    <a:lnTo>
                      <a:pt x="267888" y="0"/>
                    </a:lnTo>
                    <a:cubicBezTo>
                      <a:pt x="308824" y="0"/>
                      <a:pt x="348083" y="16262"/>
                      <a:pt x="377029" y="45208"/>
                    </a:cubicBezTo>
                    <a:cubicBezTo>
                      <a:pt x="405975" y="74154"/>
                      <a:pt x="422237" y="113413"/>
                      <a:pt x="422237" y="154348"/>
                    </a:cubicBezTo>
                    <a:lnTo>
                      <a:pt x="422237" y="199238"/>
                    </a:lnTo>
                    <a:cubicBezTo>
                      <a:pt x="422237" y="240173"/>
                      <a:pt x="405975" y="279433"/>
                      <a:pt x="377029" y="308379"/>
                    </a:cubicBezTo>
                    <a:cubicBezTo>
                      <a:pt x="348083" y="337324"/>
                      <a:pt x="308824" y="353586"/>
                      <a:pt x="267888" y="353586"/>
                    </a:cubicBezTo>
                    <a:lnTo>
                      <a:pt x="154348" y="353586"/>
                    </a:lnTo>
                    <a:cubicBezTo>
                      <a:pt x="113413" y="353586"/>
                      <a:pt x="74154" y="337324"/>
                      <a:pt x="45208" y="308379"/>
                    </a:cubicBezTo>
                    <a:cubicBezTo>
                      <a:pt x="16262" y="279433"/>
                      <a:pt x="0" y="240173"/>
                      <a:pt x="0" y="199238"/>
                    </a:cubicBezTo>
                    <a:lnTo>
                      <a:pt x="0" y="154348"/>
                    </a:lnTo>
                    <a:cubicBezTo>
                      <a:pt x="0" y="113413"/>
                      <a:pt x="16262" y="74154"/>
                      <a:pt x="45208" y="45208"/>
                    </a:cubicBezTo>
                    <a:cubicBezTo>
                      <a:pt x="74154" y="16262"/>
                      <a:pt x="113413" y="0"/>
                      <a:pt x="1543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754695154" name="TextBox 45"/>
              <p:cNvSpPr txBox="1"/>
              <p:nvPr/>
            </p:nvSpPr>
            <p:spPr bwMode="auto">
              <a:xfrm rot="0" flipH="0" flipV="0">
                <a:off x="8100274" y="0"/>
                <a:ext cx="1003172" cy="99847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 5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105667276" name="AutoShape 46"/>
              <p:cNvSpPr/>
              <p:nvPr/>
            </p:nvSpPr>
            <p:spPr bwMode="auto">
              <a:xfrm flipH="1">
                <a:off x="3086438" y="578441"/>
                <a:ext cx="501435" cy="0"/>
              </a:xfrm>
              <a:prstGeom prst="line">
                <a:avLst/>
              </a:prstGeom>
              <a:grpFill/>
              <a:ln w="47625" cap="flat">
                <a:solidFill>
                  <a:srgbClr val="0000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951608221" name="AutoShape 47"/>
              <p:cNvSpPr/>
              <p:nvPr/>
            </p:nvSpPr>
            <p:spPr bwMode="auto">
              <a:xfrm flipH="1">
                <a:off x="4591048" y="578441"/>
                <a:ext cx="501435" cy="0"/>
              </a:xfrm>
              <a:prstGeom prst="line">
                <a:avLst/>
              </a:prstGeom>
              <a:grpFill/>
              <a:ln w="47625" cap="flat">
                <a:solidFill>
                  <a:srgbClr val="0000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1570517256" name="AutoShape 48"/>
              <p:cNvSpPr/>
              <p:nvPr/>
            </p:nvSpPr>
            <p:spPr bwMode="auto">
              <a:xfrm flipH="1">
                <a:off x="6095659" y="578441"/>
                <a:ext cx="500719" cy="0"/>
              </a:xfrm>
              <a:prstGeom prst="line">
                <a:avLst/>
              </a:prstGeom>
              <a:grpFill/>
              <a:ln w="47625" cap="flat">
                <a:solidFill>
                  <a:srgbClr val="FF5C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880442653" name="AutoShape 49"/>
              <p:cNvSpPr/>
              <p:nvPr/>
            </p:nvSpPr>
            <p:spPr bwMode="auto">
              <a:xfrm flipH="1">
                <a:off x="7599555" y="578441"/>
                <a:ext cx="500719" cy="0"/>
              </a:xfrm>
              <a:prstGeom prst="line">
                <a:avLst/>
              </a:prstGeom>
              <a:grpFill/>
              <a:ln w="47625" cap="flat">
                <a:solidFill>
                  <a:srgbClr val="FF5C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981926957" name="Freeform 54"/>
              <p:cNvSpPr/>
              <p:nvPr/>
            </p:nvSpPr>
            <p:spPr bwMode="auto">
              <a:xfrm>
                <a:off x="9604107" y="158406"/>
                <a:ext cx="878400" cy="840069"/>
              </a:xfrm>
              <a:custGeom>
                <a:avLst/>
                <a:gdLst/>
                <a:ahLst/>
                <a:cxnLst/>
                <a:rect l="l" t="t" r="r" b="b"/>
                <a:pathLst>
                  <a:path w="878401" h="840071" fill="norm" stroke="1" extrusionOk="0">
                    <a:moveTo>
                      <a:pt x="0" y="0"/>
                    </a:moveTo>
                    <a:lnTo>
                      <a:pt x="878401" y="0"/>
                    </a:lnTo>
                    <a:lnTo>
                      <a:pt x="878401" y="840071"/>
                    </a:lnTo>
                    <a:lnTo>
                      <a:pt x="0" y="840071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/>
              </a:blipFill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1870572811" name="Freeform 55"/>
              <p:cNvSpPr/>
              <p:nvPr/>
            </p:nvSpPr>
            <p:spPr bwMode="auto">
              <a:xfrm>
                <a:off x="9970555" y="183940"/>
                <a:ext cx="145503" cy="145503"/>
              </a:xfrm>
              <a:custGeom>
                <a:avLst/>
                <a:gdLst/>
                <a:ahLst/>
                <a:cxnLst/>
                <a:rect l="l" t="t" r="r" b="b"/>
                <a:pathLst>
                  <a:path w="145503" h="145503" fill="norm" stroke="1" extrusionOk="0">
                    <a:moveTo>
                      <a:pt x="0" y="0"/>
                    </a:moveTo>
                    <a:lnTo>
                      <a:pt x="145503" y="0"/>
                    </a:lnTo>
                    <a:lnTo>
                      <a:pt x="145503" y="145503"/>
                    </a:lnTo>
                    <a:lnTo>
                      <a:pt x="0" y="14550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/>
                <a:stretch/>
              </a:blipFill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520002919" name="AutoShape 56"/>
              <p:cNvSpPr/>
              <p:nvPr/>
            </p:nvSpPr>
            <p:spPr bwMode="auto">
              <a:xfrm flipH="1">
                <a:off x="9103450" y="578441"/>
                <a:ext cx="500653" cy="0"/>
              </a:xfrm>
              <a:prstGeom prst="line">
                <a:avLst/>
              </a:prstGeom>
              <a:grpFill/>
              <a:ln w="47625" cap="flat">
                <a:solidFill>
                  <a:srgbClr val="FF5C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grpSp>
            <p:nvGrpSpPr>
              <p:cNvPr id="1587765784" name=""/>
              <p:cNvGrpSpPr/>
              <p:nvPr/>
            </p:nvGrpSpPr>
            <p:grpSpPr bwMode="auto">
              <a:xfrm>
                <a:off x="0" y="0"/>
                <a:ext cx="2083262" cy="998477"/>
                <a:chOff x="0" y="0"/>
                <a:chExt cx="2083262" cy="998477"/>
              </a:xfrm>
            </p:grpSpPr>
            <p:sp>
              <p:nvSpPr>
                <p:cNvPr id="369224443" name="Freeform 51"/>
                <p:cNvSpPr/>
                <p:nvPr/>
              </p:nvSpPr>
              <p:spPr bwMode="auto">
                <a:xfrm rot="0" flipH="0" flipV="0">
                  <a:off x="0" y="158404"/>
                  <a:ext cx="1582605" cy="8400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120" h="353586" fill="norm" stroke="1" extrusionOk="0">
                      <a:moveTo>
                        <a:pt x="97838" y="0"/>
                      </a:moveTo>
                      <a:lnTo>
                        <a:pt x="568283" y="0"/>
                      </a:lnTo>
                      <a:cubicBezTo>
                        <a:pt x="594231" y="0"/>
                        <a:pt x="619116" y="10308"/>
                        <a:pt x="637464" y="28656"/>
                      </a:cubicBezTo>
                      <a:cubicBezTo>
                        <a:pt x="655812" y="47004"/>
                        <a:pt x="666120" y="71889"/>
                        <a:pt x="666120" y="97838"/>
                      </a:cubicBezTo>
                      <a:lnTo>
                        <a:pt x="666120" y="255749"/>
                      </a:lnTo>
                      <a:cubicBezTo>
                        <a:pt x="666120" y="309783"/>
                        <a:pt x="622317" y="353586"/>
                        <a:pt x="568283" y="353586"/>
                      </a:cubicBezTo>
                      <a:lnTo>
                        <a:pt x="97838" y="353586"/>
                      </a:lnTo>
                      <a:cubicBezTo>
                        <a:pt x="43803" y="353586"/>
                        <a:pt x="0" y="309783"/>
                        <a:pt x="0" y="255749"/>
                      </a:cubicBezTo>
                      <a:lnTo>
                        <a:pt x="0" y="97838"/>
                      </a:lnTo>
                      <a:cubicBezTo>
                        <a:pt x="0" y="43803"/>
                        <a:pt x="43803" y="0"/>
                        <a:pt x="97838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</p:spPr>
              <p:txBody>
                <a:bodyPr/>
                <a:lstStyle/>
                <a:p>
                  <a:pPr>
                    <a:defRPr/>
                  </a:pPr>
                  <a:endParaRPr sz="2000">
                    <a:latin typeface="IBM Plex Sans"/>
                    <a:cs typeface="IBM Plex Sans"/>
                  </a:endParaRPr>
                </a:p>
              </p:txBody>
            </p:sp>
            <p:sp>
              <p:nvSpPr>
                <p:cNvPr id="1570117165" name="TextBox 52"/>
                <p:cNvSpPr txBox="1"/>
                <p:nvPr/>
              </p:nvSpPr>
              <p:spPr bwMode="auto">
                <a:xfrm rot="0" flipH="0" flipV="0">
                  <a:off x="0" y="0"/>
                  <a:ext cx="1582605" cy="998479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3344"/>
                    </a:lnSpc>
                    <a:defRPr/>
                  </a:pPr>
                  <a:r>
                    <a:rPr lang="en-US" sz="20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coinjoin</a:t>
                  </a:r>
                  <a:endParaRPr sz="2000">
                    <a:latin typeface="IBM Plex Sans"/>
                    <a:cs typeface="IBM Plex Sans"/>
                  </a:endParaRPr>
                </a:p>
              </p:txBody>
            </p:sp>
            <p:sp>
              <p:nvSpPr>
                <p:cNvPr id="497101514" name="AutoShape 53"/>
                <p:cNvSpPr/>
                <p:nvPr/>
              </p:nvSpPr>
              <p:spPr bwMode="auto">
                <a:xfrm flipH="1">
                  <a:off x="1582609" y="578441"/>
                  <a:ext cx="500653" cy="0"/>
                </a:xfrm>
                <a:prstGeom prst="line">
                  <a:avLst/>
                </a:prstGeom>
                <a:grpFill/>
                <a:ln w="47625" cap="flat">
                  <a:solidFill>
                    <a:srgbClr val="000000"/>
                  </a:solidFill>
                  <a:prstDash val="solid"/>
                  <a:headEnd type="arrow" w="med" len="sm"/>
                  <a:tailEnd type="none" w="sm" len="sm"/>
                </a:ln>
              </p:spPr>
              <p:txBody>
                <a:bodyPr/>
                <a:lstStyle/>
                <a:p>
                  <a:pPr>
                    <a:defRPr/>
                  </a:pPr>
                  <a:endParaRPr sz="1600"/>
                </a:p>
              </p:txBody>
            </p:sp>
          </p:grp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3858702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219199" y="1028700"/>
            <a:ext cx="9753599" cy="4800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12181654" name=""/>
          <p:cNvGrpSpPr/>
          <p:nvPr/>
        </p:nvGrpSpPr>
        <p:grpSpPr bwMode="auto">
          <a:xfrm>
            <a:off x="445673" y="1757370"/>
            <a:ext cx="10853710" cy="3266215"/>
            <a:chOff x="0" y="0"/>
            <a:chExt cx="10853710" cy="3266215"/>
          </a:xfrm>
        </p:grpSpPr>
        <p:sp>
          <p:nvSpPr>
            <p:cNvPr id="1136454131" name="Freeform 27"/>
            <p:cNvSpPr/>
            <p:nvPr/>
          </p:nvSpPr>
          <p:spPr bwMode="auto">
            <a:xfrm rot="0" flipH="0" flipV="0">
              <a:off x="1660431" y="150904"/>
              <a:ext cx="955670" cy="800290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020" y="0"/>
                  </a:moveTo>
                  <a:lnTo>
                    <a:pt x="260216" y="0"/>
                  </a:lnTo>
                  <a:cubicBezTo>
                    <a:pt x="303187" y="0"/>
                    <a:pt x="344397" y="17070"/>
                    <a:pt x="374782" y="47455"/>
                  </a:cubicBezTo>
                  <a:cubicBezTo>
                    <a:pt x="405167" y="77839"/>
                    <a:pt x="422237" y="119050"/>
                    <a:pt x="422237" y="162020"/>
                  </a:cubicBezTo>
                  <a:lnTo>
                    <a:pt x="422237" y="191566"/>
                  </a:lnTo>
                  <a:cubicBezTo>
                    <a:pt x="422237" y="234536"/>
                    <a:pt x="405167" y="275747"/>
                    <a:pt x="374782" y="306131"/>
                  </a:cubicBezTo>
                  <a:cubicBezTo>
                    <a:pt x="344397" y="336516"/>
                    <a:pt x="303187" y="353586"/>
                    <a:pt x="260216" y="353586"/>
                  </a:cubicBezTo>
                  <a:lnTo>
                    <a:pt x="162020" y="353586"/>
                  </a:lnTo>
                  <a:cubicBezTo>
                    <a:pt x="119050" y="353586"/>
                    <a:pt x="77839" y="336516"/>
                    <a:pt x="47455" y="306131"/>
                  </a:cubicBezTo>
                  <a:cubicBezTo>
                    <a:pt x="17070" y="275747"/>
                    <a:pt x="0" y="234536"/>
                    <a:pt x="0" y="191566"/>
                  </a:cubicBezTo>
                  <a:lnTo>
                    <a:pt x="0" y="162020"/>
                  </a:lnTo>
                  <a:cubicBezTo>
                    <a:pt x="0" y="119050"/>
                    <a:pt x="17070" y="77839"/>
                    <a:pt x="47455" y="47455"/>
                  </a:cubicBezTo>
                  <a:cubicBezTo>
                    <a:pt x="77839" y="17070"/>
                    <a:pt x="119050" y="0"/>
                    <a:pt x="16202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258814597" name="TextBox 28"/>
            <p:cNvSpPr txBox="1"/>
            <p:nvPr/>
          </p:nvSpPr>
          <p:spPr bwMode="auto">
            <a:xfrm rot="0" flipH="0" flipV="0">
              <a:off x="1660431" y="0"/>
              <a:ext cx="955670" cy="9512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1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648904277" name="Freeform 30"/>
            <p:cNvSpPr/>
            <p:nvPr/>
          </p:nvSpPr>
          <p:spPr bwMode="auto">
            <a:xfrm rot="0" flipH="0" flipV="0">
              <a:off x="3093797" y="150904"/>
              <a:ext cx="955670" cy="800290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020" y="0"/>
                  </a:moveTo>
                  <a:lnTo>
                    <a:pt x="260216" y="0"/>
                  </a:lnTo>
                  <a:cubicBezTo>
                    <a:pt x="303187" y="0"/>
                    <a:pt x="344397" y="17070"/>
                    <a:pt x="374782" y="47455"/>
                  </a:cubicBezTo>
                  <a:cubicBezTo>
                    <a:pt x="405167" y="77839"/>
                    <a:pt x="422237" y="119050"/>
                    <a:pt x="422237" y="162020"/>
                  </a:cubicBezTo>
                  <a:lnTo>
                    <a:pt x="422237" y="191566"/>
                  </a:lnTo>
                  <a:cubicBezTo>
                    <a:pt x="422237" y="234536"/>
                    <a:pt x="405167" y="275747"/>
                    <a:pt x="374782" y="306131"/>
                  </a:cubicBezTo>
                  <a:cubicBezTo>
                    <a:pt x="344397" y="336516"/>
                    <a:pt x="303187" y="353586"/>
                    <a:pt x="260216" y="353586"/>
                  </a:cubicBezTo>
                  <a:lnTo>
                    <a:pt x="162020" y="353586"/>
                  </a:lnTo>
                  <a:cubicBezTo>
                    <a:pt x="119050" y="353586"/>
                    <a:pt x="77839" y="336516"/>
                    <a:pt x="47455" y="306131"/>
                  </a:cubicBezTo>
                  <a:cubicBezTo>
                    <a:pt x="17070" y="275747"/>
                    <a:pt x="0" y="234536"/>
                    <a:pt x="0" y="191566"/>
                  </a:cubicBezTo>
                  <a:lnTo>
                    <a:pt x="0" y="162020"/>
                  </a:lnTo>
                  <a:cubicBezTo>
                    <a:pt x="0" y="119050"/>
                    <a:pt x="17070" y="77839"/>
                    <a:pt x="47455" y="47455"/>
                  </a:cubicBezTo>
                  <a:cubicBezTo>
                    <a:pt x="77839" y="17070"/>
                    <a:pt x="119050" y="0"/>
                    <a:pt x="16202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829566559" name="TextBox 31"/>
            <p:cNvSpPr txBox="1"/>
            <p:nvPr/>
          </p:nvSpPr>
          <p:spPr bwMode="auto">
            <a:xfrm rot="0" flipH="0" flipV="0">
              <a:off x="3093797" y="0"/>
              <a:ext cx="955670" cy="9512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2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670638816" name="Freeform 33"/>
            <p:cNvSpPr/>
            <p:nvPr/>
          </p:nvSpPr>
          <p:spPr bwMode="auto">
            <a:xfrm rot="0" flipH="0" flipV="0">
              <a:off x="4527162" y="150904"/>
              <a:ext cx="955670" cy="800290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020" y="0"/>
                  </a:moveTo>
                  <a:lnTo>
                    <a:pt x="260216" y="0"/>
                  </a:lnTo>
                  <a:cubicBezTo>
                    <a:pt x="303187" y="0"/>
                    <a:pt x="344397" y="17070"/>
                    <a:pt x="374782" y="47455"/>
                  </a:cubicBezTo>
                  <a:cubicBezTo>
                    <a:pt x="405167" y="77839"/>
                    <a:pt x="422237" y="119050"/>
                    <a:pt x="422237" y="162020"/>
                  </a:cubicBezTo>
                  <a:lnTo>
                    <a:pt x="422237" y="191566"/>
                  </a:lnTo>
                  <a:cubicBezTo>
                    <a:pt x="422237" y="234536"/>
                    <a:pt x="405167" y="275747"/>
                    <a:pt x="374782" y="306131"/>
                  </a:cubicBezTo>
                  <a:cubicBezTo>
                    <a:pt x="344397" y="336516"/>
                    <a:pt x="303187" y="353586"/>
                    <a:pt x="260216" y="353586"/>
                  </a:cubicBezTo>
                  <a:lnTo>
                    <a:pt x="162020" y="353586"/>
                  </a:lnTo>
                  <a:cubicBezTo>
                    <a:pt x="119050" y="353586"/>
                    <a:pt x="77839" y="336516"/>
                    <a:pt x="47455" y="306131"/>
                  </a:cubicBezTo>
                  <a:cubicBezTo>
                    <a:pt x="17070" y="275747"/>
                    <a:pt x="0" y="234536"/>
                    <a:pt x="0" y="191566"/>
                  </a:cubicBezTo>
                  <a:lnTo>
                    <a:pt x="0" y="162020"/>
                  </a:lnTo>
                  <a:cubicBezTo>
                    <a:pt x="0" y="119050"/>
                    <a:pt x="17070" y="77839"/>
                    <a:pt x="47455" y="47455"/>
                  </a:cubicBezTo>
                  <a:cubicBezTo>
                    <a:pt x="77839" y="17070"/>
                    <a:pt x="119050" y="0"/>
                    <a:pt x="16202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08307010" name="TextBox 34"/>
            <p:cNvSpPr txBox="1"/>
            <p:nvPr/>
          </p:nvSpPr>
          <p:spPr bwMode="auto">
            <a:xfrm rot="0" flipH="0" flipV="0">
              <a:off x="4527162" y="0"/>
              <a:ext cx="955670" cy="9512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3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571577059" name="Freeform 36"/>
            <p:cNvSpPr/>
            <p:nvPr/>
          </p:nvSpPr>
          <p:spPr bwMode="auto">
            <a:xfrm rot="0" flipH="0" flipV="0">
              <a:off x="5959846" y="150904"/>
              <a:ext cx="955670" cy="800290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020" y="0"/>
                  </a:moveTo>
                  <a:lnTo>
                    <a:pt x="260216" y="0"/>
                  </a:lnTo>
                  <a:cubicBezTo>
                    <a:pt x="303187" y="0"/>
                    <a:pt x="344397" y="17070"/>
                    <a:pt x="374782" y="47455"/>
                  </a:cubicBezTo>
                  <a:cubicBezTo>
                    <a:pt x="405167" y="77839"/>
                    <a:pt x="422237" y="119050"/>
                    <a:pt x="422237" y="162020"/>
                  </a:cubicBezTo>
                  <a:lnTo>
                    <a:pt x="422237" y="191566"/>
                  </a:lnTo>
                  <a:cubicBezTo>
                    <a:pt x="422237" y="234536"/>
                    <a:pt x="405167" y="275747"/>
                    <a:pt x="374782" y="306131"/>
                  </a:cubicBezTo>
                  <a:cubicBezTo>
                    <a:pt x="344397" y="336516"/>
                    <a:pt x="303187" y="353586"/>
                    <a:pt x="260216" y="353586"/>
                  </a:cubicBezTo>
                  <a:lnTo>
                    <a:pt x="162020" y="353586"/>
                  </a:lnTo>
                  <a:cubicBezTo>
                    <a:pt x="119050" y="353586"/>
                    <a:pt x="77839" y="336516"/>
                    <a:pt x="47455" y="306131"/>
                  </a:cubicBezTo>
                  <a:cubicBezTo>
                    <a:pt x="17070" y="275747"/>
                    <a:pt x="0" y="234536"/>
                    <a:pt x="0" y="191566"/>
                  </a:cubicBezTo>
                  <a:lnTo>
                    <a:pt x="0" y="162020"/>
                  </a:lnTo>
                  <a:cubicBezTo>
                    <a:pt x="0" y="119050"/>
                    <a:pt x="17070" y="77839"/>
                    <a:pt x="47455" y="47455"/>
                  </a:cubicBezTo>
                  <a:cubicBezTo>
                    <a:pt x="77839" y="17070"/>
                    <a:pt x="119050" y="0"/>
                    <a:pt x="16202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503101146" name="TextBox 37"/>
            <p:cNvSpPr txBox="1"/>
            <p:nvPr/>
          </p:nvSpPr>
          <p:spPr bwMode="auto">
            <a:xfrm rot="0" flipH="0" flipV="0">
              <a:off x="5959846" y="0"/>
              <a:ext cx="955670" cy="9512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4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05874772" name="Freeform 39"/>
            <p:cNvSpPr/>
            <p:nvPr/>
          </p:nvSpPr>
          <p:spPr bwMode="auto">
            <a:xfrm rot="0" flipH="0" flipV="0">
              <a:off x="7392533" y="150904"/>
              <a:ext cx="955670" cy="800290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020" y="0"/>
                  </a:moveTo>
                  <a:lnTo>
                    <a:pt x="260216" y="0"/>
                  </a:lnTo>
                  <a:cubicBezTo>
                    <a:pt x="303187" y="0"/>
                    <a:pt x="344397" y="17070"/>
                    <a:pt x="374782" y="47455"/>
                  </a:cubicBezTo>
                  <a:cubicBezTo>
                    <a:pt x="405167" y="77839"/>
                    <a:pt x="422237" y="119050"/>
                    <a:pt x="422237" y="162020"/>
                  </a:cubicBezTo>
                  <a:lnTo>
                    <a:pt x="422237" y="191566"/>
                  </a:lnTo>
                  <a:cubicBezTo>
                    <a:pt x="422237" y="234536"/>
                    <a:pt x="405167" y="275747"/>
                    <a:pt x="374782" y="306131"/>
                  </a:cubicBezTo>
                  <a:cubicBezTo>
                    <a:pt x="344397" y="336516"/>
                    <a:pt x="303187" y="353586"/>
                    <a:pt x="260216" y="353586"/>
                  </a:cubicBezTo>
                  <a:lnTo>
                    <a:pt x="162020" y="353586"/>
                  </a:lnTo>
                  <a:cubicBezTo>
                    <a:pt x="119050" y="353586"/>
                    <a:pt x="77839" y="336516"/>
                    <a:pt x="47455" y="306131"/>
                  </a:cubicBezTo>
                  <a:cubicBezTo>
                    <a:pt x="17070" y="275747"/>
                    <a:pt x="0" y="234536"/>
                    <a:pt x="0" y="191566"/>
                  </a:cubicBezTo>
                  <a:lnTo>
                    <a:pt x="0" y="162020"/>
                  </a:lnTo>
                  <a:cubicBezTo>
                    <a:pt x="0" y="119050"/>
                    <a:pt x="17070" y="77839"/>
                    <a:pt x="47455" y="47455"/>
                  </a:cubicBezTo>
                  <a:cubicBezTo>
                    <a:pt x="77839" y="17070"/>
                    <a:pt x="119050" y="0"/>
                    <a:pt x="16202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135012247" name="TextBox 40"/>
            <p:cNvSpPr txBox="1"/>
            <p:nvPr/>
          </p:nvSpPr>
          <p:spPr bwMode="auto">
            <a:xfrm rot="0" flipH="0" flipV="0">
              <a:off x="7392533" y="0"/>
              <a:ext cx="955670" cy="9512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5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54383529" name="AutoShape 41"/>
            <p:cNvSpPr/>
            <p:nvPr/>
          </p:nvSpPr>
          <p:spPr bwMode="auto">
            <a:xfrm flipH="1">
              <a:off x="2616107" y="551052"/>
              <a:ext cx="477689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42069528" name="AutoShape 42"/>
            <p:cNvSpPr/>
            <p:nvPr/>
          </p:nvSpPr>
          <p:spPr bwMode="auto">
            <a:xfrm flipH="1">
              <a:off x="4049471" y="551052"/>
              <a:ext cx="477689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9150248" name="AutoShape 43"/>
            <p:cNvSpPr/>
            <p:nvPr/>
          </p:nvSpPr>
          <p:spPr bwMode="auto">
            <a:xfrm flipH="1">
              <a:off x="5482836" y="551052"/>
              <a:ext cx="477009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3609376" name="AutoShape 44"/>
            <p:cNvSpPr/>
            <p:nvPr/>
          </p:nvSpPr>
          <p:spPr bwMode="auto">
            <a:xfrm flipH="1">
              <a:off x="6915521" y="551052"/>
              <a:ext cx="477009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07047140" name="Freeform 45"/>
            <p:cNvSpPr/>
            <p:nvPr/>
          </p:nvSpPr>
          <p:spPr bwMode="auto">
            <a:xfrm>
              <a:off x="8825154" y="150905"/>
              <a:ext cx="836806" cy="800291"/>
            </a:xfrm>
            <a:custGeom>
              <a:avLst/>
              <a:gdLst/>
              <a:ahLst/>
              <a:cxnLst/>
              <a:rect l="l" t="t" r="r" b="b"/>
              <a:pathLst>
                <a:path w="836808" h="800293" fill="norm" stroke="1" extrusionOk="0">
                  <a:moveTo>
                    <a:pt x="0" y="0"/>
                  </a:moveTo>
                  <a:lnTo>
                    <a:pt x="836808" y="0"/>
                  </a:lnTo>
                  <a:lnTo>
                    <a:pt x="836808" y="800292"/>
                  </a:lnTo>
                  <a:lnTo>
                    <a:pt x="0" y="8002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09114455" name="Freeform 46"/>
            <p:cNvSpPr/>
            <p:nvPr/>
          </p:nvSpPr>
          <p:spPr bwMode="auto">
            <a:xfrm>
              <a:off x="9174251" y="175230"/>
              <a:ext cx="138611" cy="138611"/>
            </a:xfrm>
            <a:custGeom>
              <a:avLst/>
              <a:gdLst/>
              <a:ahLst/>
              <a:cxnLst/>
              <a:rect l="l" t="t" r="r" b="b"/>
              <a:pathLst>
                <a:path w="138613" h="138613" fill="norm" stroke="1" extrusionOk="0">
                  <a:moveTo>
                    <a:pt x="0" y="0"/>
                  </a:moveTo>
                  <a:lnTo>
                    <a:pt x="138613" y="0"/>
                  </a:lnTo>
                  <a:lnTo>
                    <a:pt x="138613" y="138613"/>
                  </a:lnTo>
                  <a:lnTo>
                    <a:pt x="0" y="1386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03533935" name="AutoShape 47"/>
            <p:cNvSpPr/>
            <p:nvPr/>
          </p:nvSpPr>
          <p:spPr bwMode="auto">
            <a:xfrm flipH="1">
              <a:off x="8348207" y="551052"/>
              <a:ext cx="476946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85925979" name="AutoShape 48"/>
            <p:cNvSpPr/>
            <p:nvPr/>
          </p:nvSpPr>
          <p:spPr bwMode="auto">
            <a:xfrm flipH="1">
              <a:off x="0" y="2648027"/>
              <a:ext cx="9335997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18481789" name="Freeform 50"/>
            <p:cNvSpPr/>
            <p:nvPr/>
          </p:nvSpPr>
          <p:spPr bwMode="auto">
            <a:xfrm rot="0" flipH="0" flipV="0">
              <a:off x="740556" y="2029831"/>
              <a:ext cx="1236522" cy="1236384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83" y="0"/>
                  </a:moveTo>
                  <a:lnTo>
                    <a:pt x="527540" y="0"/>
                  </a:lnTo>
                  <a:cubicBezTo>
                    <a:pt x="532522" y="0"/>
                    <a:pt x="537299" y="1979"/>
                    <a:pt x="540822" y="5501"/>
                  </a:cubicBezTo>
                  <a:cubicBezTo>
                    <a:pt x="544344" y="9024"/>
                    <a:pt x="546323" y="13801"/>
                    <a:pt x="546323" y="18783"/>
                  </a:cubicBezTo>
                  <a:lnTo>
                    <a:pt x="546323" y="527478"/>
                  </a:lnTo>
                  <a:cubicBezTo>
                    <a:pt x="546323" y="532460"/>
                    <a:pt x="544344" y="537237"/>
                    <a:pt x="540822" y="540760"/>
                  </a:cubicBezTo>
                  <a:cubicBezTo>
                    <a:pt x="537299" y="544282"/>
                    <a:pt x="532522" y="546261"/>
                    <a:pt x="527540" y="546261"/>
                  </a:cubicBezTo>
                  <a:lnTo>
                    <a:pt x="18783" y="546261"/>
                  </a:lnTo>
                  <a:cubicBezTo>
                    <a:pt x="8409" y="546261"/>
                    <a:pt x="0" y="537852"/>
                    <a:pt x="0" y="527478"/>
                  </a:cubicBezTo>
                  <a:lnTo>
                    <a:pt x="0" y="18783"/>
                  </a:lnTo>
                  <a:cubicBezTo>
                    <a:pt x="0" y="13801"/>
                    <a:pt x="1979" y="9024"/>
                    <a:pt x="5501" y="5501"/>
                  </a:cubicBezTo>
                  <a:cubicBezTo>
                    <a:pt x="9024" y="1979"/>
                    <a:pt x="13801" y="0"/>
                    <a:pt x="1878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22264594" name="TextBox 51"/>
            <p:cNvSpPr txBox="1"/>
            <p:nvPr/>
          </p:nvSpPr>
          <p:spPr bwMode="auto">
            <a:xfrm rot="0" flipH="0" flipV="0">
              <a:off x="740556" y="1900480"/>
              <a:ext cx="1236522" cy="1365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16070793" name="Freeform 53"/>
            <p:cNvSpPr/>
            <p:nvPr/>
          </p:nvSpPr>
          <p:spPr bwMode="auto">
            <a:xfrm rot="0" flipH="0" flipV="0">
              <a:off x="2173920" y="2029831"/>
              <a:ext cx="1236522" cy="1236384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83" y="0"/>
                  </a:moveTo>
                  <a:lnTo>
                    <a:pt x="527540" y="0"/>
                  </a:lnTo>
                  <a:cubicBezTo>
                    <a:pt x="532522" y="0"/>
                    <a:pt x="537299" y="1979"/>
                    <a:pt x="540822" y="5501"/>
                  </a:cubicBezTo>
                  <a:cubicBezTo>
                    <a:pt x="544344" y="9024"/>
                    <a:pt x="546323" y="13801"/>
                    <a:pt x="546323" y="18783"/>
                  </a:cubicBezTo>
                  <a:lnTo>
                    <a:pt x="546323" y="527478"/>
                  </a:lnTo>
                  <a:cubicBezTo>
                    <a:pt x="546323" y="532460"/>
                    <a:pt x="544344" y="537237"/>
                    <a:pt x="540822" y="540760"/>
                  </a:cubicBezTo>
                  <a:cubicBezTo>
                    <a:pt x="537299" y="544282"/>
                    <a:pt x="532522" y="546261"/>
                    <a:pt x="527540" y="546261"/>
                  </a:cubicBezTo>
                  <a:lnTo>
                    <a:pt x="18783" y="546261"/>
                  </a:lnTo>
                  <a:cubicBezTo>
                    <a:pt x="8409" y="546261"/>
                    <a:pt x="0" y="537852"/>
                    <a:pt x="0" y="527478"/>
                  </a:cubicBezTo>
                  <a:lnTo>
                    <a:pt x="0" y="18783"/>
                  </a:lnTo>
                  <a:cubicBezTo>
                    <a:pt x="0" y="13801"/>
                    <a:pt x="1979" y="9024"/>
                    <a:pt x="5501" y="5501"/>
                  </a:cubicBezTo>
                  <a:cubicBezTo>
                    <a:pt x="9024" y="1979"/>
                    <a:pt x="13801" y="0"/>
                    <a:pt x="1878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88493233" name="TextBox 54"/>
            <p:cNvSpPr txBox="1"/>
            <p:nvPr/>
          </p:nvSpPr>
          <p:spPr bwMode="auto">
            <a:xfrm rot="0" flipH="0" flipV="0">
              <a:off x="2173920" y="1900480"/>
              <a:ext cx="1236522" cy="1365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841 022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14645728" name="Freeform 56"/>
            <p:cNvSpPr/>
            <p:nvPr/>
          </p:nvSpPr>
          <p:spPr bwMode="auto">
            <a:xfrm rot="0" flipH="0" flipV="0">
              <a:off x="3606336" y="2029831"/>
              <a:ext cx="1236522" cy="1236384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83" y="0"/>
                  </a:moveTo>
                  <a:lnTo>
                    <a:pt x="527540" y="0"/>
                  </a:lnTo>
                  <a:cubicBezTo>
                    <a:pt x="532522" y="0"/>
                    <a:pt x="537299" y="1979"/>
                    <a:pt x="540822" y="5501"/>
                  </a:cubicBezTo>
                  <a:cubicBezTo>
                    <a:pt x="544344" y="9024"/>
                    <a:pt x="546323" y="13801"/>
                    <a:pt x="546323" y="18783"/>
                  </a:cubicBezTo>
                  <a:lnTo>
                    <a:pt x="546323" y="527478"/>
                  </a:lnTo>
                  <a:cubicBezTo>
                    <a:pt x="546323" y="532460"/>
                    <a:pt x="544344" y="537237"/>
                    <a:pt x="540822" y="540760"/>
                  </a:cubicBezTo>
                  <a:cubicBezTo>
                    <a:pt x="537299" y="544282"/>
                    <a:pt x="532522" y="546261"/>
                    <a:pt x="527540" y="546261"/>
                  </a:cubicBezTo>
                  <a:lnTo>
                    <a:pt x="18783" y="546261"/>
                  </a:lnTo>
                  <a:cubicBezTo>
                    <a:pt x="8409" y="546261"/>
                    <a:pt x="0" y="537852"/>
                    <a:pt x="0" y="527478"/>
                  </a:cubicBezTo>
                  <a:lnTo>
                    <a:pt x="0" y="18783"/>
                  </a:lnTo>
                  <a:cubicBezTo>
                    <a:pt x="0" y="13801"/>
                    <a:pt x="1979" y="9024"/>
                    <a:pt x="5501" y="5501"/>
                  </a:cubicBezTo>
                  <a:cubicBezTo>
                    <a:pt x="9024" y="1979"/>
                    <a:pt x="13801" y="0"/>
                    <a:pt x="1878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47837628" name="TextBox 57"/>
            <p:cNvSpPr txBox="1"/>
            <p:nvPr/>
          </p:nvSpPr>
          <p:spPr bwMode="auto">
            <a:xfrm rot="0" flipH="0" flipV="0">
              <a:off x="3606336" y="1900480"/>
              <a:ext cx="1236522" cy="1365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841 023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97557670" name="Freeform 59"/>
            <p:cNvSpPr/>
            <p:nvPr/>
          </p:nvSpPr>
          <p:spPr bwMode="auto">
            <a:xfrm rot="0" flipH="0" flipV="0">
              <a:off x="5038750" y="2029831"/>
              <a:ext cx="1236522" cy="1236384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83" y="0"/>
                  </a:moveTo>
                  <a:lnTo>
                    <a:pt x="527540" y="0"/>
                  </a:lnTo>
                  <a:cubicBezTo>
                    <a:pt x="532522" y="0"/>
                    <a:pt x="537299" y="1979"/>
                    <a:pt x="540822" y="5501"/>
                  </a:cubicBezTo>
                  <a:cubicBezTo>
                    <a:pt x="544344" y="9024"/>
                    <a:pt x="546323" y="13801"/>
                    <a:pt x="546323" y="18783"/>
                  </a:cubicBezTo>
                  <a:lnTo>
                    <a:pt x="546323" y="527478"/>
                  </a:lnTo>
                  <a:cubicBezTo>
                    <a:pt x="546323" y="532460"/>
                    <a:pt x="544344" y="537237"/>
                    <a:pt x="540822" y="540760"/>
                  </a:cubicBezTo>
                  <a:cubicBezTo>
                    <a:pt x="537299" y="544282"/>
                    <a:pt x="532522" y="546261"/>
                    <a:pt x="527540" y="546261"/>
                  </a:cubicBezTo>
                  <a:lnTo>
                    <a:pt x="18783" y="546261"/>
                  </a:lnTo>
                  <a:cubicBezTo>
                    <a:pt x="8409" y="546261"/>
                    <a:pt x="0" y="537852"/>
                    <a:pt x="0" y="527478"/>
                  </a:cubicBezTo>
                  <a:lnTo>
                    <a:pt x="0" y="18783"/>
                  </a:lnTo>
                  <a:cubicBezTo>
                    <a:pt x="0" y="13801"/>
                    <a:pt x="1979" y="9024"/>
                    <a:pt x="5501" y="5501"/>
                  </a:cubicBezTo>
                  <a:cubicBezTo>
                    <a:pt x="9024" y="1979"/>
                    <a:pt x="13801" y="0"/>
                    <a:pt x="1878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36886729" name="TextBox 60"/>
            <p:cNvSpPr txBox="1"/>
            <p:nvPr/>
          </p:nvSpPr>
          <p:spPr bwMode="auto">
            <a:xfrm rot="0" flipH="0" flipV="0">
              <a:off x="5038750" y="1900480"/>
              <a:ext cx="1236522" cy="1365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841 024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89500893" name="Freeform 62"/>
            <p:cNvSpPr/>
            <p:nvPr/>
          </p:nvSpPr>
          <p:spPr bwMode="auto">
            <a:xfrm rot="0" flipH="0" flipV="0">
              <a:off x="6471167" y="2029831"/>
              <a:ext cx="1236522" cy="1236384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83" y="0"/>
                  </a:moveTo>
                  <a:lnTo>
                    <a:pt x="527540" y="0"/>
                  </a:lnTo>
                  <a:cubicBezTo>
                    <a:pt x="532522" y="0"/>
                    <a:pt x="537299" y="1979"/>
                    <a:pt x="540822" y="5501"/>
                  </a:cubicBezTo>
                  <a:cubicBezTo>
                    <a:pt x="544344" y="9024"/>
                    <a:pt x="546323" y="13801"/>
                    <a:pt x="546323" y="18783"/>
                  </a:cubicBezTo>
                  <a:lnTo>
                    <a:pt x="546323" y="527478"/>
                  </a:lnTo>
                  <a:cubicBezTo>
                    <a:pt x="546323" y="532460"/>
                    <a:pt x="544344" y="537237"/>
                    <a:pt x="540822" y="540760"/>
                  </a:cubicBezTo>
                  <a:cubicBezTo>
                    <a:pt x="537299" y="544282"/>
                    <a:pt x="532522" y="546261"/>
                    <a:pt x="527540" y="546261"/>
                  </a:cubicBezTo>
                  <a:lnTo>
                    <a:pt x="18783" y="546261"/>
                  </a:lnTo>
                  <a:cubicBezTo>
                    <a:pt x="8409" y="546261"/>
                    <a:pt x="0" y="537852"/>
                    <a:pt x="0" y="527478"/>
                  </a:cubicBezTo>
                  <a:lnTo>
                    <a:pt x="0" y="18783"/>
                  </a:lnTo>
                  <a:cubicBezTo>
                    <a:pt x="0" y="13801"/>
                    <a:pt x="1979" y="9024"/>
                    <a:pt x="5501" y="5501"/>
                  </a:cubicBezTo>
                  <a:cubicBezTo>
                    <a:pt x="9024" y="1979"/>
                    <a:pt x="13801" y="0"/>
                    <a:pt x="1878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36373559" name="TextBox 63"/>
            <p:cNvSpPr txBox="1"/>
            <p:nvPr/>
          </p:nvSpPr>
          <p:spPr bwMode="auto">
            <a:xfrm rot="0" flipH="0" flipV="0">
              <a:off x="6471167" y="1900480"/>
              <a:ext cx="1236522" cy="1365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841 025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81032364" name="Freeform 65"/>
            <p:cNvSpPr/>
            <p:nvPr/>
          </p:nvSpPr>
          <p:spPr bwMode="auto">
            <a:xfrm rot="0" flipH="0" flipV="0">
              <a:off x="7903581" y="2029831"/>
              <a:ext cx="1236522" cy="1236384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83" y="0"/>
                  </a:moveTo>
                  <a:lnTo>
                    <a:pt x="527540" y="0"/>
                  </a:lnTo>
                  <a:cubicBezTo>
                    <a:pt x="532522" y="0"/>
                    <a:pt x="537299" y="1979"/>
                    <a:pt x="540822" y="5501"/>
                  </a:cubicBezTo>
                  <a:cubicBezTo>
                    <a:pt x="544344" y="9024"/>
                    <a:pt x="546323" y="13801"/>
                    <a:pt x="546323" y="18783"/>
                  </a:cubicBezTo>
                  <a:lnTo>
                    <a:pt x="546323" y="527478"/>
                  </a:lnTo>
                  <a:cubicBezTo>
                    <a:pt x="546323" y="532460"/>
                    <a:pt x="544344" y="537237"/>
                    <a:pt x="540822" y="540760"/>
                  </a:cubicBezTo>
                  <a:cubicBezTo>
                    <a:pt x="537299" y="544282"/>
                    <a:pt x="532522" y="546261"/>
                    <a:pt x="527540" y="546261"/>
                  </a:cubicBezTo>
                  <a:lnTo>
                    <a:pt x="18783" y="546261"/>
                  </a:lnTo>
                  <a:cubicBezTo>
                    <a:pt x="8409" y="546261"/>
                    <a:pt x="0" y="537852"/>
                    <a:pt x="0" y="527478"/>
                  </a:cubicBezTo>
                  <a:lnTo>
                    <a:pt x="0" y="18783"/>
                  </a:lnTo>
                  <a:cubicBezTo>
                    <a:pt x="0" y="13801"/>
                    <a:pt x="1979" y="9024"/>
                    <a:pt x="5501" y="5501"/>
                  </a:cubicBezTo>
                  <a:cubicBezTo>
                    <a:pt x="9024" y="1979"/>
                    <a:pt x="13801" y="0"/>
                    <a:pt x="1878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61918499" name="TextBox 66"/>
            <p:cNvSpPr txBox="1"/>
            <p:nvPr/>
          </p:nvSpPr>
          <p:spPr bwMode="auto">
            <a:xfrm rot="0" flipH="0" flipV="0">
              <a:off x="7903581" y="1900480"/>
              <a:ext cx="1236522" cy="1365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841 026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76236363" name="Freeform 68"/>
            <p:cNvSpPr/>
            <p:nvPr/>
          </p:nvSpPr>
          <p:spPr bwMode="auto">
            <a:xfrm rot="0" flipH="0" flipV="0">
              <a:off x="9335997" y="2029831"/>
              <a:ext cx="1236522" cy="1236384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83" y="0"/>
                  </a:moveTo>
                  <a:lnTo>
                    <a:pt x="527540" y="0"/>
                  </a:lnTo>
                  <a:cubicBezTo>
                    <a:pt x="532522" y="0"/>
                    <a:pt x="537299" y="1979"/>
                    <a:pt x="540822" y="5501"/>
                  </a:cubicBezTo>
                  <a:cubicBezTo>
                    <a:pt x="544344" y="9024"/>
                    <a:pt x="546323" y="13801"/>
                    <a:pt x="546323" y="18783"/>
                  </a:cubicBezTo>
                  <a:lnTo>
                    <a:pt x="546323" y="527478"/>
                  </a:lnTo>
                  <a:cubicBezTo>
                    <a:pt x="546323" y="532460"/>
                    <a:pt x="544344" y="537237"/>
                    <a:pt x="540822" y="540760"/>
                  </a:cubicBezTo>
                  <a:cubicBezTo>
                    <a:pt x="537299" y="544282"/>
                    <a:pt x="532522" y="546261"/>
                    <a:pt x="527540" y="546261"/>
                  </a:cubicBezTo>
                  <a:lnTo>
                    <a:pt x="18783" y="546261"/>
                  </a:lnTo>
                  <a:cubicBezTo>
                    <a:pt x="8409" y="546261"/>
                    <a:pt x="0" y="537852"/>
                    <a:pt x="0" y="527478"/>
                  </a:cubicBezTo>
                  <a:lnTo>
                    <a:pt x="0" y="18783"/>
                  </a:lnTo>
                  <a:cubicBezTo>
                    <a:pt x="0" y="13801"/>
                    <a:pt x="1979" y="9024"/>
                    <a:pt x="5501" y="5501"/>
                  </a:cubicBezTo>
                  <a:cubicBezTo>
                    <a:pt x="9024" y="1979"/>
                    <a:pt x="13801" y="0"/>
                    <a:pt x="1878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89557235" name="TextBox 69"/>
            <p:cNvSpPr txBox="1"/>
            <p:nvPr/>
          </p:nvSpPr>
          <p:spPr bwMode="auto">
            <a:xfrm rot="0" flipH="0" flipV="0">
              <a:off x="9335997" y="1900480"/>
              <a:ext cx="1236522" cy="1365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841 027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86379535" name="AutoShape 70"/>
            <p:cNvSpPr/>
            <p:nvPr/>
          </p:nvSpPr>
          <p:spPr bwMode="auto">
            <a:xfrm flipH="1" flipV="1">
              <a:off x="10572523" y="2648027"/>
              <a:ext cx="281187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53304984" name="AutoShape 71"/>
            <p:cNvSpPr/>
            <p:nvPr/>
          </p:nvSpPr>
          <p:spPr bwMode="auto">
            <a:xfrm flipH="1" flipV="1">
              <a:off x="2315213" y="951196"/>
              <a:ext cx="476968" cy="1078635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9549929" name="AutoShape 72"/>
            <p:cNvSpPr/>
            <p:nvPr/>
          </p:nvSpPr>
          <p:spPr bwMode="auto">
            <a:xfrm flipH="1" flipV="1">
              <a:off x="3748321" y="951196"/>
              <a:ext cx="476275" cy="1078635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4351647" name="AutoShape 73"/>
            <p:cNvSpPr/>
            <p:nvPr/>
          </p:nvSpPr>
          <p:spPr bwMode="auto">
            <a:xfrm flipH="1" flipV="1">
              <a:off x="5181429" y="951196"/>
              <a:ext cx="475583" cy="1078635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16113846" name="AutoShape 74"/>
            <p:cNvSpPr/>
            <p:nvPr/>
          </p:nvSpPr>
          <p:spPr bwMode="auto">
            <a:xfrm flipH="1" flipV="1">
              <a:off x="6614042" y="951196"/>
              <a:ext cx="475389" cy="1078635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05298849" name="AutoShape 75"/>
            <p:cNvSpPr/>
            <p:nvPr/>
          </p:nvSpPr>
          <p:spPr bwMode="auto">
            <a:xfrm flipH="1" flipV="1">
              <a:off x="8046653" y="951196"/>
              <a:ext cx="475191" cy="1078635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302551" name=""/>
          <p:cNvGrpSpPr/>
          <p:nvPr/>
        </p:nvGrpSpPr>
        <p:grpSpPr bwMode="auto">
          <a:xfrm>
            <a:off x="1144239" y="1722619"/>
            <a:ext cx="10107418" cy="3264365"/>
            <a:chOff x="0" y="0"/>
            <a:chExt cx="10107418" cy="3264365"/>
          </a:xfrm>
        </p:grpSpPr>
        <p:sp>
          <p:nvSpPr>
            <p:cNvPr id="1233132642" name="Freeform 27"/>
            <p:cNvSpPr/>
            <p:nvPr/>
          </p:nvSpPr>
          <p:spPr bwMode="auto">
            <a:xfrm rot="0" flipH="0" flipV="0">
              <a:off x="919355" y="150819"/>
              <a:ext cx="955128" cy="799839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112" y="0"/>
                  </a:moveTo>
                  <a:lnTo>
                    <a:pt x="260124" y="0"/>
                  </a:lnTo>
                  <a:cubicBezTo>
                    <a:pt x="303119" y="0"/>
                    <a:pt x="344353" y="17080"/>
                    <a:pt x="374755" y="47482"/>
                  </a:cubicBezTo>
                  <a:cubicBezTo>
                    <a:pt x="405157" y="77883"/>
                    <a:pt x="422237" y="119117"/>
                    <a:pt x="422237" y="162112"/>
                  </a:cubicBezTo>
                  <a:lnTo>
                    <a:pt x="422237" y="191474"/>
                  </a:lnTo>
                  <a:cubicBezTo>
                    <a:pt x="422237" y="234469"/>
                    <a:pt x="405157" y="275703"/>
                    <a:pt x="374755" y="306105"/>
                  </a:cubicBezTo>
                  <a:cubicBezTo>
                    <a:pt x="344353" y="336506"/>
                    <a:pt x="303119" y="353586"/>
                    <a:pt x="260124" y="353586"/>
                  </a:cubicBezTo>
                  <a:lnTo>
                    <a:pt x="162112" y="353586"/>
                  </a:lnTo>
                  <a:cubicBezTo>
                    <a:pt x="119117" y="353586"/>
                    <a:pt x="77883" y="336506"/>
                    <a:pt x="47482" y="306105"/>
                  </a:cubicBezTo>
                  <a:cubicBezTo>
                    <a:pt x="17080" y="275703"/>
                    <a:pt x="0" y="234469"/>
                    <a:pt x="0" y="191474"/>
                  </a:cubicBezTo>
                  <a:lnTo>
                    <a:pt x="0" y="162112"/>
                  </a:lnTo>
                  <a:cubicBezTo>
                    <a:pt x="0" y="119117"/>
                    <a:pt x="17080" y="77883"/>
                    <a:pt x="47482" y="47482"/>
                  </a:cubicBezTo>
                  <a:cubicBezTo>
                    <a:pt x="77883" y="17080"/>
                    <a:pt x="119117" y="0"/>
                    <a:pt x="16211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916521896" name="TextBox 28"/>
            <p:cNvSpPr txBox="1"/>
            <p:nvPr/>
          </p:nvSpPr>
          <p:spPr bwMode="auto">
            <a:xfrm rot="0" flipH="0" flipV="0">
              <a:off x="919355" y="0"/>
              <a:ext cx="955128" cy="95066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1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90749693" name="Freeform 30"/>
            <p:cNvSpPr/>
            <p:nvPr/>
          </p:nvSpPr>
          <p:spPr bwMode="auto">
            <a:xfrm rot="0" flipH="0" flipV="0">
              <a:off x="2351907" y="150819"/>
              <a:ext cx="955128" cy="799839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112" y="0"/>
                  </a:moveTo>
                  <a:lnTo>
                    <a:pt x="260124" y="0"/>
                  </a:lnTo>
                  <a:cubicBezTo>
                    <a:pt x="303119" y="0"/>
                    <a:pt x="344353" y="17080"/>
                    <a:pt x="374755" y="47482"/>
                  </a:cubicBezTo>
                  <a:cubicBezTo>
                    <a:pt x="405157" y="77883"/>
                    <a:pt x="422237" y="119117"/>
                    <a:pt x="422237" y="162112"/>
                  </a:cubicBezTo>
                  <a:lnTo>
                    <a:pt x="422237" y="191474"/>
                  </a:lnTo>
                  <a:cubicBezTo>
                    <a:pt x="422237" y="234469"/>
                    <a:pt x="405157" y="275703"/>
                    <a:pt x="374755" y="306105"/>
                  </a:cubicBezTo>
                  <a:cubicBezTo>
                    <a:pt x="344353" y="336506"/>
                    <a:pt x="303119" y="353586"/>
                    <a:pt x="260124" y="353586"/>
                  </a:cubicBezTo>
                  <a:lnTo>
                    <a:pt x="162112" y="353586"/>
                  </a:lnTo>
                  <a:cubicBezTo>
                    <a:pt x="119117" y="353586"/>
                    <a:pt x="77883" y="336506"/>
                    <a:pt x="47482" y="306105"/>
                  </a:cubicBezTo>
                  <a:cubicBezTo>
                    <a:pt x="17080" y="275703"/>
                    <a:pt x="0" y="234469"/>
                    <a:pt x="0" y="191474"/>
                  </a:cubicBezTo>
                  <a:lnTo>
                    <a:pt x="0" y="162112"/>
                  </a:lnTo>
                  <a:cubicBezTo>
                    <a:pt x="0" y="119117"/>
                    <a:pt x="17080" y="77883"/>
                    <a:pt x="47482" y="47482"/>
                  </a:cubicBezTo>
                  <a:cubicBezTo>
                    <a:pt x="77883" y="17080"/>
                    <a:pt x="119117" y="0"/>
                    <a:pt x="16211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95212003" name="TextBox 31"/>
            <p:cNvSpPr txBox="1"/>
            <p:nvPr/>
          </p:nvSpPr>
          <p:spPr bwMode="auto">
            <a:xfrm rot="0" flipH="0" flipV="0">
              <a:off x="2351907" y="0"/>
              <a:ext cx="955128" cy="95066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2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896250393" name="Freeform 33"/>
            <p:cNvSpPr/>
            <p:nvPr/>
          </p:nvSpPr>
          <p:spPr bwMode="auto">
            <a:xfrm rot="0" flipH="0" flipV="0">
              <a:off x="3784458" y="150819"/>
              <a:ext cx="955128" cy="799839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112" y="0"/>
                  </a:moveTo>
                  <a:lnTo>
                    <a:pt x="260124" y="0"/>
                  </a:lnTo>
                  <a:cubicBezTo>
                    <a:pt x="303119" y="0"/>
                    <a:pt x="344353" y="17080"/>
                    <a:pt x="374755" y="47482"/>
                  </a:cubicBezTo>
                  <a:cubicBezTo>
                    <a:pt x="405157" y="77883"/>
                    <a:pt x="422237" y="119117"/>
                    <a:pt x="422237" y="162112"/>
                  </a:cubicBezTo>
                  <a:lnTo>
                    <a:pt x="422237" y="191474"/>
                  </a:lnTo>
                  <a:cubicBezTo>
                    <a:pt x="422237" y="234469"/>
                    <a:pt x="405157" y="275703"/>
                    <a:pt x="374755" y="306105"/>
                  </a:cubicBezTo>
                  <a:cubicBezTo>
                    <a:pt x="344353" y="336506"/>
                    <a:pt x="303119" y="353586"/>
                    <a:pt x="260124" y="353586"/>
                  </a:cubicBezTo>
                  <a:lnTo>
                    <a:pt x="162112" y="353586"/>
                  </a:lnTo>
                  <a:cubicBezTo>
                    <a:pt x="119117" y="353586"/>
                    <a:pt x="77883" y="336506"/>
                    <a:pt x="47482" y="306105"/>
                  </a:cubicBezTo>
                  <a:cubicBezTo>
                    <a:pt x="17080" y="275703"/>
                    <a:pt x="0" y="234469"/>
                    <a:pt x="0" y="191474"/>
                  </a:cubicBezTo>
                  <a:lnTo>
                    <a:pt x="0" y="162112"/>
                  </a:lnTo>
                  <a:cubicBezTo>
                    <a:pt x="0" y="119117"/>
                    <a:pt x="17080" y="77883"/>
                    <a:pt x="47482" y="47482"/>
                  </a:cubicBezTo>
                  <a:cubicBezTo>
                    <a:pt x="77883" y="17080"/>
                    <a:pt x="119117" y="0"/>
                    <a:pt x="16211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045682134" name="TextBox 34"/>
            <p:cNvSpPr txBox="1"/>
            <p:nvPr/>
          </p:nvSpPr>
          <p:spPr bwMode="auto">
            <a:xfrm rot="0" flipH="0" flipV="0">
              <a:off x="3784458" y="0"/>
              <a:ext cx="955128" cy="95066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3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321570014" name="Freeform 36"/>
            <p:cNvSpPr/>
            <p:nvPr/>
          </p:nvSpPr>
          <p:spPr bwMode="auto">
            <a:xfrm rot="0" flipH="0" flipV="0">
              <a:off x="5216330" y="150819"/>
              <a:ext cx="955128" cy="799839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112" y="0"/>
                  </a:moveTo>
                  <a:lnTo>
                    <a:pt x="260124" y="0"/>
                  </a:lnTo>
                  <a:cubicBezTo>
                    <a:pt x="303119" y="0"/>
                    <a:pt x="344353" y="17080"/>
                    <a:pt x="374755" y="47482"/>
                  </a:cubicBezTo>
                  <a:cubicBezTo>
                    <a:pt x="405157" y="77883"/>
                    <a:pt x="422237" y="119117"/>
                    <a:pt x="422237" y="162112"/>
                  </a:cubicBezTo>
                  <a:lnTo>
                    <a:pt x="422237" y="191474"/>
                  </a:lnTo>
                  <a:cubicBezTo>
                    <a:pt x="422237" y="234469"/>
                    <a:pt x="405157" y="275703"/>
                    <a:pt x="374755" y="306105"/>
                  </a:cubicBezTo>
                  <a:cubicBezTo>
                    <a:pt x="344353" y="336506"/>
                    <a:pt x="303119" y="353586"/>
                    <a:pt x="260124" y="353586"/>
                  </a:cubicBezTo>
                  <a:lnTo>
                    <a:pt x="162112" y="353586"/>
                  </a:lnTo>
                  <a:cubicBezTo>
                    <a:pt x="119117" y="353586"/>
                    <a:pt x="77883" y="336506"/>
                    <a:pt x="47482" y="306105"/>
                  </a:cubicBezTo>
                  <a:cubicBezTo>
                    <a:pt x="17080" y="275703"/>
                    <a:pt x="0" y="234469"/>
                    <a:pt x="0" y="191474"/>
                  </a:cubicBezTo>
                  <a:lnTo>
                    <a:pt x="0" y="162112"/>
                  </a:lnTo>
                  <a:cubicBezTo>
                    <a:pt x="0" y="119117"/>
                    <a:pt x="17080" y="77883"/>
                    <a:pt x="47482" y="47482"/>
                  </a:cubicBezTo>
                  <a:cubicBezTo>
                    <a:pt x="77883" y="17080"/>
                    <a:pt x="119117" y="0"/>
                    <a:pt x="16211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015018086" name="TextBox 37"/>
            <p:cNvSpPr txBox="1"/>
            <p:nvPr/>
          </p:nvSpPr>
          <p:spPr bwMode="auto">
            <a:xfrm rot="0" flipH="0" flipV="0">
              <a:off x="5216330" y="0"/>
              <a:ext cx="955128" cy="95066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4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137015670" name="Freeform 39"/>
            <p:cNvSpPr/>
            <p:nvPr/>
          </p:nvSpPr>
          <p:spPr bwMode="auto">
            <a:xfrm rot="0" flipH="0" flipV="0">
              <a:off x="6648202" y="150819"/>
              <a:ext cx="955128" cy="799839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112" y="0"/>
                  </a:moveTo>
                  <a:lnTo>
                    <a:pt x="260124" y="0"/>
                  </a:lnTo>
                  <a:cubicBezTo>
                    <a:pt x="303119" y="0"/>
                    <a:pt x="344353" y="17080"/>
                    <a:pt x="374755" y="47482"/>
                  </a:cubicBezTo>
                  <a:cubicBezTo>
                    <a:pt x="405157" y="77883"/>
                    <a:pt x="422237" y="119117"/>
                    <a:pt x="422237" y="162112"/>
                  </a:cubicBezTo>
                  <a:lnTo>
                    <a:pt x="422237" y="191474"/>
                  </a:lnTo>
                  <a:cubicBezTo>
                    <a:pt x="422237" y="234469"/>
                    <a:pt x="405157" y="275703"/>
                    <a:pt x="374755" y="306105"/>
                  </a:cubicBezTo>
                  <a:cubicBezTo>
                    <a:pt x="344353" y="336506"/>
                    <a:pt x="303119" y="353586"/>
                    <a:pt x="260124" y="353586"/>
                  </a:cubicBezTo>
                  <a:lnTo>
                    <a:pt x="162112" y="353586"/>
                  </a:lnTo>
                  <a:cubicBezTo>
                    <a:pt x="119117" y="353586"/>
                    <a:pt x="77883" y="336506"/>
                    <a:pt x="47482" y="306105"/>
                  </a:cubicBezTo>
                  <a:cubicBezTo>
                    <a:pt x="17080" y="275703"/>
                    <a:pt x="0" y="234469"/>
                    <a:pt x="0" y="191474"/>
                  </a:cubicBezTo>
                  <a:lnTo>
                    <a:pt x="0" y="162112"/>
                  </a:lnTo>
                  <a:cubicBezTo>
                    <a:pt x="0" y="119117"/>
                    <a:pt x="17080" y="77883"/>
                    <a:pt x="47482" y="47482"/>
                  </a:cubicBezTo>
                  <a:cubicBezTo>
                    <a:pt x="77883" y="17080"/>
                    <a:pt x="119117" y="0"/>
                    <a:pt x="16211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038246883" name="TextBox 40"/>
            <p:cNvSpPr txBox="1"/>
            <p:nvPr/>
          </p:nvSpPr>
          <p:spPr bwMode="auto">
            <a:xfrm rot="0" flipH="0" flipV="0">
              <a:off x="6648202" y="0"/>
              <a:ext cx="955128" cy="95066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5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836227283" name="AutoShape 41"/>
            <p:cNvSpPr/>
            <p:nvPr/>
          </p:nvSpPr>
          <p:spPr bwMode="auto">
            <a:xfrm flipH="1">
              <a:off x="1874487" y="550742"/>
              <a:ext cx="477418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0038943" name="AutoShape 42"/>
            <p:cNvSpPr/>
            <p:nvPr/>
          </p:nvSpPr>
          <p:spPr bwMode="auto">
            <a:xfrm flipH="1">
              <a:off x="3307039" y="550742"/>
              <a:ext cx="477418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92161302" name="AutoShape 43"/>
            <p:cNvSpPr/>
            <p:nvPr/>
          </p:nvSpPr>
          <p:spPr bwMode="auto">
            <a:xfrm flipH="1">
              <a:off x="4739591" y="550742"/>
              <a:ext cx="476738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45559181" name="AutoShape 44"/>
            <p:cNvSpPr/>
            <p:nvPr/>
          </p:nvSpPr>
          <p:spPr bwMode="auto">
            <a:xfrm flipH="1">
              <a:off x="6171462" y="550742"/>
              <a:ext cx="476738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26171140" name="Freeform 45"/>
            <p:cNvSpPr/>
            <p:nvPr/>
          </p:nvSpPr>
          <p:spPr bwMode="auto">
            <a:xfrm>
              <a:off x="8080013" y="150820"/>
              <a:ext cx="836331" cy="799839"/>
            </a:xfrm>
            <a:custGeom>
              <a:avLst/>
              <a:gdLst/>
              <a:ahLst/>
              <a:cxnLst/>
              <a:rect l="l" t="t" r="r" b="b"/>
              <a:pathLst>
                <a:path w="836333" h="799839" fill="norm" stroke="1" extrusionOk="0">
                  <a:moveTo>
                    <a:pt x="0" y="0"/>
                  </a:moveTo>
                  <a:lnTo>
                    <a:pt x="836333" y="0"/>
                  </a:lnTo>
                  <a:lnTo>
                    <a:pt x="836333" y="799839"/>
                  </a:lnTo>
                  <a:lnTo>
                    <a:pt x="0" y="7998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1729291" name="Freeform 46"/>
            <p:cNvSpPr/>
            <p:nvPr/>
          </p:nvSpPr>
          <p:spPr bwMode="auto">
            <a:xfrm>
              <a:off x="8428912" y="175133"/>
              <a:ext cx="138532" cy="138532"/>
            </a:xfrm>
            <a:custGeom>
              <a:avLst/>
              <a:gdLst/>
              <a:ahLst/>
              <a:cxnLst/>
              <a:rect l="l" t="t" r="r" b="b"/>
              <a:pathLst>
                <a:path w="138534" h="138534" fill="norm" stroke="1" extrusionOk="0">
                  <a:moveTo>
                    <a:pt x="0" y="0"/>
                  </a:moveTo>
                  <a:lnTo>
                    <a:pt x="138534" y="0"/>
                  </a:lnTo>
                  <a:lnTo>
                    <a:pt x="138534" y="138534"/>
                  </a:lnTo>
                  <a:lnTo>
                    <a:pt x="0" y="1385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42687711" name="AutoShape 47"/>
            <p:cNvSpPr/>
            <p:nvPr/>
          </p:nvSpPr>
          <p:spPr bwMode="auto">
            <a:xfrm flipH="1">
              <a:off x="7603333" y="550742"/>
              <a:ext cx="476676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21724168" name="Freeform 50"/>
            <p:cNvSpPr/>
            <p:nvPr/>
          </p:nvSpPr>
          <p:spPr bwMode="auto">
            <a:xfrm rot="0" flipH="0" flipV="0">
              <a:off x="0" y="2028683"/>
              <a:ext cx="1235821" cy="1235682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94" y="0"/>
                  </a:moveTo>
                  <a:lnTo>
                    <a:pt x="527529" y="0"/>
                  </a:lnTo>
                  <a:cubicBezTo>
                    <a:pt x="537909" y="0"/>
                    <a:pt x="546323" y="8414"/>
                    <a:pt x="546323" y="18794"/>
                  </a:cubicBezTo>
                  <a:lnTo>
                    <a:pt x="546323" y="527468"/>
                  </a:lnTo>
                  <a:cubicBezTo>
                    <a:pt x="546323" y="532452"/>
                    <a:pt x="544343" y="537232"/>
                    <a:pt x="540819" y="540757"/>
                  </a:cubicBezTo>
                  <a:cubicBezTo>
                    <a:pt x="537294" y="544281"/>
                    <a:pt x="532514" y="546261"/>
                    <a:pt x="527529" y="546261"/>
                  </a:cubicBezTo>
                  <a:lnTo>
                    <a:pt x="18794" y="546261"/>
                  </a:lnTo>
                  <a:cubicBezTo>
                    <a:pt x="8414" y="546261"/>
                    <a:pt x="0" y="537847"/>
                    <a:pt x="0" y="527468"/>
                  </a:cubicBezTo>
                  <a:lnTo>
                    <a:pt x="0" y="18794"/>
                  </a:lnTo>
                  <a:cubicBezTo>
                    <a:pt x="0" y="8414"/>
                    <a:pt x="8414" y="0"/>
                    <a:pt x="187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56776684" name="TextBox 51"/>
            <p:cNvSpPr txBox="1"/>
            <p:nvPr/>
          </p:nvSpPr>
          <p:spPr bwMode="auto">
            <a:xfrm rot="0" flipH="0" flipV="0">
              <a:off x="0" y="1899406"/>
              <a:ext cx="1235821" cy="13649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85124226" name="Freeform 53"/>
            <p:cNvSpPr/>
            <p:nvPr/>
          </p:nvSpPr>
          <p:spPr bwMode="auto">
            <a:xfrm rot="0" flipH="0" flipV="0">
              <a:off x="1432551" y="2028683"/>
              <a:ext cx="1235821" cy="1235682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94" y="0"/>
                  </a:moveTo>
                  <a:lnTo>
                    <a:pt x="527529" y="0"/>
                  </a:lnTo>
                  <a:cubicBezTo>
                    <a:pt x="537909" y="0"/>
                    <a:pt x="546323" y="8414"/>
                    <a:pt x="546323" y="18794"/>
                  </a:cubicBezTo>
                  <a:lnTo>
                    <a:pt x="546323" y="527468"/>
                  </a:lnTo>
                  <a:cubicBezTo>
                    <a:pt x="546323" y="532452"/>
                    <a:pt x="544343" y="537232"/>
                    <a:pt x="540819" y="540757"/>
                  </a:cubicBezTo>
                  <a:cubicBezTo>
                    <a:pt x="537294" y="544281"/>
                    <a:pt x="532514" y="546261"/>
                    <a:pt x="527529" y="546261"/>
                  </a:cubicBezTo>
                  <a:lnTo>
                    <a:pt x="18794" y="546261"/>
                  </a:lnTo>
                  <a:cubicBezTo>
                    <a:pt x="8414" y="546261"/>
                    <a:pt x="0" y="537847"/>
                    <a:pt x="0" y="527468"/>
                  </a:cubicBezTo>
                  <a:lnTo>
                    <a:pt x="0" y="18794"/>
                  </a:lnTo>
                  <a:cubicBezTo>
                    <a:pt x="0" y="8414"/>
                    <a:pt x="8414" y="0"/>
                    <a:pt x="187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31788127" name="TextBox 54"/>
            <p:cNvSpPr txBox="1"/>
            <p:nvPr/>
          </p:nvSpPr>
          <p:spPr bwMode="auto">
            <a:xfrm rot="0" flipH="0" flipV="0">
              <a:off x="1432551" y="1899406"/>
              <a:ext cx="1235821" cy="13649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841 022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39802193" name="Freeform 56"/>
            <p:cNvSpPr/>
            <p:nvPr/>
          </p:nvSpPr>
          <p:spPr bwMode="auto">
            <a:xfrm rot="0" flipH="0" flipV="0">
              <a:off x="2864154" y="2028683"/>
              <a:ext cx="1235821" cy="1235682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94" y="0"/>
                  </a:moveTo>
                  <a:lnTo>
                    <a:pt x="527529" y="0"/>
                  </a:lnTo>
                  <a:cubicBezTo>
                    <a:pt x="537909" y="0"/>
                    <a:pt x="546323" y="8414"/>
                    <a:pt x="546323" y="18794"/>
                  </a:cubicBezTo>
                  <a:lnTo>
                    <a:pt x="546323" y="527468"/>
                  </a:lnTo>
                  <a:cubicBezTo>
                    <a:pt x="546323" y="532452"/>
                    <a:pt x="544343" y="537232"/>
                    <a:pt x="540819" y="540757"/>
                  </a:cubicBezTo>
                  <a:cubicBezTo>
                    <a:pt x="537294" y="544281"/>
                    <a:pt x="532514" y="546261"/>
                    <a:pt x="527529" y="546261"/>
                  </a:cubicBezTo>
                  <a:lnTo>
                    <a:pt x="18794" y="546261"/>
                  </a:lnTo>
                  <a:cubicBezTo>
                    <a:pt x="8414" y="546261"/>
                    <a:pt x="0" y="537847"/>
                    <a:pt x="0" y="527468"/>
                  </a:cubicBezTo>
                  <a:lnTo>
                    <a:pt x="0" y="18794"/>
                  </a:lnTo>
                  <a:cubicBezTo>
                    <a:pt x="0" y="8414"/>
                    <a:pt x="8414" y="0"/>
                    <a:pt x="187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08889398" name="TextBox 57"/>
            <p:cNvSpPr txBox="1"/>
            <p:nvPr/>
          </p:nvSpPr>
          <p:spPr bwMode="auto">
            <a:xfrm rot="0" flipH="0" flipV="0">
              <a:off x="2864154" y="1899406"/>
              <a:ext cx="1235821" cy="13649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841 023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20833017" name="Freeform 59"/>
            <p:cNvSpPr/>
            <p:nvPr/>
          </p:nvSpPr>
          <p:spPr bwMode="auto">
            <a:xfrm rot="0" flipH="0" flipV="0">
              <a:off x="4295757" y="2028683"/>
              <a:ext cx="1235821" cy="1235682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94" y="0"/>
                  </a:moveTo>
                  <a:lnTo>
                    <a:pt x="527529" y="0"/>
                  </a:lnTo>
                  <a:cubicBezTo>
                    <a:pt x="537909" y="0"/>
                    <a:pt x="546323" y="8414"/>
                    <a:pt x="546323" y="18794"/>
                  </a:cubicBezTo>
                  <a:lnTo>
                    <a:pt x="546323" y="527468"/>
                  </a:lnTo>
                  <a:cubicBezTo>
                    <a:pt x="546323" y="532452"/>
                    <a:pt x="544343" y="537232"/>
                    <a:pt x="540819" y="540757"/>
                  </a:cubicBezTo>
                  <a:cubicBezTo>
                    <a:pt x="537294" y="544281"/>
                    <a:pt x="532514" y="546261"/>
                    <a:pt x="527529" y="546261"/>
                  </a:cubicBezTo>
                  <a:lnTo>
                    <a:pt x="18794" y="546261"/>
                  </a:lnTo>
                  <a:cubicBezTo>
                    <a:pt x="8414" y="546261"/>
                    <a:pt x="0" y="537847"/>
                    <a:pt x="0" y="527468"/>
                  </a:cubicBezTo>
                  <a:lnTo>
                    <a:pt x="0" y="18794"/>
                  </a:lnTo>
                  <a:cubicBezTo>
                    <a:pt x="0" y="8414"/>
                    <a:pt x="8414" y="0"/>
                    <a:pt x="187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33545163" name="TextBox 60"/>
            <p:cNvSpPr txBox="1"/>
            <p:nvPr/>
          </p:nvSpPr>
          <p:spPr bwMode="auto">
            <a:xfrm rot="0" flipH="0" flipV="0">
              <a:off x="4295757" y="1899406"/>
              <a:ext cx="1235821" cy="13649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841 024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44064723" name="Freeform 62"/>
            <p:cNvSpPr/>
            <p:nvPr/>
          </p:nvSpPr>
          <p:spPr bwMode="auto">
            <a:xfrm rot="0" flipH="0" flipV="0">
              <a:off x="5727359" y="2028683"/>
              <a:ext cx="1235821" cy="1235682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94" y="0"/>
                  </a:moveTo>
                  <a:lnTo>
                    <a:pt x="527529" y="0"/>
                  </a:lnTo>
                  <a:cubicBezTo>
                    <a:pt x="537909" y="0"/>
                    <a:pt x="546323" y="8414"/>
                    <a:pt x="546323" y="18794"/>
                  </a:cubicBezTo>
                  <a:lnTo>
                    <a:pt x="546323" y="527468"/>
                  </a:lnTo>
                  <a:cubicBezTo>
                    <a:pt x="546323" y="532452"/>
                    <a:pt x="544343" y="537232"/>
                    <a:pt x="540819" y="540757"/>
                  </a:cubicBezTo>
                  <a:cubicBezTo>
                    <a:pt x="537294" y="544281"/>
                    <a:pt x="532514" y="546261"/>
                    <a:pt x="527529" y="546261"/>
                  </a:cubicBezTo>
                  <a:lnTo>
                    <a:pt x="18794" y="546261"/>
                  </a:lnTo>
                  <a:cubicBezTo>
                    <a:pt x="8414" y="546261"/>
                    <a:pt x="0" y="537847"/>
                    <a:pt x="0" y="527468"/>
                  </a:cubicBezTo>
                  <a:lnTo>
                    <a:pt x="0" y="18794"/>
                  </a:lnTo>
                  <a:cubicBezTo>
                    <a:pt x="0" y="8414"/>
                    <a:pt x="8414" y="0"/>
                    <a:pt x="187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2929356" name="TextBox 63"/>
            <p:cNvSpPr txBox="1"/>
            <p:nvPr/>
          </p:nvSpPr>
          <p:spPr bwMode="auto">
            <a:xfrm rot="0" flipH="0" flipV="0">
              <a:off x="5727359" y="1899406"/>
              <a:ext cx="1235821" cy="13649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841 025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85116807" name="Freeform 65"/>
            <p:cNvSpPr/>
            <p:nvPr/>
          </p:nvSpPr>
          <p:spPr bwMode="auto">
            <a:xfrm rot="0" flipH="0" flipV="0">
              <a:off x="7158962" y="2028683"/>
              <a:ext cx="1235821" cy="1235682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94" y="0"/>
                  </a:moveTo>
                  <a:lnTo>
                    <a:pt x="527529" y="0"/>
                  </a:lnTo>
                  <a:cubicBezTo>
                    <a:pt x="537909" y="0"/>
                    <a:pt x="546323" y="8414"/>
                    <a:pt x="546323" y="18794"/>
                  </a:cubicBezTo>
                  <a:lnTo>
                    <a:pt x="546323" y="527468"/>
                  </a:lnTo>
                  <a:cubicBezTo>
                    <a:pt x="546323" y="532452"/>
                    <a:pt x="544343" y="537232"/>
                    <a:pt x="540819" y="540757"/>
                  </a:cubicBezTo>
                  <a:cubicBezTo>
                    <a:pt x="537294" y="544281"/>
                    <a:pt x="532514" y="546261"/>
                    <a:pt x="527529" y="546261"/>
                  </a:cubicBezTo>
                  <a:lnTo>
                    <a:pt x="18794" y="546261"/>
                  </a:lnTo>
                  <a:cubicBezTo>
                    <a:pt x="8414" y="546261"/>
                    <a:pt x="0" y="537847"/>
                    <a:pt x="0" y="527468"/>
                  </a:cubicBezTo>
                  <a:lnTo>
                    <a:pt x="0" y="18794"/>
                  </a:lnTo>
                  <a:cubicBezTo>
                    <a:pt x="0" y="8414"/>
                    <a:pt x="8414" y="0"/>
                    <a:pt x="187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50271759" name="TextBox 66"/>
            <p:cNvSpPr txBox="1"/>
            <p:nvPr/>
          </p:nvSpPr>
          <p:spPr bwMode="auto">
            <a:xfrm rot="0" flipH="0" flipV="0">
              <a:off x="7158962" y="1899406"/>
              <a:ext cx="1235821" cy="13649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841 026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90937712" name="Freeform 68"/>
            <p:cNvSpPr/>
            <p:nvPr/>
          </p:nvSpPr>
          <p:spPr bwMode="auto">
            <a:xfrm rot="0" flipH="0" flipV="0">
              <a:off x="8590565" y="2028683"/>
              <a:ext cx="1235821" cy="1235682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94" y="0"/>
                  </a:moveTo>
                  <a:lnTo>
                    <a:pt x="527529" y="0"/>
                  </a:lnTo>
                  <a:cubicBezTo>
                    <a:pt x="537909" y="0"/>
                    <a:pt x="546323" y="8414"/>
                    <a:pt x="546323" y="18794"/>
                  </a:cubicBezTo>
                  <a:lnTo>
                    <a:pt x="546323" y="527468"/>
                  </a:lnTo>
                  <a:cubicBezTo>
                    <a:pt x="546323" y="532452"/>
                    <a:pt x="544343" y="537232"/>
                    <a:pt x="540819" y="540757"/>
                  </a:cubicBezTo>
                  <a:cubicBezTo>
                    <a:pt x="537294" y="544281"/>
                    <a:pt x="532514" y="546261"/>
                    <a:pt x="527529" y="546261"/>
                  </a:cubicBezTo>
                  <a:lnTo>
                    <a:pt x="18794" y="546261"/>
                  </a:lnTo>
                  <a:cubicBezTo>
                    <a:pt x="8414" y="546261"/>
                    <a:pt x="0" y="537847"/>
                    <a:pt x="0" y="527468"/>
                  </a:cubicBezTo>
                  <a:lnTo>
                    <a:pt x="0" y="18794"/>
                  </a:lnTo>
                  <a:cubicBezTo>
                    <a:pt x="0" y="8414"/>
                    <a:pt x="8414" y="0"/>
                    <a:pt x="187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95792324" name="TextBox 69"/>
            <p:cNvSpPr txBox="1"/>
            <p:nvPr/>
          </p:nvSpPr>
          <p:spPr bwMode="auto">
            <a:xfrm rot="0" flipH="0" flipV="0">
              <a:off x="8590565" y="1899406"/>
              <a:ext cx="1235821" cy="13649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841 027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77375726" name="AutoShape 70"/>
            <p:cNvSpPr/>
            <p:nvPr/>
          </p:nvSpPr>
          <p:spPr bwMode="auto">
            <a:xfrm flipH="1" flipV="1">
              <a:off x="9826391" y="2646526"/>
              <a:ext cx="281027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25333760" name="AutoShape 71"/>
            <p:cNvSpPr/>
            <p:nvPr/>
          </p:nvSpPr>
          <p:spPr bwMode="auto">
            <a:xfrm flipH="1" flipV="1">
              <a:off x="1874487" y="751442"/>
              <a:ext cx="3039183" cy="1277241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57610804" name="AutoShape 72"/>
            <p:cNvSpPr/>
            <p:nvPr/>
          </p:nvSpPr>
          <p:spPr bwMode="auto">
            <a:xfrm flipH="1" flipV="1">
              <a:off x="3274663" y="866432"/>
              <a:ext cx="1639004" cy="1162251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42501088" name="AutoShape 73"/>
            <p:cNvSpPr/>
            <p:nvPr/>
          </p:nvSpPr>
          <p:spPr bwMode="auto">
            <a:xfrm flipH="1" flipV="1">
              <a:off x="4438354" y="950658"/>
              <a:ext cx="475314" cy="1078023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07585342" name="AutoShape 74"/>
            <p:cNvSpPr/>
            <p:nvPr/>
          </p:nvSpPr>
          <p:spPr bwMode="auto">
            <a:xfrm flipV="1">
              <a:off x="4913670" y="950658"/>
              <a:ext cx="569102" cy="1078023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96526909" name="AutoShape 75"/>
            <p:cNvSpPr/>
            <p:nvPr/>
          </p:nvSpPr>
          <p:spPr bwMode="auto">
            <a:xfrm flipV="1">
              <a:off x="4913670" y="853509"/>
              <a:ext cx="1758933" cy="1175174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0781709" name="Freeform 26"/>
          <p:cNvSpPr/>
          <p:nvPr/>
        </p:nvSpPr>
        <p:spPr bwMode="auto">
          <a:xfrm>
            <a:off x="9179379" y="2571885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6900576" name="Freeform 27"/>
          <p:cNvSpPr/>
          <p:nvPr/>
        </p:nvSpPr>
        <p:spPr bwMode="auto">
          <a:xfrm>
            <a:off x="1304212" y="2571885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7877713" name="AutoShape 28"/>
          <p:cNvSpPr/>
          <p:nvPr/>
        </p:nvSpPr>
        <p:spPr bwMode="auto">
          <a:xfrm>
            <a:off x="3087258" y="3111836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9572475" name="AutoShape 29"/>
          <p:cNvSpPr/>
          <p:nvPr/>
        </p:nvSpPr>
        <p:spPr bwMode="auto">
          <a:xfrm flipH="1">
            <a:off x="3087258" y="3605718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709920" name="Freeform 30"/>
          <p:cNvSpPr/>
          <p:nvPr/>
        </p:nvSpPr>
        <p:spPr bwMode="auto">
          <a:xfrm>
            <a:off x="5576039" y="2189075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4981019" name="Freeform 31"/>
          <p:cNvSpPr/>
          <p:nvPr/>
        </p:nvSpPr>
        <p:spPr bwMode="auto">
          <a:xfrm>
            <a:off x="5576039" y="3762859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697130" name="Freeform 26"/>
          <p:cNvSpPr/>
          <p:nvPr/>
        </p:nvSpPr>
        <p:spPr bwMode="auto">
          <a:xfrm>
            <a:off x="9380553" y="2652252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1387519" name="AutoShape 27"/>
          <p:cNvSpPr/>
          <p:nvPr/>
        </p:nvSpPr>
        <p:spPr bwMode="auto">
          <a:xfrm>
            <a:off x="3288432" y="3192203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8610629" name="AutoShape 28"/>
          <p:cNvSpPr/>
          <p:nvPr/>
        </p:nvSpPr>
        <p:spPr bwMode="auto">
          <a:xfrm flipH="1" flipV="1">
            <a:off x="3288432" y="3686085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820795" name="Freeform 29"/>
          <p:cNvSpPr/>
          <p:nvPr/>
        </p:nvSpPr>
        <p:spPr bwMode="auto">
          <a:xfrm>
            <a:off x="5777214" y="2269441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3065922" name="Freeform 30"/>
          <p:cNvSpPr/>
          <p:nvPr/>
        </p:nvSpPr>
        <p:spPr bwMode="auto">
          <a:xfrm>
            <a:off x="5777214" y="3843226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2046970" name="Freeform 31"/>
          <p:cNvSpPr/>
          <p:nvPr/>
        </p:nvSpPr>
        <p:spPr bwMode="auto">
          <a:xfrm>
            <a:off x="4977684" y="2269441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1709757" name="Freeform 32"/>
          <p:cNvSpPr/>
          <p:nvPr/>
        </p:nvSpPr>
        <p:spPr bwMode="auto">
          <a:xfrm>
            <a:off x="6765651" y="3843226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49" y="0"/>
                </a:lnTo>
                <a:lnTo>
                  <a:pt x="576049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1315242" name="TextBox 33"/>
          <p:cNvSpPr txBox="1"/>
          <p:nvPr/>
        </p:nvSpPr>
        <p:spPr bwMode="auto">
          <a:xfrm>
            <a:off x="4691190" y="2339832"/>
            <a:ext cx="287212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013603764" name="TextBox 34"/>
          <p:cNvSpPr txBox="1"/>
          <p:nvPr/>
        </p:nvSpPr>
        <p:spPr bwMode="auto">
          <a:xfrm>
            <a:off x="7344083" y="3913617"/>
            <a:ext cx="282450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62488831" name="Freeform 35"/>
          <p:cNvSpPr/>
          <p:nvPr/>
        </p:nvSpPr>
        <p:spPr bwMode="auto">
          <a:xfrm>
            <a:off x="1501895" y="2652252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0893817" name="Freeform 26"/>
          <p:cNvSpPr/>
          <p:nvPr/>
        </p:nvSpPr>
        <p:spPr bwMode="auto">
          <a:xfrm>
            <a:off x="9715289" y="2545095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6053635" name="AutoShape 27"/>
          <p:cNvSpPr/>
          <p:nvPr/>
        </p:nvSpPr>
        <p:spPr bwMode="auto">
          <a:xfrm>
            <a:off x="3623168" y="3085047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9169428" name="AutoShape 28"/>
          <p:cNvSpPr/>
          <p:nvPr/>
        </p:nvSpPr>
        <p:spPr bwMode="auto">
          <a:xfrm flipH="1" flipV="1">
            <a:off x="3623168" y="3578928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179556" name="Freeform 29"/>
          <p:cNvSpPr/>
          <p:nvPr/>
        </p:nvSpPr>
        <p:spPr bwMode="auto">
          <a:xfrm>
            <a:off x="6111951" y="2162286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8738374" name="Freeform 30"/>
          <p:cNvSpPr/>
          <p:nvPr/>
        </p:nvSpPr>
        <p:spPr bwMode="auto">
          <a:xfrm>
            <a:off x="6111951" y="3736069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5549591" name="Freeform 31"/>
          <p:cNvSpPr/>
          <p:nvPr/>
        </p:nvSpPr>
        <p:spPr bwMode="auto">
          <a:xfrm>
            <a:off x="5312422" y="2162286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4752812" name="Freeform 32"/>
          <p:cNvSpPr/>
          <p:nvPr/>
        </p:nvSpPr>
        <p:spPr bwMode="auto">
          <a:xfrm>
            <a:off x="7100389" y="3736069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2235203" name="Freeform 33"/>
          <p:cNvSpPr/>
          <p:nvPr/>
        </p:nvSpPr>
        <p:spPr bwMode="auto">
          <a:xfrm>
            <a:off x="1893682" y="2545095"/>
            <a:ext cx="1377059" cy="1573782"/>
          </a:xfrm>
          <a:custGeom>
            <a:avLst/>
            <a:gdLst/>
            <a:ahLst/>
            <a:cxnLst/>
            <a:rect l="l" t="t" r="r" b="b"/>
            <a:pathLst>
              <a:path w="1377061" h="1573784" fill="norm" stroke="1" extrusionOk="0">
                <a:moveTo>
                  <a:pt x="0" y="0"/>
                </a:moveTo>
                <a:lnTo>
                  <a:pt x="1377061" y="0"/>
                </a:lnTo>
                <a:lnTo>
                  <a:pt x="137706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7859919" name="Freeform 34"/>
          <p:cNvSpPr/>
          <p:nvPr/>
        </p:nvSpPr>
        <p:spPr bwMode="auto">
          <a:xfrm>
            <a:off x="1098556" y="2949177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0607633" name="TextBox 35"/>
          <p:cNvSpPr txBox="1"/>
          <p:nvPr/>
        </p:nvSpPr>
        <p:spPr bwMode="auto">
          <a:xfrm>
            <a:off x="5025927" y="2232675"/>
            <a:ext cx="287212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982882268" name="TextBox 36"/>
          <p:cNvSpPr txBox="1"/>
          <p:nvPr/>
        </p:nvSpPr>
        <p:spPr bwMode="auto">
          <a:xfrm>
            <a:off x="7678819" y="3806460"/>
            <a:ext cx="282450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654573390" name="TextBox 37"/>
          <p:cNvSpPr txBox="1"/>
          <p:nvPr/>
        </p:nvSpPr>
        <p:spPr bwMode="auto">
          <a:xfrm>
            <a:off x="798067" y="3019567"/>
            <a:ext cx="287212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7603788" name="Freeform 26"/>
          <p:cNvSpPr/>
          <p:nvPr/>
        </p:nvSpPr>
        <p:spPr bwMode="auto">
          <a:xfrm>
            <a:off x="9292497" y="2454894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0528300" name="AutoShape 27"/>
          <p:cNvSpPr/>
          <p:nvPr/>
        </p:nvSpPr>
        <p:spPr bwMode="auto">
          <a:xfrm flipV="1">
            <a:off x="3200376" y="2994845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8358941" name="AutoShape 28"/>
          <p:cNvSpPr/>
          <p:nvPr/>
        </p:nvSpPr>
        <p:spPr bwMode="auto">
          <a:xfrm flipH="1">
            <a:off x="3200376" y="3488727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0397737" name="Freeform 29"/>
          <p:cNvSpPr/>
          <p:nvPr/>
        </p:nvSpPr>
        <p:spPr bwMode="auto">
          <a:xfrm>
            <a:off x="5689158" y="3645868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8555513" name="Freeform 30"/>
          <p:cNvSpPr/>
          <p:nvPr/>
        </p:nvSpPr>
        <p:spPr bwMode="auto">
          <a:xfrm>
            <a:off x="6677596" y="3645868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9424818" name="Freeform 31"/>
          <p:cNvSpPr/>
          <p:nvPr/>
        </p:nvSpPr>
        <p:spPr bwMode="auto">
          <a:xfrm>
            <a:off x="1470889" y="2454894"/>
            <a:ext cx="1377059" cy="1573782"/>
          </a:xfrm>
          <a:custGeom>
            <a:avLst/>
            <a:gdLst/>
            <a:ahLst/>
            <a:cxnLst/>
            <a:rect l="l" t="t" r="r" b="b"/>
            <a:pathLst>
              <a:path w="1377061" h="1573784" fill="norm" stroke="1" extrusionOk="0">
                <a:moveTo>
                  <a:pt x="0" y="0"/>
                </a:moveTo>
                <a:lnTo>
                  <a:pt x="1377062" y="0"/>
                </a:lnTo>
                <a:lnTo>
                  <a:pt x="1377062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6079025" name="Freeform 32"/>
          <p:cNvSpPr/>
          <p:nvPr/>
        </p:nvSpPr>
        <p:spPr bwMode="auto">
          <a:xfrm>
            <a:off x="5599065" y="2588158"/>
            <a:ext cx="945804" cy="776742"/>
          </a:xfrm>
          <a:custGeom>
            <a:avLst/>
            <a:gdLst/>
            <a:ahLst/>
            <a:cxnLst/>
            <a:rect l="l" t="t" r="r" b="b"/>
            <a:pathLst>
              <a:path w="945807" h="776744" fill="norm" stroke="1" extrusionOk="0">
                <a:moveTo>
                  <a:pt x="0" y="0"/>
                </a:moveTo>
                <a:lnTo>
                  <a:pt x="945807" y="0"/>
                </a:lnTo>
                <a:lnTo>
                  <a:pt x="945807" y="776744"/>
                </a:lnTo>
                <a:lnTo>
                  <a:pt x="0" y="77674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2363680" name="TextBox 33"/>
          <p:cNvSpPr txBox="1"/>
          <p:nvPr/>
        </p:nvSpPr>
        <p:spPr bwMode="auto">
          <a:xfrm>
            <a:off x="7256028" y="3716259"/>
            <a:ext cx="282450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9443946" name="Freeform 26"/>
          <p:cNvSpPr/>
          <p:nvPr/>
        </p:nvSpPr>
        <p:spPr bwMode="auto">
          <a:xfrm>
            <a:off x="9307371" y="2648467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4"/>
                </a:lnTo>
                <a:lnTo>
                  <a:pt x="0" y="15737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4123068" name="Freeform 27"/>
          <p:cNvSpPr/>
          <p:nvPr/>
        </p:nvSpPr>
        <p:spPr bwMode="auto">
          <a:xfrm>
            <a:off x="1432203" y="2648467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4"/>
                </a:lnTo>
                <a:lnTo>
                  <a:pt x="0" y="15737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7950345" name="AutoShape 28"/>
          <p:cNvSpPr/>
          <p:nvPr/>
        </p:nvSpPr>
        <p:spPr bwMode="auto">
          <a:xfrm flipV="1">
            <a:off x="3215251" y="3188418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7064709" name="AutoShape 29"/>
          <p:cNvSpPr/>
          <p:nvPr/>
        </p:nvSpPr>
        <p:spPr bwMode="auto">
          <a:xfrm flipH="1" flipV="1">
            <a:off x="3215251" y="3682299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5925294" name="Freeform 30"/>
          <p:cNvSpPr/>
          <p:nvPr/>
        </p:nvSpPr>
        <p:spPr bwMode="auto">
          <a:xfrm>
            <a:off x="5704032" y="2265657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3484974" name="Freeform 31"/>
          <p:cNvSpPr/>
          <p:nvPr/>
        </p:nvSpPr>
        <p:spPr bwMode="auto">
          <a:xfrm>
            <a:off x="5740144" y="3853749"/>
            <a:ext cx="693396" cy="693396"/>
          </a:xfrm>
          <a:custGeom>
            <a:avLst/>
            <a:gdLst/>
            <a:ahLst/>
            <a:cxnLst/>
            <a:rect l="l" t="t" r="r" b="b"/>
            <a:pathLst>
              <a:path w="693398" h="693398" fill="norm" stroke="1" extrusionOk="0">
                <a:moveTo>
                  <a:pt x="0" y="0"/>
                </a:moveTo>
                <a:lnTo>
                  <a:pt x="693398" y="0"/>
                </a:lnTo>
                <a:lnTo>
                  <a:pt x="693398" y="693398"/>
                </a:lnTo>
                <a:lnTo>
                  <a:pt x="0" y="6933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0473635" name="Freeform 26"/>
          <p:cNvSpPr/>
          <p:nvPr/>
        </p:nvSpPr>
        <p:spPr bwMode="auto">
          <a:xfrm>
            <a:off x="9018281" y="878443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2199398" name="Freeform 27"/>
          <p:cNvSpPr/>
          <p:nvPr/>
        </p:nvSpPr>
        <p:spPr bwMode="auto">
          <a:xfrm>
            <a:off x="1922812" y="878443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6857483" name="AutoShape 28"/>
          <p:cNvSpPr/>
          <p:nvPr/>
        </p:nvSpPr>
        <p:spPr bwMode="auto">
          <a:xfrm flipV="1">
            <a:off x="3529324" y="1364936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5766394" name="AutoShape 29"/>
          <p:cNvSpPr/>
          <p:nvPr/>
        </p:nvSpPr>
        <p:spPr bwMode="auto">
          <a:xfrm flipH="1" flipV="1">
            <a:off x="3529324" y="1809919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4077530" name="Freeform 30"/>
          <p:cNvSpPr/>
          <p:nvPr/>
        </p:nvSpPr>
        <p:spPr bwMode="auto">
          <a:xfrm>
            <a:off x="5771700" y="533534"/>
            <a:ext cx="689816" cy="689816"/>
          </a:xfrm>
          <a:custGeom>
            <a:avLst/>
            <a:gdLst/>
            <a:ahLst/>
            <a:cxnLst/>
            <a:rect l="l" t="t" r="r" b="b"/>
            <a:pathLst>
              <a:path w="689818" h="689818" fill="norm" stroke="1" extrusionOk="0">
                <a:moveTo>
                  <a:pt x="0" y="0"/>
                </a:moveTo>
                <a:lnTo>
                  <a:pt x="689819" y="0"/>
                </a:lnTo>
                <a:lnTo>
                  <a:pt x="689819" y="689819"/>
                </a:lnTo>
                <a:lnTo>
                  <a:pt x="0" y="6898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4348424" name="Freeform 31"/>
          <p:cNvSpPr/>
          <p:nvPr/>
        </p:nvSpPr>
        <p:spPr bwMode="auto">
          <a:xfrm>
            <a:off x="5804235" y="1964395"/>
            <a:ext cx="624745" cy="624745"/>
          </a:xfrm>
          <a:custGeom>
            <a:avLst/>
            <a:gdLst/>
            <a:ahLst/>
            <a:cxnLst/>
            <a:rect l="l" t="t" r="r" b="b"/>
            <a:pathLst>
              <a:path w="624747" h="624747" fill="norm" stroke="1" extrusionOk="0">
                <a:moveTo>
                  <a:pt x="0" y="0"/>
                </a:moveTo>
                <a:lnTo>
                  <a:pt x="624747" y="0"/>
                </a:lnTo>
                <a:lnTo>
                  <a:pt x="624747" y="624747"/>
                </a:lnTo>
                <a:lnTo>
                  <a:pt x="0" y="6247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4557392" name="Freeform 32"/>
          <p:cNvSpPr/>
          <p:nvPr/>
        </p:nvSpPr>
        <p:spPr bwMode="auto">
          <a:xfrm>
            <a:off x="9018281" y="4627821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498157" name="Freeform 33"/>
          <p:cNvSpPr/>
          <p:nvPr/>
        </p:nvSpPr>
        <p:spPr bwMode="auto">
          <a:xfrm>
            <a:off x="1922812" y="4627821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1710523" name="AutoShape 34"/>
          <p:cNvSpPr/>
          <p:nvPr/>
        </p:nvSpPr>
        <p:spPr bwMode="auto">
          <a:xfrm>
            <a:off x="3529324" y="5114314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5216243" name="AutoShape 35"/>
          <p:cNvSpPr/>
          <p:nvPr/>
        </p:nvSpPr>
        <p:spPr bwMode="auto">
          <a:xfrm flipH="1">
            <a:off x="3529324" y="5559298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2338381" name="Freeform 36"/>
          <p:cNvSpPr/>
          <p:nvPr/>
        </p:nvSpPr>
        <p:spPr bwMode="auto">
          <a:xfrm>
            <a:off x="5771700" y="5696610"/>
            <a:ext cx="689816" cy="689816"/>
          </a:xfrm>
          <a:custGeom>
            <a:avLst/>
            <a:gdLst/>
            <a:ahLst/>
            <a:cxnLst/>
            <a:rect l="l" t="t" r="r" b="b"/>
            <a:pathLst>
              <a:path w="689818" h="689818" fill="norm" stroke="1" extrusionOk="0">
                <a:moveTo>
                  <a:pt x="0" y="0"/>
                </a:moveTo>
                <a:lnTo>
                  <a:pt x="689819" y="0"/>
                </a:lnTo>
                <a:lnTo>
                  <a:pt x="689819" y="689818"/>
                </a:lnTo>
                <a:lnTo>
                  <a:pt x="0" y="68981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1646759" name="Freeform 37"/>
          <p:cNvSpPr/>
          <p:nvPr/>
        </p:nvSpPr>
        <p:spPr bwMode="auto">
          <a:xfrm>
            <a:off x="5804235" y="4330820"/>
            <a:ext cx="624745" cy="624745"/>
          </a:xfrm>
          <a:custGeom>
            <a:avLst/>
            <a:gdLst/>
            <a:ahLst/>
            <a:cxnLst/>
            <a:rect l="l" t="t" r="r" b="b"/>
            <a:pathLst>
              <a:path w="624747" h="624747" fill="norm" stroke="1" extrusionOk="0">
                <a:moveTo>
                  <a:pt x="0" y="0"/>
                </a:moveTo>
                <a:lnTo>
                  <a:pt x="624747" y="0"/>
                </a:lnTo>
                <a:lnTo>
                  <a:pt x="624747" y="624747"/>
                </a:lnTo>
                <a:lnTo>
                  <a:pt x="0" y="62474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1128282" name="Freeform 38"/>
          <p:cNvSpPr/>
          <p:nvPr/>
        </p:nvSpPr>
        <p:spPr bwMode="auto">
          <a:xfrm>
            <a:off x="5899286" y="3112641"/>
            <a:ext cx="434646" cy="746172"/>
          </a:xfrm>
          <a:custGeom>
            <a:avLst/>
            <a:gdLst/>
            <a:ahLst/>
            <a:cxnLst/>
            <a:rect l="l" t="t" r="r" b="b"/>
            <a:pathLst>
              <a:path w="434646" h="746173" fill="norm" stroke="1" extrusionOk="0">
                <a:moveTo>
                  <a:pt x="0" y="0"/>
                </a:moveTo>
                <a:lnTo>
                  <a:pt x="434645" y="0"/>
                </a:lnTo>
                <a:lnTo>
                  <a:pt x="434645" y="746173"/>
                </a:lnTo>
                <a:lnTo>
                  <a:pt x="0" y="74617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5609786" name="TextBox 39"/>
          <p:cNvSpPr txBox="1"/>
          <p:nvPr/>
        </p:nvSpPr>
        <p:spPr bwMode="auto">
          <a:xfrm>
            <a:off x="2439810" y="953371"/>
            <a:ext cx="258849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268800704" name="TextBox 40"/>
          <p:cNvSpPr txBox="1"/>
          <p:nvPr/>
        </p:nvSpPr>
        <p:spPr bwMode="auto">
          <a:xfrm>
            <a:off x="9544925" y="953371"/>
            <a:ext cx="254556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337532993" name="TextBox 41"/>
          <p:cNvSpPr txBox="1"/>
          <p:nvPr/>
        </p:nvSpPr>
        <p:spPr bwMode="auto">
          <a:xfrm>
            <a:off x="9537827" y="4702749"/>
            <a:ext cx="253752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C</a:t>
            </a:r>
            <a:endParaRPr/>
          </a:p>
        </p:txBody>
      </p:sp>
      <p:sp>
        <p:nvSpPr>
          <p:cNvPr id="1930426860" name="TextBox 42"/>
          <p:cNvSpPr txBox="1"/>
          <p:nvPr/>
        </p:nvSpPr>
        <p:spPr bwMode="auto">
          <a:xfrm>
            <a:off x="2439810" y="4702749"/>
            <a:ext cx="258849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7677151" name="Freeform 26"/>
          <p:cNvSpPr/>
          <p:nvPr/>
        </p:nvSpPr>
        <p:spPr bwMode="auto">
          <a:xfrm>
            <a:off x="1125198" y="2869157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0406439" name="AutoShape 27"/>
          <p:cNvSpPr/>
          <p:nvPr/>
        </p:nvSpPr>
        <p:spPr bwMode="auto">
          <a:xfrm>
            <a:off x="1890818" y="3279983"/>
            <a:ext cx="1739883" cy="127329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8823774" name="Freeform 28"/>
          <p:cNvSpPr/>
          <p:nvPr/>
        </p:nvSpPr>
        <p:spPr bwMode="auto">
          <a:xfrm>
            <a:off x="3630704" y="3052519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8476450" name="Freeform 29"/>
          <p:cNvSpPr/>
          <p:nvPr/>
        </p:nvSpPr>
        <p:spPr bwMode="auto">
          <a:xfrm>
            <a:off x="3147940" y="4390419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8489660" name="AutoShape 30"/>
          <p:cNvSpPr/>
          <p:nvPr/>
        </p:nvSpPr>
        <p:spPr bwMode="auto">
          <a:xfrm flipH="1">
            <a:off x="3668882" y="3818139"/>
            <a:ext cx="206498" cy="57227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3875031" name="AutoShape 31"/>
          <p:cNvSpPr/>
          <p:nvPr/>
        </p:nvSpPr>
        <p:spPr bwMode="auto">
          <a:xfrm flipH="1">
            <a:off x="2526739" y="4833770"/>
            <a:ext cx="621198" cy="9823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3553414" name="Freeform 32"/>
          <p:cNvSpPr/>
          <p:nvPr/>
        </p:nvSpPr>
        <p:spPr bwMode="auto">
          <a:xfrm>
            <a:off x="2075169" y="4741931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1"/>
                </a:lnTo>
                <a:lnTo>
                  <a:pt x="0" y="4515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7480927" name="AutoShape 33"/>
          <p:cNvSpPr/>
          <p:nvPr/>
        </p:nvSpPr>
        <p:spPr bwMode="auto">
          <a:xfrm flipV="1">
            <a:off x="3913560" y="4579189"/>
            <a:ext cx="1990446" cy="16274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1101418" name="Freeform 34"/>
          <p:cNvSpPr/>
          <p:nvPr/>
        </p:nvSpPr>
        <p:spPr bwMode="auto">
          <a:xfrm>
            <a:off x="5904007" y="4165080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1087571" name="Freeform 35"/>
          <p:cNvSpPr/>
          <p:nvPr/>
        </p:nvSpPr>
        <p:spPr bwMode="auto">
          <a:xfrm>
            <a:off x="5967950" y="2400917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2653747" name="AutoShape 36"/>
          <p:cNvSpPr/>
          <p:nvPr/>
        </p:nvSpPr>
        <p:spPr bwMode="auto">
          <a:xfrm flipV="1">
            <a:off x="6300693" y="3166536"/>
            <a:ext cx="36189" cy="998542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1994368" name="AutoShape 37"/>
          <p:cNvSpPr/>
          <p:nvPr/>
        </p:nvSpPr>
        <p:spPr bwMode="auto">
          <a:xfrm>
            <a:off x="6669628" y="4805834"/>
            <a:ext cx="760024" cy="51211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3073570" name="Freeform 38"/>
          <p:cNvSpPr/>
          <p:nvPr/>
        </p:nvSpPr>
        <p:spPr bwMode="auto">
          <a:xfrm>
            <a:off x="7429654" y="5244305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968998" name="AutoShape 39"/>
          <p:cNvSpPr/>
          <p:nvPr/>
        </p:nvSpPr>
        <p:spPr bwMode="auto">
          <a:xfrm>
            <a:off x="6733571" y="2845722"/>
            <a:ext cx="2090057" cy="3384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3927763" name="Freeform 40"/>
          <p:cNvSpPr/>
          <p:nvPr/>
        </p:nvSpPr>
        <p:spPr bwMode="auto">
          <a:xfrm>
            <a:off x="8823628" y="2863391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4885343" name="Freeform 41"/>
          <p:cNvSpPr/>
          <p:nvPr/>
        </p:nvSpPr>
        <p:spPr bwMode="auto">
          <a:xfrm>
            <a:off x="8779754" y="1712243"/>
            <a:ext cx="853367" cy="936479"/>
          </a:xfrm>
          <a:custGeom>
            <a:avLst/>
            <a:gdLst/>
            <a:ahLst/>
            <a:cxnLst/>
            <a:rect l="l" t="t" r="r" b="b"/>
            <a:pathLst>
              <a:path w="853369" h="936482" fill="norm" stroke="1" extrusionOk="0">
                <a:moveTo>
                  <a:pt x="0" y="0"/>
                </a:moveTo>
                <a:lnTo>
                  <a:pt x="853369" y="0"/>
                </a:lnTo>
                <a:lnTo>
                  <a:pt x="853369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5096729" name="TextBox 42"/>
          <p:cNvSpPr txBox="1"/>
          <p:nvPr/>
        </p:nvSpPr>
        <p:spPr bwMode="auto">
          <a:xfrm>
            <a:off x="9121199" y="1751846"/>
            <a:ext cx="171197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316157762" name="Freeform 43"/>
          <p:cNvSpPr/>
          <p:nvPr/>
        </p:nvSpPr>
        <p:spPr bwMode="auto">
          <a:xfrm>
            <a:off x="1081324" y="1712243"/>
            <a:ext cx="853367" cy="936479"/>
          </a:xfrm>
          <a:custGeom>
            <a:avLst/>
            <a:gdLst/>
            <a:ahLst/>
            <a:cxnLst/>
            <a:rect l="l" t="t" r="r" b="b"/>
            <a:pathLst>
              <a:path w="853369" h="936482" fill="norm" stroke="1" extrusionOk="0">
                <a:moveTo>
                  <a:pt x="0" y="0"/>
                </a:moveTo>
                <a:lnTo>
                  <a:pt x="853369" y="0"/>
                </a:lnTo>
                <a:lnTo>
                  <a:pt x="853369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4022653" name="TextBox 44"/>
          <p:cNvSpPr txBox="1"/>
          <p:nvPr/>
        </p:nvSpPr>
        <p:spPr bwMode="auto">
          <a:xfrm>
            <a:off x="1424186" y="1751846"/>
            <a:ext cx="168363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362521029" name="Freeform 45"/>
          <p:cNvSpPr/>
          <p:nvPr/>
        </p:nvSpPr>
        <p:spPr bwMode="auto">
          <a:xfrm>
            <a:off x="10552961" y="3927962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7574034" name="Freeform 46"/>
          <p:cNvSpPr/>
          <p:nvPr/>
        </p:nvSpPr>
        <p:spPr bwMode="auto">
          <a:xfrm>
            <a:off x="9363463" y="4390419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979030" name="AutoShape 47"/>
          <p:cNvSpPr/>
          <p:nvPr/>
        </p:nvSpPr>
        <p:spPr bwMode="auto">
          <a:xfrm>
            <a:off x="9589248" y="3481857"/>
            <a:ext cx="963710" cy="5932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7758378" name="AutoShape 48"/>
          <p:cNvSpPr/>
          <p:nvPr/>
        </p:nvSpPr>
        <p:spPr bwMode="auto">
          <a:xfrm>
            <a:off x="9313404" y="3629010"/>
            <a:ext cx="212753" cy="76140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5891696" name=""/>
          <p:cNvSpPr txBox="1"/>
          <p:nvPr/>
        </p:nvSpPr>
        <p:spPr bwMode="auto">
          <a:xfrm rot="0" flipH="0" flipV="0">
            <a:off x="7188273" y="3191067"/>
            <a:ext cx="104805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i="1" lang="en-US">
                <a:latin typeface="IBM Plex Sans"/>
              </a:rPr>
              <a:t>교환</a:t>
            </a:r>
            <a:endParaRPr lang="en-US"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3573467" name="Freeform 26"/>
          <p:cNvSpPr/>
          <p:nvPr/>
        </p:nvSpPr>
        <p:spPr bwMode="auto">
          <a:xfrm>
            <a:off x="1095875" y="2943570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5083809" name="AutoShape 27"/>
          <p:cNvSpPr/>
          <p:nvPr/>
        </p:nvSpPr>
        <p:spPr bwMode="auto">
          <a:xfrm>
            <a:off x="1861495" y="3354397"/>
            <a:ext cx="1739883" cy="127329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0904899" name="Freeform 28"/>
          <p:cNvSpPr/>
          <p:nvPr/>
        </p:nvSpPr>
        <p:spPr bwMode="auto">
          <a:xfrm>
            <a:off x="3601381" y="3126934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7840342" name="Freeform 29"/>
          <p:cNvSpPr/>
          <p:nvPr/>
        </p:nvSpPr>
        <p:spPr bwMode="auto">
          <a:xfrm>
            <a:off x="3118617" y="4464834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878469" name="AutoShape 30"/>
          <p:cNvSpPr/>
          <p:nvPr/>
        </p:nvSpPr>
        <p:spPr bwMode="auto">
          <a:xfrm flipH="1">
            <a:off x="3639559" y="3892553"/>
            <a:ext cx="206498" cy="57227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8356330" name="AutoShape 31"/>
          <p:cNvSpPr/>
          <p:nvPr/>
        </p:nvSpPr>
        <p:spPr bwMode="auto">
          <a:xfrm flipH="1">
            <a:off x="2497416" y="4908184"/>
            <a:ext cx="621198" cy="9823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9582266" name="Freeform 32"/>
          <p:cNvSpPr/>
          <p:nvPr/>
        </p:nvSpPr>
        <p:spPr bwMode="auto">
          <a:xfrm>
            <a:off x="2045846" y="4816344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1"/>
                </a:lnTo>
                <a:lnTo>
                  <a:pt x="0" y="4515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6061582" name="AutoShape 33"/>
          <p:cNvSpPr/>
          <p:nvPr/>
        </p:nvSpPr>
        <p:spPr bwMode="auto">
          <a:xfrm flipV="1">
            <a:off x="3884237" y="4653604"/>
            <a:ext cx="1990446" cy="16274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7372917" name="Freeform 34"/>
          <p:cNvSpPr/>
          <p:nvPr/>
        </p:nvSpPr>
        <p:spPr bwMode="auto">
          <a:xfrm>
            <a:off x="5874685" y="4239494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7504940" name="Freeform 35"/>
          <p:cNvSpPr/>
          <p:nvPr/>
        </p:nvSpPr>
        <p:spPr bwMode="auto">
          <a:xfrm>
            <a:off x="5938626" y="2475331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1719980" name="AutoShape 36"/>
          <p:cNvSpPr/>
          <p:nvPr/>
        </p:nvSpPr>
        <p:spPr bwMode="auto">
          <a:xfrm flipV="1">
            <a:off x="6271370" y="3240951"/>
            <a:ext cx="36189" cy="998542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1122045" name="AutoShape 37"/>
          <p:cNvSpPr/>
          <p:nvPr/>
        </p:nvSpPr>
        <p:spPr bwMode="auto">
          <a:xfrm>
            <a:off x="6640306" y="4880248"/>
            <a:ext cx="760024" cy="51211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3397984" name="Freeform 38"/>
          <p:cNvSpPr/>
          <p:nvPr/>
        </p:nvSpPr>
        <p:spPr bwMode="auto">
          <a:xfrm>
            <a:off x="7400331" y="5318719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4091571" name="AutoShape 39"/>
          <p:cNvSpPr/>
          <p:nvPr/>
        </p:nvSpPr>
        <p:spPr bwMode="auto">
          <a:xfrm>
            <a:off x="6704247" y="2920136"/>
            <a:ext cx="2090057" cy="3384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6461541" name="Freeform 40"/>
          <p:cNvSpPr/>
          <p:nvPr/>
        </p:nvSpPr>
        <p:spPr bwMode="auto">
          <a:xfrm>
            <a:off x="8794305" y="2937805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0760737" name="Freeform 41"/>
          <p:cNvSpPr/>
          <p:nvPr/>
        </p:nvSpPr>
        <p:spPr bwMode="auto">
          <a:xfrm>
            <a:off x="8750430" y="1786656"/>
            <a:ext cx="853367" cy="936479"/>
          </a:xfrm>
          <a:custGeom>
            <a:avLst/>
            <a:gdLst/>
            <a:ahLst/>
            <a:cxnLst/>
            <a:rect l="l" t="t" r="r" b="b"/>
            <a:pathLst>
              <a:path w="853369" h="936482" fill="norm" stroke="1" extrusionOk="0">
                <a:moveTo>
                  <a:pt x="0" y="0"/>
                </a:moveTo>
                <a:lnTo>
                  <a:pt x="853369" y="0"/>
                </a:lnTo>
                <a:lnTo>
                  <a:pt x="853369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3537705" name="TextBox 42"/>
          <p:cNvSpPr txBox="1"/>
          <p:nvPr/>
        </p:nvSpPr>
        <p:spPr bwMode="auto">
          <a:xfrm>
            <a:off x="9091876" y="1826260"/>
            <a:ext cx="171197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389584906" name="Freeform 43"/>
          <p:cNvSpPr/>
          <p:nvPr/>
        </p:nvSpPr>
        <p:spPr bwMode="auto">
          <a:xfrm>
            <a:off x="10523639" y="4002375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450960" name="Freeform 44"/>
          <p:cNvSpPr/>
          <p:nvPr/>
        </p:nvSpPr>
        <p:spPr bwMode="auto">
          <a:xfrm>
            <a:off x="9334141" y="4464834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1251107" name="AutoShape 45"/>
          <p:cNvSpPr/>
          <p:nvPr/>
        </p:nvSpPr>
        <p:spPr bwMode="auto">
          <a:xfrm>
            <a:off x="9559926" y="3556271"/>
            <a:ext cx="963710" cy="5932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2131503" name="AutoShape 46"/>
          <p:cNvSpPr/>
          <p:nvPr/>
        </p:nvSpPr>
        <p:spPr bwMode="auto">
          <a:xfrm>
            <a:off x="9284080" y="3703424"/>
            <a:ext cx="212753" cy="76140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8612308" name="Freeform 47"/>
          <p:cNvSpPr/>
          <p:nvPr/>
        </p:nvSpPr>
        <p:spPr bwMode="auto">
          <a:xfrm>
            <a:off x="1068974" y="1786656"/>
            <a:ext cx="819420" cy="936479"/>
          </a:xfrm>
          <a:custGeom>
            <a:avLst/>
            <a:gdLst/>
            <a:ahLst/>
            <a:cxnLst/>
            <a:rect l="l" t="t" r="r" b="b"/>
            <a:pathLst>
              <a:path w="819422" h="936482" fill="norm" stroke="1" extrusionOk="0">
                <a:moveTo>
                  <a:pt x="0" y="0"/>
                </a:moveTo>
                <a:lnTo>
                  <a:pt x="819422" y="0"/>
                </a:lnTo>
                <a:lnTo>
                  <a:pt x="819422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9533794" name="TextBox 48"/>
          <p:cNvSpPr txBox="1"/>
          <p:nvPr/>
        </p:nvSpPr>
        <p:spPr bwMode="auto">
          <a:xfrm>
            <a:off x="1394862" y="2287143"/>
            <a:ext cx="168363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848037373" name=""/>
          <p:cNvSpPr txBox="1"/>
          <p:nvPr/>
        </p:nvSpPr>
        <p:spPr bwMode="auto">
          <a:xfrm rot="0" flipH="0" flipV="0">
            <a:off x="7188273" y="3191067"/>
            <a:ext cx="104805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i="1" lang="en-US">
                <a:latin typeface="IBM Plex Sans"/>
              </a:rPr>
              <a:t>교환</a:t>
            </a:r>
            <a:endParaRPr lang="en-US" sz="1400" i="1">
              <a:latin typeface="IBM Plex Sans"/>
              <a:cs typeface="IBM Plex Sans"/>
            </a:endParaRPr>
          </a:p>
        </p:txBody>
      </p:sp>
      <p:sp>
        <p:nvSpPr>
          <p:cNvPr id="911233051" name=""/>
          <p:cNvSpPr txBox="1"/>
          <p:nvPr/>
        </p:nvSpPr>
        <p:spPr bwMode="auto">
          <a:xfrm rot="0" flipH="0" flipV="0">
            <a:off x="1973386" y="3587641"/>
            <a:ext cx="587914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i="1" lang="en-US">
                <a:latin typeface="IBM Plex Sans"/>
              </a:rPr>
              <a:t>Hack</a:t>
            </a:r>
            <a:endParaRPr lang="en-US"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4629830" name="AutoShape 26"/>
          <p:cNvSpPr/>
          <p:nvPr/>
        </p:nvSpPr>
        <p:spPr bwMode="auto">
          <a:xfrm flipH="1" flipV="1">
            <a:off x="1875594" y="1100867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8435791" name="AutoShape 27"/>
          <p:cNvSpPr/>
          <p:nvPr/>
        </p:nvSpPr>
        <p:spPr bwMode="auto">
          <a:xfrm flipH="1" flipV="1">
            <a:off x="1875594" y="2264052"/>
            <a:ext cx="3248982" cy="90504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37174" name="AutoShape 28"/>
          <p:cNvSpPr/>
          <p:nvPr/>
        </p:nvSpPr>
        <p:spPr bwMode="auto">
          <a:xfrm flipH="1">
            <a:off x="1875594" y="3427235"/>
            <a:ext cx="324898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063971" name="AutoShape 29"/>
          <p:cNvSpPr/>
          <p:nvPr/>
        </p:nvSpPr>
        <p:spPr bwMode="auto">
          <a:xfrm flipH="1">
            <a:off x="1856544" y="3682255"/>
            <a:ext cx="3268031" cy="89933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8058976" name="AutoShape 30"/>
          <p:cNvSpPr/>
          <p:nvPr/>
        </p:nvSpPr>
        <p:spPr bwMode="auto">
          <a:xfrm flipH="1">
            <a:off x="1875594" y="3943521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59063" name="AutoShape 31"/>
          <p:cNvSpPr/>
          <p:nvPr/>
        </p:nvSpPr>
        <p:spPr bwMode="auto">
          <a:xfrm flipH="1" flipV="1">
            <a:off x="6977966" y="3943126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2285213" name="AutoShape 32"/>
          <p:cNvSpPr/>
          <p:nvPr/>
        </p:nvSpPr>
        <p:spPr bwMode="auto">
          <a:xfrm flipH="1" flipV="1">
            <a:off x="6977966" y="3686779"/>
            <a:ext cx="3268031" cy="9152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0353663" name="AutoShape 33"/>
          <p:cNvSpPr/>
          <p:nvPr/>
        </p:nvSpPr>
        <p:spPr bwMode="auto">
          <a:xfrm flipH="1" flipV="1">
            <a:off x="6977966" y="3429811"/>
            <a:ext cx="3268031" cy="90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1927519" name="AutoShape 34"/>
          <p:cNvSpPr/>
          <p:nvPr/>
        </p:nvSpPr>
        <p:spPr bwMode="auto">
          <a:xfrm flipH="1">
            <a:off x="6977966" y="2275698"/>
            <a:ext cx="3268031" cy="8971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3341093" name="AutoShape 35"/>
          <p:cNvSpPr/>
          <p:nvPr/>
        </p:nvSpPr>
        <p:spPr bwMode="auto">
          <a:xfrm flipH="1">
            <a:off x="6977966" y="1112517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8478020" name="Freeform 36"/>
          <p:cNvSpPr/>
          <p:nvPr/>
        </p:nvSpPr>
        <p:spPr bwMode="auto">
          <a:xfrm>
            <a:off x="998160" y="662150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619224610" name="Group 37"/>
          <p:cNvGrpSpPr/>
          <p:nvPr/>
        </p:nvGrpSpPr>
        <p:grpSpPr bwMode="auto">
          <a:xfrm>
            <a:off x="5201678" y="2577642"/>
            <a:ext cx="1699185" cy="1699185"/>
            <a:chOff x="0" y="0"/>
            <a:chExt cx="812799" cy="812799"/>
          </a:xfrm>
        </p:grpSpPr>
        <p:sp>
          <p:nvSpPr>
            <p:cNvPr id="72847931" name="Freeform 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9762708" name="TextBox 39"/>
            <p:cNvSpPr txBox="1"/>
            <p:nvPr/>
          </p:nvSpPr>
          <p:spPr bwMode="auto">
            <a:xfrm>
              <a:off x="76198" y="38098"/>
              <a:ext cx="660398" cy="698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</p:grpSp>
      <p:sp>
        <p:nvSpPr>
          <p:cNvPr id="393148340" name="Freeform 41"/>
          <p:cNvSpPr/>
          <p:nvPr/>
        </p:nvSpPr>
        <p:spPr bwMode="auto">
          <a:xfrm>
            <a:off x="998160" y="182533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588122" name="Freeform 42"/>
          <p:cNvSpPr/>
          <p:nvPr/>
        </p:nvSpPr>
        <p:spPr bwMode="auto">
          <a:xfrm>
            <a:off x="998160" y="298851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3335901" name="Freeform 43"/>
          <p:cNvSpPr/>
          <p:nvPr/>
        </p:nvSpPr>
        <p:spPr bwMode="auto">
          <a:xfrm>
            <a:off x="998160" y="415170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0103372" name="Freeform 44"/>
          <p:cNvSpPr/>
          <p:nvPr/>
        </p:nvSpPr>
        <p:spPr bwMode="auto">
          <a:xfrm>
            <a:off x="998160" y="5314888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3620373" name="Freeform 45"/>
          <p:cNvSpPr/>
          <p:nvPr/>
        </p:nvSpPr>
        <p:spPr bwMode="auto">
          <a:xfrm>
            <a:off x="10225991" y="662150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8737249" name="Freeform 46"/>
          <p:cNvSpPr/>
          <p:nvPr/>
        </p:nvSpPr>
        <p:spPr bwMode="auto">
          <a:xfrm>
            <a:off x="10225991" y="182533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4514785" name="Freeform 47"/>
          <p:cNvSpPr/>
          <p:nvPr/>
        </p:nvSpPr>
        <p:spPr bwMode="auto">
          <a:xfrm>
            <a:off x="10225991" y="298851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9547978" name="Freeform 48"/>
          <p:cNvSpPr/>
          <p:nvPr/>
        </p:nvSpPr>
        <p:spPr bwMode="auto">
          <a:xfrm>
            <a:off x="10225991" y="415170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8984934" name="Freeform 49"/>
          <p:cNvSpPr/>
          <p:nvPr/>
        </p:nvSpPr>
        <p:spPr bwMode="auto">
          <a:xfrm>
            <a:off x="10225991" y="5314888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003199640" name=""/>
          <p:cNvPicPr>
            <a:picLocks noChangeAspect="1"/>
          </p:cNvPicPr>
          <p:nvPr/>
        </p:nvPicPr>
        <p:blipFill>
          <a:blip r:embed="rId13"/>
          <a:stretch/>
        </p:blipFill>
        <p:spPr bwMode="auto">
          <a:xfrm flipH="0" flipV="0">
            <a:off x="5519971" y="2832797"/>
            <a:ext cx="1086096" cy="10860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8185682" name="Freeform 27"/>
          <p:cNvSpPr/>
          <p:nvPr/>
        </p:nvSpPr>
        <p:spPr bwMode="auto">
          <a:xfrm rot="0" flipH="0" flipV="0">
            <a:off x="7802904" y="3343198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13303161" name="TextBox 28"/>
          <p:cNvSpPr txBox="1"/>
          <p:nvPr/>
        </p:nvSpPr>
        <p:spPr bwMode="auto">
          <a:xfrm rot="0" flipH="0" flipV="0">
            <a:off x="7848361" y="3365926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05695442" name="AutoShape 29"/>
          <p:cNvSpPr/>
          <p:nvPr/>
        </p:nvSpPr>
        <p:spPr bwMode="auto">
          <a:xfrm>
            <a:off x="2684790" y="3585643"/>
            <a:ext cx="5118112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5606735" name="AutoShape 33"/>
          <p:cNvSpPr/>
          <p:nvPr/>
        </p:nvSpPr>
        <p:spPr bwMode="auto">
          <a:xfrm flipV="1">
            <a:off x="8168443" y="1191308"/>
            <a:ext cx="1287635" cy="21854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474508" name="Freeform 35"/>
          <p:cNvSpPr/>
          <p:nvPr/>
        </p:nvSpPr>
        <p:spPr bwMode="auto">
          <a:xfrm rot="0" flipH="0" flipV="0">
            <a:off x="7318014" y="739944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37332959" name="TextBox 36"/>
          <p:cNvSpPr txBox="1"/>
          <p:nvPr/>
        </p:nvSpPr>
        <p:spPr bwMode="auto">
          <a:xfrm rot="0" flipH="0" flipV="0">
            <a:off x="7363472" y="762673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37784239" name="Freeform 38"/>
          <p:cNvSpPr/>
          <p:nvPr/>
        </p:nvSpPr>
        <p:spPr bwMode="auto">
          <a:xfrm rot="0" flipH="0" flipV="0">
            <a:off x="10338390" y="1724482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66535056" name="TextBox 39"/>
          <p:cNvSpPr txBox="1"/>
          <p:nvPr/>
        </p:nvSpPr>
        <p:spPr bwMode="auto">
          <a:xfrm rot="0" flipH="0" flipV="0">
            <a:off x="10383847" y="1747210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85831741" name="Freeform 41"/>
          <p:cNvSpPr/>
          <p:nvPr/>
        </p:nvSpPr>
        <p:spPr bwMode="auto">
          <a:xfrm rot="0" flipH="0" flipV="0">
            <a:off x="10823279" y="3585642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02795406" name="TextBox 42"/>
          <p:cNvSpPr txBox="1"/>
          <p:nvPr/>
        </p:nvSpPr>
        <p:spPr bwMode="auto">
          <a:xfrm rot="0" flipH="0" flipV="0">
            <a:off x="10868736" y="3608370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9231564" name="Freeform 44"/>
          <p:cNvSpPr/>
          <p:nvPr/>
        </p:nvSpPr>
        <p:spPr bwMode="auto">
          <a:xfrm rot="0" flipH="0" flipV="0">
            <a:off x="9094284" y="5843952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57614275" name="TextBox 45"/>
          <p:cNvSpPr txBox="1"/>
          <p:nvPr/>
        </p:nvSpPr>
        <p:spPr bwMode="auto">
          <a:xfrm rot="0" flipH="0" flipV="0">
            <a:off x="9139740" y="5866680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69177710" name="Freeform 47"/>
          <p:cNvSpPr/>
          <p:nvPr/>
        </p:nvSpPr>
        <p:spPr bwMode="auto">
          <a:xfrm rot="0" flipH="0" flipV="0">
            <a:off x="7075569" y="5689640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68135720" name="TextBox 48"/>
          <p:cNvSpPr txBox="1"/>
          <p:nvPr/>
        </p:nvSpPr>
        <p:spPr bwMode="auto">
          <a:xfrm rot="0" flipH="0" flipV="0">
            <a:off x="7121026" y="5712368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32707744" name="Freeform 50"/>
          <p:cNvSpPr/>
          <p:nvPr/>
        </p:nvSpPr>
        <p:spPr bwMode="auto">
          <a:xfrm rot="0" flipH="0" flipV="0">
            <a:off x="5037687" y="4578417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67534976" name="TextBox 51"/>
          <p:cNvSpPr txBox="1"/>
          <p:nvPr/>
        </p:nvSpPr>
        <p:spPr bwMode="auto">
          <a:xfrm rot="0" flipH="0" flipV="0">
            <a:off x="5083144" y="4601145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87911507" name="Freeform 53"/>
          <p:cNvSpPr/>
          <p:nvPr/>
        </p:nvSpPr>
        <p:spPr bwMode="auto">
          <a:xfrm rot="0" flipH="0" flipV="0">
            <a:off x="10580834" y="5063306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571665" name="TextBox 54"/>
          <p:cNvSpPr txBox="1"/>
          <p:nvPr/>
        </p:nvSpPr>
        <p:spPr bwMode="auto">
          <a:xfrm rot="0" flipH="0" flipV="0">
            <a:off x="10626292" y="5086034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16349071" name="Freeform 56"/>
          <p:cNvSpPr/>
          <p:nvPr/>
        </p:nvSpPr>
        <p:spPr bwMode="auto">
          <a:xfrm rot="0" flipH="0" flipV="0">
            <a:off x="9336728" y="739944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50891675" name="TextBox 57"/>
          <p:cNvSpPr txBox="1"/>
          <p:nvPr/>
        </p:nvSpPr>
        <p:spPr bwMode="auto">
          <a:xfrm rot="0" flipH="0" flipV="0">
            <a:off x="9382186" y="762673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42532539" name="Freeform 59"/>
          <p:cNvSpPr/>
          <p:nvPr/>
        </p:nvSpPr>
        <p:spPr bwMode="auto">
          <a:xfrm rot="0" flipH="0" flipV="0">
            <a:off x="5522577" y="1709725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10739846" name="TextBox 60"/>
          <p:cNvSpPr txBox="1"/>
          <p:nvPr/>
        </p:nvSpPr>
        <p:spPr bwMode="auto">
          <a:xfrm rot="0" flipH="0" flipV="0">
            <a:off x="5568035" y="1732453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88393176" name="AutoShape 61"/>
          <p:cNvSpPr/>
          <p:nvPr/>
        </p:nvSpPr>
        <p:spPr bwMode="auto">
          <a:xfrm flipV="1">
            <a:off x="8249726" y="2097406"/>
            <a:ext cx="2126732" cy="135775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0015190" name="AutoShape 62"/>
          <p:cNvSpPr/>
          <p:nvPr/>
        </p:nvSpPr>
        <p:spPr bwMode="auto">
          <a:xfrm>
            <a:off x="8287030" y="3605043"/>
            <a:ext cx="2537013" cy="20364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437957" name="AutoShape 63"/>
          <p:cNvSpPr/>
          <p:nvPr/>
        </p:nvSpPr>
        <p:spPr bwMode="auto">
          <a:xfrm>
            <a:off x="8251505" y="3713297"/>
            <a:ext cx="2365615" cy="14648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6610659" name="AutoShape 64"/>
          <p:cNvSpPr/>
          <p:nvPr/>
        </p:nvSpPr>
        <p:spPr bwMode="auto">
          <a:xfrm>
            <a:off x="8156614" y="3801107"/>
            <a:ext cx="1068849" cy="206982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3694492" name="AutoShape 65"/>
          <p:cNvSpPr/>
          <p:nvPr/>
        </p:nvSpPr>
        <p:spPr bwMode="auto">
          <a:xfrm flipH="1">
            <a:off x="7389816" y="3817280"/>
            <a:ext cx="583730" cy="188316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3701497" name="AutoShape 66"/>
          <p:cNvSpPr/>
          <p:nvPr/>
        </p:nvSpPr>
        <p:spPr bwMode="auto">
          <a:xfrm flipH="1">
            <a:off x="5501551" y="3684552"/>
            <a:ext cx="2322377" cy="103740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2021104" name="AutoShape 67"/>
          <p:cNvSpPr/>
          <p:nvPr/>
        </p:nvSpPr>
        <p:spPr bwMode="auto">
          <a:xfrm flipH="1" flipV="1">
            <a:off x="5962132" y="2093366"/>
            <a:ext cx="1886106" cy="135108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2907906" name="AutoShape 68"/>
          <p:cNvSpPr/>
          <p:nvPr/>
        </p:nvSpPr>
        <p:spPr bwMode="auto">
          <a:xfrm flipH="1" flipV="1">
            <a:off x="7604863" y="1220779"/>
            <a:ext cx="396082" cy="212647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6143259" name=""/>
          <p:cNvSpPr txBox="1"/>
          <p:nvPr/>
        </p:nvSpPr>
        <p:spPr bwMode="auto">
          <a:xfrm rot="0" flipH="0" flipV="0">
            <a:off x="4531662" y="3028096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25203926" name=""/>
          <p:cNvSpPr txBox="1"/>
          <p:nvPr/>
        </p:nvSpPr>
        <p:spPr bwMode="auto">
          <a:xfrm rot="0" flipH="0" flipV="0">
            <a:off x="9079827" y="2899191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31397127" name=""/>
          <p:cNvSpPr txBox="1"/>
          <p:nvPr/>
        </p:nvSpPr>
        <p:spPr bwMode="auto">
          <a:xfrm rot="0" flipH="0" flipV="0">
            <a:off x="9038954" y="4538894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5252330" name=""/>
          <p:cNvSpPr txBox="1"/>
          <p:nvPr/>
        </p:nvSpPr>
        <p:spPr bwMode="auto">
          <a:xfrm rot="0" flipH="0" flipV="0">
            <a:off x="6599859" y="4262636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6379352" name=""/>
          <p:cNvSpPr txBox="1"/>
          <p:nvPr/>
        </p:nvSpPr>
        <p:spPr bwMode="auto">
          <a:xfrm rot="0" flipH="0" flipV="0">
            <a:off x="7020240" y="2410164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grpSp>
        <p:nvGrpSpPr>
          <p:cNvPr id="1705997146" name=""/>
          <p:cNvGrpSpPr/>
          <p:nvPr/>
        </p:nvGrpSpPr>
        <p:grpSpPr bwMode="auto">
          <a:xfrm>
            <a:off x="627389" y="3082251"/>
            <a:ext cx="2057400" cy="886243"/>
            <a:chOff x="0" y="0"/>
            <a:chExt cx="2057400" cy="886243"/>
          </a:xfrm>
        </p:grpSpPr>
        <p:sp>
          <p:nvSpPr>
            <p:cNvPr id="894035496" name="Freeform 31"/>
            <p:cNvSpPr/>
            <p:nvPr/>
          </p:nvSpPr>
          <p:spPr bwMode="auto">
            <a:xfrm rot="0" flipH="0" flipV="0">
              <a:off x="0" y="120542"/>
              <a:ext cx="2057400" cy="765693"/>
            </a:xfrm>
            <a:custGeom>
              <a:avLst/>
              <a:gdLst/>
              <a:ahLst/>
              <a:cxnLst/>
              <a:rect l="l" t="t" r="r" b="b"/>
              <a:pathLst>
                <a:path w="812800" h="302497" fill="norm" stroke="1" extrusionOk="0">
                  <a:moveTo>
                    <a:pt x="22578" y="0"/>
                  </a:moveTo>
                  <a:lnTo>
                    <a:pt x="790222" y="0"/>
                  </a:lnTo>
                  <a:cubicBezTo>
                    <a:pt x="802692" y="0"/>
                    <a:pt x="812800" y="10108"/>
                    <a:pt x="812800" y="22578"/>
                  </a:cubicBezTo>
                  <a:lnTo>
                    <a:pt x="812800" y="279919"/>
                  </a:lnTo>
                  <a:cubicBezTo>
                    <a:pt x="812800" y="292388"/>
                    <a:pt x="802692" y="302497"/>
                    <a:pt x="790222" y="302497"/>
                  </a:cubicBezTo>
                  <a:lnTo>
                    <a:pt x="22578" y="302497"/>
                  </a:lnTo>
                  <a:cubicBezTo>
                    <a:pt x="10108" y="302497"/>
                    <a:pt x="0" y="292388"/>
                    <a:pt x="0" y="279919"/>
                  </a:cubicBezTo>
                  <a:lnTo>
                    <a:pt x="0" y="22578"/>
                  </a:lnTo>
                  <a:cubicBezTo>
                    <a:pt x="0" y="10108"/>
                    <a:pt x="10108" y="0"/>
                    <a:pt x="2257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855888120" name="TextBox 32"/>
            <p:cNvSpPr txBox="1"/>
            <p:nvPr/>
          </p:nvSpPr>
          <p:spPr bwMode="auto">
            <a:xfrm rot="0" flipH="0" flipV="0">
              <a:off x="0" y="0"/>
              <a:ext cx="2057400" cy="88624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7586584" name="Freeform 27"/>
          <p:cNvSpPr/>
          <p:nvPr/>
        </p:nvSpPr>
        <p:spPr bwMode="auto">
          <a:xfrm rot="0" flipH="0" flipV="0">
            <a:off x="7130584" y="340575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122714909" name="TextBox 28"/>
          <p:cNvSpPr txBox="1"/>
          <p:nvPr/>
        </p:nvSpPr>
        <p:spPr bwMode="auto">
          <a:xfrm rot="0" flipH="0" flipV="0">
            <a:off x="7153592" y="341725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37716590" name="AutoShape 29"/>
          <p:cNvSpPr/>
          <p:nvPr/>
        </p:nvSpPr>
        <p:spPr bwMode="auto">
          <a:xfrm>
            <a:off x="2777789" y="3507161"/>
            <a:ext cx="4352796" cy="2071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4320099" name="AutoShape 33"/>
          <p:cNvSpPr/>
          <p:nvPr/>
        </p:nvSpPr>
        <p:spPr bwMode="auto">
          <a:xfrm flipV="1">
            <a:off x="7315602" y="2316565"/>
            <a:ext cx="651740" cy="11061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9907726" name="Freeform 35"/>
          <p:cNvSpPr/>
          <p:nvPr/>
        </p:nvSpPr>
        <p:spPr bwMode="auto">
          <a:xfrm rot="0" flipH="0" flipV="0">
            <a:off x="6885155" y="20881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3214346" name="TextBox 36"/>
          <p:cNvSpPr txBox="1"/>
          <p:nvPr/>
        </p:nvSpPr>
        <p:spPr bwMode="auto">
          <a:xfrm rot="0" flipH="0" flipV="0">
            <a:off x="6908163" y="209961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31695136" name="Freeform 38"/>
          <p:cNvSpPr/>
          <p:nvPr/>
        </p:nvSpPr>
        <p:spPr bwMode="auto">
          <a:xfrm rot="0" flipH="0" flipV="0">
            <a:off x="8508818" y="2685751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61244958" name="TextBox 39"/>
          <p:cNvSpPr txBox="1"/>
          <p:nvPr/>
        </p:nvSpPr>
        <p:spPr bwMode="auto">
          <a:xfrm rot="0" flipH="0" flipV="0">
            <a:off x="8531826" y="269725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35993094" name="Freeform 41"/>
          <p:cNvSpPr/>
          <p:nvPr/>
        </p:nvSpPr>
        <p:spPr bwMode="auto">
          <a:xfrm rot="0" flipH="0" flipV="0">
            <a:off x="8659354" y="352846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75034671" name="TextBox 42"/>
          <p:cNvSpPr txBox="1"/>
          <p:nvPr/>
        </p:nvSpPr>
        <p:spPr bwMode="auto">
          <a:xfrm rot="0" flipH="0" flipV="0">
            <a:off x="8682363" y="353996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90902666" name="Freeform 44"/>
          <p:cNvSpPr/>
          <p:nvPr/>
        </p:nvSpPr>
        <p:spPr bwMode="auto">
          <a:xfrm rot="0" flipH="0" flipV="0">
            <a:off x="7784218" y="467151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88572189" name="TextBox 45"/>
          <p:cNvSpPr txBox="1"/>
          <p:nvPr/>
        </p:nvSpPr>
        <p:spPr bwMode="auto">
          <a:xfrm rot="0" flipH="0" flipV="0">
            <a:off x="7807226" y="468301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10823285" name="Freeform 47"/>
          <p:cNvSpPr/>
          <p:nvPr/>
        </p:nvSpPr>
        <p:spPr bwMode="auto">
          <a:xfrm rot="0" flipH="0" flipV="0">
            <a:off x="6762440" y="45934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07832553" name="TextBox 48"/>
          <p:cNvSpPr txBox="1"/>
          <p:nvPr/>
        </p:nvSpPr>
        <p:spPr bwMode="auto">
          <a:xfrm rot="0" flipH="0" flipV="0">
            <a:off x="6785448" y="460491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3460646" name="Freeform 50"/>
          <p:cNvSpPr/>
          <p:nvPr/>
        </p:nvSpPr>
        <p:spPr bwMode="auto">
          <a:xfrm rot="0" flipH="0" flipV="0">
            <a:off x="5730961" y="403096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14903457" name="TextBox 51"/>
          <p:cNvSpPr txBox="1"/>
          <p:nvPr/>
        </p:nvSpPr>
        <p:spPr bwMode="auto">
          <a:xfrm rot="0" flipH="0" flipV="0">
            <a:off x="5753970" y="404246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21148856" name="Freeform 53"/>
          <p:cNvSpPr/>
          <p:nvPr/>
        </p:nvSpPr>
        <p:spPr bwMode="auto">
          <a:xfrm rot="0" flipH="0" flipV="0">
            <a:off x="8536640" y="427638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41133479" name="TextBox 54"/>
          <p:cNvSpPr txBox="1"/>
          <p:nvPr/>
        </p:nvSpPr>
        <p:spPr bwMode="auto">
          <a:xfrm rot="0" flipH="0" flipV="0">
            <a:off x="8559649" y="428789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30973419" name="Freeform 56"/>
          <p:cNvSpPr/>
          <p:nvPr/>
        </p:nvSpPr>
        <p:spPr bwMode="auto">
          <a:xfrm rot="0" flipH="0" flipV="0">
            <a:off x="7906933" y="20881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536381649" name="TextBox 57"/>
          <p:cNvSpPr txBox="1"/>
          <p:nvPr/>
        </p:nvSpPr>
        <p:spPr bwMode="auto">
          <a:xfrm rot="0" flipH="0" flipV="0">
            <a:off x="7929941" y="209961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722832060" name="Freeform 59"/>
          <p:cNvSpPr/>
          <p:nvPr/>
        </p:nvSpPr>
        <p:spPr bwMode="auto">
          <a:xfrm rot="0" flipH="0" flipV="0">
            <a:off x="5976389" y="257896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6641243" name="TextBox 60"/>
          <p:cNvSpPr txBox="1"/>
          <p:nvPr/>
        </p:nvSpPr>
        <p:spPr bwMode="auto">
          <a:xfrm rot="0" flipH="0" flipV="0">
            <a:off x="5999397" y="2590466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32685631" name="AutoShape 61"/>
          <p:cNvSpPr/>
          <p:nvPr/>
        </p:nvSpPr>
        <p:spPr bwMode="auto">
          <a:xfrm flipV="1">
            <a:off x="7362087" y="2865299"/>
            <a:ext cx="1160655" cy="60633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0404745" name="AutoShape 62"/>
          <p:cNvSpPr/>
          <p:nvPr/>
        </p:nvSpPr>
        <p:spPr bwMode="auto">
          <a:xfrm>
            <a:off x="7375626" y="3538285"/>
            <a:ext cx="1284115" cy="10307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206221" name="AutoShape 63"/>
          <p:cNvSpPr/>
          <p:nvPr/>
        </p:nvSpPr>
        <p:spPr bwMode="auto">
          <a:xfrm>
            <a:off x="7357646" y="3593077"/>
            <a:ext cx="1197362" cy="74141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543970" name="AutoShape 64"/>
          <p:cNvSpPr/>
          <p:nvPr/>
        </p:nvSpPr>
        <p:spPr bwMode="auto">
          <a:xfrm>
            <a:off x="7309615" y="3637522"/>
            <a:ext cx="541000" cy="104764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6325153" name="AutoShape 65"/>
          <p:cNvSpPr/>
          <p:nvPr/>
        </p:nvSpPr>
        <p:spPr bwMode="auto">
          <a:xfrm flipH="1">
            <a:off x="6921498" y="3645708"/>
            <a:ext cx="295455" cy="9531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5581693" name="AutoShape 66"/>
          <p:cNvSpPr/>
          <p:nvPr/>
        </p:nvSpPr>
        <p:spPr bwMode="auto">
          <a:xfrm flipH="1">
            <a:off x="5965749" y="3578527"/>
            <a:ext cx="1175477" cy="52508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6967501" name="AutoShape 67"/>
          <p:cNvSpPr/>
          <p:nvPr/>
        </p:nvSpPr>
        <p:spPr bwMode="auto">
          <a:xfrm flipH="1" flipV="1">
            <a:off x="6198872" y="2773144"/>
            <a:ext cx="954656" cy="6838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1916449" name="AutoShape 68"/>
          <p:cNvSpPr/>
          <p:nvPr/>
        </p:nvSpPr>
        <p:spPr bwMode="auto">
          <a:xfrm flipH="1" flipV="1">
            <a:off x="7030344" y="2331482"/>
            <a:ext cx="200477" cy="107632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7305160" name="Freeform 70"/>
          <p:cNvSpPr/>
          <p:nvPr/>
        </p:nvSpPr>
        <p:spPr bwMode="auto">
          <a:xfrm rot="0" flipH="0" flipV="0">
            <a:off x="4112550" y="245624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64862058" name="TextBox 71"/>
          <p:cNvSpPr txBox="1"/>
          <p:nvPr/>
        </p:nvSpPr>
        <p:spPr bwMode="auto">
          <a:xfrm rot="0" flipH="0" flipV="0">
            <a:off x="4135559" y="246775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56800197" name="Freeform 73"/>
          <p:cNvSpPr/>
          <p:nvPr/>
        </p:nvSpPr>
        <p:spPr bwMode="auto">
          <a:xfrm rot="0" flipH="0" flipV="0">
            <a:off x="4112550" y="159767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21607019" name="TextBox 74"/>
          <p:cNvSpPr txBox="1"/>
          <p:nvPr/>
        </p:nvSpPr>
        <p:spPr bwMode="auto">
          <a:xfrm rot="0" flipH="0" flipV="0">
            <a:off x="4135559" y="160917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3747900" name="Freeform 76"/>
          <p:cNvSpPr/>
          <p:nvPr/>
        </p:nvSpPr>
        <p:spPr bwMode="auto">
          <a:xfrm rot="0" flipH="0" flipV="0">
            <a:off x="3583697" y="196539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93502382" name="TextBox 77"/>
          <p:cNvSpPr txBox="1"/>
          <p:nvPr/>
        </p:nvSpPr>
        <p:spPr bwMode="auto">
          <a:xfrm rot="0" flipH="0" flipV="0">
            <a:off x="3606706" y="197689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34039879" name="Freeform 79"/>
          <p:cNvSpPr/>
          <p:nvPr/>
        </p:nvSpPr>
        <p:spPr bwMode="auto">
          <a:xfrm rot="0" flipH="0" flipV="0">
            <a:off x="4616118" y="124956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14124263" name="TextBox 80"/>
          <p:cNvSpPr txBox="1"/>
          <p:nvPr/>
        </p:nvSpPr>
        <p:spPr bwMode="auto">
          <a:xfrm rot="0" flipH="0" flipV="0">
            <a:off x="4639125" y="126106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25417794" name="Freeform 82"/>
          <p:cNvSpPr/>
          <p:nvPr/>
        </p:nvSpPr>
        <p:spPr bwMode="auto">
          <a:xfrm rot="0" flipH="0" flipV="0">
            <a:off x="5183694" y="10528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46781044" name="TextBox 83"/>
          <p:cNvSpPr txBox="1"/>
          <p:nvPr/>
        </p:nvSpPr>
        <p:spPr bwMode="auto">
          <a:xfrm rot="0" flipH="0" flipV="0">
            <a:off x="5206701" y="106431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29998925" name="Freeform 85"/>
          <p:cNvSpPr/>
          <p:nvPr/>
        </p:nvSpPr>
        <p:spPr bwMode="auto">
          <a:xfrm rot="0" flipH="0" flipV="0">
            <a:off x="5976389" y="53752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2849862" name="TextBox 86"/>
          <p:cNvSpPr txBox="1"/>
          <p:nvPr/>
        </p:nvSpPr>
        <p:spPr bwMode="auto">
          <a:xfrm rot="0" flipH="0" flipV="0">
            <a:off x="5999397" y="549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78671562" name="Freeform 88"/>
          <p:cNvSpPr/>
          <p:nvPr/>
        </p:nvSpPr>
        <p:spPr bwMode="auto">
          <a:xfrm rot="0" flipH="0" flipV="0">
            <a:off x="6676069" y="53752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2087766670" name="TextBox 89"/>
          <p:cNvSpPr txBox="1"/>
          <p:nvPr/>
        </p:nvSpPr>
        <p:spPr bwMode="auto">
          <a:xfrm rot="0" flipH="0" flipV="0">
            <a:off x="6699078" y="549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287851712" name="Freeform 91"/>
          <p:cNvSpPr/>
          <p:nvPr/>
        </p:nvSpPr>
        <p:spPr bwMode="auto">
          <a:xfrm rot="0" flipH="0" flipV="0">
            <a:off x="6517012" y="112684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61097677" name="TextBox 92"/>
          <p:cNvSpPr txBox="1"/>
          <p:nvPr/>
        </p:nvSpPr>
        <p:spPr bwMode="auto">
          <a:xfrm rot="0" flipH="0" flipV="0">
            <a:off x="6540021" y="113834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4504959" name="Freeform 94"/>
          <p:cNvSpPr/>
          <p:nvPr/>
        </p:nvSpPr>
        <p:spPr bwMode="auto">
          <a:xfrm rot="0" flipH="0" flipV="0">
            <a:off x="7446594" y="78295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39517215" name="TextBox 95"/>
          <p:cNvSpPr txBox="1"/>
          <p:nvPr/>
        </p:nvSpPr>
        <p:spPr bwMode="auto">
          <a:xfrm rot="0" flipH="0" flipV="0">
            <a:off x="7469602" y="79445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12070215" name="Freeform 97"/>
          <p:cNvSpPr/>
          <p:nvPr/>
        </p:nvSpPr>
        <p:spPr bwMode="auto">
          <a:xfrm rot="0" flipH="0" flipV="0">
            <a:off x="8029647" y="46016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55842877" name="TextBox 98"/>
          <p:cNvSpPr txBox="1"/>
          <p:nvPr/>
        </p:nvSpPr>
        <p:spPr bwMode="auto">
          <a:xfrm rot="0" flipH="0" flipV="0">
            <a:off x="8052654" y="47167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74454535" name="Freeform 100"/>
          <p:cNvSpPr/>
          <p:nvPr/>
        </p:nvSpPr>
        <p:spPr bwMode="auto">
          <a:xfrm rot="0" flipH="0" flipV="0">
            <a:off x="8904783" y="53752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58617052" name="TextBox 101"/>
          <p:cNvSpPr txBox="1"/>
          <p:nvPr/>
        </p:nvSpPr>
        <p:spPr bwMode="auto">
          <a:xfrm rot="0" flipH="0" flipV="0">
            <a:off x="8927791" y="549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32624328" name="Freeform 103"/>
          <p:cNvSpPr/>
          <p:nvPr/>
        </p:nvSpPr>
        <p:spPr bwMode="auto">
          <a:xfrm rot="0" flipH="0" flipV="0">
            <a:off x="7906933" y="12982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45219756" name="TextBox 104"/>
          <p:cNvSpPr txBox="1"/>
          <p:nvPr/>
        </p:nvSpPr>
        <p:spPr bwMode="auto">
          <a:xfrm rot="0" flipH="0" flipV="0">
            <a:off x="7929941" y="130974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14258643" name="Freeform 106"/>
          <p:cNvSpPr/>
          <p:nvPr/>
        </p:nvSpPr>
        <p:spPr bwMode="auto">
          <a:xfrm rot="0" flipH="0" flipV="0">
            <a:off x="9027497" y="149498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95716938" name="TextBox 107"/>
          <p:cNvSpPr txBox="1"/>
          <p:nvPr/>
        </p:nvSpPr>
        <p:spPr bwMode="auto">
          <a:xfrm rot="0" flipH="0" flipV="0">
            <a:off x="9050505" y="150648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68918323" name="Freeform 109"/>
          <p:cNvSpPr/>
          <p:nvPr/>
        </p:nvSpPr>
        <p:spPr bwMode="auto">
          <a:xfrm rot="0" flipH="0" flipV="0">
            <a:off x="9918966" y="135224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5570975" name="TextBox 110"/>
          <p:cNvSpPr txBox="1"/>
          <p:nvPr/>
        </p:nvSpPr>
        <p:spPr bwMode="auto">
          <a:xfrm rot="0" flipH="0" flipV="0">
            <a:off x="9941974" y="136375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072503" name="Freeform 112"/>
          <p:cNvSpPr/>
          <p:nvPr/>
        </p:nvSpPr>
        <p:spPr bwMode="auto">
          <a:xfrm rot="0" flipH="0" flipV="0">
            <a:off x="10041680" y="41481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15017871" name="TextBox 113"/>
          <p:cNvSpPr txBox="1"/>
          <p:nvPr/>
        </p:nvSpPr>
        <p:spPr bwMode="auto">
          <a:xfrm rot="0" flipH="0" flipV="0">
            <a:off x="10064688" y="42631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7797353" name="Freeform 115"/>
          <p:cNvSpPr/>
          <p:nvPr/>
        </p:nvSpPr>
        <p:spPr bwMode="auto">
          <a:xfrm rot="0" flipH="0" flipV="0">
            <a:off x="10950576" y="88141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54297010" name="TextBox 116"/>
          <p:cNvSpPr txBox="1"/>
          <p:nvPr/>
        </p:nvSpPr>
        <p:spPr bwMode="auto">
          <a:xfrm rot="0" flipH="0" flipV="0">
            <a:off x="10973584" y="89291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01316654" name="Freeform 118"/>
          <p:cNvSpPr/>
          <p:nvPr/>
        </p:nvSpPr>
        <p:spPr bwMode="auto">
          <a:xfrm rot="0" flipH="0" flipV="0">
            <a:off x="10635651" y="161770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73302318" name="TextBox 119"/>
          <p:cNvSpPr txBox="1"/>
          <p:nvPr/>
        </p:nvSpPr>
        <p:spPr bwMode="auto">
          <a:xfrm rot="0" flipH="0" flipV="0">
            <a:off x="10658658" y="162920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00136393" name="Freeform 121"/>
          <p:cNvSpPr/>
          <p:nvPr/>
        </p:nvSpPr>
        <p:spPr bwMode="auto">
          <a:xfrm rot="0" flipH="0" flipV="0">
            <a:off x="11199313" y="216820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23422620" name="TextBox 122"/>
          <p:cNvSpPr txBox="1"/>
          <p:nvPr/>
        </p:nvSpPr>
        <p:spPr bwMode="auto">
          <a:xfrm rot="0" flipH="0" flipV="0">
            <a:off x="11222321" y="217971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38244506" name="Freeform 124"/>
          <p:cNvSpPr/>
          <p:nvPr/>
        </p:nvSpPr>
        <p:spPr bwMode="auto">
          <a:xfrm rot="0" flipH="0" flipV="0">
            <a:off x="8810591" y="201708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6002123" name="TextBox 125"/>
          <p:cNvSpPr txBox="1"/>
          <p:nvPr/>
        </p:nvSpPr>
        <p:spPr bwMode="auto">
          <a:xfrm rot="0" flipH="0" flipV="0">
            <a:off x="8833600" y="202858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88401746" name="Freeform 127"/>
          <p:cNvSpPr/>
          <p:nvPr/>
        </p:nvSpPr>
        <p:spPr bwMode="auto">
          <a:xfrm rot="0" flipH="0" flipV="0">
            <a:off x="9329171" y="286529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11065331" name="TextBox 128"/>
          <p:cNvSpPr txBox="1"/>
          <p:nvPr/>
        </p:nvSpPr>
        <p:spPr bwMode="auto">
          <a:xfrm rot="0" flipH="0" flipV="0">
            <a:off x="9352180" y="287680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41506258" name="Freeform 130"/>
          <p:cNvSpPr/>
          <p:nvPr/>
        </p:nvSpPr>
        <p:spPr bwMode="auto">
          <a:xfrm rot="0" flipH="0" flipV="0">
            <a:off x="10758364" y="252976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61290542" name="TextBox 131"/>
          <p:cNvSpPr txBox="1"/>
          <p:nvPr/>
        </p:nvSpPr>
        <p:spPr bwMode="auto">
          <a:xfrm rot="0" flipH="0" flipV="0">
            <a:off x="10781372" y="254126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2607830" name="Freeform 133"/>
          <p:cNvSpPr/>
          <p:nvPr/>
        </p:nvSpPr>
        <p:spPr bwMode="auto">
          <a:xfrm rot="0" flipH="0" flipV="0">
            <a:off x="11166204" y="305166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58558017" name="TextBox 134"/>
          <p:cNvSpPr txBox="1"/>
          <p:nvPr/>
        </p:nvSpPr>
        <p:spPr bwMode="auto">
          <a:xfrm rot="0" flipH="0" flipV="0">
            <a:off x="11189212" y="306316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62592371" name="Freeform 136"/>
          <p:cNvSpPr/>
          <p:nvPr/>
        </p:nvSpPr>
        <p:spPr bwMode="auto">
          <a:xfrm rot="0" flipH="0" flipV="0">
            <a:off x="10164395" y="357852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935022551" name="TextBox 137"/>
          <p:cNvSpPr txBox="1"/>
          <p:nvPr/>
        </p:nvSpPr>
        <p:spPr bwMode="auto">
          <a:xfrm rot="0" flipH="0" flipV="0">
            <a:off x="10187403" y="359003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692409490" name="Freeform 139"/>
          <p:cNvSpPr/>
          <p:nvPr/>
        </p:nvSpPr>
        <p:spPr bwMode="auto">
          <a:xfrm rot="0" flipH="0" flipV="0">
            <a:off x="11003793" y="398089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13714455" name="TextBox 140"/>
          <p:cNvSpPr txBox="1"/>
          <p:nvPr/>
        </p:nvSpPr>
        <p:spPr bwMode="auto">
          <a:xfrm rot="0" flipH="0" flipV="0">
            <a:off x="11026801" y="399240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07109499" name="Freeform 142"/>
          <p:cNvSpPr/>
          <p:nvPr/>
        </p:nvSpPr>
        <p:spPr bwMode="auto">
          <a:xfrm rot="0" flipH="0" flipV="0">
            <a:off x="11196006" y="46591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96581073" name="TextBox 143"/>
          <p:cNvSpPr txBox="1"/>
          <p:nvPr/>
        </p:nvSpPr>
        <p:spPr bwMode="auto">
          <a:xfrm rot="0" flipH="0" flipV="0">
            <a:off x="11219013" y="467063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19253464" name="Freeform 145"/>
          <p:cNvSpPr/>
          <p:nvPr/>
        </p:nvSpPr>
        <p:spPr bwMode="auto">
          <a:xfrm rot="0" flipH="0" flipV="0">
            <a:off x="11073291" y="54213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50784968" name="TextBox 146"/>
          <p:cNvSpPr txBox="1"/>
          <p:nvPr/>
        </p:nvSpPr>
        <p:spPr bwMode="auto">
          <a:xfrm rot="0" flipH="0" flipV="0">
            <a:off x="11096299" y="543283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7785225" name="Freeform 148"/>
          <p:cNvSpPr/>
          <p:nvPr/>
        </p:nvSpPr>
        <p:spPr bwMode="auto">
          <a:xfrm rot="0" flipH="0" flipV="0">
            <a:off x="4738830" y="422069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74926209" name="TextBox 149"/>
          <p:cNvSpPr txBox="1"/>
          <p:nvPr/>
        </p:nvSpPr>
        <p:spPr bwMode="auto">
          <a:xfrm rot="0" flipH="0" flipV="0">
            <a:off x="4761837" y="423220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18901911" name="Freeform 151"/>
          <p:cNvSpPr/>
          <p:nvPr/>
        </p:nvSpPr>
        <p:spPr bwMode="auto">
          <a:xfrm rot="5399909" flipH="0" flipV="0">
            <a:off x="7692022" y="624563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50993738" name="TextBox 152"/>
          <p:cNvSpPr txBox="1"/>
          <p:nvPr/>
        </p:nvSpPr>
        <p:spPr bwMode="auto">
          <a:xfrm rot="5399909" flipH="0" flipV="0">
            <a:off x="7720784" y="626288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5527550" name="Freeform 154"/>
          <p:cNvSpPr/>
          <p:nvPr/>
        </p:nvSpPr>
        <p:spPr bwMode="auto">
          <a:xfrm rot="5399909" flipH="0" flipV="0">
            <a:off x="6676069" y="575477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939575430" name="TextBox 155"/>
          <p:cNvSpPr txBox="1"/>
          <p:nvPr/>
        </p:nvSpPr>
        <p:spPr bwMode="auto">
          <a:xfrm rot="5399909" flipH="0" flipV="0">
            <a:off x="6704831" y="5772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038548010" name="Freeform 157"/>
          <p:cNvSpPr/>
          <p:nvPr/>
        </p:nvSpPr>
        <p:spPr bwMode="auto">
          <a:xfrm rot="5399909" flipH="0" flipV="0">
            <a:off x="6038448" y="5598522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56823432" name="TextBox 158"/>
          <p:cNvSpPr txBox="1"/>
          <p:nvPr/>
        </p:nvSpPr>
        <p:spPr bwMode="auto">
          <a:xfrm rot="5399909" flipH="0" flipV="0">
            <a:off x="6067210" y="561577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32267970" name="Freeform 160"/>
          <p:cNvSpPr/>
          <p:nvPr/>
        </p:nvSpPr>
        <p:spPr bwMode="auto">
          <a:xfrm rot="5399909" flipH="0" flipV="0">
            <a:off x="7116660" y="629884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27412810" name="TextBox 161"/>
          <p:cNvSpPr txBox="1"/>
          <p:nvPr/>
        </p:nvSpPr>
        <p:spPr bwMode="auto">
          <a:xfrm rot="5399909" flipH="0" flipV="0">
            <a:off x="7145421" y="631610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32489476" name="Freeform 163"/>
          <p:cNvSpPr/>
          <p:nvPr/>
        </p:nvSpPr>
        <p:spPr bwMode="auto">
          <a:xfrm rot="5399909" flipH="0" flipV="0">
            <a:off x="5038438" y="600020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35192894" name="TextBox 164"/>
          <p:cNvSpPr txBox="1"/>
          <p:nvPr/>
        </p:nvSpPr>
        <p:spPr bwMode="auto">
          <a:xfrm rot="5399909" flipH="0" flipV="0">
            <a:off x="5067201" y="601746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24894644" name="Freeform 166"/>
          <p:cNvSpPr/>
          <p:nvPr/>
        </p:nvSpPr>
        <p:spPr bwMode="auto">
          <a:xfrm rot="5399909" flipH="0" flipV="0">
            <a:off x="5555214" y="478184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44758702" name="TextBox 167"/>
          <p:cNvSpPr txBox="1"/>
          <p:nvPr/>
        </p:nvSpPr>
        <p:spPr bwMode="auto">
          <a:xfrm rot="5399909" flipH="0" flipV="0">
            <a:off x="5583975" y="479910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21506580" name="Freeform 169"/>
          <p:cNvSpPr/>
          <p:nvPr/>
        </p:nvSpPr>
        <p:spPr bwMode="auto">
          <a:xfrm rot="0" flipH="0" flipV="0">
            <a:off x="9280702" y="61761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62777070" name="TextBox 170"/>
          <p:cNvSpPr txBox="1"/>
          <p:nvPr/>
        </p:nvSpPr>
        <p:spPr bwMode="auto">
          <a:xfrm rot="0" flipH="0" flipV="0">
            <a:off x="9303710" y="618763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41644118" name="Freeform 172"/>
          <p:cNvSpPr/>
          <p:nvPr/>
        </p:nvSpPr>
        <p:spPr bwMode="auto">
          <a:xfrm rot="0" flipH="0" flipV="0">
            <a:off x="8904783" y="521402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42579368" name="TextBox 173"/>
          <p:cNvSpPr txBox="1"/>
          <p:nvPr/>
        </p:nvSpPr>
        <p:spPr bwMode="auto">
          <a:xfrm rot="0" flipH="0" flipV="0">
            <a:off x="8927791" y="522552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93453426" name="Freeform 175"/>
          <p:cNvSpPr/>
          <p:nvPr/>
        </p:nvSpPr>
        <p:spPr bwMode="auto">
          <a:xfrm rot="0" flipH="0" flipV="0">
            <a:off x="7432229" y="554860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13475151" name="TextBox 176"/>
          <p:cNvSpPr txBox="1"/>
          <p:nvPr/>
        </p:nvSpPr>
        <p:spPr bwMode="auto">
          <a:xfrm rot="0" flipH="0" flipV="0">
            <a:off x="7455236" y="556010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27993684" name="Freeform 178"/>
          <p:cNvSpPr/>
          <p:nvPr/>
        </p:nvSpPr>
        <p:spPr bwMode="auto">
          <a:xfrm rot="0" flipH="0" flipV="0">
            <a:off x="8440093" y="592055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35941498" name="TextBox 179"/>
          <p:cNvSpPr txBox="1"/>
          <p:nvPr/>
        </p:nvSpPr>
        <p:spPr bwMode="auto">
          <a:xfrm rot="0" flipH="0" flipV="0">
            <a:off x="8463101" y="593206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66936235" name="Freeform 181"/>
          <p:cNvSpPr/>
          <p:nvPr/>
        </p:nvSpPr>
        <p:spPr bwMode="auto">
          <a:xfrm rot="0" flipH="0" flipV="0">
            <a:off x="4235266" y="5877491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12601827" name="TextBox 182"/>
          <p:cNvSpPr txBox="1"/>
          <p:nvPr/>
        </p:nvSpPr>
        <p:spPr bwMode="auto">
          <a:xfrm rot="0" flipH="0" flipV="0">
            <a:off x="4258274" y="588899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12033639" name="Freeform 184"/>
          <p:cNvSpPr/>
          <p:nvPr/>
        </p:nvSpPr>
        <p:spPr bwMode="auto">
          <a:xfrm rot="0" flipH="0" flipV="0">
            <a:off x="10905539" y="629884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15230578" name="TextBox 185"/>
          <p:cNvSpPr txBox="1"/>
          <p:nvPr/>
        </p:nvSpPr>
        <p:spPr bwMode="auto">
          <a:xfrm rot="0" flipH="0" flipV="0">
            <a:off x="10928548" y="631035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326006851" name="Freeform 187"/>
          <p:cNvSpPr/>
          <p:nvPr/>
        </p:nvSpPr>
        <p:spPr bwMode="auto">
          <a:xfrm rot="0" flipH="0" flipV="0">
            <a:off x="9490329" y="566676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26919604" name="TextBox 188"/>
          <p:cNvSpPr txBox="1"/>
          <p:nvPr/>
        </p:nvSpPr>
        <p:spPr bwMode="auto">
          <a:xfrm rot="0" flipH="0" flipV="0">
            <a:off x="9513338" y="567826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73844518" name="Freeform 190"/>
          <p:cNvSpPr/>
          <p:nvPr/>
        </p:nvSpPr>
        <p:spPr bwMode="auto">
          <a:xfrm rot="0" flipH="0" flipV="0">
            <a:off x="9114473" y="422069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61271077" name="TextBox 191"/>
          <p:cNvSpPr txBox="1"/>
          <p:nvPr/>
        </p:nvSpPr>
        <p:spPr bwMode="auto">
          <a:xfrm rot="0" flipH="0" flipV="0">
            <a:off x="9137481" y="423220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18697890" name="Freeform 193"/>
          <p:cNvSpPr/>
          <p:nvPr/>
        </p:nvSpPr>
        <p:spPr bwMode="auto">
          <a:xfrm rot="0" flipH="0" flipV="0">
            <a:off x="4516979" y="537622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01167702" name="TextBox 194"/>
          <p:cNvSpPr txBox="1"/>
          <p:nvPr/>
        </p:nvSpPr>
        <p:spPr bwMode="auto">
          <a:xfrm rot="0" flipH="0" flipV="0">
            <a:off x="4539988" y="538773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1829498" name="Freeform 196"/>
          <p:cNvSpPr/>
          <p:nvPr/>
        </p:nvSpPr>
        <p:spPr bwMode="auto">
          <a:xfrm rot="0" flipH="0" flipV="0">
            <a:off x="5432499" y="157672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735393329" name="TextBox 197"/>
          <p:cNvSpPr txBox="1"/>
          <p:nvPr/>
        </p:nvSpPr>
        <p:spPr bwMode="auto">
          <a:xfrm rot="0" flipH="0" flipV="0">
            <a:off x="5455506" y="158822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886841065" name="Freeform 199"/>
          <p:cNvSpPr/>
          <p:nvPr/>
        </p:nvSpPr>
        <p:spPr bwMode="auto">
          <a:xfrm rot="0" flipH="0" flipV="0">
            <a:off x="9918966" y="509130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4755823" name="TextBox 200"/>
          <p:cNvSpPr txBox="1"/>
          <p:nvPr/>
        </p:nvSpPr>
        <p:spPr bwMode="auto">
          <a:xfrm rot="0" flipH="0" flipV="0">
            <a:off x="9941974" y="510281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62302597" name="Freeform 202"/>
          <p:cNvSpPr/>
          <p:nvPr/>
        </p:nvSpPr>
        <p:spPr bwMode="auto">
          <a:xfrm rot="0" flipH="0" flipV="0">
            <a:off x="10409823" y="454880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03027359" name="TextBox 203"/>
          <p:cNvSpPr txBox="1"/>
          <p:nvPr/>
        </p:nvSpPr>
        <p:spPr bwMode="auto">
          <a:xfrm rot="0" flipH="0" flipV="0">
            <a:off x="10432832" y="456030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72892652" name="AutoShape 204"/>
          <p:cNvSpPr/>
          <p:nvPr/>
        </p:nvSpPr>
        <p:spPr bwMode="auto">
          <a:xfrm flipH="1" flipV="1">
            <a:off x="4357720" y="2587026"/>
            <a:ext cx="1618929" cy="1065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5486756" name="AutoShape 205"/>
          <p:cNvSpPr/>
          <p:nvPr/>
        </p:nvSpPr>
        <p:spPr bwMode="auto">
          <a:xfrm flipH="1" flipV="1">
            <a:off x="5613755" y="1807313"/>
            <a:ext cx="426807" cy="7864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4680778" name="AutoShape 206"/>
          <p:cNvSpPr/>
          <p:nvPr/>
        </p:nvSpPr>
        <p:spPr bwMode="auto">
          <a:xfrm flipH="1" flipV="1">
            <a:off x="3825309" y="2118596"/>
            <a:ext cx="2154897" cy="55259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0908361" name="AutoShape 207"/>
          <p:cNvSpPr/>
          <p:nvPr/>
        </p:nvSpPr>
        <p:spPr bwMode="auto">
          <a:xfrm flipH="1" flipV="1">
            <a:off x="4343873" y="1777570"/>
            <a:ext cx="1646623" cy="86692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9387002" name="AutoShape 208"/>
          <p:cNvSpPr/>
          <p:nvPr/>
        </p:nvSpPr>
        <p:spPr bwMode="auto">
          <a:xfrm flipH="1" flipV="1">
            <a:off x="4826594" y="1458045"/>
            <a:ext cx="1184746" cy="115786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2200817" name="AutoShape 209"/>
          <p:cNvSpPr/>
          <p:nvPr/>
        </p:nvSpPr>
        <p:spPr bwMode="auto">
          <a:xfrm flipH="1" flipV="1">
            <a:off x="5411255" y="1239320"/>
            <a:ext cx="1491765" cy="90770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7438381" name="AutoShape 210"/>
          <p:cNvSpPr/>
          <p:nvPr/>
        </p:nvSpPr>
        <p:spPr bwMode="auto">
          <a:xfrm flipH="1" flipV="1">
            <a:off x="6683628" y="1364187"/>
            <a:ext cx="280341" cy="73200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7887091" name="AutoShape 211"/>
          <p:cNvSpPr/>
          <p:nvPr/>
        </p:nvSpPr>
        <p:spPr bwMode="auto">
          <a:xfrm flipH="1" flipV="1">
            <a:off x="6161162" y="766131"/>
            <a:ext cx="784647" cy="133880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1124813" name="AutoShape 212"/>
          <p:cNvSpPr/>
          <p:nvPr/>
        </p:nvSpPr>
        <p:spPr bwMode="auto">
          <a:xfrm flipH="1" flipV="1">
            <a:off x="6815185" y="781871"/>
            <a:ext cx="176283" cy="130732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4468530" name="AutoShape 213"/>
          <p:cNvSpPr/>
          <p:nvPr/>
        </p:nvSpPr>
        <p:spPr bwMode="auto">
          <a:xfrm flipV="1">
            <a:off x="7056374" y="1018427"/>
            <a:ext cx="464429" cy="107963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1207784" name="AutoShape 214"/>
          <p:cNvSpPr/>
          <p:nvPr/>
        </p:nvSpPr>
        <p:spPr bwMode="auto">
          <a:xfrm flipV="1">
            <a:off x="7078451" y="683278"/>
            <a:ext cx="1003326" cy="142714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0572331" name="AutoShape 215"/>
          <p:cNvSpPr/>
          <p:nvPr/>
        </p:nvSpPr>
        <p:spPr bwMode="auto">
          <a:xfrm flipV="1">
            <a:off x="8029647" y="1543667"/>
            <a:ext cx="0" cy="5444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0200209" name="AutoShape 216"/>
          <p:cNvSpPr/>
          <p:nvPr/>
        </p:nvSpPr>
        <p:spPr bwMode="auto">
          <a:xfrm flipV="1">
            <a:off x="8096064" y="763447"/>
            <a:ext cx="865017" cy="134416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8931064" name="AutoShape 217"/>
          <p:cNvSpPr/>
          <p:nvPr/>
        </p:nvSpPr>
        <p:spPr bwMode="auto">
          <a:xfrm flipV="1">
            <a:off x="8138126" y="1675121"/>
            <a:ext cx="903603" cy="47828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915956" name="AutoShape 218"/>
          <p:cNvSpPr/>
          <p:nvPr/>
        </p:nvSpPr>
        <p:spPr bwMode="auto">
          <a:xfrm flipV="1">
            <a:off x="8126232" y="613235"/>
            <a:ext cx="1941579" cy="152187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1627767" name="AutoShape 219"/>
          <p:cNvSpPr/>
          <p:nvPr/>
        </p:nvSpPr>
        <p:spPr bwMode="auto">
          <a:xfrm flipV="1">
            <a:off x="8151990" y="2149410"/>
            <a:ext cx="658970" cy="5179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2755390" name="Freeform 221"/>
          <p:cNvSpPr/>
          <p:nvPr/>
        </p:nvSpPr>
        <p:spPr bwMode="auto">
          <a:xfrm rot="0" flipH="0" flipV="0">
            <a:off x="10004951" y="220120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2942947" name="TextBox 222"/>
          <p:cNvSpPr txBox="1"/>
          <p:nvPr/>
        </p:nvSpPr>
        <p:spPr bwMode="auto">
          <a:xfrm rot="0" flipH="0" flipV="0">
            <a:off x="10027959" y="221270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52261676" name="AutoShape 223"/>
          <p:cNvSpPr/>
          <p:nvPr/>
        </p:nvSpPr>
        <p:spPr bwMode="auto">
          <a:xfrm flipV="1">
            <a:off x="8730232" y="1077064"/>
            <a:ext cx="2244360" cy="165846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7802912" name="AutoShape 224"/>
          <p:cNvSpPr/>
          <p:nvPr/>
        </p:nvSpPr>
        <p:spPr bwMode="auto">
          <a:xfrm flipV="1">
            <a:off x="8720694" y="1559275"/>
            <a:ext cx="1231823" cy="116487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7758302" name="AutoShape 225"/>
          <p:cNvSpPr/>
          <p:nvPr/>
        </p:nvSpPr>
        <p:spPr bwMode="auto">
          <a:xfrm flipV="1">
            <a:off x="8748308" y="2361740"/>
            <a:ext cx="1262580" cy="40890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176747" name="AutoShape 226"/>
          <p:cNvSpPr/>
          <p:nvPr/>
        </p:nvSpPr>
        <p:spPr bwMode="auto">
          <a:xfrm flipV="1">
            <a:off x="8741220" y="1795498"/>
            <a:ext cx="1907455" cy="95788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6525213" name="AutoShape 227"/>
          <p:cNvSpPr/>
          <p:nvPr/>
        </p:nvSpPr>
        <p:spPr bwMode="auto">
          <a:xfrm flipV="1">
            <a:off x="8508819" y="2313131"/>
            <a:ext cx="2692496" cy="49533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2955688" name="AutoShape 228"/>
          <p:cNvSpPr/>
          <p:nvPr/>
        </p:nvSpPr>
        <p:spPr bwMode="auto">
          <a:xfrm>
            <a:off x="8751434" y="2834708"/>
            <a:ext cx="580546" cy="12706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5995861" name="AutoShape 229"/>
          <p:cNvSpPr/>
          <p:nvPr/>
        </p:nvSpPr>
        <p:spPr bwMode="auto">
          <a:xfrm flipV="1">
            <a:off x="8892906" y="2705211"/>
            <a:ext cx="1877337" cy="89323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193899" name="AutoShape 230"/>
          <p:cNvSpPr/>
          <p:nvPr/>
        </p:nvSpPr>
        <p:spPr bwMode="auto">
          <a:xfrm flipV="1">
            <a:off x="8902644" y="3197313"/>
            <a:ext cx="2265699" cy="43093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5761585" name="AutoShape 231"/>
          <p:cNvSpPr/>
          <p:nvPr/>
        </p:nvSpPr>
        <p:spPr bwMode="auto">
          <a:xfrm>
            <a:off x="8904717" y="3655260"/>
            <a:ext cx="1259743" cy="4190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0446372" name="AutoShape 232"/>
          <p:cNvSpPr/>
          <p:nvPr/>
        </p:nvSpPr>
        <p:spPr bwMode="auto">
          <a:xfrm>
            <a:off x="8902583" y="3674436"/>
            <a:ext cx="2103410" cy="40591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9240405" name="AutoShape 233"/>
          <p:cNvSpPr/>
          <p:nvPr/>
        </p:nvSpPr>
        <p:spPr bwMode="auto">
          <a:xfrm>
            <a:off x="8894181" y="3701151"/>
            <a:ext cx="2312426" cy="103072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2124834" name="AutoShape 234"/>
          <p:cNvSpPr/>
          <p:nvPr/>
        </p:nvSpPr>
        <p:spPr bwMode="auto">
          <a:xfrm>
            <a:off x="8888105" y="3712985"/>
            <a:ext cx="1538397" cy="89671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5994427" name="AutoShape 235"/>
          <p:cNvSpPr/>
          <p:nvPr/>
        </p:nvSpPr>
        <p:spPr bwMode="auto">
          <a:xfrm>
            <a:off x="8771231" y="4449600"/>
            <a:ext cx="2312897" cy="10439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9693164" name="AutoShape 236"/>
          <p:cNvSpPr/>
          <p:nvPr/>
        </p:nvSpPr>
        <p:spPr bwMode="auto">
          <a:xfrm flipV="1">
            <a:off x="8781511" y="4355184"/>
            <a:ext cx="333517" cy="3214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9752715" name="AutoShape 237"/>
          <p:cNvSpPr/>
          <p:nvPr/>
        </p:nvSpPr>
        <p:spPr bwMode="auto">
          <a:xfrm>
            <a:off x="8765084" y="4461433"/>
            <a:ext cx="1170866" cy="6902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5663901" name="AutoShape 238"/>
          <p:cNvSpPr/>
          <p:nvPr/>
        </p:nvSpPr>
        <p:spPr bwMode="auto">
          <a:xfrm>
            <a:off x="8752685" y="4478783"/>
            <a:ext cx="2182239" cy="186309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6310432" name="AutoShape 239"/>
          <p:cNvSpPr/>
          <p:nvPr/>
        </p:nvSpPr>
        <p:spPr bwMode="auto">
          <a:xfrm>
            <a:off x="8728774" y="4500308"/>
            <a:ext cx="814851" cy="118796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3681981" name="AutoShape 240"/>
          <p:cNvSpPr/>
          <p:nvPr/>
        </p:nvSpPr>
        <p:spPr bwMode="auto">
          <a:xfrm>
            <a:off x="8704215" y="4513358"/>
            <a:ext cx="278420" cy="70912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2702108" name="AutoShape 241"/>
          <p:cNvSpPr/>
          <p:nvPr/>
        </p:nvSpPr>
        <p:spPr bwMode="auto">
          <a:xfrm>
            <a:off x="7993470" y="4881236"/>
            <a:ext cx="1323409" cy="133060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5555462" name="AutoShape 242"/>
          <p:cNvSpPr/>
          <p:nvPr/>
        </p:nvSpPr>
        <p:spPr bwMode="auto">
          <a:xfrm>
            <a:off x="7963995" y="4902897"/>
            <a:ext cx="541749" cy="103170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7615136" name="AutoShape 243"/>
          <p:cNvSpPr/>
          <p:nvPr/>
        </p:nvSpPr>
        <p:spPr bwMode="auto">
          <a:xfrm flipH="1">
            <a:off x="7821913" y="4916737"/>
            <a:ext cx="77843" cy="132910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6130345" name="AutoShape 244"/>
          <p:cNvSpPr/>
          <p:nvPr/>
        </p:nvSpPr>
        <p:spPr bwMode="auto">
          <a:xfrm flipH="1">
            <a:off x="7600659" y="4908146"/>
            <a:ext cx="260555" cy="64925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6485901" name="AutoShape 245"/>
          <p:cNvSpPr/>
          <p:nvPr/>
        </p:nvSpPr>
        <p:spPr bwMode="auto">
          <a:xfrm flipH="1">
            <a:off x="6807886" y="4838505"/>
            <a:ext cx="68167" cy="91660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1784507" name="AutoShape 246"/>
          <p:cNvSpPr/>
          <p:nvPr/>
        </p:nvSpPr>
        <p:spPr bwMode="auto">
          <a:xfrm>
            <a:off x="6910116" y="4836297"/>
            <a:ext cx="304295" cy="14650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4066833" name="Freeform 248"/>
          <p:cNvSpPr/>
          <p:nvPr/>
        </p:nvSpPr>
        <p:spPr bwMode="auto">
          <a:xfrm rot="5399909" flipH="0" flipV="0">
            <a:off x="6059713" y="630139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98016447" name="TextBox 249"/>
          <p:cNvSpPr txBox="1"/>
          <p:nvPr/>
        </p:nvSpPr>
        <p:spPr bwMode="auto">
          <a:xfrm rot="5399909" flipH="0" flipV="0">
            <a:off x="6088475" y="6318646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70505568" name="AutoShape 250"/>
          <p:cNvSpPr/>
          <p:nvPr/>
        </p:nvSpPr>
        <p:spPr bwMode="auto">
          <a:xfrm flipH="1">
            <a:off x="6229132" y="4829637"/>
            <a:ext cx="609318" cy="148095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5855573" name="AutoShape 251"/>
          <p:cNvSpPr/>
          <p:nvPr/>
        </p:nvSpPr>
        <p:spPr bwMode="auto">
          <a:xfrm flipH="1">
            <a:off x="6232890" y="4815703"/>
            <a:ext cx="580536" cy="8059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4047372" name="AutoShape 252"/>
          <p:cNvSpPr/>
          <p:nvPr/>
        </p:nvSpPr>
        <p:spPr bwMode="auto">
          <a:xfrm flipH="1">
            <a:off x="5256234" y="4793709"/>
            <a:ext cx="1533840" cy="125162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0711067" name="AutoShape 253"/>
          <p:cNvSpPr/>
          <p:nvPr/>
        </p:nvSpPr>
        <p:spPr bwMode="auto">
          <a:xfrm flipH="1">
            <a:off x="4467406" y="4771724"/>
            <a:ext cx="2308322" cy="117288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8890850" name="AutoShape 254"/>
          <p:cNvSpPr/>
          <p:nvPr/>
        </p:nvSpPr>
        <p:spPr bwMode="auto">
          <a:xfrm flipH="1">
            <a:off x="5705899" y="4273187"/>
            <a:ext cx="119803" cy="51186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7723140" name="AutoShape 255"/>
          <p:cNvSpPr/>
          <p:nvPr/>
        </p:nvSpPr>
        <p:spPr bwMode="auto">
          <a:xfrm flipH="1">
            <a:off x="4721908" y="4244778"/>
            <a:ext cx="1049553" cy="116306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9873062" name="AutoShape 256"/>
          <p:cNvSpPr/>
          <p:nvPr/>
        </p:nvSpPr>
        <p:spPr bwMode="auto">
          <a:xfrm flipH="1">
            <a:off x="4982098" y="4176729"/>
            <a:ext cx="751024" cy="14362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0043670" name="Freeform 258"/>
          <p:cNvSpPr/>
          <p:nvPr/>
        </p:nvSpPr>
        <p:spPr bwMode="auto">
          <a:xfrm rot="0" flipH="0" flipV="0">
            <a:off x="4313571" y="473187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4051389" name="TextBox 259"/>
          <p:cNvSpPr txBox="1"/>
          <p:nvPr/>
        </p:nvSpPr>
        <p:spPr bwMode="auto">
          <a:xfrm rot="0" flipH="0" flipV="0">
            <a:off x="4336579" y="474338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13827442" name="AutoShape 260"/>
          <p:cNvSpPr/>
          <p:nvPr/>
        </p:nvSpPr>
        <p:spPr bwMode="auto">
          <a:xfrm flipH="1">
            <a:off x="4546310" y="4208082"/>
            <a:ext cx="1197342" cy="59210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020609279" name=""/>
          <p:cNvGrpSpPr/>
          <p:nvPr/>
        </p:nvGrpSpPr>
        <p:grpSpPr bwMode="auto">
          <a:xfrm>
            <a:off x="830145" y="3025989"/>
            <a:ext cx="1947636" cy="838962"/>
            <a:chOff x="0" y="0"/>
            <a:chExt cx="1947636" cy="838962"/>
          </a:xfrm>
        </p:grpSpPr>
        <p:sp>
          <p:nvSpPr>
            <p:cNvPr id="343198018" name="Freeform 31"/>
            <p:cNvSpPr/>
            <p:nvPr/>
          </p:nvSpPr>
          <p:spPr bwMode="auto">
            <a:xfrm rot="0" flipH="0" flipV="0">
              <a:off x="0" y="114111"/>
              <a:ext cx="1947637" cy="724843"/>
            </a:xfrm>
            <a:custGeom>
              <a:avLst/>
              <a:gdLst/>
              <a:ahLst/>
              <a:cxnLst/>
              <a:rect l="l" t="t" r="r" b="b"/>
              <a:pathLst>
                <a:path w="812800" h="302497" fill="norm" stroke="1" extrusionOk="0">
                  <a:moveTo>
                    <a:pt x="23850" y="0"/>
                  </a:moveTo>
                  <a:lnTo>
                    <a:pt x="788950" y="0"/>
                  </a:lnTo>
                  <a:cubicBezTo>
                    <a:pt x="795275" y="0"/>
                    <a:pt x="801342" y="2513"/>
                    <a:pt x="805814" y="6986"/>
                  </a:cubicBezTo>
                  <a:cubicBezTo>
                    <a:pt x="810287" y="11458"/>
                    <a:pt x="812800" y="17525"/>
                    <a:pt x="812800" y="23850"/>
                  </a:cubicBezTo>
                  <a:lnTo>
                    <a:pt x="812800" y="278647"/>
                  </a:lnTo>
                  <a:cubicBezTo>
                    <a:pt x="812800" y="291819"/>
                    <a:pt x="802122" y="302497"/>
                    <a:pt x="788950" y="302497"/>
                  </a:cubicBezTo>
                  <a:lnTo>
                    <a:pt x="23850" y="302497"/>
                  </a:lnTo>
                  <a:cubicBezTo>
                    <a:pt x="17525" y="302497"/>
                    <a:pt x="11458" y="299984"/>
                    <a:pt x="6986" y="295511"/>
                  </a:cubicBezTo>
                  <a:cubicBezTo>
                    <a:pt x="2513" y="291039"/>
                    <a:pt x="0" y="284972"/>
                    <a:pt x="0" y="278647"/>
                  </a:cubicBezTo>
                  <a:lnTo>
                    <a:pt x="0" y="23850"/>
                  </a:lnTo>
                  <a:cubicBezTo>
                    <a:pt x="0" y="17525"/>
                    <a:pt x="2513" y="11458"/>
                    <a:pt x="6986" y="6986"/>
                  </a:cubicBezTo>
                  <a:cubicBezTo>
                    <a:pt x="11458" y="2513"/>
                    <a:pt x="17525" y="0"/>
                    <a:pt x="2385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405071749" name="TextBox 32"/>
            <p:cNvSpPr txBox="1"/>
            <p:nvPr/>
          </p:nvSpPr>
          <p:spPr bwMode="auto">
            <a:xfrm rot="0" flipH="0" flipV="0">
              <a:off x="0" y="0"/>
              <a:ext cx="1947637" cy="83896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7408426" name="Freeform 27"/>
          <p:cNvSpPr/>
          <p:nvPr/>
        </p:nvSpPr>
        <p:spPr bwMode="auto">
          <a:xfrm rot="0" flipH="0" flipV="0">
            <a:off x="6981552" y="3310515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66000027" name="TextBox 28"/>
          <p:cNvSpPr txBox="1"/>
          <p:nvPr/>
        </p:nvSpPr>
        <p:spPr bwMode="auto">
          <a:xfrm rot="0" flipH="0" flipV="0">
            <a:off x="7004555" y="3322017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11751148" name="AutoShape 29"/>
          <p:cNvSpPr/>
          <p:nvPr/>
        </p:nvSpPr>
        <p:spPr bwMode="auto">
          <a:xfrm>
            <a:off x="2629648" y="3411905"/>
            <a:ext cx="4351905" cy="2071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8981656" name="AutoShape 33"/>
          <p:cNvSpPr/>
          <p:nvPr/>
        </p:nvSpPr>
        <p:spPr bwMode="auto">
          <a:xfrm flipV="1">
            <a:off x="7166532" y="2221553"/>
            <a:ext cx="651606" cy="110592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1092557" name="Freeform 35"/>
          <p:cNvSpPr/>
          <p:nvPr/>
        </p:nvSpPr>
        <p:spPr bwMode="auto">
          <a:xfrm rot="0" flipH="0" flipV="0">
            <a:off x="6736174" y="199314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92704089" name="TextBox 36"/>
          <p:cNvSpPr txBox="1"/>
          <p:nvPr/>
        </p:nvSpPr>
        <p:spPr bwMode="auto">
          <a:xfrm rot="0" flipH="0" flipV="0">
            <a:off x="6759178" y="200464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92421359" name="Freeform 38"/>
          <p:cNvSpPr/>
          <p:nvPr/>
        </p:nvSpPr>
        <p:spPr bwMode="auto">
          <a:xfrm rot="0" flipH="0" flipV="0">
            <a:off x="8359504" y="259066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80024396" name="TextBox 39"/>
          <p:cNvSpPr txBox="1"/>
          <p:nvPr/>
        </p:nvSpPr>
        <p:spPr bwMode="auto">
          <a:xfrm rot="0" flipH="0" flipV="0">
            <a:off x="8382508" y="260216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36239108" name="Freeform 41"/>
          <p:cNvSpPr/>
          <p:nvPr/>
        </p:nvSpPr>
        <p:spPr bwMode="auto">
          <a:xfrm rot="0" flipH="0" flipV="0">
            <a:off x="8510010" y="343320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55549548" name="TextBox 42"/>
          <p:cNvSpPr txBox="1"/>
          <p:nvPr/>
        </p:nvSpPr>
        <p:spPr bwMode="auto">
          <a:xfrm rot="0" flipH="0" flipV="0">
            <a:off x="8533014" y="344470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32101816" name="Freeform 44"/>
          <p:cNvSpPr/>
          <p:nvPr/>
        </p:nvSpPr>
        <p:spPr bwMode="auto">
          <a:xfrm rot="0" flipH="0" flipV="0">
            <a:off x="7635053" y="457601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93367528" name="TextBox 45"/>
          <p:cNvSpPr txBox="1"/>
          <p:nvPr/>
        </p:nvSpPr>
        <p:spPr bwMode="auto">
          <a:xfrm rot="0" flipH="0" flipV="0">
            <a:off x="7658057" y="458752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01013279" name="Freeform 47"/>
          <p:cNvSpPr/>
          <p:nvPr/>
        </p:nvSpPr>
        <p:spPr bwMode="auto">
          <a:xfrm rot="0" flipH="0" flipV="0">
            <a:off x="6613485" y="4497930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56240516" name="TextBox 48"/>
          <p:cNvSpPr txBox="1"/>
          <p:nvPr/>
        </p:nvSpPr>
        <p:spPr bwMode="auto">
          <a:xfrm rot="0" flipH="0" flipV="0">
            <a:off x="6636489" y="450943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73167903" name="Freeform 50"/>
          <p:cNvSpPr/>
          <p:nvPr/>
        </p:nvSpPr>
        <p:spPr bwMode="auto">
          <a:xfrm rot="0" flipH="0" flipV="0">
            <a:off x="5582216" y="393559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49121195" name="TextBox 51"/>
          <p:cNvSpPr txBox="1"/>
          <p:nvPr/>
        </p:nvSpPr>
        <p:spPr bwMode="auto">
          <a:xfrm rot="0" flipH="0" flipV="0">
            <a:off x="5605220" y="394709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12640505" name="Freeform 53"/>
          <p:cNvSpPr/>
          <p:nvPr/>
        </p:nvSpPr>
        <p:spPr bwMode="auto">
          <a:xfrm rot="0" flipH="0" flipV="0">
            <a:off x="8387320" y="418097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7313896" name="TextBox 54"/>
          <p:cNvSpPr txBox="1"/>
          <p:nvPr/>
        </p:nvSpPr>
        <p:spPr bwMode="auto">
          <a:xfrm rot="0" flipH="0" flipV="0">
            <a:off x="8410324" y="419247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40324865" name="Freeform 56"/>
          <p:cNvSpPr/>
          <p:nvPr/>
        </p:nvSpPr>
        <p:spPr bwMode="auto">
          <a:xfrm rot="0" flipH="0" flipV="0">
            <a:off x="7757742" y="199314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505837526" name="TextBox 57"/>
          <p:cNvSpPr txBox="1"/>
          <p:nvPr/>
        </p:nvSpPr>
        <p:spPr bwMode="auto">
          <a:xfrm rot="0" flipH="0" flipV="0">
            <a:off x="7780746" y="200464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794209850" name="Freeform 59"/>
          <p:cNvSpPr/>
          <p:nvPr/>
        </p:nvSpPr>
        <p:spPr bwMode="auto">
          <a:xfrm rot="0" flipH="0" flipV="0">
            <a:off x="5827594" y="248389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54495434" name="TextBox 60"/>
          <p:cNvSpPr txBox="1"/>
          <p:nvPr/>
        </p:nvSpPr>
        <p:spPr bwMode="auto">
          <a:xfrm rot="0" flipH="0" flipV="0">
            <a:off x="5850598" y="2495399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24137764" name="AutoShape 61"/>
          <p:cNvSpPr/>
          <p:nvPr/>
        </p:nvSpPr>
        <p:spPr bwMode="auto">
          <a:xfrm flipV="1">
            <a:off x="7213008" y="2770174"/>
            <a:ext cx="1160417" cy="60620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0744194" name="AutoShape 62"/>
          <p:cNvSpPr/>
          <p:nvPr/>
        </p:nvSpPr>
        <p:spPr bwMode="auto">
          <a:xfrm>
            <a:off x="7226543" y="3443022"/>
            <a:ext cx="1283852" cy="1030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2848911" name="AutoShape 63"/>
          <p:cNvSpPr/>
          <p:nvPr/>
        </p:nvSpPr>
        <p:spPr bwMode="auto">
          <a:xfrm>
            <a:off x="7208567" y="3497805"/>
            <a:ext cx="1197117" cy="74126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8831078" name="AutoShape 64"/>
          <p:cNvSpPr/>
          <p:nvPr/>
        </p:nvSpPr>
        <p:spPr bwMode="auto">
          <a:xfrm>
            <a:off x="7160547" y="3542240"/>
            <a:ext cx="540891" cy="104743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1344835" name="AutoShape 65"/>
          <p:cNvSpPr/>
          <p:nvPr/>
        </p:nvSpPr>
        <p:spPr bwMode="auto">
          <a:xfrm flipH="1">
            <a:off x="6772509" y="3550424"/>
            <a:ext cx="295394" cy="95297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5197133" name="AutoShape 66"/>
          <p:cNvSpPr/>
          <p:nvPr/>
        </p:nvSpPr>
        <p:spPr bwMode="auto">
          <a:xfrm flipH="1">
            <a:off x="5816955" y="3483257"/>
            <a:ext cx="1175238" cy="52497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3680025" name="AutoShape 67"/>
          <p:cNvSpPr/>
          <p:nvPr/>
        </p:nvSpPr>
        <p:spPr bwMode="auto">
          <a:xfrm flipH="1" flipV="1">
            <a:off x="6050032" y="2678040"/>
            <a:ext cx="954461" cy="68371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6810242" name="AutoShape 68"/>
          <p:cNvSpPr/>
          <p:nvPr/>
        </p:nvSpPr>
        <p:spPr bwMode="auto">
          <a:xfrm flipH="1" flipV="1">
            <a:off x="6881335" y="2236466"/>
            <a:ext cx="200435" cy="107610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6408114" name="Freeform 70"/>
          <p:cNvSpPr/>
          <p:nvPr/>
        </p:nvSpPr>
        <p:spPr bwMode="auto">
          <a:xfrm rot="0" flipH="0" flipV="0">
            <a:off x="3964140" y="2361208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22202224" name="TextBox 71"/>
          <p:cNvSpPr txBox="1"/>
          <p:nvPr/>
        </p:nvSpPr>
        <p:spPr bwMode="auto">
          <a:xfrm rot="0" flipH="0" flipV="0">
            <a:off x="3987143" y="237271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90208152" name="Freeform 73"/>
          <p:cNvSpPr/>
          <p:nvPr/>
        </p:nvSpPr>
        <p:spPr bwMode="auto">
          <a:xfrm rot="0" flipH="0" flipV="0">
            <a:off x="3964140" y="150281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00714764" name="TextBox 74"/>
          <p:cNvSpPr txBox="1"/>
          <p:nvPr/>
        </p:nvSpPr>
        <p:spPr bwMode="auto">
          <a:xfrm rot="0" flipH="0" flipV="0">
            <a:off x="3987143" y="151431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01791945" name="Freeform 76"/>
          <p:cNvSpPr/>
          <p:nvPr/>
        </p:nvSpPr>
        <p:spPr bwMode="auto">
          <a:xfrm rot="0" flipH="0" flipV="0">
            <a:off x="3435392" y="1870452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49020015" name="TextBox 77"/>
          <p:cNvSpPr txBox="1"/>
          <p:nvPr/>
        </p:nvSpPr>
        <p:spPr bwMode="auto">
          <a:xfrm rot="0" flipH="0" flipV="0">
            <a:off x="3458396" y="188195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1214859" name="Freeform 79"/>
          <p:cNvSpPr/>
          <p:nvPr/>
        </p:nvSpPr>
        <p:spPr bwMode="auto">
          <a:xfrm rot="0" flipH="0" flipV="0">
            <a:off x="4467601" y="115476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19814818" name="TextBox 80"/>
          <p:cNvSpPr txBox="1"/>
          <p:nvPr/>
        </p:nvSpPr>
        <p:spPr bwMode="auto">
          <a:xfrm rot="0" flipH="0" flipV="0">
            <a:off x="4490605" y="1166267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15203473" name="Freeform 82"/>
          <p:cNvSpPr/>
          <p:nvPr/>
        </p:nvSpPr>
        <p:spPr bwMode="auto">
          <a:xfrm rot="0" flipH="0" flipV="0">
            <a:off x="5035060" y="95805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55447978" name="TextBox 83"/>
          <p:cNvSpPr txBox="1"/>
          <p:nvPr/>
        </p:nvSpPr>
        <p:spPr bwMode="auto">
          <a:xfrm rot="0" flipH="0" flipV="0">
            <a:off x="5058064" y="96955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46493535" name="Freeform 85"/>
          <p:cNvSpPr/>
          <p:nvPr/>
        </p:nvSpPr>
        <p:spPr bwMode="auto">
          <a:xfrm rot="0" flipH="0" flipV="0">
            <a:off x="5827594" y="44288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53643068" name="TextBox 86"/>
          <p:cNvSpPr txBox="1"/>
          <p:nvPr/>
        </p:nvSpPr>
        <p:spPr bwMode="auto">
          <a:xfrm rot="0" flipH="0" flipV="0">
            <a:off x="5850598" y="4543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09589348" name="Freeform 88"/>
          <p:cNvSpPr/>
          <p:nvPr/>
        </p:nvSpPr>
        <p:spPr bwMode="auto">
          <a:xfrm rot="0" flipH="0" flipV="0">
            <a:off x="6527130" y="44288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411509647" name="TextBox 89"/>
          <p:cNvSpPr txBox="1"/>
          <p:nvPr/>
        </p:nvSpPr>
        <p:spPr bwMode="auto">
          <a:xfrm rot="0" flipH="0" flipV="0">
            <a:off x="6550134" y="4543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482360268" name="Freeform 91"/>
          <p:cNvSpPr/>
          <p:nvPr/>
        </p:nvSpPr>
        <p:spPr bwMode="auto">
          <a:xfrm rot="0" flipH="0" flipV="0">
            <a:off x="6368106" y="103207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72836234" name="TextBox 92"/>
          <p:cNvSpPr txBox="1"/>
          <p:nvPr/>
        </p:nvSpPr>
        <p:spPr bwMode="auto">
          <a:xfrm rot="0" flipH="0" flipV="0">
            <a:off x="6391111" y="104357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10232357" name="Freeform 94"/>
          <p:cNvSpPr/>
          <p:nvPr/>
        </p:nvSpPr>
        <p:spPr bwMode="auto">
          <a:xfrm rot="0" flipH="0" flipV="0">
            <a:off x="7297498" y="68825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0049695" name="TextBox 95"/>
          <p:cNvSpPr txBox="1"/>
          <p:nvPr/>
        </p:nvSpPr>
        <p:spPr bwMode="auto">
          <a:xfrm rot="0" flipH="0" flipV="0">
            <a:off x="7320502" y="69976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22875718" name="Freeform 97"/>
          <p:cNvSpPr/>
          <p:nvPr/>
        </p:nvSpPr>
        <p:spPr bwMode="auto">
          <a:xfrm rot="0" flipH="0" flipV="0">
            <a:off x="7880431" y="36553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47030049" name="TextBox 98"/>
          <p:cNvSpPr txBox="1"/>
          <p:nvPr/>
        </p:nvSpPr>
        <p:spPr bwMode="auto">
          <a:xfrm rot="0" flipH="0" flipV="0">
            <a:off x="7903435" y="37703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90739339" name="Freeform 100"/>
          <p:cNvSpPr/>
          <p:nvPr/>
        </p:nvSpPr>
        <p:spPr bwMode="auto">
          <a:xfrm rot="0" flipH="0" flipV="0">
            <a:off x="8755387" y="44288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33317793" name="TextBox 101"/>
          <p:cNvSpPr txBox="1"/>
          <p:nvPr/>
        </p:nvSpPr>
        <p:spPr bwMode="auto">
          <a:xfrm rot="0" flipH="0" flipV="0">
            <a:off x="8778391" y="4543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11059622" name="Freeform 103"/>
          <p:cNvSpPr/>
          <p:nvPr/>
        </p:nvSpPr>
        <p:spPr bwMode="auto">
          <a:xfrm rot="0" flipH="0" flipV="0">
            <a:off x="7757742" y="1203435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9850713" name="TextBox 104"/>
          <p:cNvSpPr txBox="1"/>
          <p:nvPr/>
        </p:nvSpPr>
        <p:spPr bwMode="auto">
          <a:xfrm rot="0" flipH="0" flipV="0">
            <a:off x="7780746" y="121493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92632034" name="Freeform 106"/>
          <p:cNvSpPr/>
          <p:nvPr/>
        </p:nvSpPr>
        <p:spPr bwMode="auto">
          <a:xfrm rot="0" flipH="0" flipV="0">
            <a:off x="8878077" y="140014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94819576" name="TextBox 107"/>
          <p:cNvSpPr txBox="1"/>
          <p:nvPr/>
        </p:nvSpPr>
        <p:spPr bwMode="auto">
          <a:xfrm rot="0" flipH="0" flipV="0">
            <a:off x="8901080" y="141164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73944122" name="Freeform 109"/>
          <p:cNvSpPr/>
          <p:nvPr/>
        </p:nvSpPr>
        <p:spPr bwMode="auto">
          <a:xfrm rot="0" flipH="0" flipV="0">
            <a:off x="9769363" y="125743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41982503" name="TextBox 110"/>
          <p:cNvSpPr txBox="1"/>
          <p:nvPr/>
        </p:nvSpPr>
        <p:spPr bwMode="auto">
          <a:xfrm rot="0" flipH="0" flipV="0">
            <a:off x="9792367" y="126893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0826720" name="Freeform 112"/>
          <p:cNvSpPr/>
          <p:nvPr/>
        </p:nvSpPr>
        <p:spPr bwMode="auto">
          <a:xfrm rot="0" flipH="0" flipV="0">
            <a:off x="9892053" y="32019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57904287" name="TextBox 113"/>
          <p:cNvSpPr txBox="1"/>
          <p:nvPr/>
        </p:nvSpPr>
        <p:spPr bwMode="auto">
          <a:xfrm rot="0" flipH="0" flipV="0">
            <a:off x="9915056" y="33169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99928779" name="Freeform 115"/>
          <p:cNvSpPr/>
          <p:nvPr/>
        </p:nvSpPr>
        <p:spPr bwMode="auto">
          <a:xfrm rot="0" flipH="0" flipV="0">
            <a:off x="10800763" y="78669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55816617" name="TextBox 116"/>
          <p:cNvSpPr txBox="1"/>
          <p:nvPr/>
        </p:nvSpPr>
        <p:spPr bwMode="auto">
          <a:xfrm rot="0" flipH="0" flipV="0">
            <a:off x="10823767" y="79820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19959549" name="Freeform 118"/>
          <p:cNvSpPr/>
          <p:nvPr/>
        </p:nvSpPr>
        <p:spPr bwMode="auto">
          <a:xfrm rot="0" flipH="0" flipV="0">
            <a:off x="10485900" y="152283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08809345" name="TextBox 119"/>
          <p:cNvSpPr txBox="1"/>
          <p:nvPr/>
        </p:nvSpPr>
        <p:spPr bwMode="auto">
          <a:xfrm rot="0" flipH="0" flipV="0">
            <a:off x="10508904" y="153433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40833459" name="Freeform 121"/>
          <p:cNvSpPr/>
          <p:nvPr/>
        </p:nvSpPr>
        <p:spPr bwMode="auto">
          <a:xfrm rot="0" flipH="0" flipV="0">
            <a:off x="11049447" y="2073228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49355002" name="TextBox 122"/>
          <p:cNvSpPr txBox="1"/>
          <p:nvPr/>
        </p:nvSpPr>
        <p:spPr bwMode="auto">
          <a:xfrm rot="0" flipH="0" flipV="0">
            <a:off x="11072451" y="208473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73250254" name="Freeform 124"/>
          <p:cNvSpPr/>
          <p:nvPr/>
        </p:nvSpPr>
        <p:spPr bwMode="auto">
          <a:xfrm rot="0" flipH="0" flipV="0">
            <a:off x="8661215" y="1922130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29063065" name="TextBox 125"/>
          <p:cNvSpPr txBox="1"/>
          <p:nvPr/>
        </p:nvSpPr>
        <p:spPr bwMode="auto">
          <a:xfrm rot="0" flipH="0" flipV="0">
            <a:off x="8684219" y="193363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8742249" name="Freeform 127"/>
          <p:cNvSpPr/>
          <p:nvPr/>
        </p:nvSpPr>
        <p:spPr bwMode="auto">
          <a:xfrm rot="0" flipH="0" flipV="0">
            <a:off x="9179689" y="277017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37427700" name="TextBox 128"/>
          <p:cNvSpPr txBox="1"/>
          <p:nvPr/>
        </p:nvSpPr>
        <p:spPr bwMode="auto">
          <a:xfrm rot="0" flipH="0" flipV="0">
            <a:off x="9202693" y="278167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83970872" name="Freeform 130"/>
          <p:cNvSpPr/>
          <p:nvPr/>
        </p:nvSpPr>
        <p:spPr bwMode="auto">
          <a:xfrm rot="0" flipH="0" flipV="0">
            <a:off x="10608589" y="243470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11001707" name="TextBox 131"/>
          <p:cNvSpPr txBox="1"/>
          <p:nvPr/>
        </p:nvSpPr>
        <p:spPr bwMode="auto">
          <a:xfrm rot="0" flipH="0" flipV="0">
            <a:off x="10631593" y="244620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55083502" name="Freeform 133"/>
          <p:cNvSpPr/>
          <p:nvPr/>
        </p:nvSpPr>
        <p:spPr bwMode="auto">
          <a:xfrm rot="0" flipH="0" flipV="0">
            <a:off x="11016346" y="2956502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07552688" name="TextBox 134"/>
          <p:cNvSpPr txBox="1"/>
          <p:nvPr/>
        </p:nvSpPr>
        <p:spPr bwMode="auto">
          <a:xfrm rot="0" flipH="0" flipV="0">
            <a:off x="11039350" y="296800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51170664" name="Freeform 136"/>
          <p:cNvSpPr/>
          <p:nvPr/>
        </p:nvSpPr>
        <p:spPr bwMode="auto">
          <a:xfrm rot="0" flipH="0" flipV="0">
            <a:off x="10014741" y="348325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2121021302" name="TextBox 137"/>
          <p:cNvSpPr txBox="1"/>
          <p:nvPr/>
        </p:nvSpPr>
        <p:spPr bwMode="auto">
          <a:xfrm rot="0" flipH="0" flipV="0">
            <a:off x="10037744" y="349475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426472679" name="Freeform 139"/>
          <p:cNvSpPr/>
          <p:nvPr/>
        </p:nvSpPr>
        <p:spPr bwMode="auto">
          <a:xfrm rot="0" flipH="0" flipV="0">
            <a:off x="10853967" y="388554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80884703" name="TextBox 140"/>
          <p:cNvSpPr txBox="1"/>
          <p:nvPr/>
        </p:nvSpPr>
        <p:spPr bwMode="auto">
          <a:xfrm rot="0" flipH="0" flipV="0">
            <a:off x="10876971" y="389704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01136823" name="Freeform 142"/>
          <p:cNvSpPr/>
          <p:nvPr/>
        </p:nvSpPr>
        <p:spPr bwMode="auto">
          <a:xfrm rot="0" flipH="0" flipV="0">
            <a:off x="11046141" y="456364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1377606" name="TextBox 143"/>
          <p:cNvSpPr txBox="1"/>
          <p:nvPr/>
        </p:nvSpPr>
        <p:spPr bwMode="auto">
          <a:xfrm rot="0" flipH="0" flipV="0">
            <a:off x="11069145" y="457514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69022003" name="Freeform 145"/>
          <p:cNvSpPr/>
          <p:nvPr/>
        </p:nvSpPr>
        <p:spPr bwMode="auto">
          <a:xfrm rot="0" flipH="0" flipV="0">
            <a:off x="10923453" y="532568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73391805" name="TextBox 146"/>
          <p:cNvSpPr txBox="1"/>
          <p:nvPr/>
        </p:nvSpPr>
        <p:spPr bwMode="auto">
          <a:xfrm rot="0" flipH="0" flipV="0">
            <a:off x="10946456" y="533718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56312940" name="Freeform 148"/>
          <p:cNvSpPr/>
          <p:nvPr/>
        </p:nvSpPr>
        <p:spPr bwMode="auto">
          <a:xfrm rot="0" flipH="0" flipV="0">
            <a:off x="4590290" y="412529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59582926" name="TextBox 149"/>
          <p:cNvSpPr txBox="1"/>
          <p:nvPr/>
        </p:nvSpPr>
        <p:spPr bwMode="auto">
          <a:xfrm rot="0" flipH="0" flipV="0">
            <a:off x="4613294" y="413679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30611206" name="Freeform 151"/>
          <p:cNvSpPr/>
          <p:nvPr/>
        </p:nvSpPr>
        <p:spPr bwMode="auto">
          <a:xfrm rot="5399909" flipH="0" flipV="0">
            <a:off x="7542875" y="614981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8218895" name="TextBox 152"/>
          <p:cNvSpPr txBox="1"/>
          <p:nvPr/>
        </p:nvSpPr>
        <p:spPr bwMode="auto">
          <a:xfrm rot="5399909" flipH="0" flipV="0">
            <a:off x="7571631" y="616707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92183784" name="Freeform 154"/>
          <p:cNvSpPr/>
          <p:nvPr/>
        </p:nvSpPr>
        <p:spPr bwMode="auto">
          <a:xfrm rot="5399909" flipH="0" flipV="0">
            <a:off x="6527130" y="565906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627094247" name="TextBox 155"/>
          <p:cNvSpPr txBox="1"/>
          <p:nvPr/>
        </p:nvSpPr>
        <p:spPr bwMode="auto">
          <a:xfrm rot="5399909" flipH="0" flipV="0">
            <a:off x="6555886" y="567631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386728967" name="Freeform 157"/>
          <p:cNvSpPr/>
          <p:nvPr/>
        </p:nvSpPr>
        <p:spPr bwMode="auto">
          <a:xfrm rot="5399909" flipH="0" flipV="0">
            <a:off x="5889641" y="5502838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85596764" name="TextBox 158"/>
          <p:cNvSpPr txBox="1"/>
          <p:nvPr/>
        </p:nvSpPr>
        <p:spPr bwMode="auto">
          <a:xfrm rot="5399909" flipH="0" flipV="0">
            <a:off x="5918397" y="552009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31955824" name="Freeform 160"/>
          <p:cNvSpPr/>
          <p:nvPr/>
        </p:nvSpPr>
        <p:spPr bwMode="auto">
          <a:xfrm rot="5399909" flipH="0" flipV="0">
            <a:off x="6967629" y="620302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7048064" name="TextBox 161"/>
          <p:cNvSpPr txBox="1"/>
          <p:nvPr/>
        </p:nvSpPr>
        <p:spPr bwMode="auto">
          <a:xfrm rot="5399909" flipH="0" flipV="0">
            <a:off x="6996385" y="622027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56449094" name="Freeform 163"/>
          <p:cNvSpPr/>
          <p:nvPr/>
        </p:nvSpPr>
        <p:spPr bwMode="auto">
          <a:xfrm rot="5399909" flipH="0" flipV="0">
            <a:off x="4889836" y="590444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06685217" name="TextBox 164"/>
          <p:cNvSpPr txBox="1"/>
          <p:nvPr/>
        </p:nvSpPr>
        <p:spPr bwMode="auto">
          <a:xfrm rot="5399909" flipH="0" flipV="0">
            <a:off x="4918592" y="592169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7957180" name="Freeform 166"/>
          <p:cNvSpPr/>
          <p:nvPr/>
        </p:nvSpPr>
        <p:spPr bwMode="auto">
          <a:xfrm rot="5399909" flipH="0" flipV="0">
            <a:off x="5406504" y="468633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82080588" name="TextBox 167"/>
          <p:cNvSpPr txBox="1"/>
          <p:nvPr/>
        </p:nvSpPr>
        <p:spPr bwMode="auto">
          <a:xfrm rot="5399909" flipH="0" flipV="0">
            <a:off x="5435260" y="47035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44271772" name="Freeform 169"/>
          <p:cNvSpPr/>
          <p:nvPr/>
        </p:nvSpPr>
        <p:spPr bwMode="auto">
          <a:xfrm rot="0" flipH="0" flipV="0">
            <a:off x="9131229" y="6080332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60345945" name="TextBox 170"/>
          <p:cNvSpPr txBox="1"/>
          <p:nvPr/>
        </p:nvSpPr>
        <p:spPr bwMode="auto">
          <a:xfrm rot="0" flipH="0" flipV="0">
            <a:off x="9154232" y="609183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97493703" name="Freeform 172"/>
          <p:cNvSpPr/>
          <p:nvPr/>
        </p:nvSpPr>
        <p:spPr bwMode="auto">
          <a:xfrm rot="0" flipH="0" flipV="0">
            <a:off x="8755387" y="511841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41243060" name="TextBox 173"/>
          <p:cNvSpPr txBox="1"/>
          <p:nvPr/>
        </p:nvSpPr>
        <p:spPr bwMode="auto">
          <a:xfrm rot="0" flipH="0" flipV="0">
            <a:off x="8778391" y="5129919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78568993" name="Freeform 175"/>
          <p:cNvSpPr/>
          <p:nvPr/>
        </p:nvSpPr>
        <p:spPr bwMode="auto">
          <a:xfrm rot="0" flipH="0" flipV="0">
            <a:off x="7283136" y="545292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54225165" name="TextBox 176"/>
          <p:cNvSpPr txBox="1"/>
          <p:nvPr/>
        </p:nvSpPr>
        <p:spPr bwMode="auto">
          <a:xfrm rot="0" flipH="0" flipV="0">
            <a:off x="7306140" y="546443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80330262" name="Freeform 178"/>
          <p:cNvSpPr/>
          <p:nvPr/>
        </p:nvSpPr>
        <p:spPr bwMode="auto">
          <a:xfrm rot="0" flipH="0" flipV="0">
            <a:off x="8290793" y="582480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89278271" name="TextBox 179"/>
          <p:cNvSpPr txBox="1"/>
          <p:nvPr/>
        </p:nvSpPr>
        <p:spPr bwMode="auto">
          <a:xfrm rot="0" flipH="0" flipV="0">
            <a:off x="8313797" y="583630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34920377" name="Freeform 181"/>
          <p:cNvSpPr/>
          <p:nvPr/>
        </p:nvSpPr>
        <p:spPr bwMode="auto">
          <a:xfrm rot="0" flipH="0" flipV="0">
            <a:off x="4086828" y="578174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42657140" name="TextBox 182"/>
          <p:cNvSpPr txBox="1"/>
          <p:nvPr/>
        </p:nvSpPr>
        <p:spPr bwMode="auto">
          <a:xfrm rot="0" flipH="0" flipV="0">
            <a:off x="4109832" y="579325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78363148" name="Freeform 184"/>
          <p:cNvSpPr/>
          <p:nvPr/>
        </p:nvSpPr>
        <p:spPr bwMode="auto">
          <a:xfrm rot="0" flipH="0" flipV="0">
            <a:off x="10755735" y="620302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895180644" name="TextBox 185"/>
          <p:cNvSpPr txBox="1"/>
          <p:nvPr/>
        </p:nvSpPr>
        <p:spPr bwMode="auto">
          <a:xfrm rot="0" flipH="0" flipV="0">
            <a:off x="10778739" y="621452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266914818" name="Freeform 187"/>
          <p:cNvSpPr/>
          <p:nvPr/>
        </p:nvSpPr>
        <p:spPr bwMode="auto">
          <a:xfrm rot="0" flipH="0" flipV="0">
            <a:off x="9340814" y="5571065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72634639" name="TextBox 188"/>
          <p:cNvSpPr txBox="1"/>
          <p:nvPr/>
        </p:nvSpPr>
        <p:spPr bwMode="auto">
          <a:xfrm rot="0" flipH="0" flipV="0">
            <a:off x="9363818" y="5582567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49069074" name="Freeform 190"/>
          <p:cNvSpPr/>
          <p:nvPr/>
        </p:nvSpPr>
        <p:spPr bwMode="auto">
          <a:xfrm rot="0" flipH="0" flipV="0">
            <a:off x="8965035" y="412529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86036494" name="TextBox 191"/>
          <p:cNvSpPr txBox="1"/>
          <p:nvPr/>
        </p:nvSpPr>
        <p:spPr bwMode="auto">
          <a:xfrm rot="0" flipH="0" flipV="0">
            <a:off x="8988039" y="413679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28710473" name="Freeform 193"/>
          <p:cNvSpPr/>
          <p:nvPr/>
        </p:nvSpPr>
        <p:spPr bwMode="auto">
          <a:xfrm rot="0" flipH="0" flipV="0">
            <a:off x="4368483" y="5280590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11282724" name="TextBox 194"/>
          <p:cNvSpPr txBox="1"/>
          <p:nvPr/>
        </p:nvSpPr>
        <p:spPr bwMode="auto">
          <a:xfrm rot="0" flipH="0" flipV="0">
            <a:off x="4391487" y="529209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53747336" name="Freeform 196"/>
          <p:cNvSpPr/>
          <p:nvPr/>
        </p:nvSpPr>
        <p:spPr bwMode="auto">
          <a:xfrm rot="0" flipH="0" flipV="0">
            <a:off x="5283814" y="148186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860287297" name="TextBox 197"/>
          <p:cNvSpPr txBox="1"/>
          <p:nvPr/>
        </p:nvSpPr>
        <p:spPr bwMode="auto">
          <a:xfrm rot="0" flipH="0" flipV="0">
            <a:off x="5306818" y="149336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108347894" name="Freeform 199"/>
          <p:cNvSpPr/>
          <p:nvPr/>
        </p:nvSpPr>
        <p:spPr bwMode="auto">
          <a:xfrm rot="0" flipH="0" flipV="0">
            <a:off x="9769363" y="499572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97533631" name="TextBox 200"/>
          <p:cNvSpPr txBox="1"/>
          <p:nvPr/>
        </p:nvSpPr>
        <p:spPr bwMode="auto">
          <a:xfrm rot="0" flipH="0" flipV="0">
            <a:off x="9792367" y="500723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31209241" name="Freeform 202"/>
          <p:cNvSpPr/>
          <p:nvPr/>
        </p:nvSpPr>
        <p:spPr bwMode="auto">
          <a:xfrm rot="0" flipH="0" flipV="0">
            <a:off x="10260118" y="445333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458957" name="TextBox 203"/>
          <p:cNvSpPr txBox="1"/>
          <p:nvPr/>
        </p:nvSpPr>
        <p:spPr bwMode="auto">
          <a:xfrm rot="0" flipH="0" flipV="0">
            <a:off x="10283123" y="446483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54061724" name="AutoShape 204"/>
          <p:cNvSpPr/>
          <p:nvPr/>
        </p:nvSpPr>
        <p:spPr bwMode="auto">
          <a:xfrm flipH="1" flipV="1">
            <a:off x="4209257" y="2491959"/>
            <a:ext cx="1618597" cy="10656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4982616" name="AutoShape 205"/>
          <p:cNvSpPr/>
          <p:nvPr/>
        </p:nvSpPr>
        <p:spPr bwMode="auto">
          <a:xfrm flipH="1" flipV="1">
            <a:off x="5465034" y="1712406"/>
            <a:ext cx="426718" cy="78632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1942791" name="AutoShape 206"/>
          <p:cNvSpPr/>
          <p:nvPr/>
        </p:nvSpPr>
        <p:spPr bwMode="auto">
          <a:xfrm flipH="1" flipV="1">
            <a:off x="3676955" y="2023625"/>
            <a:ext cx="2154456" cy="55247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5451643" name="AutoShape 207"/>
          <p:cNvSpPr/>
          <p:nvPr/>
        </p:nvSpPr>
        <p:spPr bwMode="auto">
          <a:xfrm flipH="1" flipV="1">
            <a:off x="4195413" y="1682668"/>
            <a:ext cx="1646286" cy="86674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5711543" name="AutoShape 208"/>
          <p:cNvSpPr/>
          <p:nvPr/>
        </p:nvSpPr>
        <p:spPr bwMode="auto">
          <a:xfrm flipH="1" flipV="1">
            <a:off x="4678036" y="1363208"/>
            <a:ext cx="1184502" cy="115762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507458" name="AutoShape 209"/>
          <p:cNvSpPr/>
          <p:nvPr/>
        </p:nvSpPr>
        <p:spPr bwMode="auto">
          <a:xfrm flipH="1" flipV="1">
            <a:off x="5262577" y="1144530"/>
            <a:ext cx="1491460" cy="90751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9343834" name="AutoShape 210"/>
          <p:cNvSpPr/>
          <p:nvPr/>
        </p:nvSpPr>
        <p:spPr bwMode="auto">
          <a:xfrm flipH="1" flipV="1">
            <a:off x="6534688" y="1269371"/>
            <a:ext cx="280283" cy="7318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9074696" name="AutoShape 211"/>
          <p:cNvSpPr/>
          <p:nvPr/>
        </p:nvSpPr>
        <p:spPr bwMode="auto">
          <a:xfrm flipH="1" flipV="1">
            <a:off x="6012331" y="671437"/>
            <a:ext cx="784485" cy="133852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3544040" name="AutoShape 212"/>
          <p:cNvSpPr/>
          <p:nvPr/>
        </p:nvSpPr>
        <p:spPr bwMode="auto">
          <a:xfrm flipH="1" flipV="1">
            <a:off x="6666218" y="687175"/>
            <a:ext cx="176246" cy="13070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0650982" name="AutoShape 213"/>
          <p:cNvSpPr/>
          <p:nvPr/>
        </p:nvSpPr>
        <p:spPr bwMode="auto">
          <a:xfrm flipV="1">
            <a:off x="6907358" y="923681"/>
            <a:ext cx="464333" cy="107941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2506548" name="AutoShape 214"/>
          <p:cNvSpPr/>
          <p:nvPr/>
        </p:nvSpPr>
        <p:spPr bwMode="auto">
          <a:xfrm flipV="1">
            <a:off x="6929431" y="588602"/>
            <a:ext cx="1003122" cy="14268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2793051" name="AutoShape 215"/>
          <p:cNvSpPr/>
          <p:nvPr/>
        </p:nvSpPr>
        <p:spPr bwMode="auto">
          <a:xfrm flipV="1">
            <a:off x="7880432" y="1448813"/>
            <a:ext cx="0" cy="54432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8340949" name="AutoShape 216"/>
          <p:cNvSpPr/>
          <p:nvPr/>
        </p:nvSpPr>
        <p:spPr bwMode="auto">
          <a:xfrm flipV="1">
            <a:off x="7946834" y="668755"/>
            <a:ext cx="864839" cy="134389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6542348" name="AutoShape 217"/>
          <p:cNvSpPr/>
          <p:nvPr/>
        </p:nvSpPr>
        <p:spPr bwMode="auto">
          <a:xfrm flipV="1">
            <a:off x="7988889" y="1580239"/>
            <a:ext cx="903420" cy="47818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2073792" name="AutoShape 218"/>
          <p:cNvSpPr/>
          <p:nvPr/>
        </p:nvSpPr>
        <p:spPr bwMode="auto">
          <a:xfrm flipV="1">
            <a:off x="7976996" y="518573"/>
            <a:ext cx="1941179" cy="152156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5779823" name="AutoShape 219"/>
          <p:cNvSpPr/>
          <p:nvPr/>
        </p:nvSpPr>
        <p:spPr bwMode="auto">
          <a:xfrm flipV="1">
            <a:off x="8002749" y="2054432"/>
            <a:ext cx="658835" cy="5178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3504459" name="Freeform 221"/>
          <p:cNvSpPr/>
          <p:nvPr/>
        </p:nvSpPr>
        <p:spPr bwMode="auto">
          <a:xfrm rot="0" flipH="0" flipV="0">
            <a:off x="9855331" y="210621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83287742" name="TextBox 222"/>
          <p:cNvSpPr txBox="1"/>
          <p:nvPr/>
        </p:nvSpPr>
        <p:spPr bwMode="auto">
          <a:xfrm rot="0" flipH="0" flipV="0">
            <a:off x="9878335" y="211771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73107131" name="AutoShape 223"/>
          <p:cNvSpPr/>
          <p:nvPr/>
        </p:nvSpPr>
        <p:spPr bwMode="auto">
          <a:xfrm flipV="1">
            <a:off x="8580872" y="982307"/>
            <a:ext cx="2243900" cy="165812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8504262" name="AutoShape 224"/>
          <p:cNvSpPr/>
          <p:nvPr/>
        </p:nvSpPr>
        <p:spPr bwMode="auto">
          <a:xfrm flipV="1">
            <a:off x="8571337" y="1464420"/>
            <a:ext cx="1231571" cy="116463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2895585" name="AutoShape 225"/>
          <p:cNvSpPr/>
          <p:nvPr/>
        </p:nvSpPr>
        <p:spPr bwMode="auto">
          <a:xfrm flipV="1">
            <a:off x="8598946" y="2266718"/>
            <a:ext cx="1262322" cy="40882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6598101" name="AutoShape 226"/>
          <p:cNvSpPr/>
          <p:nvPr/>
        </p:nvSpPr>
        <p:spPr bwMode="auto">
          <a:xfrm flipV="1">
            <a:off x="8591858" y="1700592"/>
            <a:ext cx="1907065" cy="95768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1042788" name="AutoShape 227"/>
          <p:cNvSpPr/>
          <p:nvPr/>
        </p:nvSpPr>
        <p:spPr bwMode="auto">
          <a:xfrm flipV="1">
            <a:off x="8359505" y="2218120"/>
            <a:ext cx="2691945" cy="49523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4043710" name="AutoShape 228"/>
          <p:cNvSpPr/>
          <p:nvPr/>
        </p:nvSpPr>
        <p:spPr bwMode="auto">
          <a:xfrm>
            <a:off x="8602072" y="2739591"/>
            <a:ext cx="580428" cy="12703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7342417" name="AutoShape 229"/>
          <p:cNvSpPr/>
          <p:nvPr/>
        </p:nvSpPr>
        <p:spPr bwMode="auto">
          <a:xfrm flipV="1">
            <a:off x="8743513" y="2610119"/>
            <a:ext cx="1876950" cy="89304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2128606" name="AutoShape 230"/>
          <p:cNvSpPr/>
          <p:nvPr/>
        </p:nvSpPr>
        <p:spPr bwMode="auto">
          <a:xfrm flipV="1">
            <a:off x="8753250" y="3102120"/>
            <a:ext cx="2265234" cy="43084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2273756" name="AutoShape 231"/>
          <p:cNvSpPr/>
          <p:nvPr/>
        </p:nvSpPr>
        <p:spPr bwMode="auto">
          <a:xfrm>
            <a:off x="8755322" y="3559973"/>
            <a:ext cx="1259487" cy="418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3374330" name="AutoShape 232"/>
          <p:cNvSpPr/>
          <p:nvPr/>
        </p:nvSpPr>
        <p:spPr bwMode="auto">
          <a:xfrm>
            <a:off x="8753188" y="3579147"/>
            <a:ext cx="2102979" cy="40583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3213188" name="AutoShape 233"/>
          <p:cNvSpPr/>
          <p:nvPr/>
        </p:nvSpPr>
        <p:spPr bwMode="auto">
          <a:xfrm>
            <a:off x="8744788" y="3605856"/>
            <a:ext cx="2311952" cy="103051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2578484" name="AutoShape 234"/>
          <p:cNvSpPr/>
          <p:nvPr/>
        </p:nvSpPr>
        <p:spPr bwMode="auto">
          <a:xfrm>
            <a:off x="8738712" y="3617690"/>
            <a:ext cx="1538082" cy="89653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7129792" name="AutoShape 235"/>
          <p:cNvSpPr/>
          <p:nvPr/>
        </p:nvSpPr>
        <p:spPr bwMode="auto">
          <a:xfrm>
            <a:off x="8621864" y="4354149"/>
            <a:ext cx="2312423" cy="10437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3861165" name="AutoShape 236"/>
          <p:cNvSpPr/>
          <p:nvPr/>
        </p:nvSpPr>
        <p:spPr bwMode="auto">
          <a:xfrm flipV="1">
            <a:off x="8632142" y="4259755"/>
            <a:ext cx="333449" cy="3213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8325415" name="AutoShape 237"/>
          <p:cNvSpPr/>
          <p:nvPr/>
        </p:nvSpPr>
        <p:spPr bwMode="auto">
          <a:xfrm>
            <a:off x="8615717" y="4365981"/>
            <a:ext cx="1170627" cy="69012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9971976" name="AutoShape 238"/>
          <p:cNvSpPr/>
          <p:nvPr/>
        </p:nvSpPr>
        <p:spPr bwMode="auto">
          <a:xfrm>
            <a:off x="8603321" y="4383329"/>
            <a:ext cx="2181791" cy="186271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464232" name="AutoShape 239"/>
          <p:cNvSpPr/>
          <p:nvPr/>
        </p:nvSpPr>
        <p:spPr bwMode="auto">
          <a:xfrm>
            <a:off x="8579415" y="4404850"/>
            <a:ext cx="814682" cy="118772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0423256" name="AutoShape 240"/>
          <p:cNvSpPr/>
          <p:nvPr/>
        </p:nvSpPr>
        <p:spPr bwMode="auto">
          <a:xfrm>
            <a:off x="8554861" y="4417896"/>
            <a:ext cx="278363" cy="70897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9018756" name="AutoShape 241"/>
          <p:cNvSpPr/>
          <p:nvPr/>
        </p:nvSpPr>
        <p:spPr bwMode="auto">
          <a:xfrm>
            <a:off x="7844261" y="4785699"/>
            <a:ext cx="1323137" cy="133033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0356607" name="AutoShape 242"/>
          <p:cNvSpPr/>
          <p:nvPr/>
        </p:nvSpPr>
        <p:spPr bwMode="auto">
          <a:xfrm>
            <a:off x="7814793" y="4807356"/>
            <a:ext cx="541638" cy="103149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6583195" name="AutoShape 243"/>
          <p:cNvSpPr/>
          <p:nvPr/>
        </p:nvSpPr>
        <p:spPr bwMode="auto">
          <a:xfrm flipH="1">
            <a:off x="7672739" y="4821192"/>
            <a:ext cx="77828" cy="132883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2522630" name="AutoShape 244"/>
          <p:cNvSpPr/>
          <p:nvPr/>
        </p:nvSpPr>
        <p:spPr bwMode="auto">
          <a:xfrm flipH="1">
            <a:off x="7451532" y="4812602"/>
            <a:ext cx="260502" cy="64912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3185553" name="AutoShape 245"/>
          <p:cNvSpPr/>
          <p:nvPr/>
        </p:nvSpPr>
        <p:spPr bwMode="auto">
          <a:xfrm flipH="1">
            <a:off x="6658920" y="4742976"/>
            <a:ext cx="68153" cy="91641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3024578" name="AutoShape 246"/>
          <p:cNvSpPr/>
          <p:nvPr/>
        </p:nvSpPr>
        <p:spPr bwMode="auto">
          <a:xfrm>
            <a:off x="6761129" y="4740768"/>
            <a:ext cx="304233" cy="146479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7166152" name="Freeform 248"/>
          <p:cNvSpPr/>
          <p:nvPr/>
        </p:nvSpPr>
        <p:spPr bwMode="auto">
          <a:xfrm rot="5399909" flipH="0" flipV="0">
            <a:off x="5910901" y="620556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50141416" name="TextBox 249"/>
          <p:cNvSpPr txBox="1"/>
          <p:nvPr/>
        </p:nvSpPr>
        <p:spPr bwMode="auto">
          <a:xfrm rot="5399909" flipH="0" flipV="0">
            <a:off x="5939657" y="622281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83194864" name="AutoShape 250"/>
          <p:cNvSpPr/>
          <p:nvPr/>
        </p:nvSpPr>
        <p:spPr bwMode="auto">
          <a:xfrm flipH="1">
            <a:off x="6080285" y="4734110"/>
            <a:ext cx="609193" cy="148064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8305833" name="AutoShape 251"/>
          <p:cNvSpPr/>
          <p:nvPr/>
        </p:nvSpPr>
        <p:spPr bwMode="auto">
          <a:xfrm flipH="1">
            <a:off x="6084044" y="4720179"/>
            <a:ext cx="580415" cy="8057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9108593" name="AutoShape 252"/>
          <p:cNvSpPr/>
          <p:nvPr/>
        </p:nvSpPr>
        <p:spPr bwMode="auto">
          <a:xfrm flipH="1">
            <a:off x="5107586" y="4698190"/>
            <a:ext cx="1533528" cy="12513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05565" name="AutoShape 253"/>
          <p:cNvSpPr/>
          <p:nvPr/>
        </p:nvSpPr>
        <p:spPr bwMode="auto">
          <a:xfrm flipH="1">
            <a:off x="4318920" y="4676208"/>
            <a:ext cx="2307852" cy="117264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6787996" name="AutoShape 254"/>
          <p:cNvSpPr/>
          <p:nvPr/>
        </p:nvSpPr>
        <p:spPr bwMode="auto">
          <a:xfrm flipH="1">
            <a:off x="5557160" y="4177773"/>
            <a:ext cx="119778" cy="5117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8119256" name="AutoShape 255"/>
          <p:cNvSpPr/>
          <p:nvPr/>
        </p:nvSpPr>
        <p:spPr bwMode="auto">
          <a:xfrm flipH="1">
            <a:off x="4573370" y="4149371"/>
            <a:ext cx="1049338" cy="116282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2900283" name="AutoShape 256"/>
          <p:cNvSpPr/>
          <p:nvPr/>
        </p:nvSpPr>
        <p:spPr bwMode="auto">
          <a:xfrm flipH="1">
            <a:off x="4833507" y="4081336"/>
            <a:ext cx="750870" cy="14359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2294291" name="Freeform 258"/>
          <p:cNvSpPr/>
          <p:nvPr/>
        </p:nvSpPr>
        <p:spPr bwMode="auto">
          <a:xfrm rot="0" flipH="0" flipV="0">
            <a:off x="4165117" y="463636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90198971" name="TextBox 259"/>
          <p:cNvSpPr txBox="1"/>
          <p:nvPr/>
        </p:nvSpPr>
        <p:spPr bwMode="auto">
          <a:xfrm rot="0" flipH="0" flipV="0">
            <a:off x="4188121" y="464787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56947761" name="AutoShape 260"/>
          <p:cNvSpPr/>
          <p:nvPr/>
        </p:nvSpPr>
        <p:spPr bwMode="auto">
          <a:xfrm flipH="1">
            <a:off x="4397808" y="4112683"/>
            <a:ext cx="1197096" cy="59197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69806151" name=""/>
          <p:cNvGrpSpPr/>
          <p:nvPr/>
        </p:nvGrpSpPr>
        <p:grpSpPr bwMode="auto">
          <a:xfrm>
            <a:off x="682404" y="2930832"/>
            <a:ext cx="1947240" cy="838793"/>
            <a:chOff x="0" y="0"/>
            <a:chExt cx="1947240" cy="838793"/>
          </a:xfrm>
        </p:grpSpPr>
        <p:sp>
          <p:nvSpPr>
            <p:cNvPr id="1195593315" name="Freeform 31"/>
            <p:cNvSpPr/>
            <p:nvPr/>
          </p:nvSpPr>
          <p:spPr bwMode="auto">
            <a:xfrm rot="0" flipH="0" flipV="0">
              <a:off x="0" y="114088"/>
              <a:ext cx="1947240" cy="724698"/>
            </a:xfrm>
            <a:custGeom>
              <a:avLst/>
              <a:gdLst/>
              <a:ahLst/>
              <a:cxnLst/>
              <a:rect l="l" t="t" r="r" b="b"/>
              <a:pathLst>
                <a:path w="812800" h="302497" fill="norm" stroke="1" extrusionOk="0">
                  <a:moveTo>
                    <a:pt x="23855" y="0"/>
                  </a:moveTo>
                  <a:lnTo>
                    <a:pt x="788945" y="0"/>
                  </a:lnTo>
                  <a:cubicBezTo>
                    <a:pt x="802120" y="0"/>
                    <a:pt x="812800" y="10680"/>
                    <a:pt x="812800" y="23855"/>
                  </a:cubicBezTo>
                  <a:lnTo>
                    <a:pt x="812800" y="278642"/>
                  </a:lnTo>
                  <a:cubicBezTo>
                    <a:pt x="812800" y="291817"/>
                    <a:pt x="802120" y="302497"/>
                    <a:pt x="788945" y="302497"/>
                  </a:cubicBezTo>
                  <a:lnTo>
                    <a:pt x="23855" y="302497"/>
                  </a:lnTo>
                  <a:cubicBezTo>
                    <a:pt x="10680" y="302497"/>
                    <a:pt x="0" y="291817"/>
                    <a:pt x="0" y="278642"/>
                  </a:cubicBezTo>
                  <a:lnTo>
                    <a:pt x="0" y="23855"/>
                  </a:lnTo>
                  <a:cubicBezTo>
                    <a:pt x="0" y="10680"/>
                    <a:pt x="10680" y="0"/>
                    <a:pt x="23855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559803339" name="TextBox 32"/>
            <p:cNvSpPr txBox="1"/>
            <p:nvPr/>
          </p:nvSpPr>
          <p:spPr bwMode="auto">
            <a:xfrm rot="0" flipH="0" flipV="0">
              <a:off x="0" y="0"/>
              <a:ext cx="1947240" cy="8387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047925316" name=""/>
          <p:cNvGrpSpPr/>
          <p:nvPr/>
        </p:nvGrpSpPr>
        <p:grpSpPr bwMode="auto">
          <a:xfrm>
            <a:off x="967379" y="2905437"/>
            <a:ext cx="10191295" cy="1169673"/>
            <a:chOff x="0" y="0"/>
            <a:chExt cx="10191295" cy="1169673"/>
          </a:xfrm>
        </p:grpSpPr>
        <p:sp>
          <p:nvSpPr>
            <p:cNvPr id="1143932932" name="Freeform 27"/>
            <p:cNvSpPr/>
            <p:nvPr/>
          </p:nvSpPr>
          <p:spPr bwMode="auto">
            <a:xfrm rot="0" flipH="0" flipV="0">
              <a:off x="3196356" y="484889"/>
              <a:ext cx="484887" cy="484887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29088605" name="TextBox 28"/>
            <p:cNvSpPr txBox="1"/>
            <p:nvPr/>
          </p:nvSpPr>
          <p:spPr bwMode="auto">
            <a:xfrm rot="0" flipH="0" flipV="0">
              <a:off x="3241813" y="507617"/>
              <a:ext cx="393969" cy="4167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  <p:sp>
          <p:nvSpPr>
            <p:cNvPr id="1806896468" name="AutoShape 29"/>
            <p:cNvSpPr/>
            <p:nvPr/>
          </p:nvSpPr>
          <p:spPr bwMode="auto">
            <a:xfrm>
              <a:off x="2057400" y="727335"/>
              <a:ext cx="1138955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4525580" name="Freeform 31"/>
            <p:cNvSpPr/>
            <p:nvPr/>
          </p:nvSpPr>
          <p:spPr bwMode="auto">
            <a:xfrm rot="0" flipH="0" flipV="0">
              <a:off x="0" y="344486"/>
              <a:ext cx="2057400" cy="765693"/>
            </a:xfrm>
            <a:custGeom>
              <a:avLst/>
              <a:gdLst/>
              <a:ahLst/>
              <a:cxnLst/>
              <a:rect l="l" t="t" r="r" b="b"/>
              <a:pathLst>
                <a:path w="812800" h="302497" fill="norm" stroke="1" extrusionOk="0">
                  <a:moveTo>
                    <a:pt x="22578" y="0"/>
                  </a:moveTo>
                  <a:lnTo>
                    <a:pt x="790222" y="0"/>
                  </a:lnTo>
                  <a:cubicBezTo>
                    <a:pt x="802692" y="0"/>
                    <a:pt x="812800" y="10108"/>
                    <a:pt x="812800" y="22578"/>
                  </a:cubicBezTo>
                  <a:lnTo>
                    <a:pt x="812800" y="279919"/>
                  </a:lnTo>
                  <a:cubicBezTo>
                    <a:pt x="812800" y="292388"/>
                    <a:pt x="802692" y="302497"/>
                    <a:pt x="790222" y="302497"/>
                  </a:cubicBezTo>
                  <a:lnTo>
                    <a:pt x="22578" y="302497"/>
                  </a:lnTo>
                  <a:cubicBezTo>
                    <a:pt x="10108" y="302497"/>
                    <a:pt x="0" y="292388"/>
                    <a:pt x="0" y="279919"/>
                  </a:cubicBezTo>
                  <a:lnTo>
                    <a:pt x="0" y="22578"/>
                  </a:lnTo>
                  <a:cubicBezTo>
                    <a:pt x="0" y="10108"/>
                    <a:pt x="10108" y="0"/>
                    <a:pt x="2257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581170420" name="TextBox 32"/>
            <p:cNvSpPr txBox="1"/>
            <p:nvPr/>
          </p:nvSpPr>
          <p:spPr bwMode="auto">
            <a:xfrm rot="0" flipH="0" flipV="0">
              <a:off x="0" y="223943"/>
              <a:ext cx="2057400" cy="88624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587407584" name="Freeform 34"/>
            <p:cNvSpPr/>
            <p:nvPr/>
          </p:nvSpPr>
          <p:spPr bwMode="auto">
            <a:xfrm rot="0" flipH="0" flipV="0">
              <a:off x="4824246" y="102041"/>
              <a:ext cx="484887" cy="484887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7140329" name="TextBox 35"/>
            <p:cNvSpPr txBox="1"/>
            <p:nvPr/>
          </p:nvSpPr>
          <p:spPr bwMode="auto">
            <a:xfrm rot="0" flipH="0" flipV="0">
              <a:off x="4869703" y="124769"/>
              <a:ext cx="393969" cy="4167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  <p:sp>
          <p:nvSpPr>
            <p:cNvPr id="1002896800" name="Freeform 37"/>
            <p:cNvSpPr/>
            <p:nvPr/>
          </p:nvSpPr>
          <p:spPr bwMode="auto">
            <a:xfrm rot="0" flipH="0" flipV="0">
              <a:off x="7878494" y="0"/>
              <a:ext cx="484887" cy="484887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00724404" name="TextBox 38"/>
            <p:cNvSpPr txBox="1"/>
            <p:nvPr/>
          </p:nvSpPr>
          <p:spPr bwMode="auto">
            <a:xfrm rot="0" flipH="0" flipV="0">
              <a:off x="7923951" y="22727"/>
              <a:ext cx="393969" cy="4167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  <p:sp>
          <p:nvSpPr>
            <p:cNvPr id="1762463541" name="Freeform 40"/>
            <p:cNvSpPr/>
            <p:nvPr/>
          </p:nvSpPr>
          <p:spPr bwMode="auto">
            <a:xfrm rot="0" flipH="0" flipV="0">
              <a:off x="9706408" y="484889"/>
              <a:ext cx="484887" cy="484887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73393138" name="TextBox 41"/>
            <p:cNvSpPr txBox="1"/>
            <p:nvPr/>
          </p:nvSpPr>
          <p:spPr bwMode="auto">
            <a:xfrm rot="0" flipH="0" flipV="0">
              <a:off x="9751865" y="507617"/>
              <a:ext cx="393969" cy="4167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  <p:sp>
          <p:nvSpPr>
            <p:cNvPr id="1506563412" name="Freeform 43"/>
            <p:cNvSpPr/>
            <p:nvPr/>
          </p:nvSpPr>
          <p:spPr bwMode="auto">
            <a:xfrm rot="0" flipH="0" flipV="0">
              <a:off x="6449576" y="671818"/>
              <a:ext cx="484887" cy="484887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08239823" name="TextBox 44"/>
            <p:cNvSpPr txBox="1"/>
            <p:nvPr/>
          </p:nvSpPr>
          <p:spPr bwMode="auto">
            <a:xfrm rot="0" flipH="0" flipV="0">
              <a:off x="6495033" y="694546"/>
              <a:ext cx="393969" cy="4167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  <p:sp>
          <p:nvSpPr>
            <p:cNvPr id="1692987458" name="AutoShape 45"/>
            <p:cNvSpPr/>
            <p:nvPr/>
          </p:nvSpPr>
          <p:spPr bwMode="auto">
            <a:xfrm flipV="1">
              <a:off x="3674862" y="400004"/>
              <a:ext cx="1155771" cy="271813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55892539" name="AutoShape 46"/>
            <p:cNvSpPr/>
            <p:nvPr/>
          </p:nvSpPr>
          <p:spPr bwMode="auto">
            <a:xfrm>
              <a:off x="5295548" y="424715"/>
              <a:ext cx="1167616" cy="40932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0377152" name="AutoShape 47"/>
            <p:cNvSpPr/>
            <p:nvPr/>
          </p:nvSpPr>
          <p:spPr bwMode="auto">
            <a:xfrm flipV="1">
              <a:off x="6911480" y="345625"/>
              <a:ext cx="990002" cy="465457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80138336" name="AutoShape 48"/>
            <p:cNvSpPr/>
            <p:nvPr/>
          </p:nvSpPr>
          <p:spPr bwMode="auto">
            <a:xfrm>
              <a:off x="8355339" y="304623"/>
              <a:ext cx="1359117" cy="36053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038918" name=""/>
            <p:cNvSpPr txBox="1"/>
            <p:nvPr/>
          </p:nvSpPr>
          <p:spPr bwMode="auto">
            <a:xfrm rot="0" flipH="0" flipV="0">
              <a:off x="3839223" y="73306"/>
              <a:ext cx="424391" cy="33563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en-US" sz="1600"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82150678" name=""/>
            <p:cNvSpPr txBox="1"/>
            <p:nvPr/>
          </p:nvSpPr>
          <p:spPr bwMode="auto">
            <a:xfrm rot="0" flipH="0" flipV="0">
              <a:off x="8610504" y="634135"/>
              <a:ext cx="424391" cy="33563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en-US" sz="1600"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73359354" name=""/>
            <p:cNvSpPr txBox="1"/>
            <p:nvPr/>
          </p:nvSpPr>
          <p:spPr bwMode="auto">
            <a:xfrm rot="0" flipH="0" flipV="0">
              <a:off x="6934462" y="89074"/>
              <a:ext cx="424391" cy="33563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en-US" sz="1600"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30197732" name=""/>
            <p:cNvSpPr txBox="1"/>
            <p:nvPr/>
          </p:nvSpPr>
          <p:spPr bwMode="auto">
            <a:xfrm rot="0" flipH="0" flipV="0">
              <a:off x="5454963" y="727335"/>
              <a:ext cx="424391" cy="33563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en-US" sz="1600"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99341438" name=""/>
            <p:cNvSpPr txBox="1"/>
            <p:nvPr/>
          </p:nvSpPr>
          <p:spPr bwMode="auto">
            <a:xfrm rot="0" flipH="0" flipV="0">
              <a:off x="2314085" y="834034"/>
              <a:ext cx="424391" cy="33563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en-US" sz="1600"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19528" name="Freeform 27"/>
          <p:cNvSpPr/>
          <p:nvPr/>
        </p:nvSpPr>
        <p:spPr bwMode="auto">
          <a:xfrm rot="0" flipH="0" flipV="0">
            <a:off x="3603101" y="3072010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62312642" name="TextBox 28"/>
          <p:cNvSpPr txBox="1"/>
          <p:nvPr/>
        </p:nvSpPr>
        <p:spPr bwMode="auto">
          <a:xfrm rot="0" flipH="0" flipV="0">
            <a:off x="3644652" y="3092785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2155893" name="AutoShape 29"/>
          <p:cNvSpPr/>
          <p:nvPr/>
        </p:nvSpPr>
        <p:spPr bwMode="auto">
          <a:xfrm>
            <a:off x="2562021" y="3293622"/>
            <a:ext cx="1041080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4379682" name="Freeform 34"/>
          <p:cNvSpPr/>
          <p:nvPr/>
        </p:nvSpPr>
        <p:spPr bwMode="auto">
          <a:xfrm rot="0" flipH="0" flipV="0">
            <a:off x="5091099" y="2722063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95891791" name="TextBox 35"/>
          <p:cNvSpPr txBox="1"/>
          <p:nvPr/>
        </p:nvSpPr>
        <p:spPr bwMode="auto">
          <a:xfrm rot="0" flipH="0" flipV="0">
            <a:off x="5132650" y="2742838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32064808" name="Freeform 37"/>
          <p:cNvSpPr/>
          <p:nvPr/>
        </p:nvSpPr>
        <p:spPr bwMode="auto">
          <a:xfrm rot="0" flipH="0" flipV="0">
            <a:off x="7882881" y="2628788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76323925" name="TextBox 38"/>
          <p:cNvSpPr txBox="1"/>
          <p:nvPr/>
        </p:nvSpPr>
        <p:spPr bwMode="auto">
          <a:xfrm rot="0" flipH="0" flipV="0">
            <a:off x="7924432" y="2649562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04350342" name="Freeform 40"/>
          <p:cNvSpPr/>
          <p:nvPr/>
        </p:nvSpPr>
        <p:spPr bwMode="auto">
          <a:xfrm rot="0" flipH="0" flipV="0">
            <a:off x="9553714" y="3072010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13249367" name="TextBox 41"/>
          <p:cNvSpPr txBox="1"/>
          <p:nvPr/>
        </p:nvSpPr>
        <p:spPr bwMode="auto">
          <a:xfrm rot="0" flipH="0" flipV="0">
            <a:off x="9595265" y="3092785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45249161" name="Freeform 43"/>
          <p:cNvSpPr/>
          <p:nvPr/>
        </p:nvSpPr>
        <p:spPr bwMode="auto">
          <a:xfrm rot="0" flipH="0" flipV="0">
            <a:off x="6576756" y="3242875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35026471" name="TextBox 44"/>
          <p:cNvSpPr txBox="1"/>
          <p:nvPr/>
        </p:nvSpPr>
        <p:spPr bwMode="auto">
          <a:xfrm rot="0" flipH="0" flipV="0">
            <a:off x="6618307" y="3263650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45896119" name="AutoShape 45"/>
          <p:cNvSpPr/>
          <p:nvPr/>
        </p:nvSpPr>
        <p:spPr bwMode="auto">
          <a:xfrm flipV="1">
            <a:off x="4040487" y="2994419"/>
            <a:ext cx="1056449" cy="248454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7583814" name="AutoShape 46"/>
          <p:cNvSpPr/>
          <p:nvPr/>
        </p:nvSpPr>
        <p:spPr bwMode="auto">
          <a:xfrm>
            <a:off x="5521899" y="3017007"/>
            <a:ext cx="1067277" cy="374144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8081549" name="AutoShape 47"/>
          <p:cNvSpPr/>
          <p:nvPr/>
        </p:nvSpPr>
        <p:spPr bwMode="auto">
          <a:xfrm flipV="1">
            <a:off x="6998967" y="2944713"/>
            <a:ext cx="904927" cy="42545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4391260" name="AutoShape 48"/>
          <p:cNvSpPr/>
          <p:nvPr/>
        </p:nvSpPr>
        <p:spPr bwMode="auto">
          <a:xfrm>
            <a:off x="8318747" y="2907235"/>
            <a:ext cx="1242324" cy="32954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0857018" name="AutoShape 49"/>
          <p:cNvSpPr/>
          <p:nvPr/>
        </p:nvSpPr>
        <p:spPr bwMode="auto">
          <a:xfrm flipV="1">
            <a:off x="9875513" y="1092715"/>
            <a:ext cx="1015011" cy="200318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8622396" name="Freeform 51"/>
          <p:cNvSpPr/>
          <p:nvPr/>
        </p:nvSpPr>
        <p:spPr bwMode="auto">
          <a:xfrm rot="0" flipH="0" flipV="0">
            <a:off x="11191918" y="2314714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90022304" name="TextBox 52"/>
          <p:cNvSpPr txBox="1"/>
          <p:nvPr/>
        </p:nvSpPr>
        <p:spPr bwMode="auto">
          <a:xfrm rot="0" flipH="0" flipV="0">
            <a:off x="11233469" y="2335489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80946114" name="Freeform 54"/>
          <p:cNvSpPr/>
          <p:nvPr/>
        </p:nvSpPr>
        <p:spPr bwMode="auto">
          <a:xfrm rot="0" flipH="0" flipV="0">
            <a:off x="11085657" y="3770910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36481183" name="TextBox 55"/>
          <p:cNvSpPr txBox="1"/>
          <p:nvPr/>
        </p:nvSpPr>
        <p:spPr bwMode="auto">
          <a:xfrm rot="0" flipH="0" flipV="0">
            <a:off x="11127208" y="3791684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36379299" name="Freeform 57"/>
          <p:cNvSpPr/>
          <p:nvPr/>
        </p:nvSpPr>
        <p:spPr bwMode="auto">
          <a:xfrm rot="0" flipH="0" flipV="0">
            <a:off x="9611502" y="5845032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07997864" name="TextBox 58"/>
          <p:cNvSpPr txBox="1"/>
          <p:nvPr/>
        </p:nvSpPr>
        <p:spPr bwMode="auto">
          <a:xfrm rot="0" flipH="0" flipV="0">
            <a:off x="9653053" y="5865806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40186873" name="Freeform 60"/>
          <p:cNvSpPr/>
          <p:nvPr/>
        </p:nvSpPr>
        <p:spPr bwMode="auto">
          <a:xfrm rot="0" flipH="0" flipV="0">
            <a:off x="7766264" y="5703979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75273729" name="TextBox 61"/>
          <p:cNvSpPr txBox="1"/>
          <p:nvPr/>
        </p:nvSpPr>
        <p:spPr bwMode="auto">
          <a:xfrm rot="0" flipH="0" flipV="0">
            <a:off x="7807815" y="5724754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54530100" name="Freeform 63"/>
          <p:cNvSpPr/>
          <p:nvPr/>
        </p:nvSpPr>
        <p:spPr bwMode="auto">
          <a:xfrm rot="0" flipH="0" flipV="0">
            <a:off x="6946095" y="4376891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79420267" name="TextBox 64"/>
          <p:cNvSpPr txBox="1"/>
          <p:nvPr/>
        </p:nvSpPr>
        <p:spPr bwMode="auto">
          <a:xfrm rot="0" flipH="0" flipV="0">
            <a:off x="6987646" y="4397666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85261976" name="Freeform 66"/>
          <p:cNvSpPr/>
          <p:nvPr/>
        </p:nvSpPr>
        <p:spPr bwMode="auto">
          <a:xfrm rot="0" flipH="0" flipV="0">
            <a:off x="10970307" y="5131468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2205507" name="TextBox 67"/>
          <p:cNvSpPr txBox="1"/>
          <p:nvPr/>
        </p:nvSpPr>
        <p:spPr bwMode="auto">
          <a:xfrm rot="0" flipH="0" flipV="0">
            <a:off x="11011858" y="5152243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19638308" name="Freeform 69"/>
          <p:cNvSpPr/>
          <p:nvPr/>
        </p:nvSpPr>
        <p:spPr bwMode="auto">
          <a:xfrm rot="0" flipH="0" flipV="0">
            <a:off x="7544655" y="1333935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16989379" name="TextBox 70"/>
          <p:cNvSpPr txBox="1"/>
          <p:nvPr/>
        </p:nvSpPr>
        <p:spPr bwMode="auto">
          <a:xfrm rot="0" flipH="0" flipV="0">
            <a:off x="7586205" y="1354710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22029317" name="AutoShape 71"/>
          <p:cNvSpPr/>
          <p:nvPr/>
        </p:nvSpPr>
        <p:spPr bwMode="auto">
          <a:xfrm flipV="1">
            <a:off x="9976532" y="2629337"/>
            <a:ext cx="1235790" cy="57127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4818503" name="AutoShape 72"/>
          <p:cNvSpPr/>
          <p:nvPr/>
        </p:nvSpPr>
        <p:spPr bwMode="auto">
          <a:xfrm>
            <a:off x="9976995" y="3385627"/>
            <a:ext cx="1128603" cy="5148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8443056" name="AutoShape 73"/>
          <p:cNvSpPr/>
          <p:nvPr/>
        </p:nvSpPr>
        <p:spPr bwMode="auto">
          <a:xfrm>
            <a:off x="9900930" y="3476224"/>
            <a:ext cx="1165383" cy="16942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9095803" name="AutoShape 74"/>
          <p:cNvSpPr/>
          <p:nvPr/>
        </p:nvSpPr>
        <p:spPr bwMode="auto">
          <a:xfrm>
            <a:off x="9779944" y="3515184"/>
            <a:ext cx="48551" cy="232989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9775709" name="AutoShape 75"/>
          <p:cNvSpPr/>
          <p:nvPr/>
        </p:nvSpPr>
        <p:spPr bwMode="auto">
          <a:xfrm flipH="1">
            <a:off x="8112394" y="3476968"/>
            <a:ext cx="1538415" cy="226527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423845" name="AutoShape 76"/>
          <p:cNvSpPr/>
          <p:nvPr/>
        </p:nvSpPr>
        <p:spPr bwMode="auto">
          <a:xfrm flipH="1">
            <a:off x="7365933" y="3392816"/>
            <a:ext cx="2211167" cy="110649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593631" name="AutoShape 77"/>
          <p:cNvSpPr/>
          <p:nvPr/>
        </p:nvSpPr>
        <p:spPr bwMode="auto">
          <a:xfrm flipH="1" flipV="1">
            <a:off x="7933866" y="1700541"/>
            <a:ext cx="1673859" cy="144808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0140530" name="AutoShape 78"/>
          <p:cNvSpPr/>
          <p:nvPr/>
        </p:nvSpPr>
        <p:spPr bwMode="auto">
          <a:xfrm flipH="1" flipV="1">
            <a:off x="9374297" y="1225366"/>
            <a:ext cx="358835" cy="18506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2692804" name="Freeform 80"/>
          <p:cNvSpPr/>
          <p:nvPr/>
        </p:nvSpPr>
        <p:spPr bwMode="auto">
          <a:xfrm rot="0" flipH="0" flipV="0">
            <a:off x="9110494" y="786156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84482840" name="TextBox 81"/>
          <p:cNvSpPr txBox="1"/>
          <p:nvPr/>
        </p:nvSpPr>
        <p:spPr bwMode="auto">
          <a:xfrm rot="0" flipH="0" flipV="0">
            <a:off x="9152045" y="806931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01723754" name="Freeform 83"/>
          <p:cNvSpPr/>
          <p:nvPr/>
        </p:nvSpPr>
        <p:spPr bwMode="auto">
          <a:xfrm rot="0" flipH="0" flipV="0">
            <a:off x="10769103" y="673378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40586936" name="TextBox 84"/>
          <p:cNvSpPr txBox="1"/>
          <p:nvPr/>
        </p:nvSpPr>
        <p:spPr bwMode="auto">
          <a:xfrm rot="0" flipH="0" flipV="0">
            <a:off x="10810653" y="694153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grpSp>
        <p:nvGrpSpPr>
          <p:cNvPr id="84969044" name=""/>
          <p:cNvGrpSpPr/>
          <p:nvPr/>
        </p:nvGrpSpPr>
        <p:grpSpPr bwMode="auto">
          <a:xfrm>
            <a:off x="681420" y="2833488"/>
            <a:ext cx="1880595" cy="810084"/>
            <a:chOff x="0" y="0"/>
            <a:chExt cx="1880595" cy="810084"/>
          </a:xfrm>
        </p:grpSpPr>
        <p:sp>
          <p:nvSpPr>
            <p:cNvPr id="1937013113" name="Freeform 31"/>
            <p:cNvSpPr/>
            <p:nvPr/>
          </p:nvSpPr>
          <p:spPr bwMode="auto">
            <a:xfrm rot="0" flipH="0" flipV="0">
              <a:off x="0" y="110183"/>
              <a:ext cx="1880595" cy="699894"/>
            </a:xfrm>
            <a:custGeom>
              <a:avLst/>
              <a:gdLst/>
              <a:ahLst/>
              <a:cxnLst/>
              <a:rect l="l" t="t" r="r" b="b"/>
              <a:pathLst>
                <a:path w="812800" h="302497" fill="norm" stroke="1" extrusionOk="0">
                  <a:moveTo>
                    <a:pt x="24700" y="0"/>
                  </a:moveTo>
                  <a:lnTo>
                    <a:pt x="788100" y="0"/>
                  </a:lnTo>
                  <a:cubicBezTo>
                    <a:pt x="801741" y="0"/>
                    <a:pt x="812800" y="11059"/>
                    <a:pt x="812800" y="24700"/>
                  </a:cubicBezTo>
                  <a:lnTo>
                    <a:pt x="812800" y="277796"/>
                  </a:lnTo>
                  <a:cubicBezTo>
                    <a:pt x="812800" y="291438"/>
                    <a:pt x="801741" y="302497"/>
                    <a:pt x="788100" y="302497"/>
                  </a:cubicBezTo>
                  <a:lnTo>
                    <a:pt x="24700" y="302497"/>
                  </a:lnTo>
                  <a:cubicBezTo>
                    <a:pt x="11059" y="302497"/>
                    <a:pt x="0" y="291438"/>
                    <a:pt x="0" y="277796"/>
                  </a:cubicBezTo>
                  <a:lnTo>
                    <a:pt x="0" y="24700"/>
                  </a:lnTo>
                  <a:cubicBezTo>
                    <a:pt x="0" y="11059"/>
                    <a:pt x="11059" y="0"/>
                    <a:pt x="2470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84104604" name="TextBox 32"/>
            <p:cNvSpPr txBox="1"/>
            <p:nvPr/>
          </p:nvSpPr>
          <p:spPr bwMode="auto">
            <a:xfrm rot="0" flipH="0" flipV="0">
              <a:off x="0" y="0"/>
              <a:ext cx="1880595" cy="8100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5573541" name="Freeform 34"/>
          <p:cNvSpPr/>
          <p:nvPr/>
        </p:nvSpPr>
        <p:spPr bwMode="auto">
          <a:xfrm rot="0" flipH="0" flipV="0">
            <a:off x="4963396" y="277584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67101803" name="TextBox 35"/>
          <p:cNvSpPr txBox="1"/>
          <p:nvPr/>
        </p:nvSpPr>
        <p:spPr bwMode="auto">
          <a:xfrm rot="0" flipH="0" flipV="0">
            <a:off x="5004936" y="279661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62663195" name="Freeform 37"/>
          <p:cNvSpPr/>
          <p:nvPr/>
        </p:nvSpPr>
        <p:spPr bwMode="auto">
          <a:xfrm rot="0" flipH="0" flipV="0">
            <a:off x="7754421" y="2682599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67680436" name="TextBox 38"/>
          <p:cNvSpPr txBox="1"/>
          <p:nvPr/>
        </p:nvSpPr>
        <p:spPr bwMode="auto">
          <a:xfrm rot="0" flipH="0" flipV="0">
            <a:off x="7795961" y="2703368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38900552" name="Freeform 40"/>
          <p:cNvSpPr/>
          <p:nvPr/>
        </p:nvSpPr>
        <p:spPr bwMode="auto">
          <a:xfrm rot="0" flipH="0" flipV="0">
            <a:off x="9424801" y="3125700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12458445" name="TextBox 41"/>
          <p:cNvSpPr txBox="1"/>
          <p:nvPr/>
        </p:nvSpPr>
        <p:spPr bwMode="auto">
          <a:xfrm rot="0" flipH="0" flipV="0">
            <a:off x="9466341" y="3146469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84746958" name="Freeform 43"/>
          <p:cNvSpPr/>
          <p:nvPr/>
        </p:nvSpPr>
        <p:spPr bwMode="auto">
          <a:xfrm rot="0" flipH="0" flipV="0">
            <a:off x="6448651" y="329651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40679407" name="TextBox 44"/>
          <p:cNvSpPr txBox="1"/>
          <p:nvPr/>
        </p:nvSpPr>
        <p:spPr bwMode="auto">
          <a:xfrm rot="0" flipH="0" flipV="0">
            <a:off x="6490191" y="3317286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79014245" name="AutoShape 45"/>
          <p:cNvSpPr/>
          <p:nvPr/>
        </p:nvSpPr>
        <p:spPr bwMode="auto">
          <a:xfrm flipV="1">
            <a:off x="3913068" y="3048130"/>
            <a:ext cx="1056162" cy="248387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1406992" name="AutoShape 46"/>
          <p:cNvSpPr/>
          <p:nvPr/>
        </p:nvSpPr>
        <p:spPr bwMode="auto">
          <a:xfrm>
            <a:off x="5394081" y="3070711"/>
            <a:ext cx="1066987" cy="374042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8155286" name="AutoShape 47"/>
          <p:cNvSpPr/>
          <p:nvPr/>
        </p:nvSpPr>
        <p:spPr bwMode="auto">
          <a:xfrm flipV="1">
            <a:off x="6870747" y="2998437"/>
            <a:ext cx="904681" cy="425343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3812192" name="AutoShape 48"/>
          <p:cNvSpPr/>
          <p:nvPr/>
        </p:nvSpPr>
        <p:spPr bwMode="auto">
          <a:xfrm>
            <a:off x="8190169" y="2960970"/>
            <a:ext cx="1241984" cy="329459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8842353" name="AutoShape 49"/>
          <p:cNvSpPr/>
          <p:nvPr/>
        </p:nvSpPr>
        <p:spPr bwMode="auto">
          <a:xfrm flipV="1">
            <a:off x="9746512" y="1146940"/>
            <a:ext cx="1014735" cy="200263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3489254" name="Freeform 51"/>
          <p:cNvSpPr/>
          <p:nvPr/>
        </p:nvSpPr>
        <p:spPr bwMode="auto">
          <a:xfrm rot="0" flipH="0" flipV="0">
            <a:off x="11062559" y="2368608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32324687" name="TextBox 52"/>
          <p:cNvSpPr txBox="1"/>
          <p:nvPr/>
        </p:nvSpPr>
        <p:spPr bwMode="auto">
          <a:xfrm rot="0" flipH="0" flipV="0">
            <a:off x="11104099" y="238937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54872960" name="Freeform 54"/>
          <p:cNvSpPr/>
          <p:nvPr/>
        </p:nvSpPr>
        <p:spPr bwMode="auto">
          <a:xfrm rot="0" flipH="0" flipV="0">
            <a:off x="10956327" y="382440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21611546" name="TextBox 55"/>
          <p:cNvSpPr txBox="1"/>
          <p:nvPr/>
        </p:nvSpPr>
        <p:spPr bwMode="auto">
          <a:xfrm rot="0" flipH="0" flipV="0">
            <a:off x="10997867" y="3845176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49115521" name="Freeform 57"/>
          <p:cNvSpPr/>
          <p:nvPr/>
        </p:nvSpPr>
        <p:spPr bwMode="auto">
          <a:xfrm rot="0" flipH="0" flipV="0">
            <a:off x="9482572" y="589796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58619260" name="TextBox 58"/>
          <p:cNvSpPr txBox="1"/>
          <p:nvPr/>
        </p:nvSpPr>
        <p:spPr bwMode="auto">
          <a:xfrm rot="0" flipH="0" flipV="0">
            <a:off x="9524112" y="5918736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83161308" name="Freeform 60"/>
          <p:cNvSpPr/>
          <p:nvPr/>
        </p:nvSpPr>
        <p:spPr bwMode="auto">
          <a:xfrm rot="0" flipH="0" flipV="0">
            <a:off x="7637837" y="5756954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30157675" name="TextBox 61"/>
          <p:cNvSpPr txBox="1"/>
          <p:nvPr/>
        </p:nvSpPr>
        <p:spPr bwMode="auto">
          <a:xfrm rot="0" flipH="0" flipV="0">
            <a:off x="7679377" y="5777723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17042088" name="Freeform 63"/>
          <p:cNvSpPr/>
          <p:nvPr/>
        </p:nvSpPr>
        <p:spPr bwMode="auto">
          <a:xfrm rot="0" flipH="0" flipV="0">
            <a:off x="6817889" y="443022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95710323" name="TextBox 64"/>
          <p:cNvSpPr txBox="1"/>
          <p:nvPr/>
        </p:nvSpPr>
        <p:spPr bwMode="auto">
          <a:xfrm rot="0" flipH="0" flipV="0">
            <a:off x="6859429" y="445099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75111330" name="Freeform 66"/>
          <p:cNvSpPr/>
          <p:nvPr/>
        </p:nvSpPr>
        <p:spPr bwMode="auto">
          <a:xfrm rot="0" flipH="0" flipV="0">
            <a:off x="10841007" y="5184599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1034046" name="TextBox 67"/>
          <p:cNvSpPr txBox="1"/>
          <p:nvPr/>
        </p:nvSpPr>
        <p:spPr bwMode="auto">
          <a:xfrm rot="0" flipH="0" flipV="0">
            <a:off x="10882547" y="5205368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61839108" name="Freeform 69"/>
          <p:cNvSpPr/>
          <p:nvPr/>
        </p:nvSpPr>
        <p:spPr bwMode="auto">
          <a:xfrm rot="0" flipH="0" flipV="0">
            <a:off x="7416286" y="138809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71081092" name="TextBox 70"/>
          <p:cNvSpPr txBox="1"/>
          <p:nvPr/>
        </p:nvSpPr>
        <p:spPr bwMode="auto">
          <a:xfrm rot="0" flipH="0" flipV="0">
            <a:off x="7457826" y="140886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51732577" name="AutoShape 71"/>
          <p:cNvSpPr/>
          <p:nvPr/>
        </p:nvSpPr>
        <p:spPr bwMode="auto">
          <a:xfrm flipV="1">
            <a:off x="9847503" y="2683146"/>
            <a:ext cx="1235454" cy="57111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6772865" name="AutoShape 72"/>
          <p:cNvSpPr/>
          <p:nvPr/>
        </p:nvSpPr>
        <p:spPr bwMode="auto">
          <a:xfrm>
            <a:off x="9847966" y="3439230"/>
            <a:ext cx="1128296" cy="51474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1306787" name="AutoShape 73"/>
          <p:cNvSpPr/>
          <p:nvPr/>
        </p:nvSpPr>
        <p:spPr bwMode="auto">
          <a:xfrm>
            <a:off x="9771921" y="3529805"/>
            <a:ext cx="1165068" cy="169379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7699271" name="AutoShape 74"/>
          <p:cNvSpPr/>
          <p:nvPr/>
        </p:nvSpPr>
        <p:spPr bwMode="auto">
          <a:xfrm>
            <a:off x="9650968" y="3568754"/>
            <a:ext cx="48538" cy="23292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5136906" name="AutoShape 75"/>
          <p:cNvSpPr/>
          <p:nvPr/>
        </p:nvSpPr>
        <p:spPr bwMode="auto">
          <a:xfrm flipH="1">
            <a:off x="7983871" y="3530549"/>
            <a:ext cx="1537996" cy="226465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4661991" name="AutoShape 76"/>
          <p:cNvSpPr/>
          <p:nvPr/>
        </p:nvSpPr>
        <p:spPr bwMode="auto">
          <a:xfrm flipH="1">
            <a:off x="7237612" y="3446416"/>
            <a:ext cx="2210567" cy="110619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4957579" name="AutoShape 77"/>
          <p:cNvSpPr/>
          <p:nvPr/>
        </p:nvSpPr>
        <p:spPr bwMode="auto">
          <a:xfrm flipH="1" flipV="1">
            <a:off x="7805392" y="1754602"/>
            <a:ext cx="1673406" cy="144769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2010366" name="AutoShape 78"/>
          <p:cNvSpPr/>
          <p:nvPr/>
        </p:nvSpPr>
        <p:spPr bwMode="auto">
          <a:xfrm flipH="1" flipV="1">
            <a:off x="9245431" y="1279555"/>
            <a:ext cx="358740" cy="185015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2316385" name="Freeform 80"/>
          <p:cNvSpPr/>
          <p:nvPr/>
        </p:nvSpPr>
        <p:spPr bwMode="auto">
          <a:xfrm rot="0" flipH="0" flipV="0">
            <a:off x="8981700" y="840466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94237917" name="TextBox 81"/>
          <p:cNvSpPr txBox="1"/>
          <p:nvPr/>
        </p:nvSpPr>
        <p:spPr bwMode="auto">
          <a:xfrm rot="0" flipH="0" flipV="0">
            <a:off x="9023240" y="861235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90478623" name="Freeform 83"/>
          <p:cNvSpPr/>
          <p:nvPr/>
        </p:nvSpPr>
        <p:spPr bwMode="auto">
          <a:xfrm rot="0" flipH="0" flipV="0">
            <a:off x="10639858" y="727718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11388414" name="TextBox 84"/>
          <p:cNvSpPr txBox="1"/>
          <p:nvPr/>
        </p:nvSpPr>
        <p:spPr bwMode="auto">
          <a:xfrm rot="0" flipH="0" flipV="0">
            <a:off x="10681397" y="748488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53393533" name="Freeform 85"/>
          <p:cNvSpPr/>
          <p:nvPr/>
        </p:nvSpPr>
        <p:spPr bwMode="auto">
          <a:xfrm>
            <a:off x="8371573" y="2816584"/>
            <a:ext cx="656571" cy="539209"/>
          </a:xfrm>
          <a:custGeom>
            <a:avLst/>
            <a:gdLst/>
            <a:ahLst/>
            <a:cxnLst/>
            <a:rect l="l" t="t" r="r" b="b"/>
            <a:pathLst>
              <a:path w="656574" h="539211" fill="norm" stroke="1" extrusionOk="0">
                <a:moveTo>
                  <a:pt x="0" y="0"/>
                </a:moveTo>
                <a:lnTo>
                  <a:pt x="656573" y="0"/>
                </a:lnTo>
                <a:lnTo>
                  <a:pt x="656573" y="539211"/>
                </a:lnTo>
                <a:lnTo>
                  <a:pt x="0" y="5392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386998641" name=""/>
          <p:cNvGrpSpPr/>
          <p:nvPr/>
        </p:nvGrpSpPr>
        <p:grpSpPr bwMode="auto">
          <a:xfrm>
            <a:off x="554915" y="2887241"/>
            <a:ext cx="3363984" cy="809865"/>
            <a:chOff x="0" y="0"/>
            <a:chExt cx="3363984" cy="809865"/>
          </a:xfrm>
        </p:grpSpPr>
        <p:sp>
          <p:nvSpPr>
            <p:cNvPr id="626930480" name="Freeform 27"/>
            <p:cNvSpPr/>
            <p:nvPr/>
          </p:nvSpPr>
          <p:spPr bwMode="auto">
            <a:xfrm rot="0" flipH="0" flipV="0">
              <a:off x="2920887" y="238457"/>
              <a:ext cx="443098" cy="443098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63397192" name="TextBox 28"/>
            <p:cNvSpPr txBox="1"/>
            <p:nvPr/>
          </p:nvSpPr>
          <p:spPr bwMode="auto">
            <a:xfrm rot="0" flipH="0" flipV="0">
              <a:off x="2962426" y="259225"/>
              <a:ext cx="360017" cy="38078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  <p:sp>
          <p:nvSpPr>
            <p:cNvPr id="38359288" name="AutoShape 29"/>
            <p:cNvSpPr/>
            <p:nvPr/>
          </p:nvSpPr>
          <p:spPr bwMode="auto">
            <a:xfrm flipV="1">
              <a:off x="1880088" y="460008"/>
              <a:ext cx="1040797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81403650" name="Freeform 31"/>
            <p:cNvSpPr/>
            <p:nvPr/>
          </p:nvSpPr>
          <p:spPr bwMode="auto">
            <a:xfrm rot="0" flipH="0" flipV="0">
              <a:off x="0" y="110154"/>
              <a:ext cx="1880085" cy="699705"/>
            </a:xfrm>
            <a:custGeom>
              <a:avLst/>
              <a:gdLst/>
              <a:ahLst/>
              <a:cxnLst/>
              <a:rect l="l" t="t" r="r" b="b"/>
              <a:pathLst>
                <a:path w="812800" h="302497" fill="norm" stroke="1" extrusionOk="0">
                  <a:moveTo>
                    <a:pt x="24707" y="0"/>
                  </a:moveTo>
                  <a:lnTo>
                    <a:pt x="788093" y="0"/>
                  </a:lnTo>
                  <a:cubicBezTo>
                    <a:pt x="794646" y="0"/>
                    <a:pt x="800930" y="2603"/>
                    <a:pt x="805563" y="7237"/>
                  </a:cubicBezTo>
                  <a:cubicBezTo>
                    <a:pt x="810197" y="11870"/>
                    <a:pt x="812800" y="18154"/>
                    <a:pt x="812800" y="24707"/>
                  </a:cubicBezTo>
                  <a:lnTo>
                    <a:pt x="812800" y="277790"/>
                  </a:lnTo>
                  <a:cubicBezTo>
                    <a:pt x="812800" y="291435"/>
                    <a:pt x="801738" y="302497"/>
                    <a:pt x="788093" y="302497"/>
                  </a:cubicBezTo>
                  <a:lnTo>
                    <a:pt x="24707" y="302497"/>
                  </a:lnTo>
                  <a:cubicBezTo>
                    <a:pt x="18154" y="302497"/>
                    <a:pt x="11870" y="299894"/>
                    <a:pt x="7237" y="295260"/>
                  </a:cubicBezTo>
                  <a:cubicBezTo>
                    <a:pt x="2603" y="290627"/>
                    <a:pt x="0" y="284342"/>
                    <a:pt x="0" y="277790"/>
                  </a:cubicBezTo>
                  <a:lnTo>
                    <a:pt x="0" y="24707"/>
                  </a:lnTo>
                  <a:cubicBezTo>
                    <a:pt x="0" y="18154"/>
                    <a:pt x="2603" y="11870"/>
                    <a:pt x="7237" y="7237"/>
                  </a:cubicBezTo>
                  <a:cubicBezTo>
                    <a:pt x="11870" y="2603"/>
                    <a:pt x="18154" y="0"/>
                    <a:pt x="2470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087595909" name="TextBox 32"/>
            <p:cNvSpPr txBox="1"/>
            <p:nvPr/>
          </p:nvSpPr>
          <p:spPr bwMode="auto">
            <a:xfrm rot="0" flipH="0" flipV="0">
              <a:off x="0" y="0"/>
              <a:ext cx="1880085" cy="80986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9513389" name="Freeform 34"/>
          <p:cNvSpPr/>
          <p:nvPr/>
        </p:nvSpPr>
        <p:spPr bwMode="auto">
          <a:xfrm rot="0" flipH="0" flipV="0">
            <a:off x="5016440" y="2754632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55469239" name="TextBox 35"/>
          <p:cNvSpPr txBox="1"/>
          <p:nvPr/>
        </p:nvSpPr>
        <p:spPr bwMode="auto">
          <a:xfrm rot="0" flipH="0" flipV="0">
            <a:off x="5058001" y="2775412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02245322" name="Freeform 37"/>
          <p:cNvSpPr/>
          <p:nvPr/>
        </p:nvSpPr>
        <p:spPr bwMode="auto">
          <a:xfrm rot="0" flipH="0" flipV="0">
            <a:off x="7808860" y="2661337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58375702" name="TextBox 38"/>
          <p:cNvSpPr txBox="1"/>
          <p:nvPr/>
        </p:nvSpPr>
        <p:spPr bwMode="auto">
          <a:xfrm rot="0" flipH="0" flipV="0">
            <a:off x="7850421" y="2682117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85730418" name="Freeform 40"/>
          <p:cNvSpPr/>
          <p:nvPr/>
        </p:nvSpPr>
        <p:spPr bwMode="auto">
          <a:xfrm rot="0" flipH="0" flipV="0">
            <a:off x="9480074" y="3104658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92924184" name="TextBox 41"/>
          <p:cNvSpPr txBox="1"/>
          <p:nvPr/>
        </p:nvSpPr>
        <p:spPr bwMode="auto">
          <a:xfrm rot="0" flipH="0" flipV="0">
            <a:off x="9521635" y="3125439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30524377" name="Freeform 43"/>
          <p:cNvSpPr/>
          <p:nvPr/>
        </p:nvSpPr>
        <p:spPr bwMode="auto">
          <a:xfrm rot="0" flipH="0" flipV="0">
            <a:off x="6502438" y="3275563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73396586" name="TextBox 44"/>
          <p:cNvSpPr txBox="1"/>
          <p:nvPr/>
        </p:nvSpPr>
        <p:spPr bwMode="auto">
          <a:xfrm rot="0" flipH="0" flipV="0">
            <a:off x="6543999" y="3296343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01037596" name="AutoShape 45"/>
          <p:cNvSpPr/>
          <p:nvPr/>
        </p:nvSpPr>
        <p:spPr bwMode="auto">
          <a:xfrm flipV="1">
            <a:off x="3965588" y="3027051"/>
            <a:ext cx="1056690" cy="24851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0151485" name="AutoShape 46"/>
          <p:cNvSpPr/>
          <p:nvPr/>
        </p:nvSpPr>
        <p:spPr bwMode="auto">
          <a:xfrm>
            <a:off x="5447340" y="3049644"/>
            <a:ext cx="1067520" cy="37422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9810441" name="AutoShape 47"/>
          <p:cNvSpPr/>
          <p:nvPr/>
        </p:nvSpPr>
        <p:spPr bwMode="auto">
          <a:xfrm flipV="1">
            <a:off x="6924743" y="2977333"/>
            <a:ext cx="905133" cy="4255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1694474" name="AutoShape 48"/>
          <p:cNvSpPr/>
          <p:nvPr/>
        </p:nvSpPr>
        <p:spPr bwMode="auto">
          <a:xfrm>
            <a:off x="8244826" y="2939847"/>
            <a:ext cx="1242605" cy="32962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5433698" name="AutoShape 49"/>
          <p:cNvSpPr/>
          <p:nvPr/>
        </p:nvSpPr>
        <p:spPr bwMode="auto">
          <a:xfrm flipV="1">
            <a:off x="9801945" y="1124915"/>
            <a:ext cx="1015242" cy="200363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4263389" name="Freeform 51"/>
          <p:cNvSpPr/>
          <p:nvPr/>
        </p:nvSpPr>
        <p:spPr bwMode="auto">
          <a:xfrm rot="0" flipH="0" flipV="0">
            <a:off x="11118651" y="2347191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03164524" name="TextBox 52"/>
          <p:cNvSpPr txBox="1"/>
          <p:nvPr/>
        </p:nvSpPr>
        <p:spPr bwMode="auto">
          <a:xfrm rot="0" flipH="0" flipV="0">
            <a:off x="11160212" y="2367971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24809702" name="Freeform 54"/>
          <p:cNvSpPr/>
          <p:nvPr/>
        </p:nvSpPr>
        <p:spPr bwMode="auto">
          <a:xfrm rot="0" flipH="0" flipV="0">
            <a:off x="11012365" y="3803717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20239931" name="TextBox 55"/>
          <p:cNvSpPr txBox="1"/>
          <p:nvPr/>
        </p:nvSpPr>
        <p:spPr bwMode="auto">
          <a:xfrm rot="0" flipH="0" flipV="0">
            <a:off x="11053926" y="3824497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59509563" name="Freeform 57"/>
          <p:cNvSpPr/>
          <p:nvPr/>
        </p:nvSpPr>
        <p:spPr bwMode="auto">
          <a:xfrm rot="0" flipH="0" flipV="0">
            <a:off x="9537874" y="5878311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95068214" name="TextBox 58"/>
          <p:cNvSpPr txBox="1"/>
          <p:nvPr/>
        </p:nvSpPr>
        <p:spPr bwMode="auto">
          <a:xfrm rot="0" flipH="0" flipV="0">
            <a:off x="9579435" y="5899091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8239040" name="Freeform 60"/>
          <p:cNvSpPr/>
          <p:nvPr/>
        </p:nvSpPr>
        <p:spPr bwMode="auto">
          <a:xfrm rot="0" flipH="0" flipV="0">
            <a:off x="7692219" y="5737226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77919326" name="TextBox 61"/>
          <p:cNvSpPr txBox="1"/>
          <p:nvPr/>
        </p:nvSpPr>
        <p:spPr bwMode="auto">
          <a:xfrm rot="0" flipH="0" flipV="0">
            <a:off x="7733779" y="5758006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32799500" name="Freeform 63"/>
          <p:cNvSpPr/>
          <p:nvPr/>
        </p:nvSpPr>
        <p:spPr bwMode="auto">
          <a:xfrm rot="0" flipH="0" flipV="0">
            <a:off x="6871861" y="4409838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25409802" name="TextBox 64"/>
          <p:cNvSpPr txBox="1"/>
          <p:nvPr/>
        </p:nvSpPr>
        <p:spPr bwMode="auto">
          <a:xfrm rot="0" flipH="0" flipV="0">
            <a:off x="6913422" y="4430618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50949247" name="Freeform 66"/>
          <p:cNvSpPr/>
          <p:nvPr/>
        </p:nvSpPr>
        <p:spPr bwMode="auto">
          <a:xfrm rot="0" flipH="0" flipV="0">
            <a:off x="10896989" y="5164586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91872102" name="TextBox 67"/>
          <p:cNvSpPr txBox="1"/>
          <p:nvPr/>
        </p:nvSpPr>
        <p:spPr bwMode="auto">
          <a:xfrm rot="0" flipH="0" flipV="0">
            <a:off x="10938550" y="5185366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01972239" name="Freeform 69"/>
          <p:cNvSpPr/>
          <p:nvPr/>
        </p:nvSpPr>
        <p:spPr bwMode="auto">
          <a:xfrm rot="0" flipH="0" flipV="0">
            <a:off x="7470558" y="1366188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62459673" name="TextBox 70"/>
          <p:cNvSpPr txBox="1"/>
          <p:nvPr/>
        </p:nvSpPr>
        <p:spPr bwMode="auto">
          <a:xfrm rot="0" flipH="0" flipV="0">
            <a:off x="7512118" y="1386968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12320394" name="AutoShape 71"/>
          <p:cNvSpPr/>
          <p:nvPr/>
        </p:nvSpPr>
        <p:spPr bwMode="auto">
          <a:xfrm flipV="1">
            <a:off x="9902988" y="2661886"/>
            <a:ext cx="1236071" cy="57140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2450808" name="AutoShape 72"/>
          <p:cNvSpPr/>
          <p:nvPr/>
        </p:nvSpPr>
        <p:spPr bwMode="auto">
          <a:xfrm>
            <a:off x="9903451" y="3418347"/>
            <a:ext cx="1128861" cy="51500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6748324" name="AutoShape 73"/>
          <p:cNvSpPr/>
          <p:nvPr/>
        </p:nvSpPr>
        <p:spPr bwMode="auto">
          <a:xfrm>
            <a:off x="9827368" y="3508966"/>
            <a:ext cx="1165649" cy="169463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3483618" name="AutoShape 74"/>
          <p:cNvSpPr/>
          <p:nvPr/>
        </p:nvSpPr>
        <p:spPr bwMode="auto">
          <a:xfrm>
            <a:off x="9706355" y="3547935"/>
            <a:ext cx="48564" cy="233042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8285146" name="AutoShape 75"/>
          <p:cNvSpPr/>
          <p:nvPr/>
        </p:nvSpPr>
        <p:spPr bwMode="auto">
          <a:xfrm flipH="1">
            <a:off x="8038425" y="3509710"/>
            <a:ext cx="1538766" cy="226578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3444398" name="AutoShape 76"/>
          <p:cNvSpPr/>
          <p:nvPr/>
        </p:nvSpPr>
        <p:spPr bwMode="auto">
          <a:xfrm flipH="1">
            <a:off x="7291793" y="3425538"/>
            <a:ext cx="2211671" cy="110674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5427139" name="AutoShape 77"/>
          <p:cNvSpPr/>
          <p:nvPr/>
        </p:nvSpPr>
        <p:spPr bwMode="auto">
          <a:xfrm flipH="1" flipV="1">
            <a:off x="7859856" y="1732878"/>
            <a:ext cx="1674240" cy="144841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810571" name="AutoShape 78"/>
          <p:cNvSpPr/>
          <p:nvPr/>
        </p:nvSpPr>
        <p:spPr bwMode="auto">
          <a:xfrm flipH="1" flipV="1">
            <a:off x="9300616" y="1257595"/>
            <a:ext cx="358916" cy="185107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9310309" name="Freeform 80"/>
          <p:cNvSpPr/>
          <p:nvPr/>
        </p:nvSpPr>
        <p:spPr bwMode="auto">
          <a:xfrm rot="0" flipH="0" flipV="0">
            <a:off x="9036752" y="818284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41436742" name="TextBox 81"/>
          <p:cNvSpPr txBox="1"/>
          <p:nvPr/>
        </p:nvSpPr>
        <p:spPr bwMode="auto">
          <a:xfrm rot="0" flipH="0" flipV="0">
            <a:off x="9078313" y="839064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38313498" name="Freeform 83"/>
          <p:cNvSpPr/>
          <p:nvPr/>
        </p:nvSpPr>
        <p:spPr bwMode="auto">
          <a:xfrm rot="0" flipH="0" flipV="0">
            <a:off x="10695738" y="705483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83056916" name="TextBox 84"/>
          <p:cNvSpPr txBox="1"/>
          <p:nvPr/>
        </p:nvSpPr>
        <p:spPr bwMode="auto">
          <a:xfrm rot="0" flipH="0" flipV="0">
            <a:off x="10737299" y="726262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08423103" name="Freeform 85"/>
          <p:cNvSpPr/>
          <p:nvPr/>
        </p:nvSpPr>
        <p:spPr bwMode="auto">
          <a:xfrm>
            <a:off x="5774398" y="2590414"/>
            <a:ext cx="583129" cy="518256"/>
          </a:xfrm>
          <a:custGeom>
            <a:avLst/>
            <a:gdLst/>
            <a:ahLst/>
            <a:cxnLst/>
            <a:rect l="l" t="t" r="r" b="b"/>
            <a:pathLst>
              <a:path w="583131" h="518258" fill="norm" stroke="1" extrusionOk="0">
                <a:moveTo>
                  <a:pt x="0" y="0"/>
                </a:moveTo>
                <a:lnTo>
                  <a:pt x="583131" y="0"/>
                </a:lnTo>
                <a:lnTo>
                  <a:pt x="583131" y="518258"/>
                </a:lnTo>
                <a:lnTo>
                  <a:pt x="0" y="51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431172590" name=""/>
          <p:cNvGrpSpPr/>
          <p:nvPr/>
        </p:nvGrpSpPr>
        <p:grpSpPr bwMode="auto">
          <a:xfrm>
            <a:off x="605759" y="2866082"/>
            <a:ext cx="3365667" cy="810268"/>
            <a:chOff x="0" y="0"/>
            <a:chExt cx="3365667" cy="810268"/>
          </a:xfrm>
        </p:grpSpPr>
        <p:sp>
          <p:nvSpPr>
            <p:cNvPr id="118981897" name="Freeform 27"/>
            <p:cNvSpPr/>
            <p:nvPr/>
          </p:nvSpPr>
          <p:spPr bwMode="auto">
            <a:xfrm rot="0" flipH="0" flipV="0">
              <a:off x="2922345" y="238574"/>
              <a:ext cx="443322" cy="443322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22540567" name="TextBox 28"/>
            <p:cNvSpPr txBox="1"/>
            <p:nvPr/>
          </p:nvSpPr>
          <p:spPr bwMode="auto">
            <a:xfrm rot="0" flipH="0" flipV="0">
              <a:off x="2963905" y="259355"/>
              <a:ext cx="360198" cy="38097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  <p:sp>
          <p:nvSpPr>
            <p:cNvPr id="1630262755" name="AutoShape 29"/>
            <p:cNvSpPr/>
            <p:nvPr/>
          </p:nvSpPr>
          <p:spPr bwMode="auto">
            <a:xfrm>
              <a:off x="1881026" y="460237"/>
              <a:ext cx="1041318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06420264" name="Freeform 31"/>
            <p:cNvSpPr/>
            <p:nvPr/>
          </p:nvSpPr>
          <p:spPr bwMode="auto">
            <a:xfrm rot="0" flipH="0" flipV="0">
              <a:off x="0" y="110209"/>
              <a:ext cx="1881023" cy="700052"/>
            </a:xfrm>
            <a:custGeom>
              <a:avLst/>
              <a:gdLst/>
              <a:ahLst/>
              <a:cxnLst/>
              <a:rect l="l" t="t" r="r" b="b"/>
              <a:pathLst>
                <a:path w="812800" h="302497" fill="norm" stroke="1" extrusionOk="0">
                  <a:moveTo>
                    <a:pt x="24695" y="0"/>
                  </a:moveTo>
                  <a:lnTo>
                    <a:pt x="788105" y="0"/>
                  </a:lnTo>
                  <a:cubicBezTo>
                    <a:pt x="801744" y="0"/>
                    <a:pt x="812800" y="11056"/>
                    <a:pt x="812800" y="24695"/>
                  </a:cubicBezTo>
                  <a:lnTo>
                    <a:pt x="812800" y="277802"/>
                  </a:lnTo>
                  <a:cubicBezTo>
                    <a:pt x="812800" y="291441"/>
                    <a:pt x="801744" y="302497"/>
                    <a:pt x="788105" y="302497"/>
                  </a:cubicBezTo>
                  <a:lnTo>
                    <a:pt x="24695" y="302497"/>
                  </a:lnTo>
                  <a:cubicBezTo>
                    <a:pt x="18145" y="302497"/>
                    <a:pt x="11864" y="299895"/>
                    <a:pt x="7233" y="295264"/>
                  </a:cubicBezTo>
                  <a:cubicBezTo>
                    <a:pt x="2602" y="290633"/>
                    <a:pt x="0" y="284352"/>
                    <a:pt x="0" y="277802"/>
                  </a:cubicBezTo>
                  <a:lnTo>
                    <a:pt x="0" y="24695"/>
                  </a:lnTo>
                  <a:cubicBezTo>
                    <a:pt x="0" y="11056"/>
                    <a:pt x="11056" y="0"/>
                    <a:pt x="24695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957297880" name="TextBox 32"/>
            <p:cNvSpPr txBox="1"/>
            <p:nvPr/>
          </p:nvSpPr>
          <p:spPr bwMode="auto">
            <a:xfrm rot="0" flipH="0" flipV="0">
              <a:off x="0" y="0"/>
              <a:ext cx="1881023" cy="81026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0215486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88877" y="632212"/>
            <a:ext cx="9615519" cy="54042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45308978" name=""/>
          <p:cNvGrpSpPr/>
          <p:nvPr/>
        </p:nvGrpSpPr>
        <p:grpSpPr bwMode="auto">
          <a:xfrm>
            <a:off x="1430615" y="496255"/>
            <a:ext cx="9348170" cy="6242964"/>
            <a:chOff x="0" y="0"/>
            <a:chExt cx="9348170" cy="6242964"/>
          </a:xfrm>
        </p:grpSpPr>
        <p:sp>
          <p:nvSpPr>
            <p:cNvPr id="2058071143" name="Freeform 26"/>
            <p:cNvSpPr/>
            <p:nvPr/>
          </p:nvSpPr>
          <p:spPr bwMode="auto">
            <a:xfrm>
              <a:off x="0" y="0"/>
              <a:ext cx="1041471" cy="1142903"/>
            </a:xfrm>
            <a:custGeom>
              <a:avLst/>
              <a:gdLst/>
              <a:ahLst/>
              <a:cxnLst/>
              <a:rect l="l" t="t" r="r" b="b"/>
              <a:pathLst>
                <a:path w="1041472" h="1142905" fill="norm" stroke="1" extrusionOk="0">
                  <a:moveTo>
                    <a:pt x="0" y="0"/>
                  </a:moveTo>
                  <a:lnTo>
                    <a:pt x="1041472" y="0"/>
                  </a:lnTo>
                  <a:lnTo>
                    <a:pt x="1041472" y="1142905"/>
                  </a:lnTo>
                  <a:lnTo>
                    <a:pt x="0" y="1142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48029151" name="AutoShape 27"/>
            <p:cNvSpPr/>
            <p:nvPr/>
          </p:nvSpPr>
          <p:spPr bwMode="auto">
            <a:xfrm flipH="1">
              <a:off x="2579040" y="1333405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32477454" name="AutoShape 28"/>
            <p:cNvSpPr/>
            <p:nvPr/>
          </p:nvSpPr>
          <p:spPr bwMode="auto">
            <a:xfrm>
              <a:off x="2579040" y="1659746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3904421" name="Freeform 29"/>
            <p:cNvSpPr/>
            <p:nvPr/>
          </p:nvSpPr>
          <p:spPr bwMode="auto">
            <a:xfrm>
              <a:off x="4403021" y="1765249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32795781" name="Freeform 30"/>
            <p:cNvSpPr/>
            <p:nvPr/>
          </p:nvSpPr>
          <p:spPr bwMode="auto">
            <a:xfrm>
              <a:off x="8306699" y="0"/>
              <a:ext cx="1041471" cy="1142903"/>
            </a:xfrm>
            <a:custGeom>
              <a:avLst/>
              <a:gdLst/>
              <a:ahLst/>
              <a:cxnLst/>
              <a:rect l="l" t="t" r="r" b="b"/>
              <a:pathLst>
                <a:path w="1041472" h="1142905" fill="norm" stroke="1" extrusionOk="0">
                  <a:moveTo>
                    <a:pt x="0" y="0"/>
                  </a:moveTo>
                  <a:lnTo>
                    <a:pt x="1041472" y="0"/>
                  </a:lnTo>
                  <a:lnTo>
                    <a:pt x="1041472" y="1142905"/>
                  </a:lnTo>
                  <a:lnTo>
                    <a:pt x="0" y="1142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55576089" name="Freeform 31"/>
            <p:cNvSpPr/>
            <p:nvPr/>
          </p:nvSpPr>
          <p:spPr bwMode="auto">
            <a:xfrm>
              <a:off x="3797214" y="629012"/>
              <a:ext cx="1749420" cy="513889"/>
            </a:xfrm>
            <a:custGeom>
              <a:avLst/>
              <a:gdLst/>
              <a:ahLst/>
              <a:cxnLst/>
              <a:rect l="l" t="t" r="r" b="b"/>
              <a:pathLst>
                <a:path w="1749421" h="513892" fill="norm" stroke="1" extrusionOk="0">
                  <a:moveTo>
                    <a:pt x="0" y="0"/>
                  </a:moveTo>
                  <a:lnTo>
                    <a:pt x="1749421" y="0"/>
                  </a:lnTo>
                  <a:lnTo>
                    <a:pt x="1749421" y="513893"/>
                  </a:lnTo>
                  <a:lnTo>
                    <a:pt x="0" y="5138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52964904" name="TextBox 32"/>
            <p:cNvSpPr txBox="1"/>
            <p:nvPr/>
          </p:nvSpPr>
          <p:spPr bwMode="auto">
            <a:xfrm>
              <a:off x="3922466" y="677997"/>
              <a:ext cx="1499634" cy="35583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98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Rubik Bold"/>
                  <a:ea typeface="Rubik Bold"/>
                  <a:cs typeface="Rubik Bold"/>
                </a:rPr>
                <a:t>bc1q...01</a:t>
              </a:r>
              <a:endParaRPr/>
            </a:p>
          </p:txBody>
        </p:sp>
        <p:sp>
          <p:nvSpPr>
            <p:cNvPr id="1892486827" name="AutoShape 33"/>
            <p:cNvSpPr/>
            <p:nvPr/>
          </p:nvSpPr>
          <p:spPr bwMode="auto">
            <a:xfrm flipH="1">
              <a:off x="2574716" y="3302867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67819675" name="AutoShape 34"/>
            <p:cNvSpPr/>
            <p:nvPr/>
          </p:nvSpPr>
          <p:spPr bwMode="auto">
            <a:xfrm>
              <a:off x="2574716" y="3629208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6341425" name="Freeform 35"/>
            <p:cNvSpPr/>
            <p:nvPr/>
          </p:nvSpPr>
          <p:spPr bwMode="auto">
            <a:xfrm>
              <a:off x="4398700" y="3734712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55348925" name="Freeform 36"/>
            <p:cNvSpPr/>
            <p:nvPr/>
          </p:nvSpPr>
          <p:spPr bwMode="auto">
            <a:xfrm>
              <a:off x="3792890" y="2598475"/>
              <a:ext cx="1749420" cy="513889"/>
            </a:xfrm>
            <a:custGeom>
              <a:avLst/>
              <a:gdLst/>
              <a:ahLst/>
              <a:cxnLst/>
              <a:rect l="l" t="t" r="r" b="b"/>
              <a:pathLst>
                <a:path w="1749421" h="513892" fill="norm" stroke="1" extrusionOk="0">
                  <a:moveTo>
                    <a:pt x="0" y="0"/>
                  </a:moveTo>
                  <a:lnTo>
                    <a:pt x="1749421" y="0"/>
                  </a:lnTo>
                  <a:lnTo>
                    <a:pt x="1749421" y="513892"/>
                  </a:lnTo>
                  <a:lnTo>
                    <a:pt x="0" y="5138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79619537" name="TextBox 37"/>
            <p:cNvSpPr txBox="1"/>
            <p:nvPr/>
          </p:nvSpPr>
          <p:spPr bwMode="auto">
            <a:xfrm>
              <a:off x="3918144" y="2647459"/>
              <a:ext cx="1499634" cy="35583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98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Rubik Bold"/>
                  <a:ea typeface="Rubik Bold"/>
                  <a:cs typeface="Rubik Bold"/>
                </a:rPr>
                <a:t>bc1q...02</a:t>
              </a:r>
              <a:endParaRPr/>
            </a:p>
          </p:txBody>
        </p:sp>
        <p:sp>
          <p:nvSpPr>
            <p:cNvPr id="1051329191" name="AutoShape 38"/>
            <p:cNvSpPr/>
            <p:nvPr/>
          </p:nvSpPr>
          <p:spPr bwMode="auto">
            <a:xfrm flipH="1">
              <a:off x="2579040" y="5273316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45835526" name="AutoShape 39"/>
            <p:cNvSpPr/>
            <p:nvPr/>
          </p:nvSpPr>
          <p:spPr bwMode="auto">
            <a:xfrm>
              <a:off x="2579040" y="5599656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09842725" name="Freeform 40"/>
            <p:cNvSpPr/>
            <p:nvPr/>
          </p:nvSpPr>
          <p:spPr bwMode="auto">
            <a:xfrm>
              <a:off x="4403021" y="5705160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098891" name="Freeform 41"/>
            <p:cNvSpPr/>
            <p:nvPr/>
          </p:nvSpPr>
          <p:spPr bwMode="auto">
            <a:xfrm>
              <a:off x="3797214" y="4568923"/>
              <a:ext cx="1749420" cy="513889"/>
            </a:xfrm>
            <a:custGeom>
              <a:avLst/>
              <a:gdLst/>
              <a:ahLst/>
              <a:cxnLst/>
              <a:rect l="l" t="t" r="r" b="b"/>
              <a:pathLst>
                <a:path w="1749421" h="513892" fill="norm" stroke="1" extrusionOk="0">
                  <a:moveTo>
                    <a:pt x="0" y="0"/>
                  </a:moveTo>
                  <a:lnTo>
                    <a:pt x="1749421" y="0"/>
                  </a:lnTo>
                  <a:lnTo>
                    <a:pt x="1749421" y="513892"/>
                  </a:lnTo>
                  <a:lnTo>
                    <a:pt x="0" y="5138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88753290" name="TextBox 42"/>
            <p:cNvSpPr txBox="1"/>
            <p:nvPr/>
          </p:nvSpPr>
          <p:spPr bwMode="auto">
            <a:xfrm>
              <a:off x="3922466" y="4617906"/>
              <a:ext cx="1499634" cy="35583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98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Rubik Bold"/>
                  <a:ea typeface="Rubik Bold"/>
                  <a:cs typeface="Rubik Bold"/>
                </a:rPr>
                <a:t>bc1q...03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20464560" name=""/>
          <p:cNvGrpSpPr/>
          <p:nvPr/>
        </p:nvGrpSpPr>
        <p:grpSpPr bwMode="auto">
          <a:xfrm>
            <a:off x="1240115" y="490137"/>
            <a:ext cx="9348170" cy="6064698"/>
            <a:chOff x="0" y="0"/>
            <a:chExt cx="9348170" cy="6064698"/>
          </a:xfrm>
        </p:grpSpPr>
        <p:sp>
          <p:nvSpPr>
            <p:cNvPr id="1689390326" name="Freeform 26"/>
            <p:cNvSpPr/>
            <p:nvPr/>
          </p:nvSpPr>
          <p:spPr bwMode="auto">
            <a:xfrm>
              <a:off x="0" y="0"/>
              <a:ext cx="1041471" cy="1142903"/>
            </a:xfrm>
            <a:custGeom>
              <a:avLst/>
              <a:gdLst/>
              <a:ahLst/>
              <a:cxnLst/>
              <a:rect l="l" t="t" r="r" b="b"/>
              <a:pathLst>
                <a:path w="1041472" h="1142905" fill="norm" stroke="1" extrusionOk="0">
                  <a:moveTo>
                    <a:pt x="0" y="0"/>
                  </a:moveTo>
                  <a:lnTo>
                    <a:pt x="1041472" y="0"/>
                  </a:lnTo>
                  <a:lnTo>
                    <a:pt x="1041472" y="1142905"/>
                  </a:lnTo>
                  <a:lnTo>
                    <a:pt x="0" y="1142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31269672" name="AutoShape 27"/>
            <p:cNvSpPr/>
            <p:nvPr/>
          </p:nvSpPr>
          <p:spPr bwMode="auto">
            <a:xfrm flipH="1">
              <a:off x="2579039" y="1333404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29078726" name="AutoShape 28"/>
            <p:cNvSpPr/>
            <p:nvPr/>
          </p:nvSpPr>
          <p:spPr bwMode="auto">
            <a:xfrm>
              <a:off x="2579039" y="1659745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19270223" name="Freeform 29"/>
            <p:cNvSpPr/>
            <p:nvPr/>
          </p:nvSpPr>
          <p:spPr bwMode="auto">
            <a:xfrm>
              <a:off x="8306699" y="0"/>
              <a:ext cx="1041471" cy="1142903"/>
            </a:xfrm>
            <a:custGeom>
              <a:avLst/>
              <a:gdLst/>
              <a:ahLst/>
              <a:cxnLst/>
              <a:rect l="l" t="t" r="r" b="b"/>
              <a:pathLst>
                <a:path w="1041472" h="1142905" fill="norm" stroke="1" extrusionOk="0">
                  <a:moveTo>
                    <a:pt x="0" y="0"/>
                  </a:moveTo>
                  <a:lnTo>
                    <a:pt x="1041472" y="0"/>
                  </a:lnTo>
                  <a:lnTo>
                    <a:pt x="1041472" y="1142905"/>
                  </a:lnTo>
                  <a:lnTo>
                    <a:pt x="0" y="1142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14826774" name="Freeform 30"/>
            <p:cNvSpPr/>
            <p:nvPr/>
          </p:nvSpPr>
          <p:spPr bwMode="auto">
            <a:xfrm>
              <a:off x="3797215" y="629010"/>
              <a:ext cx="1749420" cy="513889"/>
            </a:xfrm>
            <a:custGeom>
              <a:avLst/>
              <a:gdLst/>
              <a:ahLst/>
              <a:cxnLst/>
              <a:rect l="l" t="t" r="r" b="b"/>
              <a:pathLst>
                <a:path w="1749421" h="513892" fill="norm" stroke="1" extrusionOk="0">
                  <a:moveTo>
                    <a:pt x="0" y="0"/>
                  </a:moveTo>
                  <a:lnTo>
                    <a:pt x="1749421" y="0"/>
                  </a:lnTo>
                  <a:lnTo>
                    <a:pt x="1749421" y="513893"/>
                  </a:lnTo>
                  <a:lnTo>
                    <a:pt x="0" y="5138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89187030" name="AutoShape 31"/>
            <p:cNvSpPr/>
            <p:nvPr/>
          </p:nvSpPr>
          <p:spPr bwMode="auto">
            <a:xfrm>
              <a:off x="2574716" y="3375712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1195071" name="AutoShape 32"/>
            <p:cNvSpPr/>
            <p:nvPr/>
          </p:nvSpPr>
          <p:spPr bwMode="auto">
            <a:xfrm>
              <a:off x="2579039" y="5091682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81370259" name="Freeform 33"/>
            <p:cNvSpPr/>
            <p:nvPr/>
          </p:nvSpPr>
          <p:spPr bwMode="auto">
            <a:xfrm>
              <a:off x="4174871" y="1850244"/>
              <a:ext cx="998426" cy="782516"/>
            </a:xfrm>
            <a:custGeom>
              <a:avLst/>
              <a:gdLst/>
              <a:ahLst/>
              <a:cxnLst/>
              <a:rect l="l" t="t" r="r" b="b"/>
              <a:pathLst>
                <a:path w="998428" h="782518" fill="norm" stroke="1" extrusionOk="0">
                  <a:moveTo>
                    <a:pt x="0" y="0"/>
                  </a:moveTo>
                  <a:lnTo>
                    <a:pt x="998429" y="0"/>
                  </a:lnTo>
                  <a:lnTo>
                    <a:pt x="998429" y="782518"/>
                  </a:lnTo>
                  <a:lnTo>
                    <a:pt x="0" y="7825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13204720" name="TextBox 34"/>
            <p:cNvSpPr txBox="1"/>
            <p:nvPr/>
          </p:nvSpPr>
          <p:spPr bwMode="auto">
            <a:xfrm>
              <a:off x="3922466" y="677995"/>
              <a:ext cx="1499994" cy="35583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98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IBAN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42614650" name="Freeform 35"/>
            <p:cNvSpPr/>
            <p:nvPr/>
          </p:nvSpPr>
          <p:spPr bwMode="auto">
            <a:xfrm>
              <a:off x="4172710" y="3566214"/>
              <a:ext cx="998426" cy="782516"/>
            </a:xfrm>
            <a:custGeom>
              <a:avLst/>
              <a:gdLst/>
              <a:ahLst/>
              <a:cxnLst/>
              <a:rect l="l" t="t" r="r" b="b"/>
              <a:pathLst>
                <a:path w="998428" h="782518" fill="norm" stroke="1" extrusionOk="0">
                  <a:moveTo>
                    <a:pt x="0" y="0"/>
                  </a:moveTo>
                  <a:lnTo>
                    <a:pt x="998429" y="0"/>
                  </a:lnTo>
                  <a:lnTo>
                    <a:pt x="998429" y="782519"/>
                  </a:lnTo>
                  <a:lnTo>
                    <a:pt x="0" y="7825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16585943" name="Freeform 36"/>
            <p:cNvSpPr/>
            <p:nvPr/>
          </p:nvSpPr>
          <p:spPr bwMode="auto">
            <a:xfrm>
              <a:off x="4174871" y="5282182"/>
              <a:ext cx="998426" cy="782516"/>
            </a:xfrm>
            <a:custGeom>
              <a:avLst/>
              <a:gdLst/>
              <a:ahLst/>
              <a:cxnLst/>
              <a:rect l="l" t="t" r="r" b="b"/>
              <a:pathLst>
                <a:path w="998428" h="782518" fill="norm" stroke="1" extrusionOk="0">
                  <a:moveTo>
                    <a:pt x="0" y="0"/>
                  </a:moveTo>
                  <a:lnTo>
                    <a:pt x="998429" y="0"/>
                  </a:lnTo>
                  <a:lnTo>
                    <a:pt x="998429" y="782518"/>
                  </a:lnTo>
                  <a:lnTo>
                    <a:pt x="0" y="7825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41544509" name=""/>
          <p:cNvGrpSpPr/>
          <p:nvPr/>
        </p:nvGrpSpPr>
        <p:grpSpPr bwMode="auto">
          <a:xfrm>
            <a:off x="1356201" y="401006"/>
            <a:ext cx="9348170" cy="6242962"/>
            <a:chOff x="0" y="0"/>
            <a:chExt cx="9348170" cy="6242962"/>
          </a:xfrm>
        </p:grpSpPr>
        <p:sp>
          <p:nvSpPr>
            <p:cNvPr id="355204913" name="Freeform 26"/>
            <p:cNvSpPr/>
            <p:nvPr/>
          </p:nvSpPr>
          <p:spPr bwMode="auto">
            <a:xfrm>
              <a:off x="0" y="0"/>
              <a:ext cx="1041471" cy="1142903"/>
            </a:xfrm>
            <a:custGeom>
              <a:avLst/>
              <a:gdLst/>
              <a:ahLst/>
              <a:cxnLst/>
              <a:rect l="l" t="t" r="r" b="b"/>
              <a:pathLst>
                <a:path w="1041472" h="1142905" fill="norm" stroke="1" extrusionOk="0">
                  <a:moveTo>
                    <a:pt x="0" y="0"/>
                  </a:moveTo>
                  <a:lnTo>
                    <a:pt x="1041472" y="0"/>
                  </a:lnTo>
                  <a:lnTo>
                    <a:pt x="1041472" y="1142905"/>
                  </a:lnTo>
                  <a:lnTo>
                    <a:pt x="0" y="1142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14866659" name="AutoShape 27"/>
            <p:cNvSpPr/>
            <p:nvPr/>
          </p:nvSpPr>
          <p:spPr bwMode="auto">
            <a:xfrm flipH="1">
              <a:off x="2579040" y="1333404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87484831" name="AutoShape 28"/>
            <p:cNvSpPr/>
            <p:nvPr/>
          </p:nvSpPr>
          <p:spPr bwMode="auto">
            <a:xfrm>
              <a:off x="2579040" y="1659745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09202867" name="Freeform 29"/>
            <p:cNvSpPr/>
            <p:nvPr/>
          </p:nvSpPr>
          <p:spPr bwMode="auto">
            <a:xfrm>
              <a:off x="4403021" y="1765248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09848234" name="Freeform 30"/>
            <p:cNvSpPr/>
            <p:nvPr/>
          </p:nvSpPr>
          <p:spPr bwMode="auto">
            <a:xfrm>
              <a:off x="8306699" y="0"/>
              <a:ext cx="1041471" cy="1142903"/>
            </a:xfrm>
            <a:custGeom>
              <a:avLst/>
              <a:gdLst/>
              <a:ahLst/>
              <a:cxnLst/>
              <a:rect l="l" t="t" r="r" b="b"/>
              <a:pathLst>
                <a:path w="1041472" h="1142905" fill="norm" stroke="1" extrusionOk="0">
                  <a:moveTo>
                    <a:pt x="0" y="0"/>
                  </a:moveTo>
                  <a:lnTo>
                    <a:pt x="1041472" y="0"/>
                  </a:lnTo>
                  <a:lnTo>
                    <a:pt x="1041472" y="1142905"/>
                  </a:lnTo>
                  <a:lnTo>
                    <a:pt x="0" y="1142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6087195" name="Freeform 31"/>
            <p:cNvSpPr/>
            <p:nvPr/>
          </p:nvSpPr>
          <p:spPr bwMode="auto">
            <a:xfrm>
              <a:off x="3797214" y="629011"/>
              <a:ext cx="1749420" cy="513889"/>
            </a:xfrm>
            <a:custGeom>
              <a:avLst/>
              <a:gdLst/>
              <a:ahLst/>
              <a:cxnLst/>
              <a:rect l="l" t="t" r="r" b="b"/>
              <a:pathLst>
                <a:path w="1749421" h="513892" fill="norm" stroke="1" extrusionOk="0">
                  <a:moveTo>
                    <a:pt x="0" y="0"/>
                  </a:moveTo>
                  <a:lnTo>
                    <a:pt x="1749421" y="0"/>
                  </a:lnTo>
                  <a:lnTo>
                    <a:pt x="1749421" y="513893"/>
                  </a:lnTo>
                  <a:lnTo>
                    <a:pt x="0" y="5138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80678646" name="TextBox 32"/>
            <p:cNvSpPr txBox="1"/>
            <p:nvPr/>
          </p:nvSpPr>
          <p:spPr bwMode="auto">
            <a:xfrm>
              <a:off x="3922466" y="677997"/>
              <a:ext cx="1499994" cy="35583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98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BIP47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40007877" name="AutoShape 33"/>
            <p:cNvSpPr/>
            <p:nvPr/>
          </p:nvSpPr>
          <p:spPr bwMode="auto">
            <a:xfrm>
              <a:off x="2574716" y="3629206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81708076" name="Freeform 34"/>
            <p:cNvSpPr/>
            <p:nvPr/>
          </p:nvSpPr>
          <p:spPr bwMode="auto">
            <a:xfrm>
              <a:off x="4398700" y="3734712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98020798" name="AutoShape 35"/>
            <p:cNvSpPr/>
            <p:nvPr/>
          </p:nvSpPr>
          <p:spPr bwMode="auto">
            <a:xfrm>
              <a:off x="2579040" y="5599656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24026491" name="Freeform 36"/>
            <p:cNvSpPr/>
            <p:nvPr/>
          </p:nvSpPr>
          <p:spPr bwMode="auto">
            <a:xfrm>
              <a:off x="4403021" y="5705158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06586317" name=""/>
          <p:cNvGrpSpPr/>
          <p:nvPr/>
        </p:nvGrpSpPr>
        <p:grpSpPr bwMode="auto">
          <a:xfrm>
            <a:off x="1322620" y="640121"/>
            <a:ext cx="9290317" cy="5830214"/>
            <a:chOff x="0" y="0"/>
            <a:chExt cx="9290317" cy="5830214"/>
          </a:xfrm>
        </p:grpSpPr>
        <p:sp>
          <p:nvSpPr>
            <p:cNvPr id="687532361" name="Freeform 26"/>
            <p:cNvSpPr/>
            <p:nvPr/>
          </p:nvSpPr>
          <p:spPr bwMode="auto">
            <a:xfrm>
              <a:off x="7130096" y="2398145"/>
              <a:ext cx="1041471" cy="1142903"/>
            </a:xfrm>
            <a:custGeom>
              <a:avLst/>
              <a:gdLst/>
              <a:ahLst/>
              <a:cxnLst/>
              <a:rect l="l" t="t" r="r" b="b"/>
              <a:pathLst>
                <a:path w="1041472" h="1142905" fill="norm" stroke="1" extrusionOk="0">
                  <a:moveTo>
                    <a:pt x="0" y="0"/>
                  </a:moveTo>
                  <a:lnTo>
                    <a:pt x="1041472" y="0"/>
                  </a:lnTo>
                  <a:lnTo>
                    <a:pt x="1041472" y="1142905"/>
                  </a:lnTo>
                  <a:lnTo>
                    <a:pt x="0" y="1142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46011464" name="Freeform 27"/>
            <p:cNvSpPr/>
            <p:nvPr/>
          </p:nvSpPr>
          <p:spPr bwMode="auto">
            <a:xfrm>
              <a:off x="1735992" y="3081762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18597735" name="Freeform 28"/>
            <p:cNvSpPr/>
            <p:nvPr/>
          </p:nvSpPr>
          <p:spPr bwMode="auto">
            <a:xfrm>
              <a:off x="0" y="2540907"/>
              <a:ext cx="781290" cy="857382"/>
            </a:xfrm>
            <a:custGeom>
              <a:avLst/>
              <a:gdLst/>
              <a:ahLst/>
              <a:cxnLst/>
              <a:rect l="l" t="t" r="r" b="b"/>
              <a:pathLst>
                <a:path w="781291" h="857384" fill="norm" stroke="1" extrusionOk="0">
                  <a:moveTo>
                    <a:pt x="0" y="0"/>
                  </a:moveTo>
                  <a:lnTo>
                    <a:pt x="781291" y="0"/>
                  </a:lnTo>
                  <a:lnTo>
                    <a:pt x="781291" y="857384"/>
                  </a:lnTo>
                  <a:lnTo>
                    <a:pt x="0" y="8573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304028528" name="AutoShape 29"/>
            <p:cNvSpPr/>
            <p:nvPr/>
          </p:nvSpPr>
          <p:spPr bwMode="auto">
            <a:xfrm flipH="1" flipV="1">
              <a:off x="781291" y="2969598"/>
              <a:ext cx="242219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277054599" name="Freeform 30"/>
            <p:cNvSpPr/>
            <p:nvPr/>
          </p:nvSpPr>
          <p:spPr bwMode="auto">
            <a:xfrm>
              <a:off x="2061943" y="1721596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668864371" name="AutoShape 31"/>
            <p:cNvSpPr/>
            <p:nvPr/>
          </p:nvSpPr>
          <p:spPr bwMode="auto">
            <a:xfrm flipV="1">
              <a:off x="5225629" y="916379"/>
              <a:ext cx="674401" cy="1678653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354559620" name="Freeform 32"/>
            <p:cNvSpPr/>
            <p:nvPr/>
          </p:nvSpPr>
          <p:spPr bwMode="auto">
            <a:xfrm>
              <a:off x="4956727" y="1247751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39194060" name="Freeform 34"/>
            <p:cNvSpPr/>
            <p:nvPr/>
          </p:nvSpPr>
          <p:spPr bwMode="auto">
            <a:xfrm rot="0" flipH="0" flipV="0">
              <a:off x="3386664" y="2676152"/>
              <a:ext cx="3231050" cy="586889"/>
            </a:xfrm>
            <a:custGeom>
              <a:avLst/>
              <a:gdLst/>
              <a:ahLst/>
              <a:cxnLst/>
              <a:rect l="l" t="t" r="r" b="b"/>
              <a:pathLst>
                <a:path w="1276466" h="231859" fill="norm" stroke="1" extrusionOk="0">
                  <a:moveTo>
                    <a:pt x="64695" y="0"/>
                  </a:moveTo>
                  <a:lnTo>
                    <a:pt x="1211771" y="0"/>
                  </a:lnTo>
                  <a:cubicBezTo>
                    <a:pt x="1228929" y="0"/>
                    <a:pt x="1245384" y="6816"/>
                    <a:pt x="1257517" y="18949"/>
                  </a:cubicBezTo>
                  <a:cubicBezTo>
                    <a:pt x="1269650" y="31081"/>
                    <a:pt x="1276466" y="47537"/>
                    <a:pt x="1276466" y="64695"/>
                  </a:cubicBezTo>
                  <a:lnTo>
                    <a:pt x="1276466" y="167164"/>
                  </a:lnTo>
                  <a:cubicBezTo>
                    <a:pt x="1276466" y="184322"/>
                    <a:pt x="1269650" y="200777"/>
                    <a:pt x="1257517" y="212910"/>
                  </a:cubicBezTo>
                  <a:cubicBezTo>
                    <a:pt x="1245384" y="225043"/>
                    <a:pt x="1228929" y="231859"/>
                    <a:pt x="1211771" y="231859"/>
                  </a:cubicBezTo>
                  <a:lnTo>
                    <a:pt x="64695" y="231859"/>
                  </a:lnTo>
                  <a:cubicBezTo>
                    <a:pt x="47537" y="231859"/>
                    <a:pt x="31081" y="225043"/>
                    <a:pt x="18949" y="212910"/>
                  </a:cubicBezTo>
                  <a:cubicBezTo>
                    <a:pt x="6816" y="200777"/>
                    <a:pt x="0" y="184322"/>
                    <a:pt x="0" y="167164"/>
                  </a:cubicBezTo>
                  <a:lnTo>
                    <a:pt x="0" y="64695"/>
                  </a:lnTo>
                  <a:cubicBezTo>
                    <a:pt x="0" y="47537"/>
                    <a:pt x="6816" y="31081"/>
                    <a:pt x="18949" y="18949"/>
                  </a:cubicBezTo>
                  <a:cubicBezTo>
                    <a:pt x="31081" y="6816"/>
                    <a:pt x="47537" y="0"/>
                    <a:pt x="64695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641664107" name="TextBox 35"/>
            <p:cNvSpPr txBox="1"/>
            <p:nvPr/>
          </p:nvSpPr>
          <p:spPr bwMode="auto">
            <a:xfrm rot="0" flipH="0" flipV="0">
              <a:off x="3386664" y="2507385"/>
              <a:ext cx="3231050" cy="75565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717710778" name="Freeform 36"/>
            <p:cNvSpPr/>
            <p:nvPr/>
          </p:nvSpPr>
          <p:spPr bwMode="auto">
            <a:xfrm>
              <a:off x="659547" y="197004"/>
              <a:ext cx="781290" cy="857382"/>
            </a:xfrm>
            <a:custGeom>
              <a:avLst/>
              <a:gdLst/>
              <a:ahLst/>
              <a:cxnLst/>
              <a:rect l="l" t="t" r="r" b="b"/>
              <a:pathLst>
                <a:path w="781291" h="857384" fill="norm" stroke="1" extrusionOk="0">
                  <a:moveTo>
                    <a:pt x="0" y="0"/>
                  </a:moveTo>
                  <a:lnTo>
                    <a:pt x="781291" y="0"/>
                  </a:lnTo>
                  <a:lnTo>
                    <a:pt x="781291" y="857383"/>
                  </a:lnTo>
                  <a:lnTo>
                    <a:pt x="0" y="8573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57044786" name="AutoShape 37"/>
            <p:cNvSpPr/>
            <p:nvPr/>
          </p:nvSpPr>
          <p:spPr bwMode="auto">
            <a:xfrm flipH="1" flipV="1">
              <a:off x="1510896" y="970059"/>
              <a:ext cx="2343873" cy="1624971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658310118" name="Freeform 38"/>
            <p:cNvSpPr/>
            <p:nvPr/>
          </p:nvSpPr>
          <p:spPr bwMode="auto">
            <a:xfrm>
              <a:off x="5709354" y="0"/>
              <a:ext cx="781290" cy="857382"/>
            </a:xfrm>
            <a:custGeom>
              <a:avLst/>
              <a:gdLst/>
              <a:ahLst/>
              <a:cxnLst/>
              <a:rect l="l" t="t" r="r" b="b"/>
              <a:pathLst>
                <a:path w="781291" h="857384" fill="norm" stroke="1" extrusionOk="0">
                  <a:moveTo>
                    <a:pt x="0" y="0"/>
                  </a:moveTo>
                  <a:lnTo>
                    <a:pt x="781290" y="0"/>
                  </a:lnTo>
                  <a:lnTo>
                    <a:pt x="781290" y="857384"/>
                  </a:lnTo>
                  <a:lnTo>
                    <a:pt x="0" y="8573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19904850" name="Freeform 39"/>
            <p:cNvSpPr/>
            <p:nvPr/>
          </p:nvSpPr>
          <p:spPr bwMode="auto">
            <a:xfrm>
              <a:off x="8275475" y="4855413"/>
              <a:ext cx="781290" cy="857382"/>
            </a:xfrm>
            <a:custGeom>
              <a:avLst/>
              <a:gdLst/>
              <a:ahLst/>
              <a:cxnLst/>
              <a:rect l="l" t="t" r="r" b="b"/>
              <a:pathLst>
                <a:path w="781291" h="857384" fill="norm" stroke="1" extrusionOk="0">
                  <a:moveTo>
                    <a:pt x="0" y="0"/>
                  </a:moveTo>
                  <a:lnTo>
                    <a:pt x="781291" y="0"/>
                  </a:lnTo>
                  <a:lnTo>
                    <a:pt x="781291" y="857383"/>
                  </a:lnTo>
                  <a:lnTo>
                    <a:pt x="0" y="8573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95937791" name="Freeform 40"/>
            <p:cNvSpPr/>
            <p:nvPr/>
          </p:nvSpPr>
          <p:spPr bwMode="auto">
            <a:xfrm>
              <a:off x="4713240" y="4972832"/>
              <a:ext cx="781290" cy="857382"/>
            </a:xfrm>
            <a:custGeom>
              <a:avLst/>
              <a:gdLst/>
              <a:ahLst/>
              <a:cxnLst/>
              <a:rect l="l" t="t" r="r" b="b"/>
              <a:pathLst>
                <a:path w="781291" h="857384" fill="norm" stroke="1" extrusionOk="0">
                  <a:moveTo>
                    <a:pt x="0" y="0"/>
                  </a:moveTo>
                  <a:lnTo>
                    <a:pt x="781291" y="0"/>
                  </a:lnTo>
                  <a:lnTo>
                    <a:pt x="781291" y="857384"/>
                  </a:lnTo>
                  <a:lnTo>
                    <a:pt x="0" y="8573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795981235" name="Freeform 41"/>
            <p:cNvSpPr/>
            <p:nvPr/>
          </p:nvSpPr>
          <p:spPr bwMode="auto">
            <a:xfrm>
              <a:off x="1345346" y="4855413"/>
              <a:ext cx="781290" cy="857382"/>
            </a:xfrm>
            <a:custGeom>
              <a:avLst/>
              <a:gdLst/>
              <a:ahLst/>
              <a:cxnLst/>
              <a:rect l="l" t="t" r="r" b="b"/>
              <a:pathLst>
                <a:path w="781291" h="857384" fill="norm" stroke="1" extrusionOk="0">
                  <a:moveTo>
                    <a:pt x="0" y="0"/>
                  </a:moveTo>
                  <a:lnTo>
                    <a:pt x="781291" y="0"/>
                  </a:lnTo>
                  <a:lnTo>
                    <a:pt x="781291" y="857383"/>
                  </a:lnTo>
                  <a:lnTo>
                    <a:pt x="0" y="8573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006800924" name="Freeform 42"/>
            <p:cNvSpPr/>
            <p:nvPr/>
          </p:nvSpPr>
          <p:spPr bwMode="auto">
            <a:xfrm>
              <a:off x="8509027" y="226398"/>
              <a:ext cx="781290" cy="857382"/>
            </a:xfrm>
            <a:custGeom>
              <a:avLst/>
              <a:gdLst/>
              <a:ahLst/>
              <a:cxnLst/>
              <a:rect l="l" t="t" r="r" b="b"/>
              <a:pathLst>
                <a:path w="781291" h="857384" fill="norm" stroke="1" extrusionOk="0">
                  <a:moveTo>
                    <a:pt x="0" y="0"/>
                  </a:moveTo>
                  <a:lnTo>
                    <a:pt x="781290" y="0"/>
                  </a:lnTo>
                  <a:lnTo>
                    <a:pt x="781290" y="857384"/>
                  </a:lnTo>
                  <a:lnTo>
                    <a:pt x="0" y="8573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09332009" name="AutoShape 43"/>
            <p:cNvSpPr/>
            <p:nvPr/>
          </p:nvSpPr>
          <p:spPr bwMode="auto">
            <a:xfrm flipV="1">
              <a:off x="6099999" y="1054386"/>
              <a:ext cx="2316844" cy="1486518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29833405" name="Freeform 44"/>
            <p:cNvSpPr/>
            <p:nvPr/>
          </p:nvSpPr>
          <p:spPr bwMode="auto">
            <a:xfrm>
              <a:off x="6817970" y="1174269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465586549" name="AutoShape 45"/>
            <p:cNvSpPr/>
            <p:nvPr/>
          </p:nvSpPr>
          <p:spPr bwMode="auto">
            <a:xfrm>
              <a:off x="6176509" y="3350664"/>
              <a:ext cx="2098964" cy="1630063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85083951" name="AutoShape 46"/>
            <p:cNvSpPr/>
            <p:nvPr/>
          </p:nvSpPr>
          <p:spPr bwMode="auto">
            <a:xfrm>
              <a:off x="5041593" y="3398290"/>
              <a:ext cx="62290" cy="1404351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641148630" name="AutoShape 47"/>
            <p:cNvSpPr/>
            <p:nvPr/>
          </p:nvSpPr>
          <p:spPr bwMode="auto">
            <a:xfrm flipH="1">
              <a:off x="2126637" y="3350664"/>
              <a:ext cx="1728132" cy="1576966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673093904" name="Freeform 48"/>
            <p:cNvSpPr/>
            <p:nvPr/>
          </p:nvSpPr>
          <p:spPr bwMode="auto">
            <a:xfrm>
              <a:off x="6668493" y="4131823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787837625" name="Freeform 49"/>
            <p:cNvSpPr/>
            <p:nvPr/>
          </p:nvSpPr>
          <p:spPr bwMode="auto">
            <a:xfrm>
              <a:off x="4444338" y="4046098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63170645" name="Freeform 50"/>
            <p:cNvSpPr/>
            <p:nvPr/>
          </p:nvSpPr>
          <p:spPr bwMode="auto">
            <a:xfrm>
              <a:off x="2977468" y="4131823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04222194" name="AutoShape 51"/>
            <p:cNvSpPr/>
            <p:nvPr/>
          </p:nvSpPr>
          <p:spPr bwMode="auto">
            <a:xfrm>
              <a:off x="6617718" y="2969598"/>
              <a:ext cx="512379" cy="0"/>
            </a:xfrm>
            <a:prstGeom prst="line">
              <a:avLst/>
            </a:prstGeom>
            <a:grpFill/>
            <a:ln w="57150" cap="flat">
              <a:solidFill>
                <a:srgbClr val="FF5C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99004812" name=""/>
          <p:cNvGrpSpPr/>
          <p:nvPr/>
        </p:nvGrpSpPr>
        <p:grpSpPr bwMode="auto">
          <a:xfrm>
            <a:off x="1044189" y="435841"/>
            <a:ext cx="9392358" cy="6094818"/>
            <a:chOff x="0" y="0"/>
            <a:chExt cx="9392358" cy="6094818"/>
          </a:xfrm>
        </p:grpSpPr>
        <p:sp>
          <p:nvSpPr>
            <p:cNvPr id="1581791556" name="Freeform 27"/>
            <p:cNvSpPr/>
            <p:nvPr/>
          </p:nvSpPr>
          <p:spPr bwMode="auto">
            <a:xfrm rot="0" flipH="0" flipV="0">
              <a:off x="7465673" y="0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69801038" name="Freeform 28"/>
            <p:cNvSpPr/>
            <p:nvPr/>
          </p:nvSpPr>
          <p:spPr bwMode="auto">
            <a:xfrm>
              <a:off x="7535340" y="3813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20110582" name="Freeform 29"/>
            <p:cNvSpPr/>
            <p:nvPr/>
          </p:nvSpPr>
          <p:spPr bwMode="auto">
            <a:xfrm>
              <a:off x="7953591" y="57701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2" y="0"/>
                  </a:lnTo>
                  <a:lnTo>
                    <a:pt x="272032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8326215" name="AutoShape 30"/>
            <p:cNvSpPr/>
            <p:nvPr/>
          </p:nvSpPr>
          <p:spPr bwMode="auto">
            <a:xfrm flipV="1">
              <a:off x="2079828" y="656280"/>
              <a:ext cx="7309180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96078587" name="AutoShape 31"/>
            <p:cNvSpPr/>
            <p:nvPr/>
          </p:nvSpPr>
          <p:spPr bwMode="auto">
            <a:xfrm>
              <a:off x="7880480" y="543472"/>
              <a:ext cx="0" cy="351021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52000179" name="Freeform 33"/>
            <p:cNvSpPr/>
            <p:nvPr/>
          </p:nvSpPr>
          <p:spPr bwMode="auto">
            <a:xfrm rot="0" flipH="0" flipV="0">
              <a:off x="7465673" y="926946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56504015" name="Freeform 34"/>
            <p:cNvSpPr/>
            <p:nvPr/>
          </p:nvSpPr>
          <p:spPr bwMode="auto">
            <a:xfrm>
              <a:off x="7535340" y="965084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16177275" name="Freeform 35"/>
            <p:cNvSpPr/>
            <p:nvPr/>
          </p:nvSpPr>
          <p:spPr bwMode="auto">
            <a:xfrm>
              <a:off x="7650723" y="965084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80786009" name="Freeform 36"/>
            <p:cNvSpPr/>
            <p:nvPr/>
          </p:nvSpPr>
          <p:spPr bwMode="auto">
            <a:xfrm>
              <a:off x="7953591" y="984647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2" y="0"/>
                  </a:lnTo>
                  <a:lnTo>
                    <a:pt x="272032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02873325" name="AutoShape 37"/>
            <p:cNvSpPr/>
            <p:nvPr/>
          </p:nvSpPr>
          <p:spPr bwMode="auto">
            <a:xfrm>
              <a:off x="2079828" y="1568214"/>
              <a:ext cx="7309180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09445936" name="AutoShape 38"/>
            <p:cNvSpPr/>
            <p:nvPr/>
          </p:nvSpPr>
          <p:spPr bwMode="auto">
            <a:xfrm>
              <a:off x="7880480" y="1455408"/>
              <a:ext cx="0" cy="351021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7599828" name="Freeform 40"/>
            <p:cNvSpPr/>
            <p:nvPr/>
          </p:nvSpPr>
          <p:spPr bwMode="auto">
            <a:xfrm rot="0" flipH="0" flipV="0">
              <a:off x="7465673" y="1838881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50979507" name="Freeform 41"/>
            <p:cNvSpPr/>
            <p:nvPr/>
          </p:nvSpPr>
          <p:spPr bwMode="auto">
            <a:xfrm>
              <a:off x="7535340" y="1877018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0"/>
                  </a:lnTo>
                  <a:lnTo>
                    <a:pt x="0" y="306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96054400" name="Freeform 42"/>
            <p:cNvSpPr/>
            <p:nvPr/>
          </p:nvSpPr>
          <p:spPr bwMode="auto">
            <a:xfrm>
              <a:off x="7650723" y="1877018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0"/>
                  </a:lnTo>
                  <a:lnTo>
                    <a:pt x="0" y="306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92285140" name="Freeform 43"/>
            <p:cNvSpPr/>
            <p:nvPr/>
          </p:nvSpPr>
          <p:spPr bwMode="auto">
            <a:xfrm>
              <a:off x="7953591" y="1896584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2" y="0"/>
                  </a:lnTo>
                  <a:lnTo>
                    <a:pt x="272032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34658529" name="AutoShape 44"/>
            <p:cNvSpPr/>
            <p:nvPr/>
          </p:nvSpPr>
          <p:spPr bwMode="auto">
            <a:xfrm>
              <a:off x="2079828" y="2480148"/>
              <a:ext cx="7309180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21341414" name="AutoShape 45"/>
            <p:cNvSpPr/>
            <p:nvPr/>
          </p:nvSpPr>
          <p:spPr bwMode="auto">
            <a:xfrm>
              <a:off x="7880480" y="2367342"/>
              <a:ext cx="0" cy="351021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85045028" name="Freeform 47"/>
            <p:cNvSpPr/>
            <p:nvPr/>
          </p:nvSpPr>
          <p:spPr bwMode="auto">
            <a:xfrm rot="0" flipH="0" flipV="0">
              <a:off x="5649777" y="2751651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495829874" name="Freeform 48"/>
            <p:cNvSpPr/>
            <p:nvPr/>
          </p:nvSpPr>
          <p:spPr bwMode="auto">
            <a:xfrm>
              <a:off x="5719443" y="278978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447185501" name="Freeform 49"/>
            <p:cNvSpPr/>
            <p:nvPr/>
          </p:nvSpPr>
          <p:spPr bwMode="auto">
            <a:xfrm>
              <a:off x="5834827" y="278978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714683465" name="Freeform 50"/>
            <p:cNvSpPr/>
            <p:nvPr/>
          </p:nvSpPr>
          <p:spPr bwMode="auto">
            <a:xfrm>
              <a:off x="6137695" y="2809352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1" y="0"/>
                  </a:lnTo>
                  <a:lnTo>
                    <a:pt x="272031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330187583" name="TextBox 51"/>
            <p:cNvSpPr txBox="1"/>
            <p:nvPr/>
          </p:nvSpPr>
          <p:spPr bwMode="auto">
            <a:xfrm>
              <a:off x="5553250" y="3115584"/>
              <a:ext cx="994158" cy="1560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8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m/84'/0'/0'</a:t>
              </a:r>
              <a:endParaRPr sz="1600"/>
            </a:p>
          </p:txBody>
        </p:sp>
        <p:sp>
          <p:nvSpPr>
            <p:cNvPr id="1559099103" name="Freeform 53"/>
            <p:cNvSpPr/>
            <p:nvPr/>
          </p:nvSpPr>
          <p:spPr bwMode="auto">
            <a:xfrm rot="0" flipH="0" flipV="0">
              <a:off x="6558023" y="2751651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60158636" name="Freeform 54"/>
            <p:cNvSpPr/>
            <p:nvPr/>
          </p:nvSpPr>
          <p:spPr bwMode="auto">
            <a:xfrm>
              <a:off x="6627691" y="278978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129872373" name="Freeform 55"/>
            <p:cNvSpPr/>
            <p:nvPr/>
          </p:nvSpPr>
          <p:spPr bwMode="auto">
            <a:xfrm>
              <a:off x="6743075" y="278978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40125931" name="Freeform 56"/>
            <p:cNvSpPr/>
            <p:nvPr/>
          </p:nvSpPr>
          <p:spPr bwMode="auto">
            <a:xfrm>
              <a:off x="7045940" y="2809352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2" y="0"/>
                  </a:lnTo>
                  <a:lnTo>
                    <a:pt x="272032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64825900" name="TextBox 57"/>
            <p:cNvSpPr txBox="1"/>
            <p:nvPr/>
          </p:nvSpPr>
          <p:spPr bwMode="auto">
            <a:xfrm>
              <a:off x="6461499" y="3115584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</a:t>
              </a:r>
              <a:endParaRPr/>
            </a:p>
          </p:txBody>
        </p:sp>
        <p:sp>
          <p:nvSpPr>
            <p:cNvPr id="1859347160" name="Freeform 59"/>
            <p:cNvSpPr/>
            <p:nvPr/>
          </p:nvSpPr>
          <p:spPr bwMode="auto">
            <a:xfrm rot="0" flipH="0" flipV="0">
              <a:off x="7465673" y="2751651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26328351" name="Freeform 60"/>
            <p:cNvSpPr/>
            <p:nvPr/>
          </p:nvSpPr>
          <p:spPr bwMode="auto">
            <a:xfrm>
              <a:off x="7535340" y="278978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03597889" name="Freeform 61"/>
            <p:cNvSpPr/>
            <p:nvPr/>
          </p:nvSpPr>
          <p:spPr bwMode="auto">
            <a:xfrm>
              <a:off x="7650723" y="278978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4021482" name="Freeform 62"/>
            <p:cNvSpPr/>
            <p:nvPr/>
          </p:nvSpPr>
          <p:spPr bwMode="auto">
            <a:xfrm>
              <a:off x="7953591" y="2809352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2" y="0"/>
                  </a:lnTo>
                  <a:lnTo>
                    <a:pt x="272032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87188587" name="TextBox 63"/>
            <p:cNvSpPr txBox="1"/>
            <p:nvPr/>
          </p:nvSpPr>
          <p:spPr bwMode="auto">
            <a:xfrm>
              <a:off x="7369146" y="3115584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m/84'/0'/2'</a:t>
              </a:r>
              <a:endParaRPr/>
            </a:p>
          </p:txBody>
        </p:sp>
        <p:sp>
          <p:nvSpPr>
            <p:cNvPr id="825925901" name="AutoShape 64"/>
            <p:cNvSpPr/>
            <p:nvPr/>
          </p:nvSpPr>
          <p:spPr bwMode="auto">
            <a:xfrm flipV="1">
              <a:off x="2079828" y="3392916"/>
              <a:ext cx="7309180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27604619" name="AutoShape 65"/>
            <p:cNvSpPr/>
            <p:nvPr/>
          </p:nvSpPr>
          <p:spPr bwMode="auto">
            <a:xfrm>
              <a:off x="7880480" y="3280111"/>
              <a:ext cx="135504" cy="328437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027821" name="Freeform 67"/>
            <p:cNvSpPr/>
            <p:nvPr/>
          </p:nvSpPr>
          <p:spPr bwMode="auto">
            <a:xfrm rot="0" flipH="0" flipV="0">
              <a:off x="5594258" y="3664422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2057825447" name="Freeform 68"/>
            <p:cNvSpPr/>
            <p:nvPr/>
          </p:nvSpPr>
          <p:spPr bwMode="auto">
            <a:xfrm>
              <a:off x="5663925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9" y="0"/>
                  </a:lnTo>
                  <a:lnTo>
                    <a:pt x="230769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09026056" name="Freeform 69"/>
            <p:cNvSpPr/>
            <p:nvPr/>
          </p:nvSpPr>
          <p:spPr bwMode="auto">
            <a:xfrm>
              <a:off x="5779308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9" y="0"/>
                  </a:lnTo>
                  <a:lnTo>
                    <a:pt x="230769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085310793" name="Freeform 70"/>
            <p:cNvSpPr/>
            <p:nvPr/>
          </p:nvSpPr>
          <p:spPr bwMode="auto">
            <a:xfrm>
              <a:off x="6082176" y="3722122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1" y="0"/>
                  </a:lnTo>
                  <a:lnTo>
                    <a:pt x="272031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706050345" name="Freeform 72"/>
            <p:cNvSpPr/>
            <p:nvPr/>
          </p:nvSpPr>
          <p:spPr bwMode="auto">
            <a:xfrm rot="0" flipH="0" flipV="0">
              <a:off x="6502503" y="3664422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59901812" name="Freeform 73"/>
            <p:cNvSpPr/>
            <p:nvPr/>
          </p:nvSpPr>
          <p:spPr bwMode="auto">
            <a:xfrm>
              <a:off x="6572172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73009527" name="Freeform 74"/>
            <p:cNvSpPr/>
            <p:nvPr/>
          </p:nvSpPr>
          <p:spPr bwMode="auto">
            <a:xfrm>
              <a:off x="6687556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07725712" name="Freeform 75"/>
            <p:cNvSpPr/>
            <p:nvPr/>
          </p:nvSpPr>
          <p:spPr bwMode="auto">
            <a:xfrm>
              <a:off x="6990420" y="3722122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2" y="0"/>
                  </a:lnTo>
                  <a:lnTo>
                    <a:pt x="272032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62923869" name="Freeform 77"/>
            <p:cNvSpPr/>
            <p:nvPr/>
          </p:nvSpPr>
          <p:spPr bwMode="auto">
            <a:xfrm rot="0" flipH="0" flipV="0">
              <a:off x="7583789" y="3664422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56903666" name="Freeform 78"/>
            <p:cNvSpPr/>
            <p:nvPr/>
          </p:nvSpPr>
          <p:spPr bwMode="auto">
            <a:xfrm>
              <a:off x="7653456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67826748" name="Freeform 79"/>
            <p:cNvSpPr/>
            <p:nvPr/>
          </p:nvSpPr>
          <p:spPr bwMode="auto">
            <a:xfrm>
              <a:off x="7768839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83634864" name="Freeform 80"/>
            <p:cNvSpPr/>
            <p:nvPr/>
          </p:nvSpPr>
          <p:spPr bwMode="auto">
            <a:xfrm>
              <a:off x="8071707" y="3722122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2" y="0"/>
                  </a:lnTo>
                  <a:lnTo>
                    <a:pt x="272032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70280293" name="Freeform 82"/>
            <p:cNvSpPr/>
            <p:nvPr/>
          </p:nvSpPr>
          <p:spPr bwMode="auto">
            <a:xfrm rot="0" flipH="0" flipV="0">
              <a:off x="8492457" y="3664422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83108433" name="Freeform 83"/>
            <p:cNvSpPr/>
            <p:nvPr/>
          </p:nvSpPr>
          <p:spPr bwMode="auto">
            <a:xfrm>
              <a:off x="8562126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0397375" name="Freeform 84"/>
            <p:cNvSpPr/>
            <p:nvPr/>
          </p:nvSpPr>
          <p:spPr bwMode="auto">
            <a:xfrm>
              <a:off x="8677508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9" y="0"/>
                  </a:lnTo>
                  <a:lnTo>
                    <a:pt x="230769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07224600" name="Freeform 85"/>
            <p:cNvSpPr/>
            <p:nvPr/>
          </p:nvSpPr>
          <p:spPr bwMode="auto">
            <a:xfrm>
              <a:off x="8980375" y="3722122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1" y="0"/>
                  </a:lnTo>
                  <a:lnTo>
                    <a:pt x="272031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95078292" name="AutoShape 86"/>
            <p:cNvSpPr/>
            <p:nvPr/>
          </p:nvSpPr>
          <p:spPr bwMode="auto">
            <a:xfrm>
              <a:off x="7880480" y="3287142"/>
              <a:ext cx="770405" cy="327235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55069394" name="AutoShape 87"/>
            <p:cNvSpPr/>
            <p:nvPr/>
          </p:nvSpPr>
          <p:spPr bwMode="auto">
            <a:xfrm flipH="1">
              <a:off x="6936570" y="3288731"/>
              <a:ext cx="37272" cy="339719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17566697" name="AutoShape 88"/>
            <p:cNvSpPr/>
            <p:nvPr/>
          </p:nvSpPr>
          <p:spPr bwMode="auto">
            <a:xfrm flipH="1">
              <a:off x="6356878" y="3296269"/>
              <a:ext cx="621337" cy="318109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5527984" name="AutoShape 89"/>
            <p:cNvSpPr/>
            <p:nvPr/>
          </p:nvSpPr>
          <p:spPr bwMode="auto">
            <a:xfrm flipV="1">
              <a:off x="2079828" y="4458205"/>
              <a:ext cx="7309180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55852213" name="Freeform 91"/>
            <p:cNvSpPr/>
            <p:nvPr/>
          </p:nvSpPr>
          <p:spPr bwMode="auto">
            <a:xfrm rot="0" flipH="0" flipV="0">
              <a:off x="6190749" y="4691853"/>
              <a:ext cx="677984" cy="312984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335399568" name="Freeform 92"/>
            <p:cNvSpPr/>
            <p:nvPr/>
          </p:nvSpPr>
          <p:spPr bwMode="auto">
            <a:xfrm>
              <a:off x="6247684" y="4723018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2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788896704" name="Freeform 93"/>
            <p:cNvSpPr/>
            <p:nvPr/>
          </p:nvSpPr>
          <p:spPr bwMode="auto">
            <a:xfrm>
              <a:off x="6341980" y="4723018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3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658394062" name="Freeform 94"/>
            <p:cNvSpPr/>
            <p:nvPr/>
          </p:nvSpPr>
          <p:spPr bwMode="auto">
            <a:xfrm>
              <a:off x="6589492" y="4739009"/>
              <a:ext cx="222311" cy="218673"/>
            </a:xfrm>
            <a:custGeom>
              <a:avLst/>
              <a:gdLst/>
              <a:ahLst/>
              <a:cxnLst/>
              <a:rect l="l" t="t" r="r" b="b"/>
              <a:pathLst>
                <a:path w="222313" h="218675" fill="norm" stroke="1" extrusionOk="0">
                  <a:moveTo>
                    <a:pt x="0" y="0"/>
                  </a:moveTo>
                  <a:lnTo>
                    <a:pt x="222313" y="0"/>
                  </a:lnTo>
                  <a:lnTo>
                    <a:pt x="222313" y="218675"/>
                  </a:lnTo>
                  <a:lnTo>
                    <a:pt x="0" y="218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4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860975674" name="AutoShape 95"/>
            <p:cNvSpPr/>
            <p:nvPr/>
          </p:nvSpPr>
          <p:spPr bwMode="auto">
            <a:xfrm>
              <a:off x="5959421" y="5832684"/>
              <a:ext cx="214488" cy="0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988708138" name="Freeform 97"/>
            <p:cNvSpPr/>
            <p:nvPr/>
          </p:nvSpPr>
          <p:spPr bwMode="auto">
            <a:xfrm rot="0" flipH="0" flipV="0">
              <a:off x="6190749" y="5183448"/>
              <a:ext cx="677984" cy="312984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414534155" name="Freeform 98"/>
            <p:cNvSpPr/>
            <p:nvPr/>
          </p:nvSpPr>
          <p:spPr bwMode="auto">
            <a:xfrm>
              <a:off x="6247684" y="5214614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5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67828728" name="Freeform 99"/>
            <p:cNvSpPr/>
            <p:nvPr/>
          </p:nvSpPr>
          <p:spPr bwMode="auto">
            <a:xfrm>
              <a:off x="6341980" y="5214614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6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472157022" name="Freeform 100"/>
            <p:cNvSpPr/>
            <p:nvPr/>
          </p:nvSpPr>
          <p:spPr bwMode="auto">
            <a:xfrm>
              <a:off x="6589492" y="5230604"/>
              <a:ext cx="222311" cy="218673"/>
            </a:xfrm>
            <a:custGeom>
              <a:avLst/>
              <a:gdLst/>
              <a:ahLst/>
              <a:cxnLst/>
              <a:rect l="l" t="t" r="r" b="b"/>
              <a:pathLst>
                <a:path w="222313" h="218675" fill="norm" stroke="1" extrusionOk="0">
                  <a:moveTo>
                    <a:pt x="0" y="0"/>
                  </a:moveTo>
                  <a:lnTo>
                    <a:pt x="222313" y="0"/>
                  </a:lnTo>
                  <a:lnTo>
                    <a:pt x="222313" y="218674"/>
                  </a:lnTo>
                  <a:lnTo>
                    <a:pt x="0" y="2186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7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805160461" name="Freeform 102"/>
            <p:cNvSpPr/>
            <p:nvPr/>
          </p:nvSpPr>
          <p:spPr bwMode="auto">
            <a:xfrm rot="0" flipH="0" flipV="0">
              <a:off x="6190749" y="5676192"/>
              <a:ext cx="677984" cy="312984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674580726" name="Freeform 103"/>
            <p:cNvSpPr/>
            <p:nvPr/>
          </p:nvSpPr>
          <p:spPr bwMode="auto">
            <a:xfrm>
              <a:off x="6247684" y="5707356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8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15726014" name="Freeform 104"/>
            <p:cNvSpPr/>
            <p:nvPr/>
          </p:nvSpPr>
          <p:spPr bwMode="auto">
            <a:xfrm>
              <a:off x="6341980" y="5707356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9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633233366" name="Freeform 105"/>
            <p:cNvSpPr/>
            <p:nvPr/>
          </p:nvSpPr>
          <p:spPr bwMode="auto">
            <a:xfrm>
              <a:off x="6589492" y="5723346"/>
              <a:ext cx="222311" cy="218673"/>
            </a:xfrm>
            <a:custGeom>
              <a:avLst/>
              <a:gdLst/>
              <a:ahLst/>
              <a:cxnLst/>
              <a:rect l="l" t="t" r="r" b="b"/>
              <a:pathLst>
                <a:path w="222313" h="218675" fill="norm" stroke="1" extrusionOk="0">
                  <a:moveTo>
                    <a:pt x="0" y="0"/>
                  </a:moveTo>
                  <a:lnTo>
                    <a:pt x="222313" y="0"/>
                  </a:lnTo>
                  <a:lnTo>
                    <a:pt x="222313" y="218675"/>
                  </a:lnTo>
                  <a:lnTo>
                    <a:pt x="0" y="218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0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774402821" name="Freeform 107"/>
            <p:cNvSpPr/>
            <p:nvPr/>
          </p:nvSpPr>
          <p:spPr bwMode="auto">
            <a:xfrm rot="0" flipH="0" flipV="0">
              <a:off x="7211864" y="4691853"/>
              <a:ext cx="677984" cy="312984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07329899" name="Freeform 108"/>
            <p:cNvSpPr/>
            <p:nvPr/>
          </p:nvSpPr>
          <p:spPr bwMode="auto">
            <a:xfrm>
              <a:off x="7268799" y="4723018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0580693" name="Freeform 109"/>
            <p:cNvSpPr/>
            <p:nvPr/>
          </p:nvSpPr>
          <p:spPr bwMode="auto">
            <a:xfrm>
              <a:off x="7363093" y="4723018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58652758" name="Freeform 110"/>
            <p:cNvSpPr/>
            <p:nvPr/>
          </p:nvSpPr>
          <p:spPr bwMode="auto">
            <a:xfrm>
              <a:off x="7610605" y="4739009"/>
              <a:ext cx="222311" cy="218673"/>
            </a:xfrm>
            <a:custGeom>
              <a:avLst/>
              <a:gdLst/>
              <a:ahLst/>
              <a:cxnLst/>
              <a:rect l="l" t="t" r="r" b="b"/>
              <a:pathLst>
                <a:path w="222313" h="218675" fill="norm" stroke="1" extrusionOk="0">
                  <a:moveTo>
                    <a:pt x="0" y="0"/>
                  </a:moveTo>
                  <a:lnTo>
                    <a:pt x="222313" y="0"/>
                  </a:lnTo>
                  <a:lnTo>
                    <a:pt x="222313" y="218675"/>
                  </a:lnTo>
                  <a:lnTo>
                    <a:pt x="0" y="218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45473753" name="Freeform 112"/>
            <p:cNvSpPr/>
            <p:nvPr/>
          </p:nvSpPr>
          <p:spPr bwMode="auto">
            <a:xfrm rot="0" flipH="0" flipV="0">
              <a:off x="7211864" y="5183448"/>
              <a:ext cx="677984" cy="312984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44734264" name="Freeform 113"/>
            <p:cNvSpPr/>
            <p:nvPr/>
          </p:nvSpPr>
          <p:spPr bwMode="auto">
            <a:xfrm>
              <a:off x="7268799" y="5214614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99837199" name="Freeform 114"/>
            <p:cNvSpPr/>
            <p:nvPr/>
          </p:nvSpPr>
          <p:spPr bwMode="auto">
            <a:xfrm>
              <a:off x="7363093" y="5214614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6159422" name="Freeform 115"/>
            <p:cNvSpPr/>
            <p:nvPr/>
          </p:nvSpPr>
          <p:spPr bwMode="auto">
            <a:xfrm>
              <a:off x="7610605" y="5230604"/>
              <a:ext cx="222311" cy="218673"/>
            </a:xfrm>
            <a:custGeom>
              <a:avLst/>
              <a:gdLst/>
              <a:ahLst/>
              <a:cxnLst/>
              <a:rect l="l" t="t" r="r" b="b"/>
              <a:pathLst>
                <a:path w="222313" h="218675" fill="norm" stroke="1" extrusionOk="0">
                  <a:moveTo>
                    <a:pt x="0" y="0"/>
                  </a:moveTo>
                  <a:lnTo>
                    <a:pt x="222313" y="0"/>
                  </a:lnTo>
                  <a:lnTo>
                    <a:pt x="222313" y="218674"/>
                  </a:lnTo>
                  <a:lnTo>
                    <a:pt x="0" y="2186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08563674" name="Freeform 117"/>
            <p:cNvSpPr/>
            <p:nvPr/>
          </p:nvSpPr>
          <p:spPr bwMode="auto">
            <a:xfrm rot="0" flipH="0" flipV="0">
              <a:off x="7211864" y="5676192"/>
              <a:ext cx="677984" cy="312984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1036099" name="Freeform 118"/>
            <p:cNvSpPr/>
            <p:nvPr/>
          </p:nvSpPr>
          <p:spPr bwMode="auto">
            <a:xfrm>
              <a:off x="7268799" y="5707356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368455" name="Freeform 119"/>
            <p:cNvSpPr/>
            <p:nvPr/>
          </p:nvSpPr>
          <p:spPr bwMode="auto">
            <a:xfrm>
              <a:off x="7363093" y="5707356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16014229" name="Freeform 120"/>
            <p:cNvSpPr/>
            <p:nvPr/>
          </p:nvSpPr>
          <p:spPr bwMode="auto">
            <a:xfrm>
              <a:off x="7610605" y="5723346"/>
              <a:ext cx="222311" cy="218673"/>
            </a:xfrm>
            <a:custGeom>
              <a:avLst/>
              <a:gdLst/>
              <a:ahLst/>
              <a:cxnLst/>
              <a:rect l="l" t="t" r="r" b="b"/>
              <a:pathLst>
                <a:path w="222313" h="218675" fill="norm" stroke="1" extrusionOk="0">
                  <a:moveTo>
                    <a:pt x="0" y="0"/>
                  </a:moveTo>
                  <a:lnTo>
                    <a:pt x="222313" y="0"/>
                  </a:lnTo>
                  <a:lnTo>
                    <a:pt x="222313" y="218675"/>
                  </a:lnTo>
                  <a:lnTo>
                    <a:pt x="0" y="218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0280144" name="Freeform 121"/>
            <p:cNvSpPr/>
            <p:nvPr/>
          </p:nvSpPr>
          <p:spPr bwMode="auto">
            <a:xfrm>
              <a:off x="9116391" y="4920364"/>
              <a:ext cx="183672" cy="183672"/>
            </a:xfrm>
            <a:custGeom>
              <a:avLst/>
              <a:gdLst/>
              <a:ahLst/>
              <a:cxnLst/>
              <a:rect l="l" t="t" r="r" b="b"/>
              <a:pathLst>
                <a:path w="183672" h="183672" fill="norm" stroke="1" extrusionOk="0">
                  <a:moveTo>
                    <a:pt x="0" y="0"/>
                  </a:moveTo>
                  <a:lnTo>
                    <a:pt x="183673" y="0"/>
                  </a:lnTo>
                  <a:lnTo>
                    <a:pt x="183673" y="183672"/>
                  </a:lnTo>
                  <a:lnTo>
                    <a:pt x="0" y="1836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3563556" name="TextBox 122"/>
            <p:cNvSpPr txBox="1"/>
            <p:nvPr/>
          </p:nvSpPr>
          <p:spPr bwMode="auto">
            <a:xfrm flipH="0" flipV="0">
              <a:off x="2079828" y="7902"/>
              <a:ext cx="4189177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0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Master key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0998019" name="TextBox 123"/>
            <p:cNvSpPr txBox="1"/>
            <p:nvPr/>
          </p:nvSpPr>
          <p:spPr bwMode="auto">
            <a:xfrm flipH="0" flipV="0">
              <a:off x="2079825" y="930241"/>
              <a:ext cx="4194962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0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Purpose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96051341" name="TextBox 124"/>
            <p:cNvSpPr txBox="1"/>
            <p:nvPr/>
          </p:nvSpPr>
          <p:spPr bwMode="auto">
            <a:xfrm>
              <a:off x="7383940" y="356726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</a:t>
              </a:r>
              <a:endParaRPr/>
            </a:p>
          </p:txBody>
        </p:sp>
        <p:sp>
          <p:nvSpPr>
            <p:cNvPr id="2081417253" name="TextBox 125"/>
            <p:cNvSpPr txBox="1"/>
            <p:nvPr/>
          </p:nvSpPr>
          <p:spPr bwMode="auto">
            <a:xfrm>
              <a:off x="7369146" y="1290879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</a:t>
              </a:r>
              <a:endParaRPr/>
            </a:p>
          </p:txBody>
        </p:sp>
        <p:sp>
          <p:nvSpPr>
            <p:cNvPr id="1747675785" name="TextBox 126"/>
            <p:cNvSpPr txBox="1"/>
            <p:nvPr/>
          </p:nvSpPr>
          <p:spPr bwMode="auto">
            <a:xfrm flipH="0" flipV="0">
              <a:off x="2079825" y="1831320"/>
              <a:ext cx="3472681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0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 type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1085761" name="TextBox 127"/>
            <p:cNvSpPr txBox="1"/>
            <p:nvPr/>
          </p:nvSpPr>
          <p:spPr bwMode="auto">
            <a:xfrm>
              <a:off x="7369146" y="2202814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</a:t>
              </a:r>
              <a:endParaRPr/>
            </a:p>
          </p:txBody>
        </p:sp>
        <p:sp>
          <p:nvSpPr>
            <p:cNvPr id="774425178" name="TextBox 128"/>
            <p:cNvSpPr txBox="1"/>
            <p:nvPr/>
          </p:nvSpPr>
          <p:spPr bwMode="auto">
            <a:xfrm flipH="0" flipV="0">
              <a:off x="2079828" y="2743254"/>
              <a:ext cx="3463892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0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Accounts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52398919" name="TextBox 129"/>
            <p:cNvSpPr txBox="1"/>
            <p:nvPr/>
          </p:nvSpPr>
          <p:spPr bwMode="auto">
            <a:xfrm flipH="0" flipV="0">
              <a:off x="2079828" y="3737367"/>
              <a:ext cx="3463892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0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Channels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03965968" name="TextBox 130"/>
            <p:cNvSpPr txBox="1"/>
            <p:nvPr/>
          </p:nvSpPr>
          <p:spPr bwMode="auto">
            <a:xfrm>
              <a:off x="5497731" y="4028352"/>
              <a:ext cx="994158" cy="1560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8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</a:t>
              </a:r>
              <a:endParaRPr sz="1600"/>
            </a:p>
          </p:txBody>
        </p:sp>
        <p:sp>
          <p:nvSpPr>
            <p:cNvPr id="1939177973" name="TextBox 131"/>
            <p:cNvSpPr txBox="1"/>
            <p:nvPr/>
          </p:nvSpPr>
          <p:spPr bwMode="auto">
            <a:xfrm>
              <a:off x="6405978" y="4028353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</a:t>
              </a:r>
              <a:endParaRPr/>
            </a:p>
          </p:txBody>
        </p:sp>
        <p:sp>
          <p:nvSpPr>
            <p:cNvPr id="618062480" name="TextBox 132"/>
            <p:cNvSpPr txBox="1"/>
            <p:nvPr/>
          </p:nvSpPr>
          <p:spPr bwMode="auto">
            <a:xfrm>
              <a:off x="7487262" y="4028353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m/84'/0'/2'/0</a:t>
              </a:r>
              <a:endParaRPr/>
            </a:p>
          </p:txBody>
        </p:sp>
        <p:sp>
          <p:nvSpPr>
            <p:cNvPr id="1656514897" name="TextBox 133"/>
            <p:cNvSpPr txBox="1"/>
            <p:nvPr/>
          </p:nvSpPr>
          <p:spPr bwMode="auto">
            <a:xfrm>
              <a:off x="8395932" y="4028353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m/84'/0'/2'/1</a:t>
              </a:r>
              <a:endParaRPr/>
            </a:p>
          </p:txBody>
        </p:sp>
        <p:sp>
          <p:nvSpPr>
            <p:cNvPr id="1303073212" name="TextBox 134"/>
            <p:cNvSpPr txBox="1"/>
            <p:nvPr/>
          </p:nvSpPr>
          <p:spPr bwMode="auto">
            <a:xfrm>
              <a:off x="5513537" y="4173828"/>
              <a:ext cx="995238" cy="1560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8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external</a:t>
              </a:r>
              <a:endParaRPr sz="1600"/>
            </a:p>
          </p:txBody>
        </p:sp>
        <p:sp>
          <p:nvSpPr>
            <p:cNvPr id="88412771" name="TextBox 135"/>
            <p:cNvSpPr txBox="1"/>
            <p:nvPr/>
          </p:nvSpPr>
          <p:spPr bwMode="auto">
            <a:xfrm>
              <a:off x="6424833" y="4173831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internal</a:t>
              </a:r>
              <a:endParaRPr/>
            </a:p>
          </p:txBody>
        </p:sp>
        <p:sp>
          <p:nvSpPr>
            <p:cNvPr id="1168893771" name="TextBox 136"/>
            <p:cNvSpPr txBox="1"/>
            <p:nvPr/>
          </p:nvSpPr>
          <p:spPr bwMode="auto">
            <a:xfrm>
              <a:off x="7582512" y="4173829"/>
              <a:ext cx="99487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external</a:t>
              </a:r>
              <a:endParaRPr/>
            </a:p>
          </p:txBody>
        </p:sp>
        <p:sp>
          <p:nvSpPr>
            <p:cNvPr id="719621284" name="TextBox 137"/>
            <p:cNvSpPr txBox="1"/>
            <p:nvPr/>
          </p:nvSpPr>
          <p:spPr bwMode="auto">
            <a:xfrm>
              <a:off x="8398560" y="4173831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internal</a:t>
              </a:r>
              <a:endParaRPr/>
            </a:p>
          </p:txBody>
        </p:sp>
        <p:sp>
          <p:nvSpPr>
            <p:cNvPr id="1207543018" name="TextBox 138"/>
            <p:cNvSpPr txBox="1"/>
            <p:nvPr/>
          </p:nvSpPr>
          <p:spPr bwMode="auto">
            <a:xfrm flipH="0" flipV="0">
              <a:off x="2079825" y="5061885"/>
              <a:ext cx="3464477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0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13271517" name="TextBox 139"/>
            <p:cNvSpPr txBox="1"/>
            <p:nvPr/>
          </p:nvSpPr>
          <p:spPr bwMode="auto">
            <a:xfrm>
              <a:off x="6111867" y="4985788"/>
              <a:ext cx="812295" cy="1246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78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m/84'/0'/1'/0/0</a:t>
              </a:r>
              <a:endParaRPr/>
            </a:p>
          </p:txBody>
        </p:sp>
        <p:sp>
          <p:nvSpPr>
            <p:cNvPr id="27249483" name="TextBox 140"/>
            <p:cNvSpPr txBox="1"/>
            <p:nvPr/>
          </p:nvSpPr>
          <p:spPr bwMode="auto">
            <a:xfrm>
              <a:off x="6111867" y="5477383"/>
              <a:ext cx="812295" cy="1246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78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m/84'/0'/1'/0/1</a:t>
              </a:r>
              <a:endParaRPr/>
            </a:p>
          </p:txBody>
        </p:sp>
        <p:sp>
          <p:nvSpPr>
            <p:cNvPr id="1697131400" name="TextBox 141"/>
            <p:cNvSpPr txBox="1"/>
            <p:nvPr/>
          </p:nvSpPr>
          <p:spPr bwMode="auto">
            <a:xfrm>
              <a:off x="6111867" y="5970126"/>
              <a:ext cx="812295" cy="1246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78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m/84'/0'/1'/0/2</a:t>
              </a:r>
              <a:endParaRPr/>
            </a:p>
          </p:txBody>
        </p:sp>
        <p:sp>
          <p:nvSpPr>
            <p:cNvPr id="1523660635" name="TextBox 142"/>
            <p:cNvSpPr txBox="1"/>
            <p:nvPr/>
          </p:nvSpPr>
          <p:spPr bwMode="auto">
            <a:xfrm>
              <a:off x="7132980" y="4985788"/>
              <a:ext cx="812295" cy="1246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78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m/84'/0'/1'/1/0</a:t>
              </a:r>
              <a:endParaRPr/>
            </a:p>
          </p:txBody>
        </p:sp>
        <p:sp>
          <p:nvSpPr>
            <p:cNvPr id="289295053" name="TextBox 143"/>
            <p:cNvSpPr txBox="1"/>
            <p:nvPr/>
          </p:nvSpPr>
          <p:spPr bwMode="auto">
            <a:xfrm>
              <a:off x="7132980" y="5477383"/>
              <a:ext cx="812295" cy="1246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78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m/84'/0'/1'/1/1</a:t>
              </a:r>
              <a:endParaRPr/>
            </a:p>
          </p:txBody>
        </p:sp>
        <p:sp>
          <p:nvSpPr>
            <p:cNvPr id="615690625" name="TextBox 144"/>
            <p:cNvSpPr txBox="1"/>
            <p:nvPr/>
          </p:nvSpPr>
          <p:spPr bwMode="auto">
            <a:xfrm>
              <a:off x="7132980" y="5970126"/>
              <a:ext cx="812295" cy="1246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78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m/84'/0'/1'/1/2</a:t>
              </a:r>
              <a:endParaRPr/>
            </a:p>
          </p:txBody>
        </p:sp>
        <p:sp>
          <p:nvSpPr>
            <p:cNvPr id="412695889" name="Freeform 145"/>
            <p:cNvSpPr/>
            <p:nvPr/>
          </p:nvSpPr>
          <p:spPr bwMode="auto">
            <a:xfrm>
              <a:off x="9116391" y="5182358"/>
              <a:ext cx="183672" cy="183672"/>
            </a:xfrm>
            <a:custGeom>
              <a:avLst/>
              <a:gdLst/>
              <a:ahLst/>
              <a:cxnLst/>
              <a:rect l="l" t="t" r="r" b="b"/>
              <a:pathLst>
                <a:path w="183672" h="183672" fill="norm" stroke="1" extrusionOk="0">
                  <a:moveTo>
                    <a:pt x="0" y="0"/>
                  </a:moveTo>
                  <a:lnTo>
                    <a:pt x="183673" y="0"/>
                  </a:lnTo>
                  <a:lnTo>
                    <a:pt x="183673" y="183672"/>
                  </a:lnTo>
                  <a:lnTo>
                    <a:pt x="0" y="1836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84421696" name="Freeform 146"/>
            <p:cNvSpPr/>
            <p:nvPr/>
          </p:nvSpPr>
          <p:spPr bwMode="auto">
            <a:xfrm>
              <a:off x="9116391" y="5444226"/>
              <a:ext cx="183672" cy="183672"/>
            </a:xfrm>
            <a:custGeom>
              <a:avLst/>
              <a:gdLst/>
              <a:ahLst/>
              <a:cxnLst/>
              <a:rect l="l" t="t" r="r" b="b"/>
              <a:pathLst>
                <a:path w="183672" h="183672" fill="norm" stroke="1" extrusionOk="0">
                  <a:moveTo>
                    <a:pt x="0" y="0"/>
                  </a:moveTo>
                  <a:lnTo>
                    <a:pt x="183673" y="0"/>
                  </a:lnTo>
                  <a:lnTo>
                    <a:pt x="183673" y="183672"/>
                  </a:lnTo>
                  <a:lnTo>
                    <a:pt x="0" y="1836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5387972" name="AutoShape 147"/>
            <p:cNvSpPr/>
            <p:nvPr/>
          </p:nvSpPr>
          <p:spPr bwMode="auto">
            <a:xfrm>
              <a:off x="5974236" y="4375648"/>
              <a:ext cx="0" cy="1472321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135040205" name="AutoShape 148"/>
            <p:cNvSpPr/>
            <p:nvPr/>
          </p:nvSpPr>
          <p:spPr bwMode="auto">
            <a:xfrm>
              <a:off x="5958948" y="5355228"/>
              <a:ext cx="214488" cy="0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455614041" name="AutoShape 149"/>
            <p:cNvSpPr/>
            <p:nvPr/>
          </p:nvSpPr>
          <p:spPr bwMode="auto">
            <a:xfrm>
              <a:off x="5958948" y="4848344"/>
              <a:ext cx="214488" cy="0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485811774" name="AutoShape 150"/>
            <p:cNvSpPr/>
            <p:nvPr/>
          </p:nvSpPr>
          <p:spPr bwMode="auto">
            <a:xfrm>
              <a:off x="6978400" y="5835866"/>
              <a:ext cx="214488" cy="0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7233451" name="AutoShape 151"/>
            <p:cNvSpPr/>
            <p:nvPr/>
          </p:nvSpPr>
          <p:spPr bwMode="auto">
            <a:xfrm>
              <a:off x="6993214" y="4378829"/>
              <a:ext cx="0" cy="1472321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9170997" name="AutoShape 152"/>
            <p:cNvSpPr/>
            <p:nvPr/>
          </p:nvSpPr>
          <p:spPr bwMode="auto">
            <a:xfrm>
              <a:off x="6977928" y="5358411"/>
              <a:ext cx="214488" cy="0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75427107" name="AutoShape 153"/>
            <p:cNvSpPr/>
            <p:nvPr/>
          </p:nvSpPr>
          <p:spPr bwMode="auto">
            <a:xfrm>
              <a:off x="6977928" y="4851527"/>
              <a:ext cx="214488" cy="0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25882833" name="Freeform 154"/>
            <p:cNvSpPr/>
            <p:nvPr/>
          </p:nvSpPr>
          <p:spPr bwMode="auto">
            <a:xfrm rot="-8534550" flipH="1">
              <a:off x="0" y="2303328"/>
              <a:ext cx="1849077" cy="661043"/>
            </a:xfrm>
            <a:custGeom>
              <a:avLst/>
              <a:gdLst/>
              <a:ahLst/>
              <a:cxnLst/>
              <a:rect l="l" t="t" r="r" b="b"/>
              <a:pathLst>
                <a:path w="1849077" h="661045" fill="norm" stroke="1" extrusionOk="0">
                  <a:moveTo>
                    <a:pt x="1849077" y="0"/>
                  </a:moveTo>
                  <a:lnTo>
                    <a:pt x="0" y="0"/>
                  </a:lnTo>
                  <a:lnTo>
                    <a:pt x="0" y="661045"/>
                  </a:lnTo>
                  <a:lnTo>
                    <a:pt x="1849077" y="661045"/>
                  </a:lnTo>
                  <a:lnTo>
                    <a:pt x="1849077" y="0"/>
                  </a:lnTo>
                  <a:close/>
                </a:path>
              </a:pathLst>
            </a:custGeom>
            <a:blipFill>
              <a:blip r:embed="rId5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839893130" name="Group 26"/>
          <p:cNvGrpSpPr/>
          <p:nvPr/>
        </p:nvGrpSpPr>
        <p:grpSpPr bwMode="auto">
          <a:xfrm>
            <a:off x="200386" y="1573962"/>
            <a:ext cx="3588149" cy="3588149"/>
            <a:chOff x="0" y="0"/>
            <a:chExt cx="812799" cy="812799"/>
          </a:xfrm>
        </p:grpSpPr>
        <p:sp>
          <p:nvSpPr>
            <p:cNvPr id="1505702985" name="Freeform 27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3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  <p:grpSp>
        <p:nvGrpSpPr>
          <p:cNvPr id="630871931" name="Group 28"/>
          <p:cNvGrpSpPr/>
          <p:nvPr/>
        </p:nvGrpSpPr>
        <p:grpSpPr bwMode="auto">
          <a:xfrm>
            <a:off x="4140962" y="1573962"/>
            <a:ext cx="3588149" cy="3588149"/>
            <a:chOff x="0" y="0"/>
            <a:chExt cx="812799" cy="812799"/>
          </a:xfrm>
        </p:grpSpPr>
        <p:sp>
          <p:nvSpPr>
            <p:cNvPr id="1924253892" name="Freeform 29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4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  <p:grpSp>
        <p:nvGrpSpPr>
          <p:cNvPr id="1835175448" name="Group 30"/>
          <p:cNvGrpSpPr/>
          <p:nvPr/>
        </p:nvGrpSpPr>
        <p:grpSpPr bwMode="auto">
          <a:xfrm>
            <a:off x="8081538" y="1573962"/>
            <a:ext cx="3588149" cy="3588149"/>
            <a:chOff x="0" y="0"/>
            <a:chExt cx="812799" cy="812799"/>
          </a:xfrm>
        </p:grpSpPr>
        <p:sp>
          <p:nvSpPr>
            <p:cNvPr id="992384329" name="Freeform 31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5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9616179" name="TextBox 26"/>
          <p:cNvSpPr txBox="1"/>
          <p:nvPr/>
        </p:nvSpPr>
        <p:spPr bwMode="auto">
          <a:xfrm>
            <a:off x="1382491" y="2592452"/>
            <a:ext cx="8982958" cy="1807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45"/>
              </a:lnSpc>
              <a:spcBef>
                <a:spcPts val="0"/>
              </a:spcBef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0x010002a0716529bae6b36c5c9aa518a52f9c828b46ad8d907747f </a:t>
            </a:r>
            <a:r>
              <a:rPr sz="2000" b="1" lang="en-US">
                <a:solidFill>
                  <a:srgbClr val="000000"/>
                </a:solidFill>
                <a:latin typeface="IBM Plex Sans"/>
              </a:rPr>
              <a:t/>
            </a:r>
            <a:endParaRPr sz="2000">
              <a:latin typeface="IBM Plex Sans"/>
              <a:cs typeface="IBM Plex Sans"/>
            </a:endParaRPr>
          </a:p>
          <a:p>
            <a:pPr algn="ctr">
              <a:lnSpc>
                <a:spcPts val="2845"/>
              </a:lnSpc>
            </a:pPr>
          </a:p>
          <a:p>
            <a:pPr algn="ctr">
              <a:lnSpc>
                <a:spcPts val="2845"/>
              </a:lnSpc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0d09dcd4d9a39e97c3c5f37c470c390d842f364086362f6122f412e </a:t>
            </a:r>
            <a:r>
              <a:rPr sz="2000" b="1" lang="en-US">
                <a:solidFill>
                  <a:srgbClr val="FF5C00"/>
                </a:solidFill>
                <a:latin typeface="IBM Plex Sans"/>
              </a:rPr>
              <a:t/>
            </a:r>
          </a:p>
          <a:p>
            <a:pPr algn="ctr">
              <a:lnSpc>
                <a:spcPts val="2845"/>
              </a:lnSpc>
            </a:pPr>
          </a:p>
          <a:p>
            <a:pPr algn="ctr">
              <a:lnSpc>
                <a:spcPts val="2845"/>
              </a:lnSpc>
            </a:pPr>
            <a:r>
              <a:rPr sz="2000" b="1" lang="en-US">
                <a:solidFill>
                  <a:srgbClr val="FF5C00"/>
                </a:solidFill>
                <a:latin typeface="IBM Plex Sans"/>
              </a:rPr>
              <a:t>2b0c7e7fc6e32287e364a7a36a00000000000000000000000000 </a:t>
            </a:r>
            <a:r>
              <a:rPr sz="2000" b="1" lang="en-US">
                <a:solidFill>
                  <a:srgbClr val="000000"/>
                </a:solidFill>
                <a:latin typeface="IBM Plex Sans"/>
              </a:rPr>
              <a:t/>
            </a:r>
          </a:p>
        </p:txBody>
      </p:sp>
      <p:sp>
        <p:nvSpPr>
          <p:cNvPr id="1540608426" name="Freeform 27"/>
          <p:cNvSpPr/>
          <p:nvPr/>
        </p:nvSpPr>
        <p:spPr bwMode="auto">
          <a:xfrm rot="3710943">
            <a:off x="936697" y="1909987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0"/>
                </a:moveTo>
                <a:lnTo>
                  <a:pt x="1092253" y="0"/>
                </a:lnTo>
                <a:lnTo>
                  <a:pt x="1092253" y="308562"/>
                </a:lnTo>
                <a:lnTo>
                  <a:pt x="0" y="3085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6408485" name="TextBox 28"/>
          <p:cNvSpPr txBox="1"/>
          <p:nvPr/>
        </p:nvSpPr>
        <p:spPr bwMode="auto">
          <a:xfrm flipH="0" flipV="0">
            <a:off x="6095999" y="5560537"/>
            <a:ext cx="5819533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향후 사용을 위해 예약됨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2136083671" name="Freeform 29"/>
          <p:cNvSpPr/>
          <p:nvPr/>
        </p:nvSpPr>
        <p:spPr bwMode="auto">
          <a:xfrm rot="-5920141">
            <a:off x="8630224" y="4825758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0"/>
                </a:moveTo>
                <a:lnTo>
                  <a:pt x="1092253" y="0"/>
                </a:lnTo>
                <a:lnTo>
                  <a:pt x="1092253" y="308561"/>
                </a:lnTo>
                <a:lnTo>
                  <a:pt x="0" y="3085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3299376" name="TextBox 30"/>
          <p:cNvSpPr txBox="1"/>
          <p:nvPr/>
        </p:nvSpPr>
        <p:spPr bwMode="auto">
          <a:xfrm flipH="0" flipV="0">
            <a:off x="1796727" y="5505707"/>
            <a:ext cx="4489103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"/>
              </a:rPr>
              <a:t>체인 코드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69458102" name="Freeform 31"/>
          <p:cNvSpPr/>
          <p:nvPr/>
        </p:nvSpPr>
        <p:spPr bwMode="auto">
          <a:xfrm rot="-5920141" flipV="1">
            <a:off x="2848178" y="4872261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308561"/>
                </a:moveTo>
                <a:lnTo>
                  <a:pt x="1092253" y="308561"/>
                </a:lnTo>
                <a:lnTo>
                  <a:pt x="1092253" y="0"/>
                </a:lnTo>
                <a:lnTo>
                  <a:pt x="0" y="0"/>
                </a:lnTo>
                <a:lnTo>
                  <a:pt x="0" y="308561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763954" name="TextBox 32"/>
          <p:cNvSpPr txBox="1"/>
          <p:nvPr/>
        </p:nvSpPr>
        <p:spPr bwMode="auto">
          <a:xfrm flipH="0" flipV="0">
            <a:off x="7060464" y="1043345"/>
            <a:ext cx="4641822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공개 키 X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07090460" name="Freeform 33"/>
          <p:cNvSpPr/>
          <p:nvPr/>
        </p:nvSpPr>
        <p:spPr bwMode="auto">
          <a:xfrm rot="5072119" flipV="1">
            <a:off x="8950334" y="1817182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308561"/>
                </a:moveTo>
                <a:lnTo>
                  <a:pt x="1092253" y="308561"/>
                </a:lnTo>
                <a:lnTo>
                  <a:pt x="1092253" y="0"/>
                </a:lnTo>
                <a:lnTo>
                  <a:pt x="0" y="0"/>
                </a:lnTo>
                <a:lnTo>
                  <a:pt x="0" y="308561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1454913" name="TextBox 34"/>
          <p:cNvSpPr txBox="1"/>
          <p:nvPr/>
        </p:nvSpPr>
        <p:spPr bwMode="auto">
          <a:xfrm>
            <a:off x="2843185" y="1391227"/>
            <a:ext cx="3794882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비트 필드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225785716" name="Freeform 36"/>
          <p:cNvSpPr/>
          <p:nvPr/>
        </p:nvSpPr>
        <p:spPr bwMode="auto">
          <a:xfrm rot="17331847" flipH="1" flipV="1">
            <a:off x="2138099" y="2060834"/>
            <a:ext cx="877657" cy="247936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1092253" y="308562"/>
                </a:moveTo>
                <a:lnTo>
                  <a:pt x="0" y="308562"/>
                </a:lnTo>
                <a:lnTo>
                  <a:pt x="0" y="0"/>
                </a:lnTo>
                <a:lnTo>
                  <a:pt x="1092253" y="0"/>
                </a:lnTo>
                <a:lnTo>
                  <a:pt x="1092253" y="308562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7104312" name="Freeform 37"/>
          <p:cNvSpPr/>
          <p:nvPr/>
        </p:nvSpPr>
        <p:spPr bwMode="auto">
          <a:xfrm rot="9314573">
            <a:off x="2728385" y="2162475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0"/>
                </a:moveTo>
                <a:lnTo>
                  <a:pt x="1092253" y="0"/>
                </a:lnTo>
                <a:lnTo>
                  <a:pt x="1092253" y="308561"/>
                </a:lnTo>
                <a:lnTo>
                  <a:pt x="0" y="30856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038" name="TextBox 38"/>
          <p:cNvSpPr txBox="1"/>
          <p:nvPr/>
        </p:nvSpPr>
        <p:spPr bwMode="auto">
          <a:xfrm>
            <a:off x="3906920" y="1961569"/>
            <a:ext cx="3796321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0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"/>
              </a:rPr>
              <a:t>Y 패리티</a:t>
            </a:r>
            <a:endParaRPr sz="1800">
              <a:latin typeface="IBM Plex Sans"/>
              <a:cs typeface="IBM Plex Sans"/>
            </a:endParaRPr>
          </a:p>
        </p:txBody>
      </p:sp>
      <p:pic>
        <p:nvPicPr>
          <p:cNvPr id="724705196" name="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 bwMode="auto">
          <a:xfrm rot="14380469" flipH="0" flipV="0">
            <a:off x="3053014" y="1870792"/>
            <a:ext cx="639000" cy="970677"/>
          </a:xfrm>
          <a:prstGeom prst="rect">
            <a:avLst/>
          </a:prstGeom>
        </p:spPr>
      </p:pic>
      <p:pic>
        <p:nvPicPr>
          <p:cNvPr id="1785128000" name=""/>
          <p:cNvPicPr>
            <a:picLocks noChangeAspect="1"/>
          </p:cNvPicPr>
          <p:nvPr/>
        </p:nvPicPr>
        <p:blipFill>
          <a:blip r:embed="rId11"/>
          <a:stretch/>
        </p:blipFill>
        <p:spPr bwMode="auto">
          <a:xfrm rot="9830683" flipH="0" flipV="0">
            <a:off x="1689596" y="1645145"/>
            <a:ext cx="639000" cy="970677"/>
          </a:xfrm>
          <a:prstGeom prst="rect">
            <a:avLst/>
          </a:prstGeom>
        </p:spPr>
      </p:pic>
      <p:pic>
        <p:nvPicPr>
          <p:cNvPr id="61658606" name=""/>
          <p:cNvPicPr>
            <a:picLocks noChangeAspect="1"/>
          </p:cNvPicPr>
          <p:nvPr/>
        </p:nvPicPr>
        <p:blipFill>
          <a:blip r:embed="rId12"/>
          <a:stretch/>
        </p:blipFill>
        <p:spPr bwMode="auto">
          <a:xfrm rot="0" flipH="0" flipV="0">
            <a:off x="3386338" y="4412392"/>
            <a:ext cx="639000" cy="970677"/>
          </a:xfrm>
          <a:prstGeom prst="rect">
            <a:avLst/>
          </a:prstGeom>
        </p:spPr>
      </p:pic>
      <p:sp>
        <p:nvSpPr>
          <p:cNvPr id="1557631490" name="TextBox 35"/>
          <p:cNvSpPr txBox="1"/>
          <p:nvPr/>
        </p:nvSpPr>
        <p:spPr bwMode="auto">
          <a:xfrm flipH="0" flipV="0">
            <a:off x="228917" y="1287318"/>
            <a:ext cx="2337662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"/>
              </a:rPr>
              <a:t>버전</a:t>
            </a:r>
            <a:endParaRPr sz="18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430210" name="TextBox 26"/>
          <p:cNvSpPr txBox="1"/>
          <p:nvPr/>
        </p:nvSpPr>
        <p:spPr bwMode="auto">
          <a:xfrm>
            <a:off x="585590" y="2095296"/>
            <a:ext cx="11041821" cy="3110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7"/>
              </a:lnSpc>
              <a:spcBef>
                <a:spcPts val="0"/>
              </a:spcBef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0x47010002a0716529bae6b36c5c9aa518a52f9c828b46ad8d90774 </a:t>
            </a:r>
            <a:r>
              <a:rPr sz="2400" b="1" lang="en-US">
                <a:solidFill>
                  <a:srgbClr val="000000"/>
                </a:solidFill>
                <a:latin typeface="IBM Plex Sans"/>
              </a:rPr>
              <a:t/>
            </a:r>
            <a:endParaRPr sz="2400">
              <a:latin typeface="IBM Plex Sans"/>
              <a:cs typeface="IBM Plex Sans"/>
            </a:endParaRPr>
          </a:p>
          <a:p>
            <a:pPr algn="ctr">
              <a:lnSpc>
                <a:spcPts val="3497"/>
              </a:lnSpc>
            </a:pPr>
          </a:p>
          <a:p>
            <a:pPr algn="ctr">
              <a:lnSpc>
                <a:spcPts val="3497"/>
              </a:lnSpc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7f0d09dcd4d9a39e97c3c5f37c470c390d842f364086362f6122f412 </a:t>
            </a:r>
            <a:r>
              <a:rPr sz="2400" b="1" lang="en-US">
                <a:solidFill>
                  <a:srgbClr val="FF5C00"/>
                </a:solidFill>
                <a:latin typeface="IBM Plex Sans"/>
              </a:rPr>
              <a:t/>
            </a:r>
          </a:p>
          <a:p>
            <a:pPr algn="ctr">
              <a:lnSpc>
                <a:spcPts val="3497"/>
              </a:lnSpc>
            </a:pPr>
          </a:p>
          <a:p>
            <a:pPr algn="ctr">
              <a:lnSpc>
                <a:spcPts val="3497"/>
              </a:lnSpc>
            </a:pPr>
            <a:r>
              <a:rPr sz="2400" b="1" lang="en-US">
                <a:solidFill>
                  <a:srgbClr val="FF5C00"/>
                </a:solidFill>
                <a:latin typeface="IBM Plex Sans"/>
              </a:rPr>
              <a:t>e2b0c7e7fc6e32287e364a7a36a00000000000000000000000000 </a:t>
            </a:r>
            <a:r>
              <a:rPr sz="2400" b="1" lang="en-US">
                <a:solidFill>
                  <a:srgbClr val="000000"/>
                </a:solidFill>
                <a:latin typeface="IBM Plex Sans"/>
              </a:rPr>
              <a:t/>
            </a:r>
          </a:p>
          <a:p>
            <a:pPr algn="ctr">
              <a:lnSpc>
                <a:spcPts val="3497"/>
              </a:lnSpc>
            </a:pPr>
          </a:p>
          <a:p>
            <a:pPr algn="ctr">
              <a:lnSpc>
                <a:spcPts val="3497"/>
              </a:lnSpc>
            </a:pPr>
            <a:r>
              <a:rPr sz="2400" b="1" lang="en-US">
                <a:solidFill>
                  <a:srgbClr val="FF5C00"/>
                </a:solidFill>
                <a:latin typeface="IBM Plex Sans"/>
              </a:rPr>
              <a:t>567080c4</a:t>
            </a:r>
          </a:p>
        </p:txBody>
      </p:sp>
      <p:sp>
        <p:nvSpPr>
          <p:cNvPr id="740969164" name="TextBox 27"/>
          <p:cNvSpPr txBox="1"/>
          <p:nvPr/>
        </p:nvSpPr>
        <p:spPr bwMode="auto">
          <a:xfrm>
            <a:off x="5857052" y="5963505"/>
            <a:ext cx="489565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FF5C00"/>
                </a:solidFill>
                <a:latin typeface="IBM Plex Sans"/>
              </a:rPr>
              <a:t>체크섬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746953745" name="Freeform 28"/>
          <p:cNvSpPr/>
          <p:nvPr/>
        </p:nvSpPr>
        <p:spPr bwMode="auto">
          <a:xfrm rot="-8555348">
            <a:off x="7155427" y="5154756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0" y="0"/>
                </a:moveTo>
                <a:lnTo>
                  <a:pt x="1342370" y="0"/>
                </a:lnTo>
                <a:lnTo>
                  <a:pt x="1342370" y="379220"/>
                </a:lnTo>
                <a:lnTo>
                  <a:pt x="0" y="3792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5372091" name="TextBox 29"/>
          <p:cNvSpPr txBox="1"/>
          <p:nvPr/>
        </p:nvSpPr>
        <p:spPr bwMode="auto">
          <a:xfrm flipH="0" flipV="0">
            <a:off x="2672311" y="751153"/>
            <a:ext cx="5234191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접두사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932585263" name="Freeform 30"/>
          <p:cNvSpPr/>
          <p:nvPr/>
        </p:nvSpPr>
        <p:spPr bwMode="auto">
          <a:xfrm rot="-3520562" flipH="1" flipV="1">
            <a:off x="1319625" y="1176606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1342371" y="379220"/>
                </a:moveTo>
                <a:lnTo>
                  <a:pt x="0" y="379220"/>
                </a:lnTo>
                <a:lnTo>
                  <a:pt x="0" y="0"/>
                </a:lnTo>
                <a:lnTo>
                  <a:pt x="1342371" y="0"/>
                </a:lnTo>
                <a:lnTo>
                  <a:pt x="1342371" y="37922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661652363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rot="19184343" flipH="0" flipV="0">
            <a:off x="6976011" y="5084010"/>
            <a:ext cx="639000" cy="9706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5138060" name="Freeform 27"/>
          <p:cNvSpPr/>
          <p:nvPr/>
        </p:nvSpPr>
        <p:spPr bwMode="auto">
          <a:xfrm rot="0" flipH="0" flipV="0">
            <a:off x="5120412" y="352476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39511221" name="Freeform 28"/>
          <p:cNvSpPr/>
          <p:nvPr/>
        </p:nvSpPr>
        <p:spPr bwMode="auto">
          <a:xfrm>
            <a:off x="5252587" y="424829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1086225" name="Freeform 29"/>
          <p:cNvSpPr/>
          <p:nvPr/>
        </p:nvSpPr>
        <p:spPr bwMode="auto">
          <a:xfrm>
            <a:off x="6046108" y="461949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3"/>
                </a:lnTo>
                <a:lnTo>
                  <a:pt x="0" y="5076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2760529" name="AutoShape 30"/>
          <p:cNvSpPr/>
          <p:nvPr/>
        </p:nvSpPr>
        <p:spPr bwMode="auto">
          <a:xfrm>
            <a:off x="5907400" y="1383571"/>
            <a:ext cx="0" cy="665973"/>
          </a:xfrm>
          <a:prstGeom prst="line">
            <a:avLst/>
          </a:prstGeom>
          <a:ln w="666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8506677" name="Freeform 32"/>
          <p:cNvSpPr/>
          <p:nvPr/>
        </p:nvSpPr>
        <p:spPr bwMode="auto">
          <a:xfrm rot="0" flipH="0" flipV="0">
            <a:off x="5120412" y="2111113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68534975" name="Freeform 33"/>
          <p:cNvSpPr/>
          <p:nvPr/>
        </p:nvSpPr>
        <p:spPr bwMode="auto">
          <a:xfrm>
            <a:off x="5252587" y="2183465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9968371" name="Freeform 34"/>
          <p:cNvSpPr/>
          <p:nvPr/>
        </p:nvSpPr>
        <p:spPr bwMode="auto">
          <a:xfrm>
            <a:off x="5471498" y="2183465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1" y="0"/>
                </a:lnTo>
                <a:lnTo>
                  <a:pt x="437821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0401172" name="Freeform 35"/>
          <p:cNvSpPr/>
          <p:nvPr/>
        </p:nvSpPr>
        <p:spPr bwMode="auto">
          <a:xfrm>
            <a:off x="6046108" y="2220586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3"/>
                </a:lnTo>
                <a:lnTo>
                  <a:pt x="0" y="5076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6576750" name="AutoShape 36"/>
          <p:cNvSpPr/>
          <p:nvPr/>
        </p:nvSpPr>
        <p:spPr bwMode="auto">
          <a:xfrm>
            <a:off x="5907400" y="3113726"/>
            <a:ext cx="0" cy="665973"/>
          </a:xfrm>
          <a:prstGeom prst="line">
            <a:avLst/>
          </a:prstGeom>
          <a:ln w="666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4728522" name="Freeform 38"/>
          <p:cNvSpPr/>
          <p:nvPr/>
        </p:nvSpPr>
        <p:spPr bwMode="auto">
          <a:xfrm rot="0" flipH="0" flipV="0">
            <a:off x="5120412" y="3841267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8032264" name="Freeform 39"/>
          <p:cNvSpPr/>
          <p:nvPr/>
        </p:nvSpPr>
        <p:spPr bwMode="auto">
          <a:xfrm>
            <a:off x="5252587" y="3913621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9126914" name="Freeform 40"/>
          <p:cNvSpPr/>
          <p:nvPr/>
        </p:nvSpPr>
        <p:spPr bwMode="auto">
          <a:xfrm>
            <a:off x="5471498" y="3913621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1" y="0"/>
                </a:lnTo>
                <a:lnTo>
                  <a:pt x="437821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8222072" name="Freeform 41"/>
          <p:cNvSpPr/>
          <p:nvPr/>
        </p:nvSpPr>
        <p:spPr bwMode="auto">
          <a:xfrm>
            <a:off x="6046108" y="3950742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2"/>
                </a:lnTo>
                <a:lnTo>
                  <a:pt x="0" y="50766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3230041" name="AutoShape 42"/>
          <p:cNvSpPr/>
          <p:nvPr/>
        </p:nvSpPr>
        <p:spPr bwMode="auto">
          <a:xfrm>
            <a:off x="4546247" y="5152273"/>
            <a:ext cx="2694236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6410151" name="AutoShape 43"/>
          <p:cNvSpPr/>
          <p:nvPr/>
        </p:nvSpPr>
        <p:spPr bwMode="auto">
          <a:xfrm>
            <a:off x="5907400" y="4843882"/>
            <a:ext cx="0" cy="665973"/>
          </a:xfrm>
          <a:prstGeom prst="line">
            <a:avLst/>
          </a:prstGeom>
          <a:ln w="666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6618142" name="Freeform 45"/>
          <p:cNvSpPr/>
          <p:nvPr/>
        </p:nvSpPr>
        <p:spPr bwMode="auto">
          <a:xfrm rot="0" flipH="0" flipV="0">
            <a:off x="5120412" y="5573007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29305611" name="Freeform 46"/>
          <p:cNvSpPr/>
          <p:nvPr/>
        </p:nvSpPr>
        <p:spPr bwMode="auto">
          <a:xfrm>
            <a:off x="5252587" y="5645360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72707" name="Freeform 47"/>
          <p:cNvSpPr/>
          <p:nvPr/>
        </p:nvSpPr>
        <p:spPr bwMode="auto">
          <a:xfrm>
            <a:off x="5471498" y="5645360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1" y="0"/>
                </a:lnTo>
                <a:lnTo>
                  <a:pt x="437821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7153355" name="Freeform 48"/>
          <p:cNvSpPr/>
          <p:nvPr/>
        </p:nvSpPr>
        <p:spPr bwMode="auto">
          <a:xfrm>
            <a:off x="6046108" y="5682481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2"/>
                </a:lnTo>
                <a:lnTo>
                  <a:pt x="0" y="50766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4362266" name="TextBox 49"/>
          <p:cNvSpPr txBox="1"/>
          <p:nvPr/>
        </p:nvSpPr>
        <p:spPr bwMode="auto">
          <a:xfrm>
            <a:off x="4937281" y="6261517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m/47'/0'/0'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61755704" name="TextBox 50"/>
          <p:cNvSpPr txBox="1"/>
          <p:nvPr/>
        </p:nvSpPr>
        <p:spPr bwMode="auto">
          <a:xfrm>
            <a:off x="4965349" y="1027312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64801081" name="TextBox 51"/>
          <p:cNvSpPr txBox="1"/>
          <p:nvPr/>
        </p:nvSpPr>
        <p:spPr bwMode="auto">
          <a:xfrm>
            <a:off x="4937281" y="2799622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m/47'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25252979" name="TextBox 52"/>
          <p:cNvSpPr txBox="1"/>
          <p:nvPr/>
        </p:nvSpPr>
        <p:spPr bwMode="auto">
          <a:xfrm>
            <a:off x="4937281" y="4529777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m/47'/0'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88860067" name="AutoShape 53"/>
          <p:cNvSpPr/>
          <p:nvPr/>
        </p:nvSpPr>
        <p:spPr bwMode="auto">
          <a:xfrm>
            <a:off x="4546247" y="3421388"/>
            <a:ext cx="2694236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4961654" name="AutoShape 54"/>
          <p:cNvSpPr/>
          <p:nvPr/>
        </p:nvSpPr>
        <p:spPr bwMode="auto">
          <a:xfrm>
            <a:off x="4546247" y="1641484"/>
            <a:ext cx="2694236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0327043" name="Freeform 26"/>
          <p:cNvSpPr/>
          <p:nvPr/>
        </p:nvSpPr>
        <p:spPr bwMode="auto">
          <a:xfrm>
            <a:off x="2480778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5433646" name="Freeform 27"/>
          <p:cNvSpPr/>
          <p:nvPr/>
        </p:nvSpPr>
        <p:spPr bwMode="auto">
          <a:xfrm>
            <a:off x="2757560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6374277" name="Freeform 28"/>
          <p:cNvSpPr/>
          <p:nvPr/>
        </p:nvSpPr>
        <p:spPr bwMode="auto">
          <a:xfrm>
            <a:off x="9882976" y="1972544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6408738" name="Freeform 29"/>
          <p:cNvSpPr/>
          <p:nvPr/>
        </p:nvSpPr>
        <p:spPr bwMode="auto">
          <a:xfrm>
            <a:off x="399223" y="1972544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9450352" name="TextBox 30"/>
          <p:cNvSpPr txBox="1"/>
          <p:nvPr/>
        </p:nvSpPr>
        <p:spPr bwMode="auto">
          <a:xfrm>
            <a:off x="906642" y="2964322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986257014" name="TextBox 31"/>
          <p:cNvSpPr txBox="1"/>
          <p:nvPr/>
        </p:nvSpPr>
        <p:spPr bwMode="auto">
          <a:xfrm>
            <a:off x="10390395" y="2964322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890993057" name="Freeform 32"/>
          <p:cNvSpPr/>
          <p:nvPr/>
        </p:nvSpPr>
        <p:spPr bwMode="auto">
          <a:xfrm>
            <a:off x="8812158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425652" name="Freeform 33"/>
          <p:cNvSpPr/>
          <p:nvPr/>
        </p:nvSpPr>
        <p:spPr bwMode="auto">
          <a:xfrm>
            <a:off x="9088940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8318429" name="AutoShape 34"/>
          <p:cNvSpPr/>
          <p:nvPr/>
        </p:nvSpPr>
        <p:spPr bwMode="auto">
          <a:xfrm>
            <a:off x="3898951" y="2984266"/>
            <a:ext cx="432815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6232142" name="TextBox 35"/>
          <p:cNvSpPr txBox="1"/>
          <p:nvPr/>
        </p:nvSpPr>
        <p:spPr bwMode="auto">
          <a:xfrm flipH="0" flipV="0">
            <a:off x="4038917" y="2394158"/>
            <a:ext cx="4351303" cy="4444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Diffie-Hellman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876925235" name="AutoShape 36"/>
          <p:cNvSpPr/>
          <p:nvPr/>
        </p:nvSpPr>
        <p:spPr bwMode="auto">
          <a:xfrm flipV="1">
            <a:off x="6063030" y="2984266"/>
            <a:ext cx="0" cy="175446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4550585" name="TextBox 37"/>
          <p:cNvSpPr txBox="1"/>
          <p:nvPr/>
        </p:nvSpPr>
        <p:spPr bwMode="auto">
          <a:xfrm flipH="0" flipV="0">
            <a:off x="6967335" y="477652"/>
            <a:ext cx="4760578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보안되지 않은 네트워크를 통한 교환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35912588" name="Freeform 38"/>
          <p:cNvSpPr/>
          <p:nvPr/>
        </p:nvSpPr>
        <p:spPr bwMode="auto">
          <a:xfrm rot="-3520562" flipH="1" flipV="1">
            <a:off x="5641605" y="1206254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1342371" y="379220"/>
                </a:moveTo>
                <a:lnTo>
                  <a:pt x="0" y="379220"/>
                </a:lnTo>
                <a:lnTo>
                  <a:pt x="0" y="0"/>
                </a:lnTo>
                <a:lnTo>
                  <a:pt x="1342371" y="0"/>
                </a:lnTo>
                <a:lnTo>
                  <a:pt x="1342371" y="37922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8295590" name="Freeform 39"/>
          <p:cNvSpPr/>
          <p:nvPr/>
        </p:nvSpPr>
        <p:spPr bwMode="auto">
          <a:xfrm>
            <a:off x="5786249" y="4919700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3977571" name="TextBox 40"/>
          <p:cNvSpPr txBox="1"/>
          <p:nvPr/>
        </p:nvSpPr>
        <p:spPr bwMode="auto">
          <a:xfrm flipH="0" flipV="0">
            <a:off x="4192624" y="6136079"/>
            <a:ext cx="7748439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공유된 비밀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613308753" name="Freeform 41"/>
          <p:cNvSpPr/>
          <p:nvPr/>
        </p:nvSpPr>
        <p:spPr bwMode="auto">
          <a:xfrm rot="1511302" flipH="1" flipV="1">
            <a:off x="6777822" y="5318754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1342371" y="379220"/>
                </a:moveTo>
                <a:lnTo>
                  <a:pt x="0" y="379220"/>
                </a:lnTo>
                <a:lnTo>
                  <a:pt x="0" y="0"/>
                </a:lnTo>
                <a:lnTo>
                  <a:pt x="1342371" y="0"/>
                </a:lnTo>
                <a:lnTo>
                  <a:pt x="1342371" y="37922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5168310" name="Freeform 26"/>
          <p:cNvSpPr/>
          <p:nvPr/>
        </p:nvSpPr>
        <p:spPr bwMode="auto">
          <a:xfrm>
            <a:off x="2087802" y="3237372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8130157" name="Freeform 27"/>
          <p:cNvSpPr/>
          <p:nvPr/>
        </p:nvSpPr>
        <p:spPr bwMode="auto">
          <a:xfrm>
            <a:off x="2330761" y="3237372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2628924" name="Freeform 28"/>
          <p:cNvSpPr/>
          <p:nvPr/>
        </p:nvSpPr>
        <p:spPr bwMode="auto">
          <a:xfrm>
            <a:off x="10354792" y="2998642"/>
            <a:ext cx="1023597" cy="1123287"/>
          </a:xfrm>
          <a:custGeom>
            <a:avLst/>
            <a:gdLst/>
            <a:ahLst/>
            <a:cxnLst/>
            <a:rect l="l" t="t" r="r" b="b"/>
            <a:pathLst>
              <a:path w="1023597" h="1123289" fill="norm" stroke="1" extrusionOk="0">
                <a:moveTo>
                  <a:pt x="0" y="0"/>
                </a:moveTo>
                <a:lnTo>
                  <a:pt x="1023597" y="0"/>
                </a:lnTo>
                <a:lnTo>
                  <a:pt x="1023597" y="1123289"/>
                </a:lnTo>
                <a:lnTo>
                  <a:pt x="0" y="11232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4402572" name="Freeform 29"/>
          <p:cNvSpPr/>
          <p:nvPr/>
        </p:nvSpPr>
        <p:spPr bwMode="auto">
          <a:xfrm>
            <a:off x="938170" y="2998642"/>
            <a:ext cx="1023597" cy="1123287"/>
          </a:xfrm>
          <a:custGeom>
            <a:avLst/>
            <a:gdLst/>
            <a:ahLst/>
            <a:cxnLst/>
            <a:rect l="l" t="t" r="r" b="b"/>
            <a:pathLst>
              <a:path w="1023597" h="1123289" fill="norm" stroke="1" extrusionOk="0">
                <a:moveTo>
                  <a:pt x="0" y="0"/>
                </a:moveTo>
                <a:lnTo>
                  <a:pt x="1023597" y="0"/>
                </a:lnTo>
                <a:lnTo>
                  <a:pt x="1023597" y="1123289"/>
                </a:lnTo>
                <a:lnTo>
                  <a:pt x="0" y="11232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6663948" name="Freeform 30"/>
          <p:cNvSpPr/>
          <p:nvPr/>
        </p:nvSpPr>
        <p:spPr bwMode="auto">
          <a:xfrm>
            <a:off x="9497185" y="3237372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1" y="0"/>
                </a:lnTo>
                <a:lnTo>
                  <a:pt x="485921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028701" name="Freeform 31"/>
          <p:cNvSpPr/>
          <p:nvPr/>
        </p:nvSpPr>
        <p:spPr bwMode="auto">
          <a:xfrm>
            <a:off x="9740146" y="3237372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3230148" name="AutoShape 32"/>
          <p:cNvSpPr/>
          <p:nvPr/>
        </p:nvSpPr>
        <p:spPr bwMode="auto">
          <a:xfrm flipV="1">
            <a:off x="3862095" y="2328565"/>
            <a:ext cx="0" cy="2466036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5287339" name="Freeform 33"/>
          <p:cNvSpPr/>
          <p:nvPr/>
        </p:nvSpPr>
        <p:spPr bwMode="auto">
          <a:xfrm>
            <a:off x="3188050" y="3237372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1" y="0"/>
                </a:lnTo>
                <a:lnTo>
                  <a:pt x="485921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1958918" name="Freeform 34"/>
          <p:cNvSpPr/>
          <p:nvPr/>
        </p:nvSpPr>
        <p:spPr bwMode="auto">
          <a:xfrm rot="9324647" flipV="1">
            <a:off x="9671200" y="4732893"/>
            <a:ext cx="1178336" cy="332879"/>
          </a:xfrm>
          <a:custGeom>
            <a:avLst/>
            <a:gdLst/>
            <a:ahLst/>
            <a:cxnLst/>
            <a:rect l="l" t="t" r="r" b="b"/>
            <a:pathLst>
              <a:path w="1178338" h="332881" fill="norm" stroke="1" extrusionOk="0">
                <a:moveTo>
                  <a:pt x="0" y="332880"/>
                </a:moveTo>
                <a:lnTo>
                  <a:pt x="1178338" y="332880"/>
                </a:lnTo>
                <a:lnTo>
                  <a:pt x="1178338" y="0"/>
                </a:lnTo>
                <a:lnTo>
                  <a:pt x="0" y="0"/>
                </a:lnTo>
                <a:lnTo>
                  <a:pt x="0" y="33288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8771986" name="Freeform 35"/>
          <p:cNvSpPr/>
          <p:nvPr/>
        </p:nvSpPr>
        <p:spPr bwMode="auto">
          <a:xfrm>
            <a:off x="3400902" y="1671152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3"/>
                </a:lnTo>
                <a:lnTo>
                  <a:pt x="0" y="65741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4080657" name="Freeform 36"/>
          <p:cNvSpPr/>
          <p:nvPr/>
        </p:nvSpPr>
        <p:spPr bwMode="auto">
          <a:xfrm rot="-1570360" flipV="1">
            <a:off x="1673769" y="2045069"/>
            <a:ext cx="1178336" cy="332879"/>
          </a:xfrm>
          <a:custGeom>
            <a:avLst/>
            <a:gdLst/>
            <a:ahLst/>
            <a:cxnLst/>
            <a:rect l="l" t="t" r="r" b="b"/>
            <a:pathLst>
              <a:path w="1178338" h="332881" fill="norm" stroke="1" extrusionOk="0">
                <a:moveTo>
                  <a:pt x="0" y="332881"/>
                </a:moveTo>
                <a:lnTo>
                  <a:pt x="1178339" y="332881"/>
                </a:lnTo>
                <a:lnTo>
                  <a:pt x="1178339" y="0"/>
                </a:lnTo>
                <a:lnTo>
                  <a:pt x="0" y="0"/>
                </a:lnTo>
                <a:lnTo>
                  <a:pt x="0" y="332881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6650061" name="Freeform 37"/>
          <p:cNvSpPr/>
          <p:nvPr/>
        </p:nvSpPr>
        <p:spPr bwMode="auto">
          <a:xfrm>
            <a:off x="1526838" y="1301461"/>
            <a:ext cx="869856" cy="739378"/>
          </a:xfrm>
          <a:custGeom>
            <a:avLst/>
            <a:gdLst/>
            <a:ahLst/>
            <a:cxnLst/>
            <a:rect l="l" t="t" r="r" b="b"/>
            <a:pathLst>
              <a:path w="869858" h="739380" fill="norm" stroke="1" extrusionOk="0">
                <a:moveTo>
                  <a:pt x="0" y="0"/>
                </a:moveTo>
                <a:lnTo>
                  <a:pt x="869859" y="0"/>
                </a:lnTo>
                <a:lnTo>
                  <a:pt x="869859" y="739380"/>
                </a:lnTo>
                <a:lnTo>
                  <a:pt x="0" y="73938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1648080" name="AutoShape 38"/>
          <p:cNvSpPr/>
          <p:nvPr/>
        </p:nvSpPr>
        <p:spPr bwMode="auto">
          <a:xfrm flipH="1">
            <a:off x="4323290" y="2313468"/>
            <a:ext cx="3670961" cy="249623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1873424" name="Freeform 39"/>
          <p:cNvSpPr/>
          <p:nvPr/>
        </p:nvSpPr>
        <p:spPr bwMode="auto">
          <a:xfrm>
            <a:off x="3400902" y="4794604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2"/>
                </a:lnTo>
                <a:lnTo>
                  <a:pt x="0" y="65741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5067579" name="Freeform 41"/>
          <p:cNvSpPr/>
          <p:nvPr/>
        </p:nvSpPr>
        <p:spPr bwMode="auto">
          <a:xfrm>
            <a:off x="4158145" y="1194101"/>
            <a:ext cx="485815" cy="763562"/>
          </a:xfrm>
          <a:custGeom>
            <a:avLst/>
            <a:gdLst/>
            <a:ahLst/>
            <a:cxnLst/>
            <a:rect l="l" t="t" r="r" b="b"/>
            <a:pathLst>
              <a:path w="485817" h="763564" fill="norm" stroke="1" extrusionOk="0">
                <a:moveTo>
                  <a:pt x="0" y="0"/>
                </a:moveTo>
                <a:lnTo>
                  <a:pt x="485817" y="0"/>
                </a:lnTo>
                <a:lnTo>
                  <a:pt x="485817" y="763563"/>
                </a:lnTo>
                <a:lnTo>
                  <a:pt x="0" y="763563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6170302" name="Freeform 42"/>
          <p:cNvSpPr/>
          <p:nvPr/>
        </p:nvSpPr>
        <p:spPr bwMode="auto">
          <a:xfrm>
            <a:off x="7994253" y="1671152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3"/>
                </a:lnTo>
                <a:lnTo>
                  <a:pt x="0" y="657413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1492709" name="Freeform 44"/>
          <p:cNvSpPr/>
          <p:nvPr/>
        </p:nvSpPr>
        <p:spPr bwMode="auto">
          <a:xfrm>
            <a:off x="7994253" y="4794604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2"/>
                </a:lnTo>
                <a:lnTo>
                  <a:pt x="0" y="65741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2269834" name="Freeform 45"/>
          <p:cNvSpPr/>
          <p:nvPr/>
        </p:nvSpPr>
        <p:spPr bwMode="auto">
          <a:xfrm>
            <a:off x="8751499" y="4317552"/>
            <a:ext cx="485815" cy="763562"/>
          </a:xfrm>
          <a:custGeom>
            <a:avLst/>
            <a:gdLst/>
            <a:ahLst/>
            <a:cxnLst/>
            <a:rect l="l" t="t" r="r" b="b"/>
            <a:pathLst>
              <a:path w="485817" h="763564" fill="norm" stroke="1" extrusionOk="0">
                <a:moveTo>
                  <a:pt x="0" y="0"/>
                </a:moveTo>
                <a:lnTo>
                  <a:pt x="485817" y="0"/>
                </a:lnTo>
                <a:lnTo>
                  <a:pt x="485817" y="763564"/>
                </a:lnTo>
                <a:lnTo>
                  <a:pt x="0" y="763564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3000245" name="AutoShape 46"/>
          <p:cNvSpPr/>
          <p:nvPr/>
        </p:nvSpPr>
        <p:spPr bwMode="auto">
          <a:xfrm flipH="1" flipV="1">
            <a:off x="8455448" y="2328565"/>
            <a:ext cx="0" cy="2466036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5737874" name="Freeform 47"/>
          <p:cNvSpPr/>
          <p:nvPr/>
        </p:nvSpPr>
        <p:spPr bwMode="auto">
          <a:xfrm>
            <a:off x="8640828" y="3237372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5731113" name="Freeform 48"/>
          <p:cNvSpPr/>
          <p:nvPr/>
        </p:nvSpPr>
        <p:spPr bwMode="auto">
          <a:xfrm>
            <a:off x="10483677" y="5084073"/>
            <a:ext cx="613022" cy="340993"/>
          </a:xfrm>
          <a:custGeom>
            <a:avLst/>
            <a:gdLst/>
            <a:ahLst/>
            <a:cxnLst/>
            <a:rect l="l" t="t" r="r" b="b"/>
            <a:pathLst>
              <a:path w="613025" h="340995" fill="norm" stroke="1" extrusionOk="0">
                <a:moveTo>
                  <a:pt x="0" y="0"/>
                </a:moveTo>
                <a:lnTo>
                  <a:pt x="613025" y="0"/>
                </a:lnTo>
                <a:lnTo>
                  <a:pt x="613025" y="340996"/>
                </a:lnTo>
                <a:lnTo>
                  <a:pt x="0" y="340996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0418054" name="TextBox 49"/>
          <p:cNvSpPr txBox="1"/>
          <p:nvPr/>
        </p:nvSpPr>
        <p:spPr bwMode="auto">
          <a:xfrm>
            <a:off x="1219857" y="3551280"/>
            <a:ext cx="460940" cy="591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55"/>
              </a:lnSpc>
              <a:defRPr/>
            </a:pPr>
            <a:r>
              <a:rPr sz="33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2028817115" name="TextBox 50"/>
          <p:cNvSpPr txBox="1"/>
          <p:nvPr/>
        </p:nvSpPr>
        <p:spPr bwMode="auto">
          <a:xfrm>
            <a:off x="10636479" y="3551280"/>
            <a:ext cx="460940" cy="591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55"/>
              </a:lnSpc>
              <a:defRPr/>
            </a:pPr>
            <a:r>
              <a:rPr sz="33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pic>
        <p:nvPicPr>
          <p:cNvPr id="1391452384" name=""/>
          <p:cNvPicPr>
            <a:picLocks noChangeAspect="1"/>
          </p:cNvPicPr>
          <p:nvPr/>
        </p:nvPicPr>
        <p:blipFill>
          <a:blip r:embed="rId21"/>
          <a:srcRect l="19890" t="5678" r="18617" b="7983"/>
          <a:stretch/>
        </p:blipFill>
        <p:spPr bwMode="auto">
          <a:xfrm flipH="0" flipV="0">
            <a:off x="4070662" y="4217422"/>
            <a:ext cx="573298" cy="804936"/>
          </a:xfrm>
          <a:prstGeom prst="rect">
            <a:avLst/>
          </a:prstGeom>
        </p:spPr>
      </p:pic>
      <p:pic>
        <p:nvPicPr>
          <p:cNvPr id="32526201" name=""/>
          <p:cNvPicPr>
            <a:picLocks noChangeAspect="1"/>
          </p:cNvPicPr>
          <p:nvPr/>
        </p:nvPicPr>
        <p:blipFill>
          <a:blip r:embed="rId22"/>
          <a:srcRect l="19890" t="5678" r="18617" b="7983"/>
          <a:stretch/>
        </p:blipFill>
        <p:spPr bwMode="auto">
          <a:xfrm flipH="0" flipV="0">
            <a:off x="8740797" y="1148445"/>
            <a:ext cx="573297" cy="8049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2669621" name="Freeform 26"/>
          <p:cNvSpPr/>
          <p:nvPr/>
        </p:nvSpPr>
        <p:spPr bwMode="auto">
          <a:xfrm>
            <a:off x="1138106" y="2920836"/>
            <a:ext cx="1086513" cy="1192333"/>
          </a:xfrm>
          <a:custGeom>
            <a:avLst/>
            <a:gdLst/>
            <a:ahLst/>
            <a:cxnLst/>
            <a:rect l="l" t="t" r="r" b="b"/>
            <a:pathLst>
              <a:path w="1086515" h="1192335" fill="norm" stroke="1" extrusionOk="0">
                <a:moveTo>
                  <a:pt x="0" y="0"/>
                </a:moveTo>
                <a:lnTo>
                  <a:pt x="1086516" y="0"/>
                </a:lnTo>
                <a:lnTo>
                  <a:pt x="1086516" y="1192335"/>
                </a:lnTo>
                <a:lnTo>
                  <a:pt x="0" y="11923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0773707" name="Freeform 27"/>
          <p:cNvSpPr/>
          <p:nvPr/>
        </p:nvSpPr>
        <p:spPr bwMode="auto">
          <a:xfrm>
            <a:off x="10133611" y="2920836"/>
            <a:ext cx="1086513" cy="1192333"/>
          </a:xfrm>
          <a:custGeom>
            <a:avLst/>
            <a:gdLst/>
            <a:ahLst/>
            <a:cxnLst/>
            <a:rect l="l" t="t" r="r" b="b"/>
            <a:pathLst>
              <a:path w="1086515" h="1192335" fill="norm" stroke="1" extrusionOk="0">
                <a:moveTo>
                  <a:pt x="0" y="0"/>
                </a:moveTo>
                <a:lnTo>
                  <a:pt x="1086515" y="0"/>
                </a:lnTo>
                <a:lnTo>
                  <a:pt x="1086515" y="1192335"/>
                </a:lnTo>
                <a:lnTo>
                  <a:pt x="0" y="11923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9100617" name="Freeform 28"/>
          <p:cNvSpPr/>
          <p:nvPr/>
        </p:nvSpPr>
        <p:spPr bwMode="auto">
          <a:xfrm>
            <a:off x="3263899" y="466286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896252747" name="TextBox 29"/>
          <p:cNvSpPr txBox="1"/>
          <p:nvPr/>
        </p:nvSpPr>
        <p:spPr bwMode="auto">
          <a:xfrm>
            <a:off x="1437109" y="3502017"/>
            <a:ext cx="489231" cy="627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1"/>
              </a:lnSpc>
              <a:defRPr/>
            </a:pPr>
            <a:r>
              <a:rPr sz="35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370316670" name="TextBox 30"/>
          <p:cNvSpPr txBox="1"/>
          <p:nvPr/>
        </p:nvSpPr>
        <p:spPr bwMode="auto">
          <a:xfrm>
            <a:off x="10432613" y="3502017"/>
            <a:ext cx="489231" cy="627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1"/>
              </a:lnSpc>
              <a:defRPr/>
            </a:pPr>
            <a:r>
              <a:rPr sz="35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477639765" name="Freeform 31"/>
          <p:cNvSpPr/>
          <p:nvPr/>
        </p:nvSpPr>
        <p:spPr bwMode="auto">
          <a:xfrm>
            <a:off x="8449553" y="466286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4630756" name="Freeform 32"/>
          <p:cNvSpPr/>
          <p:nvPr/>
        </p:nvSpPr>
        <p:spPr bwMode="auto">
          <a:xfrm>
            <a:off x="3263899" y="1516651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691076" name="Freeform 33"/>
          <p:cNvSpPr/>
          <p:nvPr/>
        </p:nvSpPr>
        <p:spPr bwMode="auto">
          <a:xfrm>
            <a:off x="8449553" y="1516651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655966" name="Freeform 34"/>
          <p:cNvSpPr/>
          <p:nvPr/>
        </p:nvSpPr>
        <p:spPr bwMode="auto">
          <a:xfrm>
            <a:off x="3263899" y="2565639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587313399" name="Freeform 35"/>
          <p:cNvSpPr/>
          <p:nvPr/>
        </p:nvSpPr>
        <p:spPr bwMode="auto">
          <a:xfrm>
            <a:off x="8449553" y="2565639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8471305" name="Freeform 36"/>
          <p:cNvSpPr/>
          <p:nvPr/>
        </p:nvSpPr>
        <p:spPr bwMode="auto">
          <a:xfrm>
            <a:off x="3263899" y="3614630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398373903" name="Freeform 37"/>
          <p:cNvSpPr/>
          <p:nvPr/>
        </p:nvSpPr>
        <p:spPr bwMode="auto">
          <a:xfrm>
            <a:off x="8449553" y="3614630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4944151" name="Freeform 38"/>
          <p:cNvSpPr/>
          <p:nvPr/>
        </p:nvSpPr>
        <p:spPr bwMode="auto">
          <a:xfrm>
            <a:off x="3263899" y="466361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52615112" name="Freeform 39"/>
          <p:cNvSpPr/>
          <p:nvPr/>
        </p:nvSpPr>
        <p:spPr bwMode="auto">
          <a:xfrm>
            <a:off x="8449553" y="466361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153753" name="Freeform 40"/>
          <p:cNvSpPr/>
          <p:nvPr/>
        </p:nvSpPr>
        <p:spPr bwMode="auto">
          <a:xfrm>
            <a:off x="3263899" y="571260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2015838936" name="Freeform 41"/>
          <p:cNvSpPr/>
          <p:nvPr/>
        </p:nvSpPr>
        <p:spPr bwMode="auto">
          <a:xfrm>
            <a:off x="8449553" y="571260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450645" name="TextBox 42"/>
          <p:cNvSpPr txBox="1"/>
          <p:nvPr/>
        </p:nvSpPr>
        <p:spPr bwMode="auto">
          <a:xfrm>
            <a:off x="3908679" y="663651"/>
            <a:ext cx="454482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공통 색상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36170044" name="TextBox 43"/>
          <p:cNvSpPr txBox="1"/>
          <p:nvPr/>
        </p:nvSpPr>
        <p:spPr bwMode="auto">
          <a:xfrm>
            <a:off x="3908679" y="1713327"/>
            <a:ext cx="454518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비밀 색상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43390324" name="TextBox 44"/>
          <p:cNvSpPr txBox="1"/>
          <p:nvPr/>
        </p:nvSpPr>
        <p:spPr bwMode="auto">
          <a:xfrm>
            <a:off x="3908679" y="2758289"/>
            <a:ext cx="454302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공개 교환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65543379" name="TextBox 45"/>
          <p:cNvSpPr txBox="1"/>
          <p:nvPr/>
        </p:nvSpPr>
        <p:spPr bwMode="auto">
          <a:xfrm>
            <a:off x="3908679" y="4856955"/>
            <a:ext cx="454518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비밀 색상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60292081" name="TextBox 46"/>
          <p:cNvSpPr txBox="1"/>
          <p:nvPr/>
        </p:nvSpPr>
        <p:spPr bwMode="auto">
          <a:xfrm>
            <a:off x="3908679" y="5901917"/>
            <a:ext cx="454302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공유된 비밀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22088794" name="AutoShape 47"/>
          <p:cNvSpPr/>
          <p:nvPr/>
        </p:nvSpPr>
        <p:spPr bwMode="auto">
          <a:xfrm flipH="1" flipV="1">
            <a:off x="3908680" y="3022224"/>
            <a:ext cx="4540870" cy="91855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713348706" name="AutoShape 48"/>
          <p:cNvSpPr/>
          <p:nvPr/>
        </p:nvSpPr>
        <p:spPr bwMode="auto">
          <a:xfrm flipV="1">
            <a:off x="3908680" y="3022224"/>
            <a:ext cx="4540870" cy="91855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860147107" name="TextBox 49"/>
          <p:cNvSpPr txBox="1"/>
          <p:nvPr/>
        </p:nvSpPr>
        <p:spPr bwMode="auto">
          <a:xfrm>
            <a:off x="3466341" y="1174774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</a:t>
            </a:r>
            <a:endParaRPr sz="1400"/>
          </a:p>
        </p:txBody>
      </p:sp>
      <p:sp>
        <p:nvSpPr>
          <p:cNvPr id="363838342" name="TextBox 50"/>
          <p:cNvSpPr txBox="1"/>
          <p:nvPr/>
        </p:nvSpPr>
        <p:spPr bwMode="auto">
          <a:xfrm>
            <a:off x="8651994" y="1174774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</a:t>
            </a:r>
            <a:endParaRPr sz="1400"/>
          </a:p>
        </p:txBody>
      </p:sp>
      <p:sp>
        <p:nvSpPr>
          <p:cNvPr id="95905185" name="TextBox 51"/>
          <p:cNvSpPr txBox="1"/>
          <p:nvPr/>
        </p:nvSpPr>
        <p:spPr bwMode="auto">
          <a:xfrm>
            <a:off x="3466341" y="2223693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  <p:sp>
        <p:nvSpPr>
          <p:cNvPr id="744023125" name="TextBox 52"/>
          <p:cNvSpPr txBox="1"/>
          <p:nvPr/>
        </p:nvSpPr>
        <p:spPr bwMode="auto">
          <a:xfrm>
            <a:off x="8651994" y="2223693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  <p:sp>
        <p:nvSpPr>
          <p:cNvPr id="471615343" name="TextBox 53"/>
          <p:cNvSpPr txBox="1"/>
          <p:nvPr/>
        </p:nvSpPr>
        <p:spPr bwMode="auto">
          <a:xfrm>
            <a:off x="3466341" y="4318367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</a:t>
            </a:r>
            <a:endParaRPr sz="1400"/>
          </a:p>
        </p:txBody>
      </p:sp>
      <p:sp>
        <p:nvSpPr>
          <p:cNvPr id="1979028675" name="TextBox 54"/>
          <p:cNvSpPr txBox="1"/>
          <p:nvPr/>
        </p:nvSpPr>
        <p:spPr bwMode="auto">
          <a:xfrm>
            <a:off x="8651994" y="4318367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</a:t>
            </a:r>
            <a:endParaRPr sz="1400"/>
          </a:p>
        </p:txBody>
      </p:sp>
      <p:sp>
        <p:nvSpPr>
          <p:cNvPr id="1784085859" name="TextBox 55"/>
          <p:cNvSpPr txBox="1"/>
          <p:nvPr/>
        </p:nvSpPr>
        <p:spPr bwMode="auto">
          <a:xfrm>
            <a:off x="3466341" y="5367286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  <p:sp>
        <p:nvSpPr>
          <p:cNvPr id="479714754" name="TextBox 56"/>
          <p:cNvSpPr txBox="1"/>
          <p:nvPr/>
        </p:nvSpPr>
        <p:spPr bwMode="auto">
          <a:xfrm>
            <a:off x="8651994" y="5367286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8515699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116666" y="1109662"/>
            <a:ext cx="7362824" cy="46386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0175664" name=""/>
          <p:cNvGrpSpPr/>
          <p:nvPr/>
        </p:nvGrpSpPr>
        <p:grpSpPr bwMode="auto">
          <a:xfrm>
            <a:off x="1370424" y="2065192"/>
            <a:ext cx="9367350" cy="3045557"/>
            <a:chOff x="0" y="0"/>
            <a:chExt cx="9367350" cy="3045557"/>
          </a:xfrm>
        </p:grpSpPr>
        <p:sp>
          <p:nvSpPr>
            <p:cNvPr id="1587550978" name="Freeform 26"/>
            <p:cNvSpPr/>
            <p:nvPr/>
          </p:nvSpPr>
          <p:spPr bwMode="auto">
            <a:xfrm>
              <a:off x="1721338" y="532433"/>
              <a:ext cx="457767" cy="608412"/>
            </a:xfrm>
            <a:custGeom>
              <a:avLst/>
              <a:gdLst/>
              <a:ahLst/>
              <a:cxnLst/>
              <a:rect l="l" t="t" r="r" b="b"/>
              <a:pathLst>
                <a:path w="457768" h="608414" fill="norm" stroke="1" extrusionOk="0">
                  <a:moveTo>
                    <a:pt x="0" y="0"/>
                  </a:moveTo>
                  <a:lnTo>
                    <a:pt x="457768" y="0"/>
                  </a:lnTo>
                  <a:lnTo>
                    <a:pt x="457768" y="608414"/>
                  </a:lnTo>
                  <a:lnTo>
                    <a:pt x="0" y="6084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05615564" name="Freeform 27"/>
            <p:cNvSpPr/>
            <p:nvPr/>
          </p:nvSpPr>
          <p:spPr bwMode="auto">
            <a:xfrm>
              <a:off x="1950222" y="532433"/>
              <a:ext cx="457767" cy="608412"/>
            </a:xfrm>
            <a:custGeom>
              <a:avLst/>
              <a:gdLst/>
              <a:ahLst/>
              <a:cxnLst/>
              <a:rect l="l" t="t" r="r" b="b"/>
              <a:pathLst>
                <a:path w="457768" h="608414" fill="norm" stroke="1" extrusionOk="0">
                  <a:moveTo>
                    <a:pt x="0" y="0"/>
                  </a:moveTo>
                  <a:lnTo>
                    <a:pt x="457768" y="0"/>
                  </a:lnTo>
                  <a:lnTo>
                    <a:pt x="457768" y="608414"/>
                  </a:lnTo>
                  <a:lnTo>
                    <a:pt x="0" y="6084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11056334" name="Freeform 28"/>
            <p:cNvSpPr/>
            <p:nvPr/>
          </p:nvSpPr>
          <p:spPr bwMode="auto">
            <a:xfrm>
              <a:off x="7842573" y="0"/>
              <a:ext cx="1524777" cy="1673281"/>
            </a:xfrm>
            <a:custGeom>
              <a:avLst/>
              <a:gdLst/>
              <a:ahLst/>
              <a:cxnLst/>
              <a:rect l="l" t="t" r="r" b="b"/>
              <a:pathLst>
                <a:path w="1524779" h="1673283" fill="norm" stroke="1" extrusionOk="0">
                  <a:moveTo>
                    <a:pt x="0" y="0"/>
                  </a:moveTo>
                  <a:lnTo>
                    <a:pt x="1524779" y="0"/>
                  </a:lnTo>
                  <a:lnTo>
                    <a:pt x="1524779" y="1673283"/>
                  </a:lnTo>
                  <a:lnTo>
                    <a:pt x="0" y="16732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83182932" name="Freeform 29"/>
            <p:cNvSpPr/>
            <p:nvPr/>
          </p:nvSpPr>
          <p:spPr bwMode="auto">
            <a:xfrm>
              <a:off x="0" y="0"/>
              <a:ext cx="1524777" cy="1673281"/>
            </a:xfrm>
            <a:custGeom>
              <a:avLst/>
              <a:gdLst/>
              <a:ahLst/>
              <a:cxnLst/>
              <a:rect l="l" t="t" r="r" b="b"/>
              <a:pathLst>
                <a:path w="1524779" h="1673283" fill="norm" stroke="1" extrusionOk="0">
                  <a:moveTo>
                    <a:pt x="0" y="0"/>
                  </a:moveTo>
                  <a:lnTo>
                    <a:pt x="1524779" y="0"/>
                  </a:lnTo>
                  <a:lnTo>
                    <a:pt x="1524779" y="1673283"/>
                  </a:lnTo>
                  <a:lnTo>
                    <a:pt x="0" y="16732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65100837" name="TextBox 30"/>
            <p:cNvSpPr txBox="1"/>
            <p:nvPr/>
          </p:nvSpPr>
          <p:spPr bwMode="auto">
            <a:xfrm>
              <a:off x="419607" y="817770"/>
              <a:ext cx="686278" cy="88110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934"/>
                </a:lnSpc>
                <a:defRPr/>
              </a:pPr>
              <a:r>
                <a:rPr lang="en-US" sz="4950" b="1">
                  <a:solidFill>
                    <a:srgbClr val="FFFFFF"/>
                  </a:solidFill>
                  <a:latin typeface="Rubik Bold"/>
                  <a:ea typeface="Rubik Bold"/>
                  <a:cs typeface="Rubik Bold"/>
                </a:rPr>
                <a:t>A</a:t>
              </a:r>
              <a:endParaRPr/>
            </a:p>
          </p:txBody>
        </p:sp>
        <p:sp>
          <p:nvSpPr>
            <p:cNvPr id="591642066" name="TextBox 31"/>
            <p:cNvSpPr txBox="1"/>
            <p:nvPr/>
          </p:nvSpPr>
          <p:spPr bwMode="auto">
            <a:xfrm>
              <a:off x="8262183" y="817770"/>
              <a:ext cx="686278" cy="88110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934"/>
                </a:lnSpc>
                <a:defRPr/>
              </a:pPr>
              <a:r>
                <a:rPr lang="en-US" sz="4950" b="1">
                  <a:solidFill>
                    <a:srgbClr val="FFFFFF"/>
                  </a:solidFill>
                  <a:latin typeface="Rubik Bold"/>
                  <a:ea typeface="Rubik Bold"/>
                  <a:cs typeface="Rubik Bold"/>
                </a:rPr>
                <a:t>B</a:t>
              </a:r>
              <a:endParaRPr/>
            </a:p>
          </p:txBody>
        </p:sp>
        <p:sp>
          <p:nvSpPr>
            <p:cNvPr id="2091518547" name="Freeform 32"/>
            <p:cNvSpPr/>
            <p:nvPr/>
          </p:nvSpPr>
          <p:spPr bwMode="auto">
            <a:xfrm>
              <a:off x="6957062" y="532433"/>
              <a:ext cx="457767" cy="608412"/>
            </a:xfrm>
            <a:custGeom>
              <a:avLst/>
              <a:gdLst/>
              <a:ahLst/>
              <a:cxnLst/>
              <a:rect l="l" t="t" r="r" b="b"/>
              <a:pathLst>
                <a:path w="457768" h="608414" fill="norm" stroke="1" extrusionOk="0">
                  <a:moveTo>
                    <a:pt x="0" y="0"/>
                  </a:moveTo>
                  <a:lnTo>
                    <a:pt x="457768" y="0"/>
                  </a:lnTo>
                  <a:lnTo>
                    <a:pt x="457768" y="608414"/>
                  </a:lnTo>
                  <a:lnTo>
                    <a:pt x="0" y="6084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6769426" name="Freeform 33"/>
            <p:cNvSpPr/>
            <p:nvPr/>
          </p:nvSpPr>
          <p:spPr bwMode="auto">
            <a:xfrm>
              <a:off x="7185946" y="532433"/>
              <a:ext cx="457767" cy="608412"/>
            </a:xfrm>
            <a:custGeom>
              <a:avLst/>
              <a:gdLst/>
              <a:ahLst/>
              <a:cxnLst/>
              <a:rect l="l" t="t" r="r" b="b"/>
              <a:pathLst>
                <a:path w="457768" h="608414" fill="norm" stroke="1" extrusionOk="0">
                  <a:moveTo>
                    <a:pt x="0" y="0"/>
                  </a:moveTo>
                  <a:lnTo>
                    <a:pt x="457769" y="0"/>
                  </a:lnTo>
                  <a:lnTo>
                    <a:pt x="457769" y="608414"/>
                  </a:lnTo>
                  <a:lnTo>
                    <a:pt x="0" y="6084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13724599" name="AutoShape 34"/>
            <p:cNvSpPr/>
            <p:nvPr/>
          </p:nvSpPr>
          <p:spPr bwMode="auto">
            <a:xfrm>
              <a:off x="2894093" y="836640"/>
              <a:ext cx="3579165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82701709" name="TextBox 35"/>
            <p:cNvSpPr txBox="1"/>
            <p:nvPr/>
          </p:nvSpPr>
          <p:spPr bwMode="auto">
            <a:xfrm flipH="0" flipV="0">
              <a:off x="3200121" y="339424"/>
              <a:ext cx="2947516" cy="36764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92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ECDHE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077845268" name="AutoShape 36"/>
            <p:cNvSpPr/>
            <p:nvPr/>
          </p:nvSpPr>
          <p:spPr bwMode="auto">
            <a:xfrm flipV="1">
              <a:off x="4683676" y="836640"/>
              <a:ext cx="0" cy="1450846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69021878" name="Freeform 37"/>
            <p:cNvSpPr/>
            <p:nvPr/>
          </p:nvSpPr>
          <p:spPr bwMode="auto">
            <a:xfrm>
              <a:off x="4454791" y="2437146"/>
              <a:ext cx="457767" cy="608412"/>
            </a:xfrm>
            <a:custGeom>
              <a:avLst/>
              <a:gdLst/>
              <a:ahLst/>
              <a:cxnLst/>
              <a:rect l="l" t="t" r="r" b="b"/>
              <a:pathLst>
                <a:path w="457768" h="608414" fill="norm" stroke="1" extrusionOk="0">
                  <a:moveTo>
                    <a:pt x="0" y="0"/>
                  </a:moveTo>
                  <a:lnTo>
                    <a:pt x="457769" y="0"/>
                  </a:lnTo>
                  <a:lnTo>
                    <a:pt x="457769" y="608414"/>
                  </a:lnTo>
                  <a:lnTo>
                    <a:pt x="0" y="6084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0930007" name="Freeform 26"/>
          <p:cNvSpPr/>
          <p:nvPr/>
        </p:nvSpPr>
        <p:spPr bwMode="auto">
          <a:xfrm>
            <a:off x="2543286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954106" name="Freeform 27"/>
          <p:cNvSpPr/>
          <p:nvPr/>
        </p:nvSpPr>
        <p:spPr bwMode="auto">
          <a:xfrm>
            <a:off x="2820068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2532499" name="Freeform 28"/>
          <p:cNvSpPr/>
          <p:nvPr/>
        </p:nvSpPr>
        <p:spPr bwMode="auto">
          <a:xfrm>
            <a:off x="9945483" y="3388393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3569433" name="Freeform 29"/>
          <p:cNvSpPr/>
          <p:nvPr/>
        </p:nvSpPr>
        <p:spPr bwMode="auto">
          <a:xfrm>
            <a:off x="461731" y="3388393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185269" name="Freeform 30"/>
          <p:cNvSpPr/>
          <p:nvPr/>
        </p:nvSpPr>
        <p:spPr bwMode="auto">
          <a:xfrm>
            <a:off x="8874666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8759889" name="Freeform 31"/>
          <p:cNvSpPr/>
          <p:nvPr/>
        </p:nvSpPr>
        <p:spPr bwMode="auto">
          <a:xfrm>
            <a:off x="9151448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4752708" name="AutoShape 32"/>
          <p:cNvSpPr/>
          <p:nvPr/>
        </p:nvSpPr>
        <p:spPr bwMode="auto">
          <a:xfrm>
            <a:off x="3961459" y="4400115"/>
            <a:ext cx="432815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2853118" name="Freeform 34"/>
          <p:cNvSpPr/>
          <p:nvPr/>
        </p:nvSpPr>
        <p:spPr bwMode="auto">
          <a:xfrm rot="0" flipH="0" flipV="0">
            <a:off x="4642152" y="3930399"/>
            <a:ext cx="2963989" cy="939429"/>
          </a:xfrm>
          <a:custGeom>
            <a:avLst/>
            <a:gdLst/>
            <a:ahLst/>
            <a:cxnLst/>
            <a:rect l="l" t="t" r="r" b="b"/>
            <a:pathLst>
              <a:path w="1170960" h="371133" fill="norm" stroke="1" extrusionOk="0">
                <a:moveTo>
                  <a:pt x="0" y="0"/>
                </a:moveTo>
                <a:lnTo>
                  <a:pt x="1170960" y="0"/>
                </a:lnTo>
                <a:lnTo>
                  <a:pt x="1170960" y="371133"/>
                </a:lnTo>
                <a:lnTo>
                  <a:pt x="0" y="37113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395849191" name="TextBox 35"/>
          <p:cNvSpPr txBox="1"/>
          <p:nvPr/>
        </p:nvSpPr>
        <p:spPr bwMode="auto">
          <a:xfrm rot="0" flipH="0" flipV="0">
            <a:off x="4642152" y="3809856"/>
            <a:ext cx="2963989" cy="105997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알림</a:t>
            </a:r>
            <a:endParaRPr lang="en-US" sz="16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거래</a:t>
            </a:r>
          </a:p>
        </p:txBody>
      </p:sp>
      <p:sp>
        <p:nvSpPr>
          <p:cNvPr id="1145168530" name="Freeform 36"/>
          <p:cNvSpPr/>
          <p:nvPr/>
        </p:nvSpPr>
        <p:spPr bwMode="auto">
          <a:xfrm>
            <a:off x="1798174" y="1531939"/>
            <a:ext cx="6319845" cy="1856453"/>
          </a:xfrm>
          <a:custGeom>
            <a:avLst/>
            <a:gdLst/>
            <a:ahLst/>
            <a:cxnLst/>
            <a:rect l="l" t="t" r="r" b="b"/>
            <a:pathLst>
              <a:path w="6319846" h="1856455" fill="norm" stroke="1" extrusionOk="0">
                <a:moveTo>
                  <a:pt x="0" y="0"/>
                </a:moveTo>
                <a:lnTo>
                  <a:pt x="6319846" y="0"/>
                </a:lnTo>
                <a:lnTo>
                  <a:pt x="6319846" y="1856454"/>
                </a:lnTo>
                <a:lnTo>
                  <a:pt x="0" y="185645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255677" name="TextBox 37"/>
          <p:cNvSpPr txBox="1"/>
          <p:nvPr/>
        </p:nvSpPr>
        <p:spPr bwMode="auto">
          <a:xfrm>
            <a:off x="969150" y="4380171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167622170" name="TextBox 38"/>
          <p:cNvSpPr txBox="1"/>
          <p:nvPr/>
        </p:nvSpPr>
        <p:spPr bwMode="auto">
          <a:xfrm>
            <a:off x="10452903" y="4380171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842739338" name="Freeform 40"/>
          <p:cNvSpPr/>
          <p:nvPr/>
        </p:nvSpPr>
        <p:spPr bwMode="auto">
          <a:xfrm rot="0" flipH="0" flipV="0">
            <a:off x="2305589" y="1760932"/>
            <a:ext cx="5409225" cy="1352548"/>
          </a:xfrm>
          <a:custGeom>
            <a:avLst/>
            <a:gdLst/>
            <a:ahLst/>
            <a:cxnLst/>
            <a:rect l="l" t="t" r="r" b="b"/>
            <a:pathLst>
              <a:path w="2395162" h="681141" fill="norm" stroke="1" extrusionOk="0">
                <a:moveTo>
                  <a:pt x="123866" y="0"/>
                </a:moveTo>
                <a:lnTo>
                  <a:pt x="2271296" y="0"/>
                </a:lnTo>
                <a:cubicBezTo>
                  <a:pt x="2304148" y="0"/>
                  <a:pt x="2335653" y="13050"/>
                  <a:pt x="2358883" y="36279"/>
                </a:cubicBezTo>
                <a:cubicBezTo>
                  <a:pt x="2382112" y="59509"/>
                  <a:pt x="2395162" y="91014"/>
                  <a:pt x="2395162" y="123866"/>
                </a:cubicBezTo>
                <a:lnTo>
                  <a:pt x="2395162" y="557275"/>
                </a:lnTo>
                <a:cubicBezTo>
                  <a:pt x="2395162" y="625685"/>
                  <a:pt x="2339705" y="681141"/>
                  <a:pt x="2271296" y="681141"/>
                </a:cubicBezTo>
                <a:lnTo>
                  <a:pt x="123866" y="681141"/>
                </a:lnTo>
                <a:cubicBezTo>
                  <a:pt x="55456" y="681141"/>
                  <a:pt x="0" y="625685"/>
                  <a:pt x="0" y="557275"/>
                </a:cubicBezTo>
                <a:lnTo>
                  <a:pt x="0" y="123866"/>
                </a:lnTo>
                <a:cubicBezTo>
                  <a:pt x="0" y="55456"/>
                  <a:pt x="55456" y="0"/>
                  <a:pt x="12386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686454233" name="TextBox 41"/>
          <p:cNvSpPr txBox="1"/>
          <p:nvPr/>
        </p:nvSpPr>
        <p:spPr bwMode="auto">
          <a:xfrm rot="0" flipH="0" flipV="0">
            <a:off x="2305589" y="1666367"/>
            <a:ext cx="5409225" cy="1447120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600" b="1" i="1" lang="en-US">
                <a:solidFill>
                  <a:srgbClr val="FFFFFF"/>
                </a:solidFill>
                <a:latin typeface="IBM Plex Sans"/>
              </a:rPr>
              <a:t>"안녕하세요! 여기 결제 </a:t>
            </a:r>
            <a:r>
              <a:rPr sz="1600" b="1" i="1" u="none" lang="en-US">
                <a:solidFill>
                  <a:srgbClr val="FFFFFF"/>
                </a:solidFill>
                <a:latin typeface="IBM Plex Sans"/>
              </a:rPr>
              <a:t>코드가 있습니다. BIP47을 </a:t>
            </a:r>
            <a:r>
              <a:rPr sz="1600" b="1" i="1" lang="en-US">
                <a:solidFill>
                  <a:srgbClr val="FFFFFF"/>
                </a:solidFill>
                <a:latin typeface="IBM Plex Sans"/>
              </a:rPr>
              <a:t>사용하여 결제를 보내드리겠습니다."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7422722" name="Freeform 27"/>
          <p:cNvSpPr/>
          <p:nvPr/>
        </p:nvSpPr>
        <p:spPr bwMode="auto">
          <a:xfrm rot="0" flipH="0" flipV="0">
            <a:off x="3769347" y="108822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25542619" name="TextBox 28"/>
          <p:cNvSpPr txBox="1"/>
          <p:nvPr/>
        </p:nvSpPr>
        <p:spPr bwMode="auto">
          <a:xfrm rot="0" flipH="0" flipV="0">
            <a:off x="4006851" y="156754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306466235" name="Freeform 30"/>
          <p:cNvSpPr/>
          <p:nvPr/>
        </p:nvSpPr>
        <p:spPr bwMode="auto">
          <a:xfrm rot="0" flipH="0" flipV="0">
            <a:off x="7684164" y="108822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915498052" name="TextBox 31"/>
          <p:cNvSpPr txBox="1"/>
          <p:nvPr/>
        </p:nvSpPr>
        <p:spPr bwMode="auto">
          <a:xfrm rot="0" flipH="0" flipV="0">
            <a:off x="7921667" y="156754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407234372" name="TextBox 32"/>
          <p:cNvSpPr txBox="1"/>
          <p:nvPr/>
        </p:nvSpPr>
        <p:spPr bwMode="auto">
          <a:xfrm>
            <a:off x="1591906" y="484161"/>
            <a:ext cx="9134184" cy="359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28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비트코인의 대표적인 개인 정보 보호 모델입니다: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83269026" name="TextBox 33"/>
          <p:cNvSpPr txBox="1"/>
          <p:nvPr/>
        </p:nvSpPr>
        <p:spPr bwMode="auto">
          <a:xfrm flipH="0" flipV="0">
            <a:off x="745663" y="3662856"/>
            <a:ext cx="10925064" cy="359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28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BIP47 결제 코드의 기밀성 모델: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88211915" name="Freeform 34"/>
          <p:cNvSpPr/>
          <p:nvPr/>
        </p:nvSpPr>
        <p:spPr bwMode="auto">
          <a:xfrm>
            <a:off x="3819307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3" y="0"/>
                </a:lnTo>
                <a:lnTo>
                  <a:pt x="508753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1104406" name="Freeform 35"/>
          <p:cNvSpPr/>
          <p:nvPr/>
        </p:nvSpPr>
        <p:spPr bwMode="auto">
          <a:xfrm>
            <a:off x="4073684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3" y="0"/>
                </a:lnTo>
                <a:lnTo>
                  <a:pt x="508753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8436219" name="Freeform 36"/>
          <p:cNvSpPr/>
          <p:nvPr/>
        </p:nvSpPr>
        <p:spPr bwMode="auto">
          <a:xfrm>
            <a:off x="7734124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3" y="0"/>
                </a:lnTo>
                <a:lnTo>
                  <a:pt x="508753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8451863" name="Freeform 37"/>
          <p:cNvSpPr/>
          <p:nvPr/>
        </p:nvSpPr>
        <p:spPr bwMode="auto">
          <a:xfrm>
            <a:off x="7988501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2" y="0"/>
                </a:lnTo>
                <a:lnTo>
                  <a:pt x="508752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7201019" name="AutoShape 38"/>
          <p:cNvSpPr/>
          <p:nvPr/>
        </p:nvSpPr>
        <p:spPr bwMode="auto">
          <a:xfrm>
            <a:off x="4582437" y="2873418"/>
            <a:ext cx="315168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3798528" name="AutoShape 39"/>
          <p:cNvSpPr/>
          <p:nvPr/>
        </p:nvSpPr>
        <p:spPr bwMode="auto">
          <a:xfrm flipV="1">
            <a:off x="3274939" y="2284119"/>
            <a:ext cx="1851867" cy="0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1337401" name="AutoShape 40"/>
          <p:cNvSpPr/>
          <p:nvPr/>
        </p:nvSpPr>
        <p:spPr bwMode="auto">
          <a:xfrm>
            <a:off x="7189755" y="2284119"/>
            <a:ext cx="1851867" cy="0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635241" name="Freeform 42"/>
          <p:cNvSpPr/>
          <p:nvPr/>
        </p:nvSpPr>
        <p:spPr bwMode="auto">
          <a:xfrm rot="0" flipH="0" flipV="0">
            <a:off x="3769347" y="426489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2032034974" name="TextBox 43"/>
          <p:cNvSpPr txBox="1"/>
          <p:nvPr/>
        </p:nvSpPr>
        <p:spPr bwMode="auto">
          <a:xfrm rot="0" flipH="0" flipV="0">
            <a:off x="4006851" y="474421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080019939" name="Freeform 45"/>
          <p:cNvSpPr/>
          <p:nvPr/>
        </p:nvSpPr>
        <p:spPr bwMode="auto">
          <a:xfrm rot="0" flipH="0" flipV="0">
            <a:off x="7684164" y="426489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1185328759" name="TextBox 46"/>
          <p:cNvSpPr txBox="1"/>
          <p:nvPr/>
        </p:nvSpPr>
        <p:spPr bwMode="auto">
          <a:xfrm rot="0" flipH="0" flipV="0">
            <a:off x="7921667" y="474421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903664033" name="Freeform 48"/>
          <p:cNvSpPr/>
          <p:nvPr/>
        </p:nvSpPr>
        <p:spPr bwMode="auto">
          <a:xfrm rot="0" flipH="0" flipV="0">
            <a:off x="3819305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774812563" name="Freeform 49"/>
          <p:cNvSpPr/>
          <p:nvPr/>
        </p:nvSpPr>
        <p:spPr bwMode="auto">
          <a:xfrm rot="0" flipH="0" flipV="0">
            <a:off x="4073682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594769694" name="Freeform 51"/>
          <p:cNvSpPr/>
          <p:nvPr/>
        </p:nvSpPr>
        <p:spPr bwMode="auto">
          <a:xfrm rot="0" flipH="0" flipV="0">
            <a:off x="7734123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1835143529" name="Freeform 52"/>
          <p:cNvSpPr/>
          <p:nvPr/>
        </p:nvSpPr>
        <p:spPr bwMode="auto">
          <a:xfrm rot="0" flipH="0" flipV="0">
            <a:off x="7988499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001096690" name="AutoShape 53"/>
          <p:cNvSpPr/>
          <p:nvPr/>
        </p:nvSpPr>
        <p:spPr bwMode="auto">
          <a:xfrm>
            <a:off x="4200873" y="5212001"/>
            <a:ext cx="0" cy="49999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8238284" name="AutoShape 54"/>
          <p:cNvSpPr/>
          <p:nvPr/>
        </p:nvSpPr>
        <p:spPr bwMode="auto">
          <a:xfrm flipV="1">
            <a:off x="6158281" y="4264899"/>
            <a:ext cx="0" cy="2123274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4177672" name="AutoShape 55"/>
          <p:cNvSpPr/>
          <p:nvPr/>
        </p:nvSpPr>
        <p:spPr bwMode="auto">
          <a:xfrm flipH="1">
            <a:off x="8115689" y="5212001"/>
            <a:ext cx="0" cy="49999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536011256" name=""/>
          <p:cNvGrpSpPr/>
          <p:nvPr/>
        </p:nvGrpSpPr>
        <p:grpSpPr bwMode="auto">
          <a:xfrm>
            <a:off x="433590" y="531265"/>
            <a:ext cx="11492487" cy="5901055"/>
            <a:chOff x="0" y="0"/>
            <a:chExt cx="11492487" cy="5901055"/>
          </a:xfrm>
        </p:grpSpPr>
        <p:sp>
          <p:nvSpPr>
            <p:cNvPr id="152761858" name="Freeform 27"/>
            <p:cNvSpPr/>
            <p:nvPr/>
          </p:nvSpPr>
          <p:spPr bwMode="auto">
            <a:xfrm rot="0" flipH="0" flipV="0">
              <a:off x="0" y="120542"/>
              <a:ext cx="4719546" cy="3263465"/>
            </a:xfrm>
            <a:custGeom>
              <a:avLst/>
              <a:gdLst/>
              <a:ahLst/>
              <a:cxnLst/>
              <a:rect l="l" t="t" r="r" b="b"/>
              <a:pathLst>
                <a:path w="1864513" h="1289271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289271"/>
                  </a:lnTo>
                  <a:lnTo>
                    <a:pt x="0" y="12892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46926317" name="TextBox 28"/>
            <p:cNvSpPr txBox="1"/>
            <p:nvPr/>
          </p:nvSpPr>
          <p:spPr bwMode="auto">
            <a:xfrm rot="0" flipH="0" flipV="0">
              <a:off x="0" y="0"/>
              <a:ext cx="4719546" cy="33840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37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>
                <a:latin typeface="IBM Plex Sans"/>
                <a:cs typeface="IBM Plex Sans"/>
              </a:endParaRPr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</p:txBody>
        </p:sp>
        <p:sp>
          <p:nvSpPr>
            <p:cNvPr id="200440255" name="AutoShape 29"/>
            <p:cNvSpPr/>
            <p:nvPr/>
          </p:nvSpPr>
          <p:spPr bwMode="auto">
            <a:xfrm flipH="1">
              <a:off x="1471115" y="2808259"/>
              <a:ext cx="202280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5198942" name="AutoShape 30"/>
            <p:cNvSpPr/>
            <p:nvPr/>
          </p:nvSpPr>
          <p:spPr bwMode="auto">
            <a:xfrm>
              <a:off x="0" y="502560"/>
              <a:ext cx="4719547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82974425" name="AutoShape 31"/>
            <p:cNvSpPr/>
            <p:nvPr/>
          </p:nvSpPr>
          <p:spPr bwMode="auto">
            <a:xfrm>
              <a:off x="1573132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08635091" name="AutoShape 32"/>
            <p:cNvSpPr/>
            <p:nvPr/>
          </p:nvSpPr>
          <p:spPr bwMode="auto">
            <a:xfrm>
              <a:off x="3142759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48539531" name="Freeform 34"/>
            <p:cNvSpPr/>
            <p:nvPr/>
          </p:nvSpPr>
          <p:spPr bwMode="auto">
            <a:xfrm rot="0" flipH="0" flipV="0">
              <a:off x="1673395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418335633" name="TextBox 35"/>
            <p:cNvSpPr txBox="1"/>
            <p:nvPr/>
          </p:nvSpPr>
          <p:spPr bwMode="auto">
            <a:xfrm rot="0" flipH="0" flipV="0">
              <a:off x="1673395" y="169899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92355220" name="TextBox 36"/>
            <p:cNvSpPr txBox="1"/>
            <p:nvPr/>
          </p:nvSpPr>
          <p:spPr bwMode="auto">
            <a:xfrm>
              <a:off x="0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34132775" name="TextBox 37"/>
            <p:cNvSpPr txBox="1"/>
            <p:nvPr/>
          </p:nvSpPr>
          <p:spPr bwMode="auto">
            <a:xfrm>
              <a:off x="1573209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55536846" name="TextBox 38"/>
            <p:cNvSpPr txBox="1"/>
            <p:nvPr/>
          </p:nvSpPr>
          <p:spPr bwMode="auto">
            <a:xfrm>
              <a:off x="3147525" y="529410"/>
              <a:ext cx="1574929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96588620" name="Freeform 40"/>
            <p:cNvSpPr/>
            <p:nvPr/>
          </p:nvSpPr>
          <p:spPr bwMode="auto">
            <a:xfrm rot="0" flipH="0" flipV="0">
              <a:off x="1673395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33204740" name="TextBox 41"/>
            <p:cNvSpPr txBox="1"/>
            <p:nvPr/>
          </p:nvSpPr>
          <p:spPr bwMode="auto">
            <a:xfrm rot="0" flipH="0" flipV="0">
              <a:off x="1673395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Public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493572695" name="Freeform 43"/>
            <p:cNvSpPr/>
            <p:nvPr/>
          </p:nvSpPr>
          <p:spPr bwMode="auto">
            <a:xfrm rot="0" flipH="0" flipV="0">
              <a:off x="102016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904958505" name="TextBox 44"/>
            <p:cNvSpPr txBox="1"/>
            <p:nvPr/>
          </p:nvSpPr>
          <p:spPr bwMode="auto">
            <a:xfrm rot="0" flipH="0" flipV="0">
              <a:off x="102016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Private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79938026" name="Freeform 46"/>
            <p:cNvSpPr/>
            <p:nvPr/>
          </p:nvSpPr>
          <p:spPr bwMode="auto">
            <a:xfrm rot="0" flipH="0" flipV="0">
              <a:off x="104020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89109787" name="TextBox 47"/>
            <p:cNvSpPr txBox="1"/>
            <p:nvPr/>
          </p:nvSpPr>
          <p:spPr bwMode="auto">
            <a:xfrm rot="0" flipH="0" flipV="0">
              <a:off x="104020" y="169899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Master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494183259" name="Freeform 49"/>
            <p:cNvSpPr/>
            <p:nvPr/>
          </p:nvSpPr>
          <p:spPr bwMode="auto">
            <a:xfrm rot="0" flipH="0" flipV="0">
              <a:off x="3249540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77819835" name="TextBox 50"/>
            <p:cNvSpPr txBox="1"/>
            <p:nvPr/>
          </p:nvSpPr>
          <p:spPr bwMode="auto">
            <a:xfrm rot="0" flipH="0" flipV="0">
              <a:off x="3249540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Address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295003324" name="Freeform 52"/>
            <p:cNvSpPr/>
            <p:nvPr/>
          </p:nvSpPr>
          <p:spPr bwMode="auto">
            <a:xfrm rot="0" flipH="0" flipV="0">
              <a:off x="6770394" y="120542"/>
              <a:ext cx="4719546" cy="3263465"/>
            </a:xfrm>
            <a:custGeom>
              <a:avLst/>
              <a:gdLst/>
              <a:ahLst/>
              <a:cxnLst/>
              <a:rect l="l" t="t" r="r" b="b"/>
              <a:pathLst>
                <a:path w="1864513" h="1289271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289271"/>
                  </a:lnTo>
                  <a:lnTo>
                    <a:pt x="0" y="12892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78477600" name="TextBox 53"/>
            <p:cNvSpPr txBox="1"/>
            <p:nvPr/>
          </p:nvSpPr>
          <p:spPr bwMode="auto">
            <a:xfrm rot="0" flipH="0" flipV="0">
              <a:off x="6770394" y="0"/>
              <a:ext cx="4719546" cy="33840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37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</p:txBody>
        </p:sp>
        <p:sp>
          <p:nvSpPr>
            <p:cNvPr id="1453298953" name="AutoShape 54"/>
            <p:cNvSpPr/>
            <p:nvPr/>
          </p:nvSpPr>
          <p:spPr bwMode="auto">
            <a:xfrm>
              <a:off x="6770394" y="502560"/>
              <a:ext cx="4719547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89757074" name="AutoShape 55"/>
            <p:cNvSpPr/>
            <p:nvPr/>
          </p:nvSpPr>
          <p:spPr bwMode="auto">
            <a:xfrm>
              <a:off x="8343526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93567880" name="AutoShape 56"/>
            <p:cNvSpPr/>
            <p:nvPr/>
          </p:nvSpPr>
          <p:spPr bwMode="auto">
            <a:xfrm>
              <a:off x="9913155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78526727" name="Freeform 58"/>
            <p:cNvSpPr/>
            <p:nvPr/>
          </p:nvSpPr>
          <p:spPr bwMode="auto">
            <a:xfrm rot="0" flipH="0" flipV="0">
              <a:off x="8443791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34275054" name="TextBox 59"/>
            <p:cNvSpPr txBox="1"/>
            <p:nvPr/>
          </p:nvSpPr>
          <p:spPr bwMode="auto">
            <a:xfrm rot="0" flipH="0" flipV="0">
              <a:off x="8443791" y="169899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559351300" name="TextBox 60"/>
            <p:cNvSpPr txBox="1"/>
            <p:nvPr/>
          </p:nvSpPr>
          <p:spPr bwMode="auto">
            <a:xfrm>
              <a:off x="6770394" y="529410"/>
              <a:ext cx="1575649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83633260" name="TextBox 61"/>
            <p:cNvSpPr txBox="1"/>
            <p:nvPr/>
          </p:nvSpPr>
          <p:spPr bwMode="auto">
            <a:xfrm>
              <a:off x="8343603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127167737" name="TextBox 62"/>
            <p:cNvSpPr txBox="1"/>
            <p:nvPr/>
          </p:nvSpPr>
          <p:spPr bwMode="auto">
            <a:xfrm>
              <a:off x="9917917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45617166" name="Freeform 64"/>
            <p:cNvSpPr/>
            <p:nvPr/>
          </p:nvSpPr>
          <p:spPr bwMode="auto">
            <a:xfrm rot="0" flipH="0" flipV="0">
              <a:off x="8443791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0380400" name="TextBox 65"/>
            <p:cNvSpPr txBox="1"/>
            <p:nvPr/>
          </p:nvSpPr>
          <p:spPr bwMode="auto">
            <a:xfrm rot="0" flipH="0" flipV="0">
              <a:off x="8443791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Child public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3234131" name="Freeform 67"/>
            <p:cNvSpPr/>
            <p:nvPr/>
          </p:nvSpPr>
          <p:spPr bwMode="auto">
            <a:xfrm rot="0" flipH="0" flipV="0">
              <a:off x="6872410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2968666" name="TextBox 68"/>
            <p:cNvSpPr txBox="1"/>
            <p:nvPr/>
          </p:nvSpPr>
          <p:spPr bwMode="auto">
            <a:xfrm rot="0" flipH="0" flipV="0">
              <a:off x="6872410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Notification</a:t>
              </a:r>
              <a:endPara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address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42087277" name="Freeform 70"/>
            <p:cNvSpPr/>
            <p:nvPr/>
          </p:nvSpPr>
          <p:spPr bwMode="auto">
            <a:xfrm rot="0" flipH="0" flipV="0">
              <a:off x="10019934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797262507" name="TextBox 71"/>
            <p:cNvSpPr txBox="1"/>
            <p:nvPr/>
          </p:nvSpPr>
          <p:spPr bwMode="auto">
            <a:xfrm rot="0" flipH="0" flipV="0">
              <a:off x="10019934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  <p:sp>
          <p:nvSpPr>
            <p:cNvPr id="222163763" name="Freeform 73"/>
            <p:cNvSpPr/>
            <p:nvPr/>
          </p:nvSpPr>
          <p:spPr bwMode="auto">
            <a:xfrm rot="0" flipH="0" flipV="0">
              <a:off x="10019934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1208902895" name="TextBox 74"/>
            <p:cNvSpPr txBox="1"/>
            <p:nvPr/>
          </p:nvSpPr>
          <p:spPr bwMode="auto">
            <a:xfrm rot="0" flipH="0" flipV="0">
              <a:off x="10019934" y="169899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  <p:sp>
          <p:nvSpPr>
            <p:cNvPr id="1722136904" name="AutoShape 75"/>
            <p:cNvSpPr/>
            <p:nvPr/>
          </p:nvSpPr>
          <p:spPr bwMode="auto">
            <a:xfrm flipH="1">
              <a:off x="4618638" y="2808259"/>
              <a:ext cx="2253771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3889682" name="Freeform 77"/>
            <p:cNvSpPr/>
            <p:nvPr/>
          </p:nvSpPr>
          <p:spPr bwMode="auto">
            <a:xfrm rot="0" flipH="0" flipV="0">
              <a:off x="5060422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49325076" name="TextBox 78"/>
            <p:cNvSpPr txBox="1"/>
            <p:nvPr/>
          </p:nvSpPr>
          <p:spPr bwMode="auto">
            <a:xfrm rot="0" flipH="0" flipV="0">
              <a:off x="5060422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Notification</a:t>
              </a:r>
              <a:endPara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transaction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777057467" name="Freeform 80"/>
            <p:cNvSpPr/>
            <p:nvPr/>
          </p:nvSpPr>
          <p:spPr bwMode="auto">
            <a:xfrm rot="0" flipH="0" flipV="0">
              <a:off x="5060422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00697412" name="TextBox 81"/>
            <p:cNvSpPr txBox="1"/>
            <p:nvPr/>
          </p:nvSpPr>
          <p:spPr bwMode="auto">
            <a:xfrm rot="0" flipH="0" flipV="0">
              <a:off x="5060422" y="169899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Encrypted </a:t>
              </a:r>
              <a:endParaRPr lang="en-US" sz="1000" b="1" i="0" u="none" strike="noStrike" cap="none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1537"/>
                </a:lnSpc>
                <a:defRPr/>
              </a:pPr>
              <a:r>
                <a:rPr lang="en-US" sz="1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97955485" name="Freeform 83"/>
            <p:cNvSpPr/>
            <p:nvPr/>
          </p:nvSpPr>
          <p:spPr bwMode="auto">
            <a:xfrm rot="0" flipH="0" flipV="0">
              <a:off x="5059780" y="99394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3088659" name="TextBox 84"/>
            <p:cNvSpPr txBox="1"/>
            <p:nvPr/>
          </p:nvSpPr>
          <p:spPr bwMode="auto">
            <a:xfrm rot="0" flipH="0" flipV="0">
              <a:off x="5059780" y="921615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Shared secret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455720037" name="AutoShape 85"/>
            <p:cNvSpPr/>
            <p:nvPr/>
          </p:nvSpPr>
          <p:spPr bwMode="auto">
            <a:xfrm>
              <a:off x="1473120" y="2031430"/>
              <a:ext cx="200277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53787958" name="AutoShape 86"/>
            <p:cNvSpPr/>
            <p:nvPr/>
          </p:nvSpPr>
          <p:spPr bwMode="auto">
            <a:xfrm flipH="1">
              <a:off x="3042495" y="2808259"/>
              <a:ext cx="207045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77161506" name="AutoShape 87"/>
            <p:cNvSpPr/>
            <p:nvPr/>
          </p:nvSpPr>
          <p:spPr bwMode="auto">
            <a:xfrm flipH="1">
              <a:off x="786566" y="5789057"/>
              <a:ext cx="786640" cy="0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798632066" name="AutoShape 88"/>
            <p:cNvSpPr/>
            <p:nvPr/>
          </p:nvSpPr>
          <p:spPr bwMode="auto">
            <a:xfrm flipH="1">
              <a:off x="8241509" y="2808259"/>
              <a:ext cx="202280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13556295" name="AutoShape 89"/>
            <p:cNvSpPr/>
            <p:nvPr/>
          </p:nvSpPr>
          <p:spPr bwMode="auto">
            <a:xfrm>
              <a:off x="788571" y="5426303"/>
              <a:ext cx="780858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734457808" name="AutoShape 90"/>
            <p:cNvSpPr/>
            <p:nvPr/>
          </p:nvSpPr>
          <p:spPr bwMode="auto">
            <a:xfrm>
              <a:off x="9578079" y="2291531"/>
              <a:ext cx="0" cy="256626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23719532" name="AutoShape 91"/>
            <p:cNvSpPr/>
            <p:nvPr/>
          </p:nvSpPr>
          <p:spPr bwMode="auto">
            <a:xfrm flipH="1">
              <a:off x="787856" y="2403941"/>
              <a:ext cx="713" cy="144216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429801" name="AutoShape 92"/>
            <p:cNvSpPr/>
            <p:nvPr/>
          </p:nvSpPr>
          <p:spPr bwMode="auto">
            <a:xfrm flipH="1">
              <a:off x="788571" y="4350195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069241042" name="AutoShape 93"/>
            <p:cNvSpPr/>
            <p:nvPr/>
          </p:nvSpPr>
          <p:spPr bwMode="auto">
            <a:xfrm>
              <a:off x="786566" y="3987249"/>
              <a:ext cx="782862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737580520" name="AutoShape 94"/>
            <p:cNvSpPr/>
            <p:nvPr/>
          </p:nvSpPr>
          <p:spPr bwMode="auto">
            <a:xfrm>
              <a:off x="788571" y="2427752"/>
              <a:ext cx="3145518" cy="0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72324872" name="AutoShape 95"/>
            <p:cNvSpPr/>
            <p:nvPr/>
          </p:nvSpPr>
          <p:spPr bwMode="auto">
            <a:xfrm>
              <a:off x="3934089" y="1254051"/>
              <a:ext cx="1125693" cy="0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77054483" name="AutoShape 96"/>
            <p:cNvSpPr/>
            <p:nvPr/>
          </p:nvSpPr>
          <p:spPr bwMode="auto">
            <a:xfrm>
              <a:off x="3934089" y="1231165"/>
              <a:ext cx="0" cy="1219451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97740342" name="AutoShape 97"/>
            <p:cNvSpPr/>
            <p:nvPr/>
          </p:nvSpPr>
          <p:spPr bwMode="auto">
            <a:xfrm>
              <a:off x="8835415" y="2403941"/>
              <a:ext cx="0" cy="144216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38680584" name="AutoShape 98"/>
            <p:cNvSpPr/>
            <p:nvPr/>
          </p:nvSpPr>
          <p:spPr bwMode="auto">
            <a:xfrm>
              <a:off x="7556960" y="2427752"/>
              <a:ext cx="1278453" cy="0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5050931" name="AutoShape 99"/>
            <p:cNvSpPr/>
            <p:nvPr/>
          </p:nvSpPr>
          <p:spPr bwMode="auto">
            <a:xfrm flipV="1">
              <a:off x="7556960" y="1231165"/>
              <a:ext cx="0" cy="1219451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36248206" name="AutoShape 100"/>
            <p:cNvSpPr/>
            <p:nvPr/>
          </p:nvSpPr>
          <p:spPr bwMode="auto">
            <a:xfrm>
              <a:off x="6428880" y="1254051"/>
              <a:ext cx="1128078" cy="0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27354098" name="AutoShape 101"/>
            <p:cNvSpPr/>
            <p:nvPr/>
          </p:nvSpPr>
          <p:spPr bwMode="auto">
            <a:xfrm flipH="1">
              <a:off x="3042495" y="2031430"/>
              <a:ext cx="2017926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4219083" name="AutoShape 102"/>
            <p:cNvSpPr/>
            <p:nvPr/>
          </p:nvSpPr>
          <p:spPr bwMode="auto">
            <a:xfrm flipH="1" flipV="1">
              <a:off x="5744331" y="1514151"/>
              <a:ext cx="637" cy="257175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53642762" name="AutoShape 103"/>
            <p:cNvSpPr/>
            <p:nvPr/>
          </p:nvSpPr>
          <p:spPr bwMode="auto">
            <a:xfrm flipH="1">
              <a:off x="788571" y="4710844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409526768" name="AutoShape 104"/>
            <p:cNvSpPr/>
            <p:nvPr/>
          </p:nvSpPr>
          <p:spPr bwMode="auto">
            <a:xfrm flipH="1">
              <a:off x="788571" y="5068146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42552261" name="AutoShape 105"/>
            <p:cNvSpPr/>
            <p:nvPr/>
          </p:nvSpPr>
          <p:spPr bwMode="auto">
            <a:xfrm flipV="1">
              <a:off x="5744972" y="2291531"/>
              <a:ext cx="0" cy="256626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56507627" name="TextBox 106"/>
            <p:cNvSpPr txBox="1"/>
            <p:nvPr/>
          </p:nvSpPr>
          <p:spPr bwMode="auto">
            <a:xfrm>
              <a:off x="4958958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Shared secrets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05376366" name="TextBox 107"/>
            <p:cNvSpPr txBox="1"/>
            <p:nvPr/>
          </p:nvSpPr>
          <p:spPr bwMode="auto">
            <a:xfrm flipH="0" flipV="0">
              <a:off x="1886779" y="3880389"/>
              <a:ext cx="7188939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Child keys derivation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795560611" name="TextBox 108"/>
            <p:cNvSpPr txBox="1"/>
            <p:nvPr/>
          </p:nvSpPr>
          <p:spPr bwMode="auto">
            <a:xfrm flipH="0" flipV="0">
              <a:off x="1886779" y="4243332"/>
              <a:ext cx="7181476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Bitcoin </a:t>
              </a:r>
              <a:r>
                <a:rPr lang="en-US" sz="1600" b="1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transaction 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186040274" name="TextBox 109"/>
            <p:cNvSpPr txBox="1"/>
            <p:nvPr/>
          </p:nvSpPr>
          <p:spPr bwMode="auto">
            <a:xfrm flipH="0" flipV="0">
              <a:off x="1886781" y="4601653"/>
              <a:ext cx="7178368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XOR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695090106" name="TextBox 110"/>
            <p:cNvSpPr txBox="1"/>
            <p:nvPr/>
          </p:nvSpPr>
          <p:spPr bwMode="auto">
            <a:xfrm flipH="0" flipV="0">
              <a:off x="1886781" y="4964601"/>
              <a:ext cx="7178368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OP_RETURN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86406251" name="TextBox 111"/>
            <p:cNvSpPr txBox="1"/>
            <p:nvPr/>
          </p:nvSpPr>
          <p:spPr bwMode="auto">
            <a:xfrm flipH="0" flipV="0">
              <a:off x="1886781" y="5324646"/>
              <a:ext cx="7178368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 derivation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93669205" name="TextBox 112"/>
            <p:cNvSpPr txBox="1"/>
            <p:nvPr/>
          </p:nvSpPr>
          <p:spPr bwMode="auto">
            <a:xfrm flipH="0" flipV="0">
              <a:off x="1886781" y="5687590"/>
              <a:ext cx="7178368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ECDH + HMAC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789932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9040" y="1428750"/>
            <a:ext cx="12033834" cy="39004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0915540" name="Freeform 26"/>
          <p:cNvSpPr/>
          <p:nvPr/>
        </p:nvSpPr>
        <p:spPr bwMode="auto">
          <a:xfrm>
            <a:off x="3067207" y="323119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0164338" name="Freeform 27"/>
          <p:cNvSpPr/>
          <p:nvPr/>
        </p:nvSpPr>
        <p:spPr bwMode="auto">
          <a:xfrm>
            <a:off x="7970168" y="323119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4093223" name="Freeform 29"/>
          <p:cNvSpPr/>
          <p:nvPr/>
        </p:nvSpPr>
        <p:spPr bwMode="auto">
          <a:xfrm rot="0" flipH="0" flipV="0">
            <a:off x="3079026" y="1263057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1393922102" name="TextBox 30"/>
          <p:cNvSpPr txBox="1"/>
          <p:nvPr/>
        </p:nvSpPr>
        <p:spPr bwMode="auto">
          <a:xfrm rot="0" flipH="0" flipV="0">
            <a:off x="3137119" y="1284843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G</a:t>
            </a:r>
            <a:endParaRPr/>
          </a:p>
        </p:txBody>
      </p:sp>
      <p:sp>
        <p:nvSpPr>
          <p:cNvPr id="1526463792" name="Freeform 32"/>
          <p:cNvSpPr/>
          <p:nvPr/>
        </p:nvSpPr>
        <p:spPr bwMode="auto">
          <a:xfrm rot="0" flipH="0" flipV="0">
            <a:off x="3079026" y="2163164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380335749" name="TextBox 33"/>
          <p:cNvSpPr txBox="1"/>
          <p:nvPr/>
        </p:nvSpPr>
        <p:spPr bwMode="auto">
          <a:xfrm rot="0" flipH="0" flipV="0">
            <a:off x="3137119" y="2184950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25052679" name="Freeform 35"/>
          <p:cNvSpPr/>
          <p:nvPr/>
        </p:nvSpPr>
        <p:spPr bwMode="auto">
          <a:xfrm rot="0" flipH="0" flipV="0">
            <a:off x="3304596" y="1939439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57814407" name="TextBox 36"/>
          <p:cNvSpPr txBox="1"/>
          <p:nvPr/>
        </p:nvSpPr>
        <p:spPr bwMode="auto">
          <a:xfrm rot="0" flipH="0" flipV="0">
            <a:off x="3320394" y="1945364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1571674841" name="Freeform 38"/>
          <p:cNvSpPr/>
          <p:nvPr/>
        </p:nvSpPr>
        <p:spPr bwMode="auto">
          <a:xfrm rot="0" flipH="0" flipV="0">
            <a:off x="3079026" y="305880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1923431539" name="TextBox 39"/>
          <p:cNvSpPr txBox="1"/>
          <p:nvPr/>
        </p:nvSpPr>
        <p:spPr bwMode="auto">
          <a:xfrm rot="0" flipH="0" flipV="0">
            <a:off x="3137119" y="308059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056860796" name="Freeform 40"/>
          <p:cNvSpPr/>
          <p:nvPr/>
        </p:nvSpPr>
        <p:spPr bwMode="auto">
          <a:xfrm>
            <a:off x="3253520" y="2838030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9305623" name="TextBox 41"/>
          <p:cNvSpPr txBox="1"/>
          <p:nvPr/>
        </p:nvSpPr>
        <p:spPr bwMode="auto">
          <a:xfrm>
            <a:off x="3244242" y="664720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823721061" name="TextBox 42"/>
          <p:cNvSpPr txBox="1"/>
          <p:nvPr/>
        </p:nvSpPr>
        <p:spPr bwMode="auto">
          <a:xfrm>
            <a:off x="8147203" y="664720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898781137" name="Freeform 44"/>
          <p:cNvSpPr/>
          <p:nvPr/>
        </p:nvSpPr>
        <p:spPr bwMode="auto">
          <a:xfrm rot="0" flipH="0" flipV="0">
            <a:off x="3079026" y="405441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399598858" name="TextBox 45"/>
          <p:cNvSpPr txBox="1"/>
          <p:nvPr/>
        </p:nvSpPr>
        <p:spPr bwMode="auto">
          <a:xfrm rot="0" flipH="0" flipV="0">
            <a:off x="3137119" y="407620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93695217" name="Freeform 47"/>
          <p:cNvSpPr/>
          <p:nvPr/>
        </p:nvSpPr>
        <p:spPr bwMode="auto">
          <a:xfrm rot="0" flipH="0" flipV="0">
            <a:off x="3079026" y="4954524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623334940" name="TextBox 48"/>
          <p:cNvSpPr txBox="1"/>
          <p:nvPr/>
        </p:nvSpPr>
        <p:spPr bwMode="auto">
          <a:xfrm rot="0" flipH="0" flipV="0">
            <a:off x="3137119" y="4976310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71037043" name="Freeform 50"/>
          <p:cNvSpPr/>
          <p:nvPr/>
        </p:nvSpPr>
        <p:spPr bwMode="auto">
          <a:xfrm rot="0" flipH="0" flipV="0">
            <a:off x="3304596" y="4730801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93931885" name="TextBox 51"/>
          <p:cNvSpPr txBox="1"/>
          <p:nvPr/>
        </p:nvSpPr>
        <p:spPr bwMode="auto">
          <a:xfrm rot="0" flipH="0" flipV="0">
            <a:off x="3320394" y="4736726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1810219236" name="Freeform 53"/>
          <p:cNvSpPr/>
          <p:nvPr/>
        </p:nvSpPr>
        <p:spPr bwMode="auto">
          <a:xfrm rot="0" flipH="0" flipV="0">
            <a:off x="3079026" y="585016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1763322124" name="TextBox 54"/>
          <p:cNvSpPr txBox="1"/>
          <p:nvPr/>
        </p:nvSpPr>
        <p:spPr bwMode="auto">
          <a:xfrm rot="0" flipH="0" flipV="0">
            <a:off x="3137119" y="587195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S</a:t>
            </a:r>
            <a:endParaRPr/>
          </a:p>
        </p:txBody>
      </p:sp>
      <p:sp>
        <p:nvSpPr>
          <p:cNvPr id="1715811791" name="Freeform 55"/>
          <p:cNvSpPr/>
          <p:nvPr/>
        </p:nvSpPr>
        <p:spPr bwMode="auto">
          <a:xfrm>
            <a:off x="3253520" y="5629393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2771492" name="Freeform 57"/>
          <p:cNvSpPr/>
          <p:nvPr/>
        </p:nvSpPr>
        <p:spPr bwMode="auto">
          <a:xfrm rot="0" flipH="0" flipV="0">
            <a:off x="7981987" y="1263057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206417677" name="TextBox 58"/>
          <p:cNvSpPr txBox="1"/>
          <p:nvPr/>
        </p:nvSpPr>
        <p:spPr bwMode="auto">
          <a:xfrm rot="0" flipH="0" flipV="0">
            <a:off x="8040080" y="1284843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G</a:t>
            </a:r>
            <a:endParaRPr/>
          </a:p>
        </p:txBody>
      </p:sp>
      <p:sp>
        <p:nvSpPr>
          <p:cNvPr id="637157120" name="Freeform 60"/>
          <p:cNvSpPr/>
          <p:nvPr/>
        </p:nvSpPr>
        <p:spPr bwMode="auto">
          <a:xfrm rot="0" flipH="0" flipV="0">
            <a:off x="7981987" y="2163164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1069479643" name="TextBox 61"/>
          <p:cNvSpPr txBox="1"/>
          <p:nvPr/>
        </p:nvSpPr>
        <p:spPr bwMode="auto">
          <a:xfrm rot="0" flipH="0" flipV="0">
            <a:off x="8040080" y="2184950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530874936" name="Freeform 63"/>
          <p:cNvSpPr/>
          <p:nvPr/>
        </p:nvSpPr>
        <p:spPr bwMode="auto">
          <a:xfrm rot="0" flipH="0" flipV="0">
            <a:off x="8207559" y="1939439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06370304" name="TextBox 64"/>
          <p:cNvSpPr txBox="1"/>
          <p:nvPr/>
        </p:nvSpPr>
        <p:spPr bwMode="auto">
          <a:xfrm rot="0" flipH="0" flipV="0">
            <a:off x="8223359" y="1945364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2133211010" name="Freeform 66"/>
          <p:cNvSpPr/>
          <p:nvPr/>
        </p:nvSpPr>
        <p:spPr bwMode="auto">
          <a:xfrm rot="0" flipH="0" flipV="0">
            <a:off x="7981987" y="305880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1687040422" name="TextBox 67"/>
          <p:cNvSpPr txBox="1"/>
          <p:nvPr/>
        </p:nvSpPr>
        <p:spPr bwMode="auto">
          <a:xfrm rot="0" flipH="0" flipV="0">
            <a:off x="8040080" y="308059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85136236" name="Freeform 68"/>
          <p:cNvSpPr/>
          <p:nvPr/>
        </p:nvSpPr>
        <p:spPr bwMode="auto">
          <a:xfrm>
            <a:off x="8156482" y="2838030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6275274" name="Freeform 70"/>
          <p:cNvSpPr/>
          <p:nvPr/>
        </p:nvSpPr>
        <p:spPr bwMode="auto">
          <a:xfrm rot="0" flipH="0" flipV="0">
            <a:off x="7981987" y="405441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2071911591" name="TextBox 71"/>
          <p:cNvSpPr txBox="1"/>
          <p:nvPr/>
        </p:nvSpPr>
        <p:spPr bwMode="auto">
          <a:xfrm rot="0" flipH="0" flipV="0">
            <a:off x="8040080" y="407620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285409838" name="Freeform 73"/>
          <p:cNvSpPr/>
          <p:nvPr/>
        </p:nvSpPr>
        <p:spPr bwMode="auto">
          <a:xfrm rot="0" flipH="0" flipV="0">
            <a:off x="7981987" y="4954524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914373242" name="TextBox 74"/>
          <p:cNvSpPr txBox="1"/>
          <p:nvPr/>
        </p:nvSpPr>
        <p:spPr bwMode="auto">
          <a:xfrm rot="0" flipH="0" flipV="0">
            <a:off x="8040080" y="4976310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19754759" name="Freeform 76"/>
          <p:cNvSpPr/>
          <p:nvPr/>
        </p:nvSpPr>
        <p:spPr bwMode="auto">
          <a:xfrm rot="0" flipH="0" flipV="0">
            <a:off x="8207559" y="4730801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60235944" name="TextBox 77"/>
          <p:cNvSpPr txBox="1"/>
          <p:nvPr/>
        </p:nvSpPr>
        <p:spPr bwMode="auto">
          <a:xfrm rot="0" flipH="0" flipV="0">
            <a:off x="8223359" y="4736726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751016814" name="Freeform 79"/>
          <p:cNvSpPr/>
          <p:nvPr/>
        </p:nvSpPr>
        <p:spPr bwMode="auto">
          <a:xfrm rot="0" flipH="0" flipV="0">
            <a:off x="7981987" y="585016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2136784800" name="TextBox 80"/>
          <p:cNvSpPr txBox="1"/>
          <p:nvPr/>
        </p:nvSpPr>
        <p:spPr bwMode="auto">
          <a:xfrm rot="0" flipH="0" flipV="0">
            <a:off x="8040080" y="587195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S</a:t>
            </a:r>
            <a:endParaRPr/>
          </a:p>
        </p:txBody>
      </p:sp>
      <p:sp>
        <p:nvSpPr>
          <p:cNvPr id="948632971" name="Freeform 81"/>
          <p:cNvSpPr/>
          <p:nvPr/>
        </p:nvSpPr>
        <p:spPr bwMode="auto">
          <a:xfrm>
            <a:off x="8156482" y="5629393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399796" name="AutoShape 82"/>
          <p:cNvSpPr/>
          <p:nvPr/>
        </p:nvSpPr>
        <p:spPr bwMode="auto">
          <a:xfrm>
            <a:off x="3692560" y="3430314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9867620" name="AutoShape 83"/>
          <p:cNvSpPr/>
          <p:nvPr/>
        </p:nvSpPr>
        <p:spPr bwMode="auto">
          <a:xfrm flipH="1">
            <a:off x="3692560" y="3430314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1571057" name="TextBox 84"/>
          <p:cNvSpPr txBox="1"/>
          <p:nvPr/>
        </p:nvSpPr>
        <p:spPr bwMode="auto">
          <a:xfrm flipH="0" flipV="0">
            <a:off x="4309269" y="1262830"/>
            <a:ext cx="3052055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타원 커브의 점 G</a:t>
            </a:r>
            <a:endParaRPr lang="en-US" sz="1600" b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2083601132" name="TextBox 85"/>
          <p:cNvSpPr txBox="1"/>
          <p:nvPr/>
        </p:nvSpPr>
        <p:spPr bwMode="auto">
          <a:xfrm flipH="0" flipV="0">
            <a:off x="194583" y="2314718"/>
            <a:ext cx="2706557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앨리스의 개인 키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17068411" name="TextBox 87"/>
          <p:cNvSpPr txBox="1"/>
          <p:nvPr/>
        </p:nvSpPr>
        <p:spPr bwMode="auto">
          <a:xfrm flipH="0" flipV="0">
            <a:off x="192309" y="4205970"/>
            <a:ext cx="2708831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밥의 공개 </a:t>
            </a:r>
            <a:r>
              <a:rPr sz="1600" b="1" lang="en-US">
                <a:solidFill>
                  <a:srgbClr val="000000"/>
                </a:solidFill>
                <a:latin typeface="IBM Plex Sans"/>
              </a:rPr>
              <a:t>키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89396010" name="TextBox 88"/>
          <p:cNvSpPr txBox="1"/>
          <p:nvPr/>
        </p:nvSpPr>
        <p:spPr bwMode="auto">
          <a:xfrm flipH="0" flipV="0">
            <a:off x="195036" y="5118382"/>
            <a:ext cx="2706104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앨리스의 개인 키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61487427" name="TextBox 90"/>
          <p:cNvSpPr txBox="1"/>
          <p:nvPr/>
        </p:nvSpPr>
        <p:spPr bwMode="auto">
          <a:xfrm flipH="0" flipV="0">
            <a:off x="8782298" y="2308743"/>
            <a:ext cx="3247646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밥의 개인 </a:t>
            </a:r>
            <a:r>
              <a:rPr sz="1600" b="1" lang="en-US">
                <a:solidFill>
                  <a:srgbClr val="000000"/>
                </a:solidFill>
                <a:latin typeface="IBM Plex Sans"/>
              </a:rPr>
              <a:t>키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59325704" name="TextBox 91"/>
          <p:cNvSpPr txBox="1"/>
          <p:nvPr/>
        </p:nvSpPr>
        <p:spPr bwMode="auto">
          <a:xfrm flipH="0" flipV="0">
            <a:off x="8782298" y="4205971"/>
            <a:ext cx="3244922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앨리스의 공개 키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02294006" name="TextBox 92"/>
          <p:cNvSpPr txBox="1"/>
          <p:nvPr/>
        </p:nvSpPr>
        <p:spPr bwMode="auto">
          <a:xfrm flipH="0" flipV="0">
            <a:off x="8782298" y="5106078"/>
            <a:ext cx="3244377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밥의 개인 키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88239350" name="TextBox 93"/>
          <p:cNvSpPr txBox="1"/>
          <p:nvPr/>
        </p:nvSpPr>
        <p:spPr bwMode="auto">
          <a:xfrm flipH="0" flipV="0">
            <a:off x="195490" y="6009417"/>
            <a:ext cx="2705650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공유된 비밀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95202481" name="TextBox 94"/>
          <p:cNvSpPr txBox="1"/>
          <p:nvPr/>
        </p:nvSpPr>
        <p:spPr bwMode="auto">
          <a:xfrm>
            <a:off x="4498327" y="2755031"/>
            <a:ext cx="2673940" cy="515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5"/>
              </a:lnSpc>
              <a:defRPr/>
            </a:pPr>
            <a:r>
              <a:rPr sz="1400" i="1" lang="en-US">
                <a:solidFill>
                  <a:srgbClr val="000000"/>
                </a:solidFill>
                <a:latin typeface="IBM Plex Sans"/>
              </a:rPr>
              <a:t>보안되지 않은 공개 전송(비트코인)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96269631" name="TextBox 95"/>
          <p:cNvSpPr txBox="1"/>
          <p:nvPr/>
        </p:nvSpPr>
        <p:spPr bwMode="auto">
          <a:xfrm flipH="0" flipV="0">
            <a:off x="8782298" y="6009417"/>
            <a:ext cx="3243834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공유된 비밀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74545002" name="TextBox 85"/>
          <p:cNvSpPr txBox="1"/>
          <p:nvPr/>
        </p:nvSpPr>
        <p:spPr bwMode="auto">
          <a:xfrm flipH="0" flipV="0">
            <a:off x="190947" y="3262494"/>
            <a:ext cx="2710194" cy="291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5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앨리스의 공개 키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60903165" name="TextBox 85"/>
          <p:cNvSpPr txBox="1"/>
          <p:nvPr/>
        </p:nvSpPr>
        <p:spPr bwMode="auto">
          <a:xfrm flipH="0" flipV="0">
            <a:off x="8782298" y="3248555"/>
            <a:ext cx="3250915" cy="291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밥의 공개 키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510233083" name=""/>
          <p:cNvGrpSpPr/>
          <p:nvPr/>
        </p:nvGrpSpPr>
        <p:grpSpPr bwMode="auto">
          <a:xfrm>
            <a:off x="284761" y="638325"/>
            <a:ext cx="11492847" cy="5740641"/>
            <a:chOff x="0" y="0"/>
            <a:chExt cx="11492847" cy="5740641"/>
          </a:xfrm>
        </p:grpSpPr>
        <p:sp>
          <p:nvSpPr>
            <p:cNvPr id="1329824788" name="Freeform 27"/>
            <p:cNvSpPr/>
            <p:nvPr/>
          </p:nvSpPr>
          <p:spPr bwMode="auto">
            <a:xfrm rot="0" flipH="0" flipV="0">
              <a:off x="0" y="120540"/>
              <a:ext cx="4719546" cy="3263464"/>
            </a:xfrm>
            <a:custGeom>
              <a:avLst/>
              <a:gdLst/>
              <a:ahLst/>
              <a:cxnLst/>
              <a:rect l="l" t="t" r="r" b="b"/>
              <a:pathLst>
                <a:path w="1864513" h="1289271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289271"/>
                  </a:lnTo>
                  <a:lnTo>
                    <a:pt x="0" y="12892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858682" name="TextBox 28"/>
            <p:cNvSpPr txBox="1"/>
            <p:nvPr/>
          </p:nvSpPr>
          <p:spPr bwMode="auto">
            <a:xfrm rot="0" flipH="0" flipV="0">
              <a:off x="0" y="0"/>
              <a:ext cx="4719546" cy="338402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236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>
                <a:latin typeface="IBM Plex Sans"/>
                <a:cs typeface="IBM Plex Sans"/>
              </a:endParaRPr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</p:txBody>
        </p:sp>
        <p:sp>
          <p:nvSpPr>
            <p:cNvPr id="1039432260" name="AutoShape 30"/>
            <p:cNvSpPr/>
            <p:nvPr/>
          </p:nvSpPr>
          <p:spPr bwMode="auto">
            <a:xfrm>
              <a:off x="0" y="502560"/>
              <a:ext cx="4719546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9287664" name="AutoShape 31"/>
            <p:cNvSpPr/>
            <p:nvPr/>
          </p:nvSpPr>
          <p:spPr bwMode="auto">
            <a:xfrm>
              <a:off x="1574571" y="502560"/>
              <a:ext cx="0" cy="2824298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1982819" name="AutoShape 32"/>
            <p:cNvSpPr/>
            <p:nvPr/>
          </p:nvSpPr>
          <p:spPr bwMode="auto">
            <a:xfrm>
              <a:off x="3142759" y="502560"/>
              <a:ext cx="0" cy="2824298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78439515" name="Freeform 34"/>
            <p:cNvSpPr/>
            <p:nvPr/>
          </p:nvSpPr>
          <p:spPr bwMode="auto">
            <a:xfrm rot="0" flipH="0" flipV="0">
              <a:off x="3221974" y="2449695"/>
              <a:ext cx="1369098" cy="520201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828582614" name="TextBox 35"/>
            <p:cNvSpPr txBox="1"/>
            <p:nvPr/>
          </p:nvSpPr>
          <p:spPr bwMode="auto">
            <a:xfrm rot="0" flipH="0" flipV="0">
              <a:off x="3221974" y="2377363"/>
              <a:ext cx="1369098" cy="59253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Address</a:t>
              </a: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812919023" name="TextBox 36"/>
            <p:cNvSpPr txBox="1"/>
            <p:nvPr/>
          </p:nvSpPr>
          <p:spPr bwMode="auto">
            <a:xfrm>
              <a:off x="0" y="529408"/>
              <a:ext cx="1574929" cy="1956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39486865" name="TextBox 37"/>
            <p:cNvSpPr txBox="1"/>
            <p:nvPr/>
          </p:nvSpPr>
          <p:spPr bwMode="auto">
            <a:xfrm>
              <a:off x="1573209" y="529408"/>
              <a:ext cx="1574929" cy="1956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52850479" name="TextBox 38"/>
            <p:cNvSpPr txBox="1"/>
            <p:nvPr/>
          </p:nvSpPr>
          <p:spPr bwMode="auto">
            <a:xfrm>
              <a:off x="3147525" y="529407"/>
              <a:ext cx="1575288" cy="1956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14356616" name="Freeform 46"/>
            <p:cNvSpPr/>
            <p:nvPr/>
          </p:nvSpPr>
          <p:spPr bwMode="auto">
            <a:xfrm rot="0" flipH="0" flipV="0">
              <a:off x="1652598" y="1674403"/>
              <a:ext cx="1389897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595912352" name="TextBox 47"/>
            <p:cNvSpPr txBox="1"/>
            <p:nvPr/>
          </p:nvSpPr>
          <p:spPr bwMode="auto">
            <a:xfrm rot="0" flipH="0" flipV="0">
              <a:off x="1652598" y="1602074"/>
              <a:ext cx="1336979" cy="59253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65179447" name="Freeform 52"/>
            <p:cNvSpPr/>
            <p:nvPr/>
          </p:nvSpPr>
          <p:spPr bwMode="auto">
            <a:xfrm rot="0" flipH="0" flipV="0">
              <a:off x="6770394" y="120540"/>
              <a:ext cx="4719546" cy="3263464"/>
            </a:xfrm>
            <a:custGeom>
              <a:avLst/>
              <a:gdLst/>
              <a:ahLst/>
              <a:cxnLst/>
              <a:rect l="l" t="t" r="r" b="b"/>
              <a:pathLst>
                <a:path w="1864513" h="1289271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289271"/>
                  </a:lnTo>
                  <a:lnTo>
                    <a:pt x="0" y="12892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035343366" name="TextBox 53"/>
            <p:cNvSpPr txBox="1"/>
            <p:nvPr/>
          </p:nvSpPr>
          <p:spPr bwMode="auto">
            <a:xfrm rot="0" flipH="0" flipV="0">
              <a:off x="6770394" y="0"/>
              <a:ext cx="4719546" cy="338402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236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>
                <a:latin typeface="IBM Plex Sans"/>
                <a:cs typeface="IBM Plex Sans"/>
              </a:endParaRPr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</p:txBody>
        </p:sp>
        <p:sp>
          <p:nvSpPr>
            <p:cNvPr id="1415442456" name="AutoShape 54"/>
            <p:cNvSpPr/>
            <p:nvPr/>
          </p:nvSpPr>
          <p:spPr bwMode="auto">
            <a:xfrm>
              <a:off x="6770394" y="502560"/>
              <a:ext cx="4719546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534493" name="AutoShape 55"/>
            <p:cNvSpPr/>
            <p:nvPr/>
          </p:nvSpPr>
          <p:spPr bwMode="auto">
            <a:xfrm>
              <a:off x="8343526" y="502560"/>
              <a:ext cx="0" cy="2824298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86174548" name="AutoShape 56"/>
            <p:cNvSpPr/>
            <p:nvPr/>
          </p:nvSpPr>
          <p:spPr bwMode="auto">
            <a:xfrm>
              <a:off x="9913155" y="502560"/>
              <a:ext cx="0" cy="2824298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55649214" name="TextBox 60"/>
            <p:cNvSpPr txBox="1"/>
            <p:nvPr/>
          </p:nvSpPr>
          <p:spPr bwMode="auto">
            <a:xfrm>
              <a:off x="6770394" y="529407"/>
              <a:ext cx="1575288" cy="1956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011087108" name="TextBox 61"/>
            <p:cNvSpPr txBox="1"/>
            <p:nvPr/>
          </p:nvSpPr>
          <p:spPr bwMode="auto">
            <a:xfrm>
              <a:off x="8343603" y="529408"/>
              <a:ext cx="1574929" cy="1956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28623711" name="TextBox 62"/>
            <p:cNvSpPr txBox="1"/>
            <p:nvPr/>
          </p:nvSpPr>
          <p:spPr bwMode="auto">
            <a:xfrm>
              <a:off x="9917917" y="529408"/>
              <a:ext cx="1574929" cy="1956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75446002" name="Freeform 67"/>
            <p:cNvSpPr/>
            <p:nvPr/>
          </p:nvSpPr>
          <p:spPr bwMode="auto">
            <a:xfrm rot="0" flipH="0" flipV="0">
              <a:off x="6872410" y="2572203"/>
              <a:ext cx="1369098" cy="520201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42493614" name="TextBox 68"/>
            <p:cNvSpPr txBox="1"/>
            <p:nvPr/>
          </p:nvSpPr>
          <p:spPr bwMode="auto">
            <a:xfrm rot="0" flipH="0" flipV="0">
              <a:off x="6872410" y="2499872"/>
              <a:ext cx="1369098" cy="59253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Notification address</a:t>
              </a:r>
              <a:endParaRPr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39933366" name="Freeform 77"/>
            <p:cNvSpPr/>
            <p:nvPr/>
          </p:nvSpPr>
          <p:spPr bwMode="auto">
            <a:xfrm rot="0" flipH="0" flipV="0">
              <a:off x="5060421" y="2564080"/>
              <a:ext cx="1369098" cy="520201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50484047" name="TextBox 78"/>
            <p:cNvSpPr txBox="1"/>
            <p:nvPr/>
          </p:nvSpPr>
          <p:spPr bwMode="auto">
            <a:xfrm rot="0" flipH="0" flipV="0">
              <a:off x="5060421" y="2491749"/>
              <a:ext cx="1369098" cy="59253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Notification transaction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53073225" name="Freeform 80"/>
            <p:cNvSpPr/>
            <p:nvPr/>
          </p:nvSpPr>
          <p:spPr bwMode="auto">
            <a:xfrm rot="0" flipH="0" flipV="0">
              <a:off x="5086880" y="1654959"/>
              <a:ext cx="1473106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20510046" name="TextBox 81"/>
            <p:cNvSpPr txBox="1"/>
            <p:nvPr/>
          </p:nvSpPr>
          <p:spPr bwMode="auto">
            <a:xfrm rot="0" flipH="0" flipV="0">
              <a:off x="5086880" y="1582629"/>
              <a:ext cx="1473106" cy="59253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Encrypted 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054185355" name="AutoShape 83"/>
            <p:cNvSpPr/>
            <p:nvPr/>
          </p:nvSpPr>
          <p:spPr bwMode="auto">
            <a:xfrm flipH="1">
              <a:off x="3016037" y="2702425"/>
              <a:ext cx="207045" cy="0"/>
            </a:xfrm>
            <a:prstGeom prst="line">
              <a:avLst/>
            </a:prstGeom>
            <a:grpFill/>
            <a:ln w="47625" cap="flat">
              <a:solidFill>
                <a:schemeClr val="bg1">
                  <a:lumMod val="65098"/>
                  <a:alpha val="40000"/>
                </a:scheme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734876765" name="TextBox 89"/>
            <p:cNvSpPr txBox="1"/>
            <p:nvPr/>
          </p:nvSpPr>
          <p:spPr bwMode="auto">
            <a:xfrm>
              <a:off x="4958958" y="529408"/>
              <a:ext cx="1574929" cy="1956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Shared secrets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57752380" name="Freeform 99"/>
            <p:cNvSpPr/>
            <p:nvPr/>
          </p:nvSpPr>
          <p:spPr bwMode="auto">
            <a:xfrm rot="0" flipH="0" flipV="0">
              <a:off x="1654854" y="2435859"/>
              <a:ext cx="1369098" cy="520201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000"/>
            </a:p>
          </p:txBody>
        </p:sp>
        <p:sp>
          <p:nvSpPr>
            <p:cNvPr id="1680336390" name="TextBox 100"/>
            <p:cNvSpPr txBox="1"/>
            <p:nvPr/>
          </p:nvSpPr>
          <p:spPr bwMode="auto">
            <a:xfrm rot="0" flipH="0" flipV="0">
              <a:off x="1654854" y="2363528"/>
              <a:ext cx="1369098" cy="59253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 b="0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Public key</a:t>
              </a:r>
              <a:endParaRPr sz="1000" b="0"/>
            </a:p>
          </p:txBody>
        </p:sp>
        <p:sp>
          <p:nvSpPr>
            <p:cNvPr id="1003580460" name="Freeform 109"/>
            <p:cNvSpPr/>
            <p:nvPr/>
          </p:nvSpPr>
          <p:spPr bwMode="auto">
            <a:xfrm rot="0" flipH="0" flipV="0">
              <a:off x="8417333" y="1615234"/>
              <a:ext cx="1419535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949083694" name="TextBox 110"/>
            <p:cNvSpPr txBox="1"/>
            <p:nvPr/>
          </p:nvSpPr>
          <p:spPr bwMode="auto">
            <a:xfrm rot="0" flipH="0" flipV="0">
              <a:off x="8417333" y="1542906"/>
              <a:ext cx="1419535" cy="59253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34077683" name="AutoShape 111"/>
            <p:cNvSpPr/>
            <p:nvPr/>
          </p:nvSpPr>
          <p:spPr bwMode="auto">
            <a:xfrm flipH="0" flipV="0">
              <a:off x="8243514" y="2818827"/>
              <a:ext cx="173819" cy="0"/>
            </a:xfrm>
            <a:prstGeom prst="line">
              <a:avLst/>
            </a:prstGeom>
            <a:grpFill/>
            <a:ln w="47625" cap="flat">
              <a:solidFill>
                <a:schemeClr val="bg1">
                  <a:lumMod val="50196"/>
                  <a:alpha val="40000"/>
                </a:scheme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487502338" name="AutoShape 116"/>
            <p:cNvSpPr/>
            <p:nvPr/>
          </p:nvSpPr>
          <p:spPr bwMode="auto">
            <a:xfrm rot="10799952" flipH="0" flipV="1">
              <a:off x="5771430" y="2245243"/>
              <a:ext cx="0" cy="276453"/>
            </a:xfrm>
            <a:prstGeom prst="line">
              <a:avLst/>
            </a:prstGeom>
            <a:grpFill/>
            <a:ln w="47625" cap="flat">
              <a:solidFill>
                <a:srgbClr val="00B05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62773553" name="AutoShape 117"/>
            <p:cNvSpPr/>
            <p:nvPr/>
          </p:nvSpPr>
          <p:spPr bwMode="auto">
            <a:xfrm flipH="1" flipV="0">
              <a:off x="2264496" y="1457343"/>
              <a:ext cx="3534832" cy="0"/>
            </a:xfrm>
            <a:prstGeom prst="line">
              <a:avLst/>
            </a:prstGeom>
            <a:grpFill/>
            <a:ln w="47625" cap="flat">
              <a:solidFill>
                <a:srgbClr val="00B0F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523067678" name="AutoShape 119"/>
            <p:cNvSpPr/>
            <p:nvPr/>
          </p:nvSpPr>
          <p:spPr bwMode="auto">
            <a:xfrm flipH="0" flipV="1">
              <a:off x="10649844" y="2322721"/>
              <a:ext cx="0" cy="224815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406547386" name="AutoShape 121"/>
            <p:cNvSpPr/>
            <p:nvPr/>
          </p:nvSpPr>
          <p:spPr bwMode="auto">
            <a:xfrm flipH="1">
              <a:off x="7626470" y="2348982"/>
              <a:ext cx="3019775" cy="0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20228250" name="AutoShape 122"/>
            <p:cNvSpPr/>
            <p:nvPr/>
          </p:nvSpPr>
          <p:spPr bwMode="auto">
            <a:xfrm flipH="1" flipV="1">
              <a:off x="5776721" y="1346050"/>
              <a:ext cx="0" cy="104285"/>
            </a:xfrm>
            <a:prstGeom prst="line">
              <a:avLst/>
            </a:prstGeom>
            <a:grpFill/>
            <a:ln w="47625" cap="flat">
              <a:solidFill>
                <a:srgbClr val="00B0F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476440880" name="AutoShape 124"/>
            <p:cNvSpPr/>
            <p:nvPr/>
          </p:nvSpPr>
          <p:spPr bwMode="auto">
            <a:xfrm flipH="1">
              <a:off x="6597174" y="1083042"/>
              <a:ext cx="202279" cy="0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707549778" name=""/>
            <p:cNvSpPr/>
            <p:nvPr/>
          </p:nvSpPr>
          <p:spPr bwMode="auto">
            <a:xfrm rot="0" flipH="0" flipV="0">
              <a:off x="222827" y="2474284"/>
              <a:ext cx="1181432" cy="471528"/>
            </a:xfrm>
            <a:prstGeom prst="rect">
              <a:avLst/>
            </a:prstGeom>
            <a:noFill/>
            <a:ln w="25400" cap="flat" cmpd="sng" algn="ctr">
              <a:solidFill>
                <a:srgbClr val="3A5F8C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 sz="1000"/>
            </a:p>
          </p:txBody>
        </p:sp>
        <p:sp>
          <p:nvSpPr>
            <p:cNvPr id="1260597547" name=""/>
            <p:cNvSpPr/>
            <p:nvPr/>
          </p:nvSpPr>
          <p:spPr bwMode="auto">
            <a:xfrm rot="0" flipH="0" flipV="0">
              <a:off x="222827" y="1740639"/>
              <a:ext cx="1181432" cy="471528"/>
            </a:xfrm>
            <a:prstGeom prst="rect">
              <a:avLst/>
            </a:prstGeom>
            <a:noFill/>
            <a:ln w="25400" cap="flat" cmpd="sng" algn="ctr">
              <a:solidFill>
                <a:srgbClr val="3A5F8C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 sz="1000"/>
            </a:p>
          </p:txBody>
        </p:sp>
        <p:sp>
          <p:nvSpPr>
            <p:cNvPr id="726865324" name="AutoShape 118"/>
            <p:cNvSpPr/>
            <p:nvPr/>
          </p:nvSpPr>
          <p:spPr bwMode="auto">
            <a:xfrm rot="10799952" flipV="1">
              <a:off x="2336257" y="3078639"/>
              <a:ext cx="0" cy="206442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021715856" name="AutoShape 75"/>
            <p:cNvSpPr/>
            <p:nvPr/>
          </p:nvSpPr>
          <p:spPr bwMode="auto">
            <a:xfrm rot="10799952" flipH="1" flipV="0">
              <a:off x="6507072" y="2860574"/>
              <a:ext cx="345298" cy="0"/>
            </a:xfrm>
            <a:prstGeom prst="line">
              <a:avLst/>
            </a:prstGeom>
            <a:grpFill/>
            <a:ln w="47625" cap="flat">
              <a:solidFill>
                <a:srgbClr val="FF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485888046" name="AutoShape 117"/>
            <p:cNvSpPr/>
            <p:nvPr/>
          </p:nvSpPr>
          <p:spPr bwMode="auto">
            <a:xfrm rot="5399942" flipH="1" flipV="0">
              <a:off x="5662834" y="3212020"/>
              <a:ext cx="206373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661405782" name="AutoShape 75"/>
            <p:cNvSpPr/>
            <p:nvPr/>
          </p:nvSpPr>
          <p:spPr bwMode="auto">
            <a:xfrm rot="0" flipH="1" flipV="0">
              <a:off x="3861489" y="1083042"/>
              <a:ext cx="1150957" cy="0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897152348" name="AutoShape 117"/>
            <p:cNvSpPr/>
            <p:nvPr/>
          </p:nvSpPr>
          <p:spPr bwMode="auto">
            <a:xfrm flipH="1" flipV="0">
              <a:off x="2314303" y="3300399"/>
              <a:ext cx="3457125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284665489" name="AutoShape 75"/>
            <p:cNvSpPr/>
            <p:nvPr/>
          </p:nvSpPr>
          <p:spPr bwMode="auto">
            <a:xfrm rot="10799952" flipH="1" flipV="0">
              <a:off x="3090538" y="1957932"/>
              <a:ext cx="1962186" cy="0"/>
            </a:xfrm>
            <a:prstGeom prst="line">
              <a:avLst/>
            </a:prstGeom>
            <a:grpFill/>
            <a:ln w="47625" cap="flat">
              <a:solidFill>
                <a:srgbClr val="00B0F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041097981" name="Freeform 80"/>
            <p:cNvSpPr/>
            <p:nvPr/>
          </p:nvSpPr>
          <p:spPr bwMode="auto">
            <a:xfrm rot="0" flipH="0" flipV="0">
              <a:off x="5054070" y="828399"/>
              <a:ext cx="1473105" cy="520201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24823353" name="TextBox 81"/>
            <p:cNvSpPr txBox="1"/>
            <p:nvPr/>
          </p:nvSpPr>
          <p:spPr bwMode="auto">
            <a:xfrm rot="0" flipH="0" flipV="0">
              <a:off x="5054070" y="756072"/>
              <a:ext cx="1473105" cy="592533"/>
            </a:xfrm>
            <a:prstGeom prst="rect">
              <a:avLst/>
            </a:prstGeom>
            <a:grpFill/>
          </p:spPr>
          <p:txBody>
            <a:bodyPr lIns="50796" tIns="50796" rIns="50796" bIns="50796" rtlCol="0" anchor="ctr"/>
            <a:lstStyle/>
            <a:p>
              <a:pPr algn="ctr">
                <a:lnSpc>
                  <a:spcPts val="1536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Shared secret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678919553" name="AutoShape 118"/>
            <p:cNvSpPr/>
            <p:nvPr/>
          </p:nvSpPr>
          <p:spPr bwMode="auto">
            <a:xfrm flipH="0" flipV="1">
              <a:off x="2287845" y="1451884"/>
              <a:ext cx="0" cy="168099"/>
            </a:xfrm>
            <a:prstGeom prst="line">
              <a:avLst/>
            </a:prstGeom>
            <a:grpFill/>
            <a:ln w="47625" cap="flat">
              <a:solidFill>
                <a:srgbClr val="00B0F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379590060" name="AutoShape 122"/>
            <p:cNvSpPr/>
            <p:nvPr/>
          </p:nvSpPr>
          <p:spPr bwMode="auto">
            <a:xfrm flipH="1" flipV="1">
              <a:off x="2314303" y="2331574"/>
              <a:ext cx="0" cy="104284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992653503" name="AutoShape 117"/>
            <p:cNvSpPr/>
            <p:nvPr/>
          </p:nvSpPr>
          <p:spPr bwMode="auto">
            <a:xfrm flipH="1" flipV="0">
              <a:off x="2284604" y="2324119"/>
              <a:ext cx="1623925" cy="0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411762675" name="AutoShape 117"/>
            <p:cNvSpPr/>
            <p:nvPr/>
          </p:nvSpPr>
          <p:spPr bwMode="auto">
            <a:xfrm rot="5399942" flipH="1" flipV="0">
              <a:off x="3246455" y="1698471"/>
              <a:ext cx="1275022" cy="0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341565990" name="Freeform 109"/>
            <p:cNvSpPr/>
            <p:nvPr/>
          </p:nvSpPr>
          <p:spPr bwMode="auto">
            <a:xfrm rot="0" flipH="0" flipV="0">
              <a:off x="9998481" y="1608883"/>
              <a:ext cx="1369098" cy="520200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6607607" name="TextBox 110"/>
            <p:cNvSpPr txBox="1"/>
            <p:nvPr/>
          </p:nvSpPr>
          <p:spPr bwMode="auto">
            <a:xfrm rot="0" flipH="0" flipV="0">
              <a:off x="9998481" y="1536552"/>
              <a:ext cx="1369098" cy="592532"/>
            </a:xfrm>
            <a:prstGeom prst="rect">
              <a:avLst/>
            </a:prstGeom>
            <a:grpFill/>
          </p:spPr>
          <p:txBody>
            <a:bodyPr lIns="50796" tIns="50796" rIns="50796" bIns="50796" rtlCol="0" anchor="ctr"/>
            <a:lstStyle/>
            <a:p>
              <a:pPr algn="ctr">
                <a:lnSpc>
                  <a:spcPts val="1536"/>
                </a:lnSpc>
                <a:defRPr/>
              </a:pPr>
              <a:r>
                <a:rPr lang="en-US" sz="10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Master key</a:t>
              </a: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128786686" name="Freeform 109"/>
            <p:cNvSpPr/>
            <p:nvPr/>
          </p:nvSpPr>
          <p:spPr bwMode="auto">
            <a:xfrm rot="0" flipH="0" flipV="0">
              <a:off x="8410983" y="2561384"/>
              <a:ext cx="1419535" cy="520201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623655294" name="TextBox 110"/>
            <p:cNvSpPr txBox="1"/>
            <p:nvPr/>
          </p:nvSpPr>
          <p:spPr bwMode="auto">
            <a:xfrm rot="0" flipH="0" flipV="0">
              <a:off x="8410983" y="2489056"/>
              <a:ext cx="1419535" cy="592533"/>
            </a:xfrm>
            <a:prstGeom prst="rect">
              <a:avLst/>
            </a:prstGeom>
            <a:grpFill/>
          </p:spPr>
          <p:txBody>
            <a:bodyPr lIns="50796" tIns="50796" rIns="50796" bIns="50796" rtlCol="0" anchor="ctr"/>
            <a:lstStyle/>
            <a:p>
              <a:pPr algn="ctr">
                <a:lnSpc>
                  <a:spcPts val="1536"/>
                </a:lnSpc>
                <a:defRPr/>
              </a:pPr>
              <a:r>
                <a:rPr lang="en-US" sz="10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Child public key  #0</a:t>
              </a: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935162657" name="Freeform 67"/>
            <p:cNvSpPr/>
            <p:nvPr/>
          </p:nvSpPr>
          <p:spPr bwMode="auto">
            <a:xfrm rot="0" flipH="0" flipV="0">
              <a:off x="9988143" y="2542291"/>
              <a:ext cx="1369098" cy="520200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139187594" name="TextBox 68"/>
            <p:cNvSpPr txBox="1"/>
            <p:nvPr/>
          </p:nvSpPr>
          <p:spPr bwMode="auto">
            <a:xfrm rot="0" flipH="0" flipV="0">
              <a:off x="9988143" y="2469960"/>
              <a:ext cx="1369098" cy="592532"/>
            </a:xfrm>
            <a:prstGeom prst="rect">
              <a:avLst/>
            </a:prstGeom>
            <a:grpFill/>
          </p:spPr>
          <p:txBody>
            <a:bodyPr lIns="50796" tIns="50796" rIns="50796" bIns="50796" rtlCol="0" anchor="ctr"/>
            <a:lstStyle/>
            <a:p>
              <a:pPr algn="ctr">
                <a:lnSpc>
                  <a:spcPts val="1536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Child private key  #0</a:t>
              </a:r>
              <a:endParaRPr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92361003" name="AutoShape 111"/>
            <p:cNvSpPr/>
            <p:nvPr/>
          </p:nvSpPr>
          <p:spPr bwMode="auto">
            <a:xfrm flipH="0" flipV="0">
              <a:off x="9824663" y="2812477"/>
              <a:ext cx="173818" cy="0"/>
            </a:xfrm>
            <a:prstGeom prst="line">
              <a:avLst/>
            </a:prstGeom>
            <a:grpFill/>
            <a:ln w="47625" cap="flat">
              <a:solidFill>
                <a:schemeClr val="bg1">
                  <a:lumMod val="50196"/>
                  <a:alpha val="40000"/>
                </a:scheme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705382179" name="AutoShape 111"/>
            <p:cNvSpPr/>
            <p:nvPr/>
          </p:nvSpPr>
          <p:spPr bwMode="auto">
            <a:xfrm flipH="0" flipV="0">
              <a:off x="9836871" y="1879724"/>
              <a:ext cx="161610" cy="0"/>
            </a:xfrm>
            <a:prstGeom prst="line">
              <a:avLst/>
            </a:prstGeom>
            <a:grpFill/>
            <a:ln w="47625" cap="flat">
              <a:solidFill>
                <a:schemeClr val="bg1">
                  <a:lumMod val="65098"/>
                  <a:alpha val="40000"/>
                </a:scheme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2126072875" name="AutoShape 117"/>
            <p:cNvSpPr/>
            <p:nvPr/>
          </p:nvSpPr>
          <p:spPr bwMode="auto">
            <a:xfrm rot="5399942" flipH="1" flipV="0">
              <a:off x="6970729" y="1718577"/>
              <a:ext cx="1275021" cy="0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362482942" name="AutoShape 117"/>
            <p:cNvSpPr/>
            <p:nvPr/>
          </p:nvSpPr>
          <p:spPr bwMode="auto">
            <a:xfrm rot="10799952" flipH="1" flipV="0">
              <a:off x="6770394" y="1083577"/>
              <a:ext cx="840357" cy="0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999717268" name="AutoShape 84"/>
            <p:cNvSpPr/>
            <p:nvPr/>
          </p:nvSpPr>
          <p:spPr bwMode="auto">
            <a:xfrm>
              <a:off x="281922" y="5628960"/>
              <a:ext cx="780858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000"/>
            </a:p>
          </p:txBody>
        </p:sp>
        <p:sp>
          <p:nvSpPr>
            <p:cNvPr id="911619036" name="AutoShape 85"/>
            <p:cNvSpPr/>
            <p:nvPr/>
          </p:nvSpPr>
          <p:spPr bwMode="auto">
            <a:xfrm flipH="1">
              <a:off x="281922" y="4552852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000"/>
            </a:p>
          </p:txBody>
        </p:sp>
        <p:sp>
          <p:nvSpPr>
            <p:cNvPr id="726666429" name="AutoShape 86"/>
            <p:cNvSpPr/>
            <p:nvPr/>
          </p:nvSpPr>
          <p:spPr bwMode="auto">
            <a:xfrm>
              <a:off x="279918" y="4189908"/>
              <a:ext cx="782861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000"/>
            </a:p>
          </p:txBody>
        </p:sp>
        <p:sp>
          <p:nvSpPr>
            <p:cNvPr id="9953191" name="AutoShape 87"/>
            <p:cNvSpPr/>
            <p:nvPr/>
          </p:nvSpPr>
          <p:spPr bwMode="auto">
            <a:xfrm flipH="1">
              <a:off x="281922" y="4913503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000"/>
            </a:p>
          </p:txBody>
        </p:sp>
        <p:sp>
          <p:nvSpPr>
            <p:cNvPr id="376444157" name="AutoShape 88"/>
            <p:cNvSpPr/>
            <p:nvPr/>
          </p:nvSpPr>
          <p:spPr bwMode="auto">
            <a:xfrm flipH="1">
              <a:off x="281922" y="5270805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000"/>
            </a:p>
          </p:txBody>
        </p:sp>
        <p:sp>
          <p:nvSpPr>
            <p:cNvPr id="1646301924" name="TextBox 90"/>
            <p:cNvSpPr txBox="1"/>
            <p:nvPr/>
          </p:nvSpPr>
          <p:spPr bwMode="auto">
            <a:xfrm flipH="0" flipV="0">
              <a:off x="1380132" y="4081319"/>
              <a:ext cx="7002192" cy="21333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7"/>
                </a:lnSpc>
                <a:defRPr/>
              </a:pPr>
              <a:r>
                <a:rPr lang="en-US" sz="20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N</a:t>
              </a:r>
              <a:r>
                <a:rPr sz="2000" b="1" i="1">
                  <a:latin typeface="IBM Plex Sans"/>
                  <a:cs typeface="IBM Plex Sans"/>
                </a:rPr>
                <a:t>otification identifier</a:t>
              </a:r>
              <a:endParaRPr sz="2000" b="1" i="1">
                <a:latin typeface="IBM Plex Sans"/>
                <a:cs typeface="IBM Plex Sans"/>
              </a:endParaRPr>
            </a:p>
          </p:txBody>
        </p:sp>
        <p:sp>
          <p:nvSpPr>
            <p:cNvPr id="1928296789" name="TextBox 91"/>
            <p:cNvSpPr txBox="1"/>
            <p:nvPr/>
          </p:nvSpPr>
          <p:spPr bwMode="auto">
            <a:xfrm flipH="0" flipV="0">
              <a:off x="1380132" y="4444265"/>
              <a:ext cx="7041442" cy="21333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7"/>
                </a:lnSpc>
                <a:defRPr/>
              </a:pPr>
              <a:r>
                <a:rPr lang="en-US" sz="20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 identifier of the first</a:t>
              </a:r>
              <a:r>
                <a:rPr sz="2000" b="1" i="1">
                  <a:latin typeface="IBM Plex Sans"/>
                  <a:cs typeface="IBM Plex Sans"/>
                </a:rPr>
                <a:t> input </a:t>
              </a:r>
              <a:endParaRPr sz="2000" b="1" i="1">
                <a:latin typeface="IBM Plex Sans"/>
                <a:cs typeface="IBM Plex Sans"/>
              </a:endParaRPr>
            </a:p>
          </p:txBody>
        </p:sp>
        <p:sp>
          <p:nvSpPr>
            <p:cNvPr id="2010758176" name="TextBox 92"/>
            <p:cNvSpPr txBox="1"/>
            <p:nvPr/>
          </p:nvSpPr>
          <p:spPr bwMode="auto">
            <a:xfrm flipH="0" flipV="0">
              <a:off x="1380133" y="4804312"/>
              <a:ext cx="6973815" cy="21333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7"/>
                </a:lnSpc>
                <a:defRPr/>
              </a:pPr>
              <a:r>
                <a:rPr lang="en-US" sz="20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ECDH + HMAC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45702803" name="TextBox 93"/>
            <p:cNvSpPr txBox="1"/>
            <p:nvPr/>
          </p:nvSpPr>
          <p:spPr bwMode="auto">
            <a:xfrm flipH="0" flipV="0">
              <a:off x="1380132" y="5167258"/>
              <a:ext cx="7002912" cy="21333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7"/>
                </a:lnSpc>
                <a:defRPr/>
              </a:pPr>
              <a:r>
                <a:rPr lang="en-US" sz="2000" b="1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</a:t>
              </a:r>
              <a:r>
                <a:rPr sz="2000" b="1" i="1">
                  <a:latin typeface="IBM Plex Sans"/>
                  <a:cs typeface="IBM Plex Sans"/>
                </a:rPr>
                <a:t>OP</a:t>
              </a:r>
              <a:r>
                <a:rPr sz="2000" b="1" i="1">
                  <a:latin typeface="IBM Plex Sans"/>
                  <a:cs typeface="IBM Plex Sans"/>
                </a:rPr>
                <a:t>_RETURN’  </a:t>
              </a:r>
              <a:r>
                <a:rPr lang="en-US" sz="2000" b="1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Identifier</a:t>
              </a:r>
              <a:r>
                <a:rPr lang="en-US" sz="2000" b="1" i="1" u="none" strike="noStrike" cap="none" spc="0">
                  <a:solidFill>
                    <a:schemeClr val="tx1"/>
                  </a:solidFill>
                  <a:latin typeface="IBM Plex Sans"/>
                  <a:ea typeface="IBM Plex Sans"/>
                  <a:cs typeface="IBM Plex Sans"/>
                </a:rPr>
                <a:t> </a:t>
              </a:r>
              <a:endParaRPr sz="2000" b="1" i="1">
                <a:latin typeface="IBM Plex Sans"/>
                <a:cs typeface="IBM Plex Sans"/>
              </a:endParaRPr>
            </a:p>
          </p:txBody>
        </p:sp>
        <p:sp>
          <p:nvSpPr>
            <p:cNvPr id="1553258370" name="TextBox 94"/>
            <p:cNvSpPr txBox="1"/>
            <p:nvPr/>
          </p:nvSpPr>
          <p:spPr bwMode="auto">
            <a:xfrm flipH="0" flipV="0">
              <a:off x="1380133" y="5527303"/>
              <a:ext cx="6973212" cy="21333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7"/>
                </a:lnSpc>
                <a:defRPr/>
              </a:pPr>
              <a:r>
                <a:rPr lang="en-US" sz="20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XOR</a:t>
              </a: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63806808" name=""/>
          <p:cNvGrpSpPr/>
          <p:nvPr/>
        </p:nvGrpSpPr>
        <p:grpSpPr bwMode="auto">
          <a:xfrm>
            <a:off x="508005" y="787152"/>
            <a:ext cx="11389032" cy="5538112"/>
            <a:chOff x="0" y="0"/>
            <a:chExt cx="11389032" cy="5538112"/>
          </a:xfrm>
        </p:grpSpPr>
        <p:sp>
          <p:nvSpPr>
            <p:cNvPr id="914739871" name="Freeform 27"/>
            <p:cNvSpPr/>
            <p:nvPr/>
          </p:nvSpPr>
          <p:spPr bwMode="auto">
            <a:xfrm rot="0" flipH="0" flipV="0">
              <a:off x="0" y="120543"/>
              <a:ext cx="4719546" cy="3263465"/>
            </a:xfrm>
            <a:custGeom>
              <a:avLst/>
              <a:gdLst/>
              <a:ahLst/>
              <a:cxnLst/>
              <a:rect l="l" t="t" r="r" b="b"/>
              <a:pathLst>
                <a:path w="1864513" h="1289271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289271"/>
                  </a:lnTo>
                  <a:lnTo>
                    <a:pt x="0" y="12892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37223564" name="TextBox 28"/>
            <p:cNvSpPr txBox="1"/>
            <p:nvPr/>
          </p:nvSpPr>
          <p:spPr bwMode="auto">
            <a:xfrm rot="0" flipH="0" flipV="0">
              <a:off x="0" y="0"/>
              <a:ext cx="4719546" cy="33840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37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>
                <a:latin typeface="IBM Plex Sans"/>
                <a:cs typeface="IBM Plex Sans"/>
              </a:endParaRPr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</p:txBody>
        </p:sp>
        <p:sp>
          <p:nvSpPr>
            <p:cNvPr id="848561492" name="AutoShape 29"/>
            <p:cNvSpPr/>
            <p:nvPr/>
          </p:nvSpPr>
          <p:spPr bwMode="auto">
            <a:xfrm flipH="1">
              <a:off x="1471115" y="2808261"/>
              <a:ext cx="202280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60870970" name="AutoShape 30"/>
            <p:cNvSpPr/>
            <p:nvPr/>
          </p:nvSpPr>
          <p:spPr bwMode="auto">
            <a:xfrm>
              <a:off x="0" y="502560"/>
              <a:ext cx="4719547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7148741" name="AutoShape 31"/>
            <p:cNvSpPr/>
            <p:nvPr/>
          </p:nvSpPr>
          <p:spPr bwMode="auto">
            <a:xfrm>
              <a:off x="1573132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35462839" name="AutoShape 32"/>
            <p:cNvSpPr/>
            <p:nvPr/>
          </p:nvSpPr>
          <p:spPr bwMode="auto">
            <a:xfrm>
              <a:off x="3142759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74315190" name="Freeform 34"/>
            <p:cNvSpPr/>
            <p:nvPr/>
          </p:nvSpPr>
          <p:spPr bwMode="auto">
            <a:xfrm rot="0" flipH="0" flipV="0">
              <a:off x="1671392" y="1009872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054471122" name="TextBox 35"/>
            <p:cNvSpPr txBox="1"/>
            <p:nvPr/>
          </p:nvSpPr>
          <p:spPr bwMode="auto">
            <a:xfrm rot="0" flipH="0" flipV="0">
              <a:off x="1671392" y="93754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985402581" name="TextBox 36"/>
            <p:cNvSpPr txBox="1"/>
            <p:nvPr/>
          </p:nvSpPr>
          <p:spPr bwMode="auto">
            <a:xfrm>
              <a:off x="0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942917372" name="TextBox 37"/>
            <p:cNvSpPr txBox="1"/>
            <p:nvPr/>
          </p:nvSpPr>
          <p:spPr bwMode="auto">
            <a:xfrm>
              <a:off x="1573209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055522731" name="TextBox 38"/>
            <p:cNvSpPr txBox="1"/>
            <p:nvPr/>
          </p:nvSpPr>
          <p:spPr bwMode="auto">
            <a:xfrm>
              <a:off x="3147525" y="529409"/>
              <a:ext cx="1574929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820409829" name="Freeform 40"/>
            <p:cNvSpPr/>
            <p:nvPr/>
          </p:nvSpPr>
          <p:spPr bwMode="auto">
            <a:xfrm rot="0" flipH="0" flipV="0">
              <a:off x="1673395" y="2564083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21022820" name="TextBox 41"/>
            <p:cNvSpPr txBox="1"/>
            <p:nvPr/>
          </p:nvSpPr>
          <p:spPr bwMode="auto">
            <a:xfrm rot="0" flipH="0" flipV="0">
              <a:off x="1673395" y="2491753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Other public key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770121213" name="Freeform 43"/>
            <p:cNvSpPr/>
            <p:nvPr/>
          </p:nvSpPr>
          <p:spPr bwMode="auto">
            <a:xfrm rot="0" flipH="0" flipV="0">
              <a:off x="102015" y="2564083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968366164" name="TextBox 44"/>
            <p:cNvSpPr txBox="1"/>
            <p:nvPr/>
          </p:nvSpPr>
          <p:spPr bwMode="auto">
            <a:xfrm rot="0" flipH="0" flipV="0">
              <a:off x="102015" y="2491753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Other private key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145150622" name="Freeform 46"/>
            <p:cNvSpPr/>
            <p:nvPr/>
          </p:nvSpPr>
          <p:spPr bwMode="auto">
            <a:xfrm rot="0" flipH="0" flipV="0">
              <a:off x="102015" y="1009872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407696458" name="TextBox 47"/>
            <p:cNvSpPr txBox="1"/>
            <p:nvPr/>
          </p:nvSpPr>
          <p:spPr bwMode="auto">
            <a:xfrm rot="0" flipH="0" flipV="0">
              <a:off x="102015" y="93754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Master Key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27464094" name="Freeform 49"/>
            <p:cNvSpPr/>
            <p:nvPr/>
          </p:nvSpPr>
          <p:spPr bwMode="auto">
            <a:xfrm rot="0" flipH="0" flipV="0">
              <a:off x="3249540" y="2564083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736859879" name="TextBox 50"/>
            <p:cNvSpPr txBox="1"/>
            <p:nvPr/>
          </p:nvSpPr>
          <p:spPr bwMode="auto">
            <a:xfrm rot="0" flipH="0" flipV="0">
              <a:off x="3249540" y="2491753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Other address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99756432" name="AutoShape 55"/>
            <p:cNvSpPr/>
            <p:nvPr/>
          </p:nvSpPr>
          <p:spPr bwMode="auto">
            <a:xfrm>
              <a:off x="8343526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81670316" name="AutoShape 56"/>
            <p:cNvSpPr/>
            <p:nvPr/>
          </p:nvSpPr>
          <p:spPr bwMode="auto">
            <a:xfrm>
              <a:off x="9913155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65922197" name="Freeform 58"/>
            <p:cNvSpPr/>
            <p:nvPr/>
          </p:nvSpPr>
          <p:spPr bwMode="auto">
            <a:xfrm rot="0" flipH="0" flipV="0">
              <a:off x="8443791" y="99394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859714991" name="TextBox 59"/>
            <p:cNvSpPr txBox="1"/>
            <p:nvPr/>
          </p:nvSpPr>
          <p:spPr bwMode="auto">
            <a:xfrm rot="0" flipH="0" flipV="0">
              <a:off x="8443791" y="92161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329198524" name="TextBox 60"/>
            <p:cNvSpPr txBox="1"/>
            <p:nvPr/>
          </p:nvSpPr>
          <p:spPr bwMode="auto">
            <a:xfrm>
              <a:off x="6770394" y="529409"/>
              <a:ext cx="1574929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60529060" name="TextBox 61"/>
            <p:cNvSpPr txBox="1"/>
            <p:nvPr/>
          </p:nvSpPr>
          <p:spPr bwMode="auto">
            <a:xfrm>
              <a:off x="8343603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97165443" name="Freeform 64"/>
            <p:cNvSpPr/>
            <p:nvPr/>
          </p:nvSpPr>
          <p:spPr bwMode="auto">
            <a:xfrm rot="0" flipH="0" flipV="0">
              <a:off x="8443791" y="2548158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715402567" name="TextBox 65"/>
            <p:cNvSpPr txBox="1"/>
            <p:nvPr/>
          </p:nvSpPr>
          <p:spPr bwMode="auto">
            <a:xfrm rot="0" flipH="0" flipV="0">
              <a:off x="8443791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K0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014824314" name="Freeform 67"/>
            <p:cNvSpPr/>
            <p:nvPr/>
          </p:nvSpPr>
          <p:spPr bwMode="auto">
            <a:xfrm rot="0" flipH="0" flipV="0">
              <a:off x="6872410" y="2564083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028913794" name="TextBox 68"/>
            <p:cNvSpPr txBox="1"/>
            <p:nvPr/>
          </p:nvSpPr>
          <p:spPr bwMode="auto">
            <a:xfrm rot="0" flipH="0" flipV="0">
              <a:off x="6872410" y="2491753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</a:t>
              </a:r>
              <a:endParaRPr lang="en-US" sz="12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1537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address  K0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131951664" name="Freeform 70"/>
            <p:cNvSpPr/>
            <p:nvPr/>
          </p:nvSpPr>
          <p:spPr bwMode="auto">
            <a:xfrm rot="0" flipH="0" flipV="0">
              <a:off x="10019934" y="2548158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2002368105" name="TextBox 71"/>
            <p:cNvSpPr txBox="1"/>
            <p:nvPr/>
          </p:nvSpPr>
          <p:spPr bwMode="auto">
            <a:xfrm rot="0" flipH="0" flipV="0">
              <a:off x="10019934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  <p:sp>
          <p:nvSpPr>
            <p:cNvPr id="1004114306" name="Freeform 73"/>
            <p:cNvSpPr/>
            <p:nvPr/>
          </p:nvSpPr>
          <p:spPr bwMode="auto">
            <a:xfrm rot="0" flipH="0" flipV="0">
              <a:off x="10019934" y="177132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2068980385" name="TextBox 74"/>
            <p:cNvSpPr txBox="1"/>
            <p:nvPr/>
          </p:nvSpPr>
          <p:spPr bwMode="auto">
            <a:xfrm rot="0" flipH="0" flipV="0">
              <a:off x="10019934" y="1698997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  <p:sp>
          <p:nvSpPr>
            <p:cNvPr id="2108457443" name="AutoShape 75"/>
            <p:cNvSpPr/>
            <p:nvPr/>
          </p:nvSpPr>
          <p:spPr bwMode="auto">
            <a:xfrm flipH="1">
              <a:off x="4618638" y="2808261"/>
              <a:ext cx="2253771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74799039" name="Freeform 77"/>
            <p:cNvSpPr/>
            <p:nvPr/>
          </p:nvSpPr>
          <p:spPr bwMode="auto">
            <a:xfrm rot="0" flipH="0" flipV="0">
              <a:off x="5060421" y="2564083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098681928" name="TextBox 78"/>
            <p:cNvSpPr txBox="1"/>
            <p:nvPr/>
          </p:nvSpPr>
          <p:spPr bwMode="auto">
            <a:xfrm rot="0" flipH="0" flipV="0">
              <a:off x="5060421" y="2491753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First </a:t>
              </a:r>
              <a:r>
                <a:rPr lang="en-US" sz="12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BIP47</a:t>
              </a: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 payment 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682061704" name="Freeform 80"/>
            <p:cNvSpPr/>
            <p:nvPr/>
          </p:nvSpPr>
          <p:spPr bwMode="auto">
            <a:xfrm rot="0" flipH="0" flipV="0">
              <a:off x="5060421" y="1787252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058255982" name="TextBox 81"/>
            <p:cNvSpPr txBox="1"/>
            <p:nvPr/>
          </p:nvSpPr>
          <p:spPr bwMode="auto">
            <a:xfrm rot="0" flipH="0" flipV="0">
              <a:off x="5060421" y="171492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70483921" name="AutoShape 82"/>
            <p:cNvSpPr/>
            <p:nvPr/>
          </p:nvSpPr>
          <p:spPr bwMode="auto">
            <a:xfrm>
              <a:off x="1473120" y="1254051"/>
              <a:ext cx="200277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8988048" name="AutoShape 83"/>
            <p:cNvSpPr/>
            <p:nvPr/>
          </p:nvSpPr>
          <p:spPr bwMode="auto">
            <a:xfrm flipH="1">
              <a:off x="3042495" y="2808261"/>
              <a:ext cx="207045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3905709" name="AutoShape 84"/>
            <p:cNvSpPr/>
            <p:nvPr/>
          </p:nvSpPr>
          <p:spPr bwMode="auto">
            <a:xfrm>
              <a:off x="232947" y="5426302"/>
              <a:ext cx="780858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400"/>
            </a:p>
          </p:txBody>
        </p:sp>
        <p:sp>
          <p:nvSpPr>
            <p:cNvPr id="643573738" name="AutoShape 85"/>
            <p:cNvSpPr/>
            <p:nvPr/>
          </p:nvSpPr>
          <p:spPr bwMode="auto">
            <a:xfrm flipH="1">
              <a:off x="232947" y="4350195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400"/>
            </a:p>
          </p:txBody>
        </p:sp>
        <p:sp>
          <p:nvSpPr>
            <p:cNvPr id="255859118" name="AutoShape 86"/>
            <p:cNvSpPr/>
            <p:nvPr/>
          </p:nvSpPr>
          <p:spPr bwMode="auto">
            <a:xfrm>
              <a:off x="230940" y="3987249"/>
              <a:ext cx="782862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400"/>
            </a:p>
          </p:txBody>
        </p:sp>
        <p:sp>
          <p:nvSpPr>
            <p:cNvPr id="1816638285" name="AutoShape 87"/>
            <p:cNvSpPr/>
            <p:nvPr/>
          </p:nvSpPr>
          <p:spPr bwMode="auto">
            <a:xfrm flipH="1">
              <a:off x="232947" y="4710844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400"/>
            </a:p>
          </p:txBody>
        </p:sp>
        <p:sp>
          <p:nvSpPr>
            <p:cNvPr id="466401743" name="AutoShape 88"/>
            <p:cNvSpPr/>
            <p:nvPr/>
          </p:nvSpPr>
          <p:spPr bwMode="auto">
            <a:xfrm flipH="1">
              <a:off x="232947" y="5068144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400"/>
            </a:p>
          </p:txBody>
        </p:sp>
        <p:sp>
          <p:nvSpPr>
            <p:cNvPr id="1532823672" name="TextBox 89"/>
            <p:cNvSpPr txBox="1"/>
            <p:nvPr/>
          </p:nvSpPr>
          <p:spPr bwMode="auto">
            <a:xfrm>
              <a:off x="4958958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Shared secrets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774077760" name="TextBox 90"/>
            <p:cNvSpPr txBox="1"/>
            <p:nvPr/>
          </p:nvSpPr>
          <p:spPr bwMode="auto">
            <a:xfrm flipH="0" flipV="0">
              <a:off x="1331155" y="3878662"/>
              <a:ext cx="7719932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8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Child key derivation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2073480734" name="TextBox 91"/>
            <p:cNvSpPr txBox="1"/>
            <p:nvPr/>
          </p:nvSpPr>
          <p:spPr bwMode="auto">
            <a:xfrm flipH="0" flipV="0">
              <a:off x="1331155" y="4241606"/>
              <a:ext cx="7716591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8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Bitcoin </a:t>
              </a:r>
              <a:r>
                <a:rPr lang="en-US" sz="1800" b="1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transaction 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266285003" name="TextBox 92"/>
            <p:cNvSpPr txBox="1"/>
            <p:nvPr/>
          </p:nvSpPr>
          <p:spPr bwMode="auto">
            <a:xfrm flipH="0" flipV="0">
              <a:off x="1331157" y="4601655"/>
              <a:ext cx="7713252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8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ECDH + SHA256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1479772601" name="TextBox 93"/>
            <p:cNvSpPr txBox="1"/>
            <p:nvPr/>
          </p:nvSpPr>
          <p:spPr bwMode="auto">
            <a:xfrm flipH="0" flipV="0">
              <a:off x="1331157" y="4964600"/>
              <a:ext cx="7799116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8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Point addition on elliptic curves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1173276689" name="TextBox 94"/>
            <p:cNvSpPr txBox="1"/>
            <p:nvPr/>
          </p:nvSpPr>
          <p:spPr bwMode="auto">
            <a:xfrm flipH="0" flipV="0">
              <a:off x="1331157" y="5324647"/>
              <a:ext cx="7713252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8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 derivation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2019387189" name="Freeform 96"/>
            <p:cNvSpPr/>
            <p:nvPr/>
          </p:nvSpPr>
          <p:spPr bwMode="auto">
            <a:xfrm rot="0" flipH="0" flipV="0">
              <a:off x="1671645" y="1787252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87681592" name="TextBox 97"/>
            <p:cNvSpPr txBox="1"/>
            <p:nvPr/>
          </p:nvSpPr>
          <p:spPr bwMode="auto">
            <a:xfrm rot="0" flipH="0" flipV="0">
              <a:off x="1671645" y="171492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A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033355050" name="Freeform 99"/>
            <p:cNvSpPr/>
            <p:nvPr/>
          </p:nvSpPr>
          <p:spPr bwMode="auto">
            <a:xfrm rot="0" flipH="0" flipV="0">
              <a:off x="104274" y="177132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15232094" name="TextBox 100"/>
            <p:cNvSpPr txBox="1"/>
            <p:nvPr/>
          </p:nvSpPr>
          <p:spPr bwMode="auto">
            <a:xfrm rot="0" flipH="0" flipV="0">
              <a:off x="104274" y="1698997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100" b="1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a</a:t>
              </a:r>
              <a:endParaRPr/>
            </a:p>
          </p:txBody>
        </p:sp>
        <p:sp>
          <p:nvSpPr>
            <p:cNvPr id="546176773" name="AutoShape 101"/>
            <p:cNvSpPr/>
            <p:nvPr/>
          </p:nvSpPr>
          <p:spPr bwMode="auto">
            <a:xfrm>
              <a:off x="1473372" y="2031430"/>
              <a:ext cx="200277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91173755" name="Freeform 103"/>
            <p:cNvSpPr/>
            <p:nvPr/>
          </p:nvSpPr>
          <p:spPr bwMode="auto">
            <a:xfrm rot="0" flipH="0" flipV="0">
              <a:off x="10019934" y="99394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1187708208" name="TextBox 104"/>
            <p:cNvSpPr txBox="1"/>
            <p:nvPr/>
          </p:nvSpPr>
          <p:spPr bwMode="auto">
            <a:xfrm rot="0" flipH="0" flipV="0">
              <a:off x="10019934" y="92161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  <p:sp>
          <p:nvSpPr>
            <p:cNvPr id="834475564" name="Freeform 106"/>
            <p:cNvSpPr/>
            <p:nvPr/>
          </p:nvSpPr>
          <p:spPr bwMode="auto">
            <a:xfrm rot="0" flipH="0" flipV="0">
              <a:off x="8445619" y="1787252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27545894" name="TextBox 107"/>
            <p:cNvSpPr txBox="1"/>
            <p:nvPr/>
          </p:nvSpPr>
          <p:spPr bwMode="auto">
            <a:xfrm rot="0" flipH="0" flipV="0">
              <a:off x="8445619" y="171492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570710994" name="Freeform 109"/>
            <p:cNvSpPr/>
            <p:nvPr/>
          </p:nvSpPr>
          <p:spPr bwMode="auto">
            <a:xfrm rot="0" flipH="0" flipV="0">
              <a:off x="6874416" y="1787252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018696609" name="TextBox 110"/>
            <p:cNvSpPr txBox="1"/>
            <p:nvPr/>
          </p:nvSpPr>
          <p:spPr bwMode="auto">
            <a:xfrm rot="0" flipH="0" flipV="0">
              <a:off x="6874416" y="171492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Notification address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061962632" name="AutoShape 111"/>
            <p:cNvSpPr/>
            <p:nvPr/>
          </p:nvSpPr>
          <p:spPr bwMode="auto">
            <a:xfrm>
              <a:off x="8243513" y="2031430"/>
              <a:ext cx="202104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01799493" name="AutoShape 112"/>
            <p:cNvSpPr/>
            <p:nvPr/>
          </p:nvSpPr>
          <p:spPr bwMode="auto">
            <a:xfrm>
              <a:off x="9128952" y="1514153"/>
              <a:ext cx="603" cy="257175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4732603" name="AutoShape 113"/>
            <p:cNvSpPr/>
            <p:nvPr/>
          </p:nvSpPr>
          <p:spPr bwMode="auto">
            <a:xfrm>
              <a:off x="788655" y="1514153"/>
              <a:ext cx="82" cy="257175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58450842" name="AutoShape 114"/>
            <p:cNvSpPr/>
            <p:nvPr/>
          </p:nvSpPr>
          <p:spPr bwMode="auto">
            <a:xfrm flipH="1">
              <a:off x="1176715" y="1588694"/>
              <a:ext cx="4165927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4873973" name="AutoShape 115"/>
            <p:cNvSpPr/>
            <p:nvPr/>
          </p:nvSpPr>
          <p:spPr bwMode="auto">
            <a:xfrm flipV="1">
              <a:off x="1199574" y="1588694"/>
              <a:ext cx="0" cy="182631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27861812" name="AutoShape 116"/>
            <p:cNvSpPr/>
            <p:nvPr/>
          </p:nvSpPr>
          <p:spPr bwMode="auto">
            <a:xfrm flipV="1">
              <a:off x="5342645" y="1565825"/>
              <a:ext cx="0" cy="20550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30808137" name="AutoShape 117"/>
            <p:cNvSpPr/>
            <p:nvPr/>
          </p:nvSpPr>
          <p:spPr bwMode="auto">
            <a:xfrm flipH="1">
              <a:off x="6148917" y="1589638"/>
              <a:ext cx="2569465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80645299" name="AutoShape 118"/>
            <p:cNvSpPr/>
            <p:nvPr/>
          </p:nvSpPr>
          <p:spPr bwMode="auto">
            <a:xfrm flipV="1">
              <a:off x="6148917" y="1565825"/>
              <a:ext cx="0" cy="206444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44021044" name="AutoShape 119"/>
            <p:cNvSpPr/>
            <p:nvPr/>
          </p:nvSpPr>
          <p:spPr bwMode="auto">
            <a:xfrm flipV="1">
              <a:off x="8718385" y="1565825"/>
              <a:ext cx="0" cy="20550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1717708" name="AutoShape 120"/>
            <p:cNvSpPr/>
            <p:nvPr/>
          </p:nvSpPr>
          <p:spPr bwMode="auto">
            <a:xfrm flipV="1">
              <a:off x="9128341" y="2291532"/>
              <a:ext cx="1827" cy="256626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46325123" name="AutoShape 121"/>
            <p:cNvSpPr/>
            <p:nvPr/>
          </p:nvSpPr>
          <p:spPr bwMode="auto">
            <a:xfrm flipH="1">
              <a:off x="5721470" y="2365560"/>
              <a:ext cx="3019776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790303789" name="AutoShape 122"/>
            <p:cNvSpPr/>
            <p:nvPr/>
          </p:nvSpPr>
          <p:spPr bwMode="auto">
            <a:xfrm flipH="1" flipV="1">
              <a:off x="5744972" y="2291532"/>
              <a:ext cx="0" cy="58101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5298650" name="AutoShape 123"/>
            <p:cNvSpPr/>
            <p:nvPr/>
          </p:nvSpPr>
          <p:spPr bwMode="auto">
            <a:xfrm flipV="1">
              <a:off x="8718385" y="2349634"/>
              <a:ext cx="0" cy="198522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73780646" name="AutoShape 124"/>
            <p:cNvSpPr/>
            <p:nvPr/>
          </p:nvSpPr>
          <p:spPr bwMode="auto">
            <a:xfrm flipH="1">
              <a:off x="8241509" y="2808261"/>
              <a:ext cx="202280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49649562" name=""/>
          <p:cNvGrpSpPr/>
          <p:nvPr/>
        </p:nvGrpSpPr>
        <p:grpSpPr bwMode="auto">
          <a:xfrm>
            <a:off x="708227" y="451873"/>
            <a:ext cx="10902257" cy="5803113"/>
            <a:chOff x="0" y="0"/>
            <a:chExt cx="10902257" cy="5803113"/>
          </a:xfrm>
        </p:grpSpPr>
        <p:sp>
          <p:nvSpPr>
            <p:cNvPr id="760810367" name="Freeform 27"/>
            <p:cNvSpPr/>
            <p:nvPr/>
          </p:nvSpPr>
          <p:spPr bwMode="auto">
            <a:xfrm rot="0" flipH="0" flipV="0">
              <a:off x="0" y="67746"/>
              <a:ext cx="4420475" cy="4608990"/>
            </a:xfrm>
            <a:custGeom>
              <a:avLst/>
              <a:gdLst/>
              <a:ahLst/>
              <a:cxnLst/>
              <a:rect l="l" t="t" r="r" b="b"/>
              <a:pathLst>
                <a:path w="1864513" h="1944027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944027"/>
                  </a:lnTo>
                  <a:lnTo>
                    <a:pt x="0" y="19440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881360984" name="TextBox 28"/>
            <p:cNvSpPr txBox="1"/>
            <p:nvPr/>
          </p:nvSpPr>
          <p:spPr bwMode="auto">
            <a:xfrm rot="0" flipH="0" flipV="0">
              <a:off x="0" y="0"/>
              <a:ext cx="4420475" cy="467674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7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400">
                <a:latin typeface="IBM Plex Sans"/>
                <a:cs typeface="IBM Plex Sans"/>
              </a:endParaRPr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</p:txBody>
        </p:sp>
        <p:sp>
          <p:nvSpPr>
            <p:cNvPr id="114904593" name="AutoShape 29"/>
            <p:cNvSpPr/>
            <p:nvPr/>
          </p:nvSpPr>
          <p:spPr bwMode="auto">
            <a:xfrm flipH="1">
              <a:off x="1473444" y="425554"/>
              <a:ext cx="0" cy="425118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70989071" name="AutoShape 30"/>
            <p:cNvSpPr/>
            <p:nvPr/>
          </p:nvSpPr>
          <p:spPr bwMode="auto">
            <a:xfrm>
              <a:off x="0" y="425554"/>
              <a:ext cx="4420476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20522214" name="AutoShape 31"/>
            <p:cNvSpPr/>
            <p:nvPr/>
          </p:nvSpPr>
          <p:spPr bwMode="auto">
            <a:xfrm>
              <a:off x="2943608" y="425554"/>
              <a:ext cx="3350" cy="425118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45335218" name="Freeform 33"/>
            <p:cNvSpPr/>
            <p:nvPr/>
          </p:nvSpPr>
          <p:spPr bwMode="auto">
            <a:xfrm rot="0" flipH="0" flipV="0">
              <a:off x="1567357" y="885804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53776423" name="TextBox 34"/>
            <p:cNvSpPr txBox="1"/>
            <p:nvPr/>
          </p:nvSpPr>
          <p:spPr bwMode="auto">
            <a:xfrm rot="0" flipH="0" flipV="0">
              <a:off x="1567357" y="818056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33893382" name="TextBox 35"/>
            <p:cNvSpPr txBox="1"/>
            <p:nvPr/>
          </p:nvSpPr>
          <p:spPr bwMode="auto">
            <a:xfrm>
              <a:off x="0" y="448895"/>
              <a:ext cx="1474882" cy="1666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06234592" name="TextBox 36"/>
            <p:cNvSpPr txBox="1"/>
            <p:nvPr/>
          </p:nvSpPr>
          <p:spPr bwMode="auto">
            <a:xfrm>
              <a:off x="1473517" y="448895"/>
              <a:ext cx="1474882" cy="1666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08460734" name="TextBox 37"/>
            <p:cNvSpPr txBox="1"/>
            <p:nvPr/>
          </p:nvSpPr>
          <p:spPr bwMode="auto">
            <a:xfrm>
              <a:off x="2948067" y="448893"/>
              <a:ext cx="1475241" cy="1666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73320216" name="Freeform 42"/>
            <p:cNvSpPr/>
            <p:nvPr/>
          </p:nvSpPr>
          <p:spPr bwMode="auto">
            <a:xfrm rot="0" flipH="0" flipV="0">
              <a:off x="6341362" y="67746"/>
              <a:ext cx="4420475" cy="4608990"/>
            </a:xfrm>
            <a:custGeom>
              <a:avLst/>
              <a:gdLst/>
              <a:ahLst/>
              <a:cxnLst/>
              <a:rect l="l" t="t" r="r" b="b"/>
              <a:pathLst>
                <a:path w="1864513" h="1944027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944027"/>
                  </a:lnTo>
                  <a:lnTo>
                    <a:pt x="0" y="19440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35020112" name="TextBox 43"/>
            <p:cNvSpPr txBox="1"/>
            <p:nvPr/>
          </p:nvSpPr>
          <p:spPr bwMode="auto">
            <a:xfrm rot="0" flipH="0" flipV="0">
              <a:off x="6341362" y="0"/>
              <a:ext cx="4420475" cy="467674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7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</p:txBody>
        </p:sp>
        <p:sp>
          <p:nvSpPr>
            <p:cNvPr id="1770510175" name="AutoShape 44"/>
            <p:cNvSpPr/>
            <p:nvPr/>
          </p:nvSpPr>
          <p:spPr bwMode="auto">
            <a:xfrm>
              <a:off x="6341364" y="425554"/>
              <a:ext cx="4420476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32522779" name="AutoShape 45"/>
            <p:cNvSpPr/>
            <p:nvPr/>
          </p:nvSpPr>
          <p:spPr bwMode="auto">
            <a:xfrm>
              <a:off x="7814808" y="425554"/>
              <a:ext cx="0" cy="425118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83790351" name="AutoShape 46"/>
            <p:cNvSpPr/>
            <p:nvPr/>
          </p:nvSpPr>
          <p:spPr bwMode="auto">
            <a:xfrm>
              <a:off x="9284969" y="425554"/>
              <a:ext cx="3350" cy="425118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79904940" name="Freeform 48"/>
            <p:cNvSpPr/>
            <p:nvPr/>
          </p:nvSpPr>
          <p:spPr bwMode="auto">
            <a:xfrm rot="0" flipH="0" flipV="0">
              <a:off x="7908717" y="885804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59418770" name="TextBox 49"/>
            <p:cNvSpPr txBox="1"/>
            <p:nvPr/>
          </p:nvSpPr>
          <p:spPr bwMode="auto">
            <a:xfrm rot="0" flipH="0" flipV="0">
              <a:off x="7908717" y="818056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87014087" name="TextBox 50"/>
            <p:cNvSpPr txBox="1"/>
            <p:nvPr/>
          </p:nvSpPr>
          <p:spPr bwMode="auto">
            <a:xfrm>
              <a:off x="6341362" y="448893"/>
              <a:ext cx="1475241" cy="1666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211530573" name="TextBox 51"/>
            <p:cNvSpPr txBox="1"/>
            <p:nvPr/>
          </p:nvSpPr>
          <p:spPr bwMode="auto">
            <a:xfrm>
              <a:off x="7814877" y="448895"/>
              <a:ext cx="1474882" cy="1666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146078094" name="TextBox 52"/>
            <p:cNvSpPr txBox="1"/>
            <p:nvPr/>
          </p:nvSpPr>
          <p:spPr bwMode="auto">
            <a:xfrm>
              <a:off x="9289430" y="448895"/>
              <a:ext cx="1474882" cy="1666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31879437" name="Freeform 54"/>
            <p:cNvSpPr/>
            <p:nvPr/>
          </p:nvSpPr>
          <p:spPr bwMode="auto">
            <a:xfrm rot="0" flipH="0" flipV="0">
              <a:off x="7908717" y="2341527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69758804" name="TextBox 55"/>
            <p:cNvSpPr txBox="1"/>
            <p:nvPr/>
          </p:nvSpPr>
          <p:spPr bwMode="auto">
            <a:xfrm rot="0" flipH="0" flipV="0">
              <a:off x="7908717" y="2273779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K0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2947587" name="Freeform 57"/>
            <p:cNvSpPr/>
            <p:nvPr/>
          </p:nvSpPr>
          <p:spPr bwMode="auto">
            <a:xfrm rot="0" flipH="0" flipV="0">
              <a:off x="6436915" y="2341527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1349834" name="TextBox 58"/>
            <p:cNvSpPr txBox="1"/>
            <p:nvPr/>
          </p:nvSpPr>
          <p:spPr bwMode="auto">
            <a:xfrm rot="0" flipH="0" flipV="0">
              <a:off x="6436915" y="2273779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Payment address K0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802056" name="Freeform 60"/>
            <p:cNvSpPr/>
            <p:nvPr/>
          </p:nvSpPr>
          <p:spPr bwMode="auto">
            <a:xfrm rot="0" flipH="0" flipV="0">
              <a:off x="9384982" y="2341527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454297293" name="TextBox 61"/>
            <p:cNvSpPr txBox="1"/>
            <p:nvPr/>
          </p:nvSpPr>
          <p:spPr bwMode="auto">
            <a:xfrm rot="0" flipH="0" flipV="0">
              <a:off x="9384982" y="2273779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endParaRPr/>
            </a:p>
          </p:txBody>
        </p:sp>
        <p:sp>
          <p:nvSpPr>
            <p:cNvPr id="1360455499" name="Freeform 63"/>
            <p:cNvSpPr/>
            <p:nvPr/>
          </p:nvSpPr>
          <p:spPr bwMode="auto">
            <a:xfrm rot="0" flipH="0" flipV="0">
              <a:off x="9384982" y="1613920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1060039789" name="TextBox 64"/>
            <p:cNvSpPr txBox="1"/>
            <p:nvPr/>
          </p:nvSpPr>
          <p:spPr bwMode="auto">
            <a:xfrm rot="0" flipH="0" flipV="0">
              <a:off x="9384982" y="1546173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endParaRPr/>
            </a:p>
          </p:txBody>
        </p:sp>
        <p:sp>
          <p:nvSpPr>
            <p:cNvPr id="1254331887" name="Freeform 66"/>
            <p:cNvSpPr/>
            <p:nvPr/>
          </p:nvSpPr>
          <p:spPr bwMode="auto">
            <a:xfrm rot="0" flipH="0" flipV="0">
              <a:off x="4739749" y="1613920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63763668" name="TextBox 67"/>
            <p:cNvSpPr txBox="1"/>
            <p:nvPr/>
          </p:nvSpPr>
          <p:spPr bwMode="auto">
            <a:xfrm rot="0" flipH="0" flipV="0">
              <a:off x="4739749" y="1546173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s #0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20847150" name="AutoShape 68"/>
            <p:cNvSpPr/>
            <p:nvPr/>
          </p:nvSpPr>
          <p:spPr bwMode="auto">
            <a:xfrm>
              <a:off x="1379772" y="1129423"/>
              <a:ext cx="187584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0427918" name="AutoShape 69"/>
            <p:cNvSpPr/>
            <p:nvPr/>
          </p:nvSpPr>
          <p:spPr bwMode="auto">
            <a:xfrm>
              <a:off x="5982029" y="5385748"/>
              <a:ext cx="731376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439068248" name="AutoShape 70"/>
            <p:cNvSpPr/>
            <p:nvPr/>
          </p:nvSpPr>
          <p:spPr bwMode="auto">
            <a:xfrm flipH="1">
              <a:off x="602470" y="5394955"/>
              <a:ext cx="734913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335416684" name="AutoShape 71"/>
            <p:cNvSpPr/>
            <p:nvPr/>
          </p:nvSpPr>
          <p:spPr bwMode="auto">
            <a:xfrm>
              <a:off x="600593" y="5055009"/>
              <a:ext cx="733253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733922031" name="AutoShape 72"/>
            <p:cNvSpPr/>
            <p:nvPr/>
          </p:nvSpPr>
          <p:spPr bwMode="auto">
            <a:xfrm flipH="1">
              <a:off x="602470" y="5732750"/>
              <a:ext cx="734913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100396717" name="AutoShape 73"/>
            <p:cNvSpPr/>
            <p:nvPr/>
          </p:nvSpPr>
          <p:spPr bwMode="auto">
            <a:xfrm flipH="1">
              <a:off x="5982029" y="5050286"/>
              <a:ext cx="734913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715588759" name="TextBox 74"/>
            <p:cNvSpPr txBox="1"/>
            <p:nvPr/>
          </p:nvSpPr>
          <p:spPr bwMode="auto">
            <a:xfrm>
              <a:off x="4644716" y="448895"/>
              <a:ext cx="1474882" cy="1666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Shared secrets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09962641" name="TextBox 75"/>
            <p:cNvSpPr txBox="1"/>
            <p:nvPr/>
          </p:nvSpPr>
          <p:spPr bwMode="auto">
            <a:xfrm>
              <a:off x="1631088" y="4942572"/>
              <a:ext cx="3895209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1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Child key derivation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43406945" name="TextBox 76"/>
            <p:cNvSpPr txBox="1"/>
            <p:nvPr/>
          </p:nvSpPr>
          <p:spPr bwMode="auto">
            <a:xfrm>
              <a:off x="1631088" y="5282517"/>
              <a:ext cx="3893409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1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Bitcoin </a:t>
              </a:r>
              <a:r>
                <a:rPr lang="en-US" sz="1600" b="1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transaction 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24364723" name="TextBox 77"/>
            <p:cNvSpPr txBox="1"/>
            <p:nvPr/>
          </p:nvSpPr>
          <p:spPr bwMode="auto">
            <a:xfrm>
              <a:off x="1631088" y="5619747"/>
              <a:ext cx="3891609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1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ECDH + SHA256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38554654" name="TextBox 78"/>
            <p:cNvSpPr txBox="1"/>
            <p:nvPr/>
          </p:nvSpPr>
          <p:spPr bwMode="auto">
            <a:xfrm>
              <a:off x="7010649" y="4942572"/>
              <a:ext cx="3710214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1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Point addition on elliptic curves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70510888" name="TextBox 79"/>
            <p:cNvSpPr txBox="1"/>
            <p:nvPr/>
          </p:nvSpPr>
          <p:spPr bwMode="auto">
            <a:xfrm>
              <a:off x="7010649" y="5279801"/>
              <a:ext cx="3891609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1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 derivation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9828791" name="Freeform 81"/>
            <p:cNvSpPr/>
            <p:nvPr/>
          </p:nvSpPr>
          <p:spPr bwMode="auto">
            <a:xfrm rot="0" flipH="0" flipV="0">
              <a:off x="1567593" y="1613920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31285401" name="TextBox 82"/>
            <p:cNvSpPr txBox="1"/>
            <p:nvPr/>
          </p:nvSpPr>
          <p:spPr bwMode="auto">
            <a:xfrm rot="0" flipH="0" flipV="0">
              <a:off x="1567593" y="1546173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A #0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90274790" name="Freeform 84"/>
            <p:cNvSpPr/>
            <p:nvPr/>
          </p:nvSpPr>
          <p:spPr bwMode="auto">
            <a:xfrm rot="0" flipH="0" flipV="0">
              <a:off x="97666" y="1613920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76549166" name="TextBox 85"/>
            <p:cNvSpPr txBox="1"/>
            <p:nvPr/>
          </p:nvSpPr>
          <p:spPr bwMode="auto">
            <a:xfrm rot="0" flipH="0" flipV="0">
              <a:off x="97666" y="1546173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a #0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13145956" name="AutoShape 86"/>
            <p:cNvSpPr/>
            <p:nvPr/>
          </p:nvSpPr>
          <p:spPr bwMode="auto">
            <a:xfrm>
              <a:off x="1380007" y="1857543"/>
              <a:ext cx="187584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24250710" name="Freeform 88"/>
            <p:cNvSpPr/>
            <p:nvPr/>
          </p:nvSpPr>
          <p:spPr bwMode="auto">
            <a:xfrm rot="0" flipH="0" flipV="0">
              <a:off x="7910431" y="1613920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92177912" name="TextBox 89"/>
            <p:cNvSpPr txBox="1"/>
            <p:nvPr/>
          </p:nvSpPr>
          <p:spPr bwMode="auto">
            <a:xfrm rot="0" flipH="0" flipV="0">
              <a:off x="7910431" y="1546173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B #0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51861070" name="Freeform 91"/>
            <p:cNvSpPr/>
            <p:nvPr/>
          </p:nvSpPr>
          <p:spPr bwMode="auto">
            <a:xfrm rot="0" flipH="0" flipV="0">
              <a:off x="6438790" y="1613920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38426322" name="TextBox 92"/>
            <p:cNvSpPr txBox="1"/>
            <p:nvPr/>
          </p:nvSpPr>
          <p:spPr bwMode="auto">
            <a:xfrm rot="0" flipH="0" flipV="0">
              <a:off x="6438790" y="1546173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Notification address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25334609" name="AutoShape 93"/>
            <p:cNvSpPr/>
            <p:nvPr/>
          </p:nvSpPr>
          <p:spPr bwMode="auto">
            <a:xfrm>
              <a:off x="7721131" y="1857543"/>
              <a:ext cx="189297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37489758" name="AutoShape 94"/>
            <p:cNvSpPr/>
            <p:nvPr/>
          </p:nvSpPr>
          <p:spPr bwMode="auto">
            <a:xfrm flipH="1">
              <a:off x="9190540" y="3313264"/>
              <a:ext cx="194441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78580102" name="AutoShape 95"/>
            <p:cNvSpPr/>
            <p:nvPr/>
          </p:nvSpPr>
          <p:spPr bwMode="auto">
            <a:xfrm>
              <a:off x="738680" y="1373044"/>
              <a:ext cx="76" cy="240876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15564839" name="AutoShape 96"/>
            <p:cNvSpPr/>
            <p:nvPr/>
          </p:nvSpPr>
          <p:spPr bwMode="auto">
            <a:xfrm flipH="1">
              <a:off x="1102149" y="1442862"/>
              <a:ext cx="2604051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42083618" name="AutoShape 97"/>
            <p:cNvSpPr/>
            <p:nvPr/>
          </p:nvSpPr>
          <p:spPr bwMode="auto">
            <a:xfrm flipV="1">
              <a:off x="1123560" y="1442862"/>
              <a:ext cx="0" cy="171058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25579228" name="AutoShape 98"/>
            <p:cNvSpPr/>
            <p:nvPr/>
          </p:nvSpPr>
          <p:spPr bwMode="auto">
            <a:xfrm flipV="1">
              <a:off x="5004087" y="2873373"/>
              <a:ext cx="0" cy="196268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78053960" name="AutoShape 99"/>
            <p:cNvSpPr/>
            <p:nvPr/>
          </p:nvSpPr>
          <p:spPr bwMode="auto">
            <a:xfrm flipV="1">
              <a:off x="8549370" y="3556882"/>
              <a:ext cx="0" cy="240876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19533382" name="AutoShape 100"/>
            <p:cNvSpPr/>
            <p:nvPr/>
          </p:nvSpPr>
          <p:spPr bwMode="auto">
            <a:xfrm flipH="1">
              <a:off x="1377376" y="4041382"/>
              <a:ext cx="189462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04041770" name="Freeform 102"/>
            <p:cNvSpPr/>
            <p:nvPr/>
          </p:nvSpPr>
          <p:spPr bwMode="auto">
            <a:xfrm rot="0" flipH="0" flipV="0">
              <a:off x="1566838" y="379776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95559843" name="TextBox 103"/>
            <p:cNvSpPr txBox="1"/>
            <p:nvPr/>
          </p:nvSpPr>
          <p:spPr bwMode="auto">
            <a:xfrm rot="0" flipH="0" flipV="0">
              <a:off x="1566838" y="3730015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Other public key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807781" name="Freeform 105"/>
            <p:cNvSpPr/>
            <p:nvPr/>
          </p:nvSpPr>
          <p:spPr bwMode="auto">
            <a:xfrm rot="0" flipH="0" flipV="0">
              <a:off x="95034" y="379776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5112665" name="TextBox 106"/>
            <p:cNvSpPr txBox="1"/>
            <p:nvPr/>
          </p:nvSpPr>
          <p:spPr bwMode="auto">
            <a:xfrm rot="0" flipH="0" flipV="0">
              <a:off x="95034" y="3730015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Other private key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33095674" name="Freeform 108"/>
            <p:cNvSpPr/>
            <p:nvPr/>
          </p:nvSpPr>
          <p:spPr bwMode="auto">
            <a:xfrm rot="0" flipH="0" flipV="0">
              <a:off x="3043102" y="379776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61771056" name="TextBox 109"/>
            <p:cNvSpPr txBox="1"/>
            <p:nvPr/>
          </p:nvSpPr>
          <p:spPr bwMode="auto">
            <a:xfrm rot="0" flipH="0" flipV="0">
              <a:off x="3043102" y="3730015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Other address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25037369" name="Freeform 111"/>
            <p:cNvSpPr/>
            <p:nvPr/>
          </p:nvSpPr>
          <p:spPr bwMode="auto">
            <a:xfrm rot="0" flipH="0" flipV="0">
              <a:off x="7908199" y="379776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47123268" name="TextBox 112"/>
            <p:cNvSpPr txBox="1"/>
            <p:nvPr/>
          </p:nvSpPr>
          <p:spPr bwMode="auto">
            <a:xfrm rot="0" flipH="0" flipV="0">
              <a:off x="7908199" y="3730015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44227327" name="Freeform 114"/>
            <p:cNvSpPr/>
            <p:nvPr/>
          </p:nvSpPr>
          <p:spPr bwMode="auto">
            <a:xfrm rot="0" flipH="0" flipV="0">
              <a:off x="6436396" y="379776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73774784" name="TextBox 115"/>
            <p:cNvSpPr txBox="1"/>
            <p:nvPr/>
          </p:nvSpPr>
          <p:spPr bwMode="auto">
            <a:xfrm rot="0" flipH="0" flipV="0">
              <a:off x="6436396" y="3730015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address K1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78484979" name="Freeform 117"/>
            <p:cNvSpPr/>
            <p:nvPr/>
          </p:nvSpPr>
          <p:spPr bwMode="auto">
            <a:xfrm rot="0" flipH="0" flipV="0">
              <a:off x="9384463" y="379776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1710184804" name="TextBox 118"/>
            <p:cNvSpPr txBox="1"/>
            <p:nvPr/>
          </p:nvSpPr>
          <p:spPr bwMode="auto">
            <a:xfrm rot="0" flipH="0" flipV="0">
              <a:off x="9384463" y="3730015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endParaRPr/>
            </a:p>
          </p:txBody>
        </p:sp>
        <p:sp>
          <p:nvSpPr>
            <p:cNvPr id="1720013979" name="AutoShape 119"/>
            <p:cNvSpPr/>
            <p:nvPr/>
          </p:nvSpPr>
          <p:spPr bwMode="auto">
            <a:xfrm flipH="1">
              <a:off x="4325443" y="4041382"/>
              <a:ext cx="2110952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3587932" name="Freeform 121"/>
            <p:cNvSpPr/>
            <p:nvPr/>
          </p:nvSpPr>
          <p:spPr bwMode="auto">
            <a:xfrm rot="0" flipH="0" flipV="0">
              <a:off x="4739231" y="379776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13024174" name="TextBox 122"/>
            <p:cNvSpPr txBox="1"/>
            <p:nvPr/>
          </p:nvSpPr>
          <p:spPr bwMode="auto">
            <a:xfrm rot="0" flipH="0" flipV="0">
              <a:off x="4739231" y="3730015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Second payment BIP47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71460355" name="AutoShape 123"/>
            <p:cNvSpPr/>
            <p:nvPr/>
          </p:nvSpPr>
          <p:spPr bwMode="auto">
            <a:xfrm flipH="1">
              <a:off x="2849177" y="4041382"/>
              <a:ext cx="193923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48296151" name="AutoShape 124"/>
            <p:cNvSpPr/>
            <p:nvPr/>
          </p:nvSpPr>
          <p:spPr bwMode="auto">
            <a:xfrm flipH="1">
              <a:off x="7718737" y="4041382"/>
              <a:ext cx="189462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03852829" name="Freeform 126"/>
            <p:cNvSpPr/>
            <p:nvPr/>
          </p:nvSpPr>
          <p:spPr bwMode="auto">
            <a:xfrm rot="0" flipH="0" flipV="0">
              <a:off x="7908199" y="306964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17266083" name="TextBox 127"/>
            <p:cNvSpPr txBox="1"/>
            <p:nvPr/>
          </p:nvSpPr>
          <p:spPr bwMode="auto">
            <a:xfrm rot="0" flipH="0" flipV="0">
              <a:off x="7908199" y="3001896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 #1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43578123" name="AutoShape 128"/>
            <p:cNvSpPr/>
            <p:nvPr/>
          </p:nvSpPr>
          <p:spPr bwMode="auto">
            <a:xfrm>
              <a:off x="7719255" y="2585145"/>
              <a:ext cx="189462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52121898" name="Freeform 130"/>
            <p:cNvSpPr/>
            <p:nvPr/>
          </p:nvSpPr>
          <p:spPr bwMode="auto">
            <a:xfrm rot="0" flipH="0" flipV="0">
              <a:off x="4740267" y="306964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59016555" name="TextBox 131"/>
            <p:cNvSpPr txBox="1"/>
            <p:nvPr/>
          </p:nvSpPr>
          <p:spPr bwMode="auto">
            <a:xfrm rot="0" flipH="0" flipV="0">
              <a:off x="4740267" y="3001896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 #1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64841869" name="AutoShape 132"/>
            <p:cNvSpPr/>
            <p:nvPr/>
          </p:nvSpPr>
          <p:spPr bwMode="auto">
            <a:xfrm flipH="1">
              <a:off x="5358907" y="3611819"/>
              <a:ext cx="2828416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72583605" name="AutoShape 133"/>
            <p:cNvSpPr/>
            <p:nvPr/>
          </p:nvSpPr>
          <p:spPr bwMode="auto">
            <a:xfrm flipV="1">
              <a:off x="5380920" y="3557398"/>
              <a:ext cx="0" cy="54419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8635334" name="AutoShape 134"/>
            <p:cNvSpPr/>
            <p:nvPr/>
          </p:nvSpPr>
          <p:spPr bwMode="auto">
            <a:xfrm flipV="1">
              <a:off x="8165911" y="3611819"/>
              <a:ext cx="0" cy="185942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3781374" name="AutoShape 135"/>
            <p:cNvSpPr/>
            <p:nvPr/>
          </p:nvSpPr>
          <p:spPr bwMode="auto">
            <a:xfrm flipH="1">
              <a:off x="5759269" y="2895675"/>
              <a:ext cx="2406641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78025004" name="AutoShape 136"/>
            <p:cNvSpPr/>
            <p:nvPr/>
          </p:nvSpPr>
          <p:spPr bwMode="auto">
            <a:xfrm flipV="1">
              <a:off x="5759269" y="2873373"/>
              <a:ext cx="0" cy="193361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77272125" name="AutoShape 137"/>
            <p:cNvSpPr/>
            <p:nvPr/>
          </p:nvSpPr>
          <p:spPr bwMode="auto">
            <a:xfrm flipV="1">
              <a:off x="8165911" y="2873373"/>
              <a:ext cx="0" cy="192478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1557365" name="AutoShape 138"/>
            <p:cNvSpPr/>
            <p:nvPr/>
          </p:nvSpPr>
          <p:spPr bwMode="auto">
            <a:xfrm flipH="1">
              <a:off x="3659806" y="2895675"/>
              <a:ext cx="1344280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1510852" name="AutoShape 139"/>
            <p:cNvSpPr/>
            <p:nvPr/>
          </p:nvSpPr>
          <p:spPr bwMode="auto">
            <a:xfrm flipV="1">
              <a:off x="3684274" y="1442862"/>
              <a:ext cx="0" cy="1452813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57644897" name="AutoShape 140"/>
            <p:cNvSpPr/>
            <p:nvPr/>
          </p:nvSpPr>
          <p:spPr bwMode="auto">
            <a:xfrm flipV="1">
              <a:off x="9191057" y="1129423"/>
              <a:ext cx="193923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47458150" name="Freeform 142"/>
            <p:cNvSpPr/>
            <p:nvPr/>
          </p:nvSpPr>
          <p:spPr bwMode="auto">
            <a:xfrm rot="0" flipH="0" flipV="0">
              <a:off x="9381997" y="3065851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54085188" name="TextBox 143"/>
            <p:cNvSpPr txBox="1"/>
            <p:nvPr/>
          </p:nvSpPr>
          <p:spPr bwMode="auto">
            <a:xfrm rot="0" flipH="0" flipV="0">
              <a:off x="9381997" y="2998104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endParaRPr/>
            </a:p>
          </p:txBody>
        </p:sp>
        <p:sp>
          <p:nvSpPr>
            <p:cNvPr id="1124322071" name="Freeform 145"/>
            <p:cNvSpPr/>
            <p:nvPr/>
          </p:nvSpPr>
          <p:spPr bwMode="auto">
            <a:xfrm rot="0" flipH="0" flipV="0">
              <a:off x="9384982" y="885804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1666730732" name="TextBox 146"/>
            <p:cNvSpPr txBox="1"/>
            <p:nvPr/>
          </p:nvSpPr>
          <p:spPr bwMode="auto">
            <a:xfrm rot="0" flipH="0" flipV="0">
              <a:off x="9384982" y="818056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endParaRPr/>
            </a:p>
          </p:txBody>
        </p:sp>
        <p:sp>
          <p:nvSpPr>
            <p:cNvPr id="2033375712" name="AutoShape 147"/>
            <p:cNvSpPr/>
            <p:nvPr/>
          </p:nvSpPr>
          <p:spPr bwMode="auto">
            <a:xfrm flipV="1">
              <a:off x="9384982" y="1108012"/>
              <a:ext cx="0" cy="223023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02229411" name=""/>
            <p:cNvGrpSpPr/>
            <p:nvPr/>
          </p:nvGrpSpPr>
          <p:grpSpPr bwMode="auto">
            <a:xfrm>
              <a:off x="95034" y="843246"/>
              <a:ext cx="1282336" cy="554984"/>
              <a:chOff x="0" y="0"/>
              <a:chExt cx="1282336" cy="554984"/>
            </a:xfrm>
          </p:grpSpPr>
          <p:sp>
            <p:nvSpPr>
              <p:cNvPr id="500002838" name="Freeform 39"/>
              <p:cNvSpPr/>
              <p:nvPr/>
            </p:nvSpPr>
            <p:spPr bwMode="auto">
              <a:xfrm rot="0" flipH="0" flipV="0">
                <a:off x="0" y="67746"/>
                <a:ext cx="1282338" cy="487237"/>
              </a:xfrm>
              <a:custGeom>
                <a:avLst/>
                <a:gdLst/>
                <a:ahLst/>
                <a:cxnLst/>
                <a:rect l="l" t="t" r="r" b="b"/>
                <a:pathLst>
                  <a:path w="540878" h="205513" fill="norm" stroke="1" extrusionOk="0">
                    <a:moveTo>
                      <a:pt x="0" y="0"/>
                    </a:moveTo>
                    <a:lnTo>
                      <a:pt x="540878" y="0"/>
                    </a:lnTo>
                    <a:lnTo>
                      <a:pt x="540878" y="205513"/>
                    </a:lnTo>
                    <a:lnTo>
                      <a:pt x="0" y="205513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66436179" name="TextBox 40"/>
              <p:cNvSpPr txBox="1"/>
              <p:nvPr/>
            </p:nvSpPr>
            <p:spPr bwMode="auto">
              <a:xfrm rot="0" flipH="0" flipV="0">
                <a:off x="0" y="0"/>
                <a:ext cx="1282338" cy="5549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398"/>
                  </a:lnSpc>
                  <a:defRPr/>
                </a:pPr>
                <a:r>
                  <a:rPr lang="en-US" sz="1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Master key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5607893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8595" y="220700"/>
            <a:ext cx="12058233" cy="64700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73020029" name=""/>
          <p:cNvGrpSpPr/>
          <p:nvPr/>
        </p:nvGrpSpPr>
        <p:grpSpPr bwMode="auto">
          <a:xfrm>
            <a:off x="707303" y="642746"/>
            <a:ext cx="10903540" cy="5816346"/>
            <a:chOff x="0" y="0"/>
            <a:chExt cx="10903540" cy="5816346"/>
          </a:xfrm>
        </p:grpSpPr>
        <p:sp>
          <p:nvSpPr>
            <p:cNvPr id="996424954" name="Freeform 27"/>
            <p:cNvSpPr/>
            <p:nvPr/>
          </p:nvSpPr>
          <p:spPr bwMode="auto">
            <a:xfrm rot="0" flipH="0" flipV="0">
              <a:off x="0" y="68016"/>
              <a:ext cx="4438125" cy="4627391"/>
            </a:xfrm>
            <a:custGeom>
              <a:avLst/>
              <a:gdLst/>
              <a:ahLst/>
              <a:cxnLst/>
              <a:rect l="l" t="t" r="r" b="b"/>
              <a:pathLst>
                <a:path w="1864513" h="1944027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944027"/>
                  </a:lnTo>
                  <a:lnTo>
                    <a:pt x="0" y="19440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432514489" name="TextBox 28"/>
            <p:cNvSpPr txBox="1"/>
            <p:nvPr/>
          </p:nvSpPr>
          <p:spPr bwMode="auto">
            <a:xfrm rot="0" flipH="0" flipV="0">
              <a:off x="0" y="0"/>
              <a:ext cx="4438125" cy="469541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7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400">
                <a:latin typeface="IBM Plex Sans"/>
                <a:cs typeface="IBM Plex Sans"/>
              </a:endParaRPr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</p:txBody>
        </p:sp>
        <p:sp>
          <p:nvSpPr>
            <p:cNvPr id="1484834561" name="AutoShape 29"/>
            <p:cNvSpPr/>
            <p:nvPr/>
          </p:nvSpPr>
          <p:spPr bwMode="auto">
            <a:xfrm flipH="1">
              <a:off x="1479327" y="427255"/>
              <a:ext cx="0" cy="4268155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1342361" name="AutoShape 30"/>
            <p:cNvSpPr/>
            <p:nvPr/>
          </p:nvSpPr>
          <p:spPr bwMode="auto">
            <a:xfrm>
              <a:off x="0" y="427255"/>
              <a:ext cx="4438125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3693702" name="AutoShape 31"/>
            <p:cNvSpPr/>
            <p:nvPr/>
          </p:nvSpPr>
          <p:spPr bwMode="auto">
            <a:xfrm>
              <a:off x="2955361" y="427255"/>
              <a:ext cx="3366" cy="4268155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44031477" name="Freeform 33"/>
            <p:cNvSpPr/>
            <p:nvPr/>
          </p:nvSpPr>
          <p:spPr bwMode="auto">
            <a:xfrm rot="0" flipH="0" flipV="0">
              <a:off x="1573614" y="905245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105621518" name="TextBox 34"/>
            <p:cNvSpPr txBox="1"/>
            <p:nvPr/>
          </p:nvSpPr>
          <p:spPr bwMode="auto">
            <a:xfrm rot="0" flipH="0" flipV="0">
              <a:off x="1573614" y="837227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27072987" name="TextBox 35"/>
            <p:cNvSpPr txBox="1"/>
            <p:nvPr/>
          </p:nvSpPr>
          <p:spPr bwMode="auto">
            <a:xfrm>
              <a:off x="0" y="450801"/>
              <a:ext cx="1480766" cy="16749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15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004953556" name="TextBox 36"/>
            <p:cNvSpPr txBox="1"/>
            <p:nvPr/>
          </p:nvSpPr>
          <p:spPr bwMode="auto">
            <a:xfrm>
              <a:off x="1479399" y="450801"/>
              <a:ext cx="1480766" cy="16749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15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56147096" name="TextBox 37"/>
            <p:cNvSpPr txBox="1"/>
            <p:nvPr/>
          </p:nvSpPr>
          <p:spPr bwMode="auto">
            <a:xfrm>
              <a:off x="2959838" y="450801"/>
              <a:ext cx="1481125" cy="16749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15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487048741" name="Freeform 39"/>
            <p:cNvSpPr/>
            <p:nvPr/>
          </p:nvSpPr>
          <p:spPr bwMode="auto">
            <a:xfrm rot="0" flipH="0" flipV="0">
              <a:off x="6366683" y="68016"/>
              <a:ext cx="4438125" cy="4627391"/>
            </a:xfrm>
            <a:custGeom>
              <a:avLst/>
              <a:gdLst/>
              <a:ahLst/>
              <a:cxnLst/>
              <a:rect l="l" t="t" r="r" b="b"/>
              <a:pathLst>
                <a:path w="1864513" h="1944027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944027"/>
                  </a:lnTo>
                  <a:lnTo>
                    <a:pt x="0" y="19440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312638335" name="TextBox 40"/>
            <p:cNvSpPr txBox="1"/>
            <p:nvPr/>
          </p:nvSpPr>
          <p:spPr bwMode="auto">
            <a:xfrm rot="0" flipH="0" flipV="0">
              <a:off x="6366683" y="0"/>
              <a:ext cx="4438125" cy="469541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7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400">
                <a:latin typeface="IBM Plex Sans"/>
                <a:cs typeface="IBM Plex Sans"/>
              </a:endParaRPr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</p:txBody>
        </p:sp>
        <p:sp>
          <p:nvSpPr>
            <p:cNvPr id="1721920855" name="AutoShape 41"/>
            <p:cNvSpPr/>
            <p:nvPr/>
          </p:nvSpPr>
          <p:spPr bwMode="auto">
            <a:xfrm>
              <a:off x="6366683" y="427255"/>
              <a:ext cx="4438125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0462839" name="AutoShape 42"/>
            <p:cNvSpPr/>
            <p:nvPr/>
          </p:nvSpPr>
          <p:spPr bwMode="auto">
            <a:xfrm>
              <a:off x="7846011" y="427255"/>
              <a:ext cx="0" cy="4268155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13463821" name="AutoShape 43"/>
            <p:cNvSpPr/>
            <p:nvPr/>
          </p:nvSpPr>
          <p:spPr bwMode="auto">
            <a:xfrm>
              <a:off x="9322043" y="427255"/>
              <a:ext cx="3366" cy="4268155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704654" name="Freeform 45"/>
            <p:cNvSpPr/>
            <p:nvPr/>
          </p:nvSpPr>
          <p:spPr bwMode="auto">
            <a:xfrm rot="0" flipH="0" flipV="0">
              <a:off x="7940296" y="905245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419010908" name="TextBox 46"/>
            <p:cNvSpPr txBox="1"/>
            <p:nvPr/>
          </p:nvSpPr>
          <p:spPr bwMode="auto">
            <a:xfrm rot="0" flipH="0" flipV="0">
              <a:off x="7940296" y="837227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Payment address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284546360" name="TextBox 47"/>
            <p:cNvSpPr txBox="1"/>
            <p:nvPr/>
          </p:nvSpPr>
          <p:spPr bwMode="auto">
            <a:xfrm>
              <a:off x="6366683" y="450801"/>
              <a:ext cx="1481125" cy="16749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15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2004124" name="TextBox 48"/>
            <p:cNvSpPr txBox="1"/>
            <p:nvPr/>
          </p:nvSpPr>
          <p:spPr bwMode="auto">
            <a:xfrm>
              <a:off x="7846083" y="450801"/>
              <a:ext cx="1480766" cy="16749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15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25270408" name="TextBox 49"/>
            <p:cNvSpPr txBox="1"/>
            <p:nvPr/>
          </p:nvSpPr>
          <p:spPr bwMode="auto">
            <a:xfrm>
              <a:off x="9326522" y="450801"/>
              <a:ext cx="1480766" cy="16749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15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78134182" name="Freeform 51"/>
            <p:cNvSpPr/>
            <p:nvPr/>
          </p:nvSpPr>
          <p:spPr bwMode="auto">
            <a:xfrm rot="0" flipH="0" flipV="0">
              <a:off x="7940296" y="2350873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0748852" name="TextBox 52"/>
            <p:cNvSpPr txBox="1"/>
            <p:nvPr/>
          </p:nvSpPr>
          <p:spPr bwMode="auto">
            <a:xfrm rot="0" flipH="0" flipV="0">
              <a:off x="7940296" y="2282855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20401888" name="Freeform 54"/>
            <p:cNvSpPr/>
            <p:nvPr/>
          </p:nvSpPr>
          <p:spPr bwMode="auto">
            <a:xfrm rot="0" flipH="0" flipV="0">
              <a:off x="6462615" y="2350873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97131464" name="TextBox 55"/>
            <p:cNvSpPr txBox="1"/>
            <p:nvPr/>
          </p:nvSpPr>
          <p:spPr bwMode="auto">
            <a:xfrm rot="0" flipH="0" flipV="0">
              <a:off x="6462615" y="2282855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address  K0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7193147" name="Freeform 57"/>
            <p:cNvSpPr/>
            <p:nvPr/>
          </p:nvSpPr>
          <p:spPr bwMode="auto">
            <a:xfrm rot="0" flipH="0" flipV="0">
              <a:off x="4758674" y="1636270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840624935" name="TextBox 58"/>
            <p:cNvSpPr txBox="1"/>
            <p:nvPr/>
          </p:nvSpPr>
          <p:spPr bwMode="auto">
            <a:xfrm rot="0" flipH="0" flipV="0">
              <a:off x="4758674" y="1568252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42155843" name="AutoShape 60"/>
            <p:cNvSpPr/>
            <p:nvPr/>
          </p:nvSpPr>
          <p:spPr bwMode="auto">
            <a:xfrm flipH="1">
              <a:off x="604875" y="5416497"/>
              <a:ext cx="737848" cy="0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343348560" name="TextBox 65"/>
            <p:cNvSpPr txBox="1"/>
            <p:nvPr/>
          </p:nvSpPr>
          <p:spPr bwMode="auto">
            <a:xfrm>
              <a:off x="1637600" y="4962420"/>
              <a:ext cx="3910738" cy="18412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Child key derivation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14720499" name="TextBox 66"/>
            <p:cNvSpPr txBox="1"/>
            <p:nvPr/>
          </p:nvSpPr>
          <p:spPr bwMode="auto">
            <a:xfrm>
              <a:off x="1637601" y="5303725"/>
              <a:ext cx="3907139" cy="18412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 derivation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03303235" name="Freeform 71"/>
            <p:cNvSpPr/>
            <p:nvPr/>
          </p:nvSpPr>
          <p:spPr bwMode="auto">
            <a:xfrm rot="0" flipH="0" flipV="0">
              <a:off x="1573851" y="1636270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41627753" name="TextBox 72"/>
            <p:cNvSpPr txBox="1"/>
            <p:nvPr/>
          </p:nvSpPr>
          <p:spPr bwMode="auto">
            <a:xfrm rot="0" flipH="0" flipV="0">
              <a:off x="1573851" y="1568252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A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062326755" name="Freeform 74"/>
            <p:cNvSpPr/>
            <p:nvPr/>
          </p:nvSpPr>
          <p:spPr bwMode="auto">
            <a:xfrm rot="0" flipH="0" flipV="0">
              <a:off x="7942015" y="1636270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1088475" name="TextBox 75"/>
            <p:cNvSpPr txBox="1"/>
            <p:nvPr/>
          </p:nvSpPr>
          <p:spPr bwMode="auto">
            <a:xfrm rot="0" flipH="0" flipV="0">
              <a:off x="7942015" y="1568252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B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957608007" name="Freeform 77"/>
            <p:cNvSpPr/>
            <p:nvPr/>
          </p:nvSpPr>
          <p:spPr bwMode="auto">
            <a:xfrm rot="0" flipH="0" flipV="0">
              <a:off x="6464500" y="1636270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51629963" name="TextBox 78"/>
            <p:cNvSpPr txBox="1"/>
            <p:nvPr/>
          </p:nvSpPr>
          <p:spPr bwMode="auto">
            <a:xfrm rot="0" flipH="0" flipV="0">
              <a:off x="6464500" y="1568252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Notification address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965116468" name="AutoShape 79"/>
            <p:cNvSpPr/>
            <p:nvPr/>
          </p:nvSpPr>
          <p:spPr bwMode="auto">
            <a:xfrm>
              <a:off x="7751962" y="1864960"/>
              <a:ext cx="190053" cy="0"/>
            </a:xfrm>
            <a:prstGeom prst="line">
              <a:avLst/>
            </a:prstGeom>
            <a:grpFill/>
            <a:ln w="47625" cap="flat">
              <a:solidFill>
                <a:srgbClr val="999999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50094853" name="AutoShape 80"/>
            <p:cNvSpPr/>
            <p:nvPr/>
          </p:nvSpPr>
          <p:spPr bwMode="auto">
            <a:xfrm>
              <a:off x="1385280" y="1861153"/>
              <a:ext cx="188571" cy="3807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19064551" name="AutoShape 81"/>
            <p:cNvSpPr/>
            <p:nvPr/>
          </p:nvSpPr>
          <p:spPr bwMode="auto">
            <a:xfrm flipH="1" flipV="1">
              <a:off x="3698983" y="3326238"/>
              <a:ext cx="1060210" cy="158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04166113" name="Freeform 83"/>
            <p:cNvSpPr/>
            <p:nvPr/>
          </p:nvSpPr>
          <p:spPr bwMode="auto">
            <a:xfrm rot="0" flipH="0" flipV="0">
              <a:off x="7939776" y="3812926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74590862" name="TextBox 84"/>
            <p:cNvSpPr txBox="1"/>
            <p:nvPr/>
          </p:nvSpPr>
          <p:spPr bwMode="auto">
            <a:xfrm rot="0" flipH="0" flipV="0">
              <a:off x="7939776" y="3744909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K1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855474136" name="Freeform 86"/>
            <p:cNvSpPr/>
            <p:nvPr/>
          </p:nvSpPr>
          <p:spPr bwMode="auto">
            <a:xfrm rot="0" flipH="0" flipV="0">
              <a:off x="6462095" y="3812926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89625291" name="TextBox 87"/>
            <p:cNvSpPr txBox="1"/>
            <p:nvPr/>
          </p:nvSpPr>
          <p:spPr bwMode="auto">
            <a:xfrm rot="0" flipH="0" flipV="0">
              <a:off x="6462095" y="3744909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address K1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459479962" name="AutoShape 88"/>
            <p:cNvSpPr/>
            <p:nvPr/>
          </p:nvSpPr>
          <p:spPr bwMode="auto">
            <a:xfrm flipH="1">
              <a:off x="7749556" y="4057520"/>
              <a:ext cx="190218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5106940" name="Freeform 90"/>
            <p:cNvSpPr/>
            <p:nvPr/>
          </p:nvSpPr>
          <p:spPr bwMode="auto">
            <a:xfrm rot="0" flipH="0" flipV="0">
              <a:off x="7939776" y="3081901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99590649" name="TextBox 91"/>
            <p:cNvSpPr txBox="1"/>
            <p:nvPr/>
          </p:nvSpPr>
          <p:spPr bwMode="auto">
            <a:xfrm rot="0" flipH="0" flipV="0">
              <a:off x="7939776" y="3013883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B #1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730912851" name="Freeform 93"/>
            <p:cNvSpPr/>
            <p:nvPr/>
          </p:nvSpPr>
          <p:spPr bwMode="auto">
            <a:xfrm rot="0" flipH="0" flipV="0">
              <a:off x="4759194" y="3081901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141601966" name="TextBox 94"/>
            <p:cNvSpPr txBox="1"/>
            <p:nvPr/>
          </p:nvSpPr>
          <p:spPr bwMode="auto">
            <a:xfrm rot="0" flipH="0" flipV="0">
              <a:off x="4759194" y="3013883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 #1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32852479" name="AutoShape 95"/>
            <p:cNvSpPr/>
            <p:nvPr/>
          </p:nvSpPr>
          <p:spPr bwMode="auto">
            <a:xfrm flipH="1" flipV="1">
              <a:off x="5380304" y="3626241"/>
              <a:ext cx="4456012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1865405" name="AutoShape 96"/>
            <p:cNvSpPr/>
            <p:nvPr/>
          </p:nvSpPr>
          <p:spPr bwMode="auto">
            <a:xfrm flipH="1" flipV="1">
              <a:off x="5402404" y="3571603"/>
              <a:ext cx="0" cy="54636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13872552" name="AutoShape 97"/>
            <p:cNvSpPr/>
            <p:nvPr/>
          </p:nvSpPr>
          <p:spPr bwMode="auto">
            <a:xfrm flipH="1" flipV="1">
              <a:off x="5782264" y="2907240"/>
              <a:ext cx="4283920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93374964" name="AutoShape 98"/>
            <p:cNvSpPr/>
            <p:nvPr/>
          </p:nvSpPr>
          <p:spPr bwMode="auto">
            <a:xfrm flipV="1">
              <a:off x="5782264" y="2884847"/>
              <a:ext cx="0" cy="194134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56274182" name="AutoShape 99"/>
            <p:cNvSpPr/>
            <p:nvPr/>
          </p:nvSpPr>
          <p:spPr bwMode="auto">
            <a:xfrm flipV="1">
              <a:off x="10061470" y="2884847"/>
              <a:ext cx="0" cy="193248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16080340" name="AutoShape 100"/>
            <p:cNvSpPr/>
            <p:nvPr/>
          </p:nvSpPr>
          <p:spPr bwMode="auto">
            <a:xfrm flipV="1">
              <a:off x="3698983" y="1861153"/>
              <a:ext cx="0" cy="1490418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589977" name="AutoShape 101"/>
            <p:cNvSpPr/>
            <p:nvPr/>
          </p:nvSpPr>
          <p:spPr bwMode="auto">
            <a:xfrm flipH="1">
              <a:off x="10706919" y="3326495"/>
              <a:ext cx="195219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59941300" name="AutoShape 102"/>
            <p:cNvSpPr/>
            <p:nvPr/>
          </p:nvSpPr>
          <p:spPr bwMode="auto">
            <a:xfrm flipV="1">
              <a:off x="10707439" y="1133934"/>
              <a:ext cx="194697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18432390" name="AutoShape 103"/>
            <p:cNvSpPr/>
            <p:nvPr/>
          </p:nvSpPr>
          <p:spPr bwMode="auto">
            <a:xfrm flipV="1">
              <a:off x="10902138" y="1112436"/>
              <a:ext cx="0" cy="2239137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75599368" name="Freeform 105"/>
            <p:cNvSpPr/>
            <p:nvPr/>
          </p:nvSpPr>
          <p:spPr bwMode="auto">
            <a:xfrm rot="0" flipH="0" flipV="0">
              <a:off x="9418259" y="904988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99361827" name="TextBox 106"/>
            <p:cNvSpPr txBox="1"/>
            <p:nvPr/>
          </p:nvSpPr>
          <p:spPr bwMode="auto">
            <a:xfrm rot="0" flipH="0" flipV="0">
              <a:off x="9418259" y="836970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Master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99545850" name="Freeform 108"/>
            <p:cNvSpPr/>
            <p:nvPr/>
          </p:nvSpPr>
          <p:spPr bwMode="auto">
            <a:xfrm rot="0" flipH="0" flipV="0">
              <a:off x="9419978" y="1636013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14966215" name="TextBox 109"/>
            <p:cNvSpPr txBox="1"/>
            <p:nvPr/>
          </p:nvSpPr>
          <p:spPr bwMode="auto">
            <a:xfrm rot="0" flipH="0" flipV="0">
              <a:off x="9419978" y="1567995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84518480" name="Freeform 111"/>
            <p:cNvSpPr/>
            <p:nvPr/>
          </p:nvSpPr>
          <p:spPr bwMode="auto">
            <a:xfrm rot="0" flipH="0" flipV="0">
              <a:off x="9417740" y="3828573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0905881" name="TextBox 112"/>
            <p:cNvSpPr txBox="1"/>
            <p:nvPr/>
          </p:nvSpPr>
          <p:spPr bwMode="auto">
            <a:xfrm rot="0" flipH="0" flipV="0">
              <a:off x="9417740" y="3760555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k1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28834037" name="Freeform 114"/>
            <p:cNvSpPr/>
            <p:nvPr/>
          </p:nvSpPr>
          <p:spPr bwMode="auto">
            <a:xfrm rot="0" flipH="0" flipV="0">
              <a:off x="9417740" y="3097548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46598017" name="TextBox 115"/>
            <p:cNvSpPr txBox="1"/>
            <p:nvPr/>
          </p:nvSpPr>
          <p:spPr bwMode="auto">
            <a:xfrm rot="0" flipH="0" flipV="0">
              <a:off x="9417740" y="3029529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 #1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16510172" name="AutoShape 116"/>
            <p:cNvSpPr/>
            <p:nvPr/>
          </p:nvSpPr>
          <p:spPr bwMode="auto">
            <a:xfrm flipV="1">
              <a:off x="9227757" y="1133788"/>
              <a:ext cx="190503" cy="31"/>
            </a:xfrm>
            <a:prstGeom prst="line">
              <a:avLst/>
            </a:prstGeom>
            <a:grpFill/>
            <a:ln w="47625" cap="flat">
              <a:solidFill>
                <a:srgbClr val="999999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6689727" name="AutoShape 117"/>
            <p:cNvSpPr/>
            <p:nvPr/>
          </p:nvSpPr>
          <p:spPr bwMode="auto">
            <a:xfrm flipV="1">
              <a:off x="9229476" y="1864814"/>
              <a:ext cx="190503" cy="31"/>
            </a:xfrm>
            <a:prstGeom prst="line">
              <a:avLst/>
            </a:prstGeom>
            <a:grpFill/>
            <a:ln w="47625" cap="flat">
              <a:solidFill>
                <a:srgbClr val="999999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7860380" name="AutoShape 118"/>
            <p:cNvSpPr/>
            <p:nvPr/>
          </p:nvSpPr>
          <p:spPr bwMode="auto">
            <a:xfrm flipV="1">
              <a:off x="9227237" y="3326349"/>
              <a:ext cx="190503" cy="31"/>
            </a:xfrm>
            <a:prstGeom prst="line">
              <a:avLst/>
            </a:prstGeom>
            <a:grpFill/>
            <a:ln w="47625" cap="flat">
              <a:solidFill>
                <a:srgbClr val="999999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84694115" name="AutoShape 119"/>
            <p:cNvSpPr/>
            <p:nvPr/>
          </p:nvSpPr>
          <p:spPr bwMode="auto">
            <a:xfrm flipH="1">
              <a:off x="7751962" y="2595469"/>
              <a:ext cx="190218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10498116" name="AutoShape 120"/>
            <p:cNvSpPr/>
            <p:nvPr/>
          </p:nvSpPr>
          <p:spPr bwMode="auto">
            <a:xfrm flipH="1">
              <a:off x="10705200" y="1864702"/>
              <a:ext cx="195219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04221959" name="Freeform 122"/>
            <p:cNvSpPr/>
            <p:nvPr/>
          </p:nvSpPr>
          <p:spPr bwMode="auto">
            <a:xfrm rot="0" flipH="0" flipV="0">
              <a:off x="9418259" y="2366521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12267624" name="TextBox 123"/>
            <p:cNvSpPr txBox="1"/>
            <p:nvPr/>
          </p:nvSpPr>
          <p:spPr bwMode="auto">
            <a:xfrm rot="0" flipH="0" flipV="0">
              <a:off x="9418259" y="2298502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825078143" name="AutoShape 124"/>
            <p:cNvSpPr/>
            <p:nvPr/>
          </p:nvSpPr>
          <p:spPr bwMode="auto">
            <a:xfrm flipH="1" flipV="1">
              <a:off x="5782500" y="1461609"/>
              <a:ext cx="4283920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25798601" name="AutoShape 125"/>
            <p:cNvSpPr/>
            <p:nvPr/>
          </p:nvSpPr>
          <p:spPr bwMode="auto">
            <a:xfrm flipH="0" flipV="1">
              <a:off x="5782500" y="1461411"/>
              <a:ext cx="0" cy="194133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74759189" name="AutoShape 126"/>
            <p:cNvSpPr/>
            <p:nvPr/>
          </p:nvSpPr>
          <p:spPr bwMode="auto">
            <a:xfrm flipV="1">
              <a:off x="10061706" y="1461411"/>
              <a:ext cx="0" cy="193248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85726826" name="AutoShape 127"/>
            <p:cNvSpPr/>
            <p:nvPr/>
          </p:nvSpPr>
          <p:spPr bwMode="auto">
            <a:xfrm flipH="1">
              <a:off x="9227757" y="2595324"/>
              <a:ext cx="190503" cy="31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36100527" name="AutoShape 128"/>
            <p:cNvSpPr/>
            <p:nvPr/>
          </p:nvSpPr>
          <p:spPr bwMode="auto">
            <a:xfrm flipH="1">
              <a:off x="9227237" y="4057375"/>
              <a:ext cx="190503" cy="31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18682663" name="AutoShape 129"/>
            <p:cNvSpPr/>
            <p:nvPr/>
          </p:nvSpPr>
          <p:spPr bwMode="auto">
            <a:xfrm flipV="1">
              <a:off x="10066186" y="3570831"/>
              <a:ext cx="0" cy="241839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8034917" name="AutoShape 130"/>
            <p:cNvSpPr/>
            <p:nvPr/>
          </p:nvSpPr>
          <p:spPr bwMode="auto">
            <a:xfrm flipV="1">
              <a:off x="9813925" y="3626241"/>
              <a:ext cx="0" cy="186684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69345411" name="AutoShape 131"/>
            <p:cNvSpPr/>
            <p:nvPr/>
          </p:nvSpPr>
          <p:spPr bwMode="auto">
            <a:xfrm flipH="1">
              <a:off x="5380594" y="2164964"/>
              <a:ext cx="4456012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91377853" name="AutoShape 132"/>
            <p:cNvSpPr/>
            <p:nvPr/>
          </p:nvSpPr>
          <p:spPr bwMode="auto">
            <a:xfrm flipV="1">
              <a:off x="5402696" y="2110326"/>
              <a:ext cx="0" cy="54636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84921002" name="AutoShape 133"/>
            <p:cNvSpPr/>
            <p:nvPr/>
          </p:nvSpPr>
          <p:spPr bwMode="auto">
            <a:xfrm flipV="1">
              <a:off x="10066476" y="2109552"/>
              <a:ext cx="0" cy="241839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2161324" name="AutoShape 134"/>
            <p:cNvSpPr/>
            <p:nvPr/>
          </p:nvSpPr>
          <p:spPr bwMode="auto">
            <a:xfrm flipV="1">
              <a:off x="9814217" y="2164964"/>
              <a:ext cx="0" cy="186684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79844173" name="AutoShape 135"/>
            <p:cNvSpPr/>
            <p:nvPr/>
          </p:nvSpPr>
          <p:spPr bwMode="auto">
            <a:xfrm>
              <a:off x="1385280" y="1133676"/>
              <a:ext cx="188332" cy="256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43940506" name="Freeform 137"/>
            <p:cNvSpPr/>
            <p:nvPr/>
          </p:nvSpPr>
          <p:spPr bwMode="auto">
            <a:xfrm rot="0" flipH="0" flipV="0">
              <a:off x="97818" y="1616559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687681386" name="TextBox 138"/>
            <p:cNvSpPr txBox="1"/>
            <p:nvPr/>
          </p:nvSpPr>
          <p:spPr bwMode="auto">
            <a:xfrm rot="0" flipH="0" flipV="0">
              <a:off x="97818" y="1548540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endParaRPr/>
            </a:p>
          </p:txBody>
        </p:sp>
        <p:sp>
          <p:nvSpPr>
            <p:cNvPr id="1206615634" name="AutoShape 139"/>
            <p:cNvSpPr/>
            <p:nvPr/>
          </p:nvSpPr>
          <p:spPr bwMode="auto">
            <a:xfrm flipH="1">
              <a:off x="2861312" y="1864960"/>
              <a:ext cx="1897362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34289137" name="Freeform 141"/>
            <p:cNvSpPr/>
            <p:nvPr/>
          </p:nvSpPr>
          <p:spPr bwMode="auto">
            <a:xfrm rot="0" flipH="0" flipV="0">
              <a:off x="97818" y="889081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1483070347" name="TextBox 142"/>
            <p:cNvSpPr txBox="1"/>
            <p:nvPr/>
          </p:nvSpPr>
          <p:spPr bwMode="auto">
            <a:xfrm rot="0" flipH="0" flipV="0">
              <a:off x="97818" y="821063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endParaRPr/>
            </a:p>
          </p:txBody>
        </p:sp>
        <p:sp>
          <p:nvSpPr>
            <p:cNvPr id="975284644" name="AutoShape 143"/>
            <p:cNvSpPr/>
            <p:nvPr/>
          </p:nvSpPr>
          <p:spPr bwMode="auto">
            <a:xfrm flipH="1">
              <a:off x="1385280" y="1112436"/>
              <a:ext cx="0" cy="768429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88851763" name="AutoShape 69"/>
            <p:cNvSpPr/>
            <p:nvPr/>
          </p:nvSpPr>
          <p:spPr bwMode="auto">
            <a:xfrm>
              <a:off x="5982953" y="5467016"/>
              <a:ext cx="731376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834936005" name="AutoShape 71"/>
            <p:cNvSpPr/>
            <p:nvPr/>
          </p:nvSpPr>
          <p:spPr bwMode="auto">
            <a:xfrm>
              <a:off x="601516" y="5022885"/>
              <a:ext cx="733252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11418798" name="AutoShape 72"/>
            <p:cNvSpPr/>
            <p:nvPr/>
          </p:nvSpPr>
          <p:spPr bwMode="auto">
            <a:xfrm flipH="1">
              <a:off x="603393" y="5745983"/>
              <a:ext cx="734913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633648249" name="AutoShape 73"/>
            <p:cNvSpPr/>
            <p:nvPr/>
          </p:nvSpPr>
          <p:spPr bwMode="auto">
            <a:xfrm flipH="1">
              <a:off x="5982953" y="5131554"/>
              <a:ext cx="734913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487535259" name="TextBox 74"/>
            <p:cNvSpPr txBox="1"/>
            <p:nvPr/>
          </p:nvSpPr>
          <p:spPr bwMode="auto">
            <a:xfrm>
              <a:off x="4645640" y="258021"/>
              <a:ext cx="1475241" cy="16647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Shared secrets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70680034" name="TextBox 77"/>
            <p:cNvSpPr txBox="1"/>
            <p:nvPr/>
          </p:nvSpPr>
          <p:spPr bwMode="auto">
            <a:xfrm>
              <a:off x="1632011" y="5632980"/>
              <a:ext cx="3891968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0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ECDH + SHA256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02007787" name="TextBox 78"/>
            <p:cNvSpPr txBox="1"/>
            <p:nvPr/>
          </p:nvSpPr>
          <p:spPr bwMode="auto">
            <a:xfrm>
              <a:off x="7011572" y="5023841"/>
              <a:ext cx="3710574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0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Point addition on elliptic curves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17039942" name="TextBox 79"/>
            <p:cNvSpPr txBox="1"/>
            <p:nvPr/>
          </p:nvSpPr>
          <p:spPr bwMode="auto">
            <a:xfrm>
              <a:off x="7011572" y="5361069"/>
              <a:ext cx="3891968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0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 derivation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73981292" name="AutoShape 133"/>
            <p:cNvSpPr/>
            <p:nvPr/>
          </p:nvSpPr>
          <p:spPr bwMode="auto">
            <a:xfrm flipV="1">
              <a:off x="5381844" y="3366524"/>
              <a:ext cx="0" cy="54418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8139760" name="Freeform 26"/>
          <p:cNvSpPr/>
          <p:nvPr/>
        </p:nvSpPr>
        <p:spPr bwMode="auto">
          <a:xfrm>
            <a:off x="3289788" y="268880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0118867" name="Freeform 27"/>
          <p:cNvSpPr/>
          <p:nvPr/>
        </p:nvSpPr>
        <p:spPr bwMode="auto">
          <a:xfrm>
            <a:off x="8192749" y="268880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1552189" name="Freeform 29"/>
          <p:cNvSpPr/>
          <p:nvPr/>
        </p:nvSpPr>
        <p:spPr bwMode="auto">
          <a:xfrm rot="0" flipH="0" flipV="0">
            <a:off x="3301605" y="1208818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2065333258" name="TextBox 30"/>
          <p:cNvSpPr txBox="1"/>
          <p:nvPr/>
        </p:nvSpPr>
        <p:spPr bwMode="auto">
          <a:xfrm rot="0" flipH="0" flipV="0">
            <a:off x="3359698" y="1230604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G</a:t>
            </a:r>
            <a:endParaRPr/>
          </a:p>
        </p:txBody>
      </p:sp>
      <p:sp>
        <p:nvSpPr>
          <p:cNvPr id="43827833" name="Freeform 32"/>
          <p:cNvSpPr/>
          <p:nvPr/>
        </p:nvSpPr>
        <p:spPr bwMode="auto">
          <a:xfrm rot="0" flipH="0" flipV="0">
            <a:off x="3301605" y="210892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458810485" name="TextBox 33"/>
          <p:cNvSpPr txBox="1"/>
          <p:nvPr/>
        </p:nvSpPr>
        <p:spPr bwMode="auto">
          <a:xfrm rot="0" flipH="0" flipV="0">
            <a:off x="3359698" y="213071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826703899" name="Freeform 35"/>
          <p:cNvSpPr/>
          <p:nvPr/>
        </p:nvSpPr>
        <p:spPr bwMode="auto">
          <a:xfrm rot="0" flipH="0" flipV="0">
            <a:off x="3527176" y="1885200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17240958" name="TextBox 36"/>
          <p:cNvSpPr txBox="1"/>
          <p:nvPr/>
        </p:nvSpPr>
        <p:spPr bwMode="auto">
          <a:xfrm rot="0" flipH="0" flipV="0">
            <a:off x="3542976" y="1891125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609771617" name="Freeform 38"/>
          <p:cNvSpPr/>
          <p:nvPr/>
        </p:nvSpPr>
        <p:spPr bwMode="auto">
          <a:xfrm rot="0" flipH="0" flipV="0">
            <a:off x="3301605" y="300456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756789214" name="TextBox 39"/>
          <p:cNvSpPr txBox="1"/>
          <p:nvPr/>
        </p:nvSpPr>
        <p:spPr bwMode="auto">
          <a:xfrm rot="0" flipH="0" flipV="0">
            <a:off x="3359698" y="302635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110302426" name="Freeform 40"/>
          <p:cNvSpPr/>
          <p:nvPr/>
        </p:nvSpPr>
        <p:spPr bwMode="auto">
          <a:xfrm>
            <a:off x="3476098" y="2783791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5535904" name="TextBox 41"/>
          <p:cNvSpPr txBox="1"/>
          <p:nvPr/>
        </p:nvSpPr>
        <p:spPr bwMode="auto">
          <a:xfrm>
            <a:off x="3466822" y="610481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404140445" name="TextBox 42"/>
          <p:cNvSpPr txBox="1"/>
          <p:nvPr/>
        </p:nvSpPr>
        <p:spPr bwMode="auto">
          <a:xfrm>
            <a:off x="8369784" y="610481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046652023" name="Freeform 44"/>
          <p:cNvSpPr/>
          <p:nvPr/>
        </p:nvSpPr>
        <p:spPr bwMode="auto">
          <a:xfrm rot="0" flipH="0" flipV="0">
            <a:off x="3301605" y="400017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1979930058" name="TextBox 45"/>
          <p:cNvSpPr txBox="1"/>
          <p:nvPr/>
        </p:nvSpPr>
        <p:spPr bwMode="auto">
          <a:xfrm rot="0" flipH="0" flipV="0">
            <a:off x="3359698" y="402196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2053597362" name="Freeform 47"/>
          <p:cNvSpPr/>
          <p:nvPr/>
        </p:nvSpPr>
        <p:spPr bwMode="auto">
          <a:xfrm rot="0" flipH="0" flipV="0">
            <a:off x="3301605" y="490028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134409667" name="TextBox 48"/>
          <p:cNvSpPr txBox="1"/>
          <p:nvPr/>
        </p:nvSpPr>
        <p:spPr bwMode="auto">
          <a:xfrm rot="0" flipH="0" flipV="0">
            <a:off x="3359698" y="492207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572891697" name="Freeform 50"/>
          <p:cNvSpPr/>
          <p:nvPr/>
        </p:nvSpPr>
        <p:spPr bwMode="auto">
          <a:xfrm rot="0" flipH="0" flipV="0">
            <a:off x="3527176" y="4676561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5170280" name="TextBox 51"/>
          <p:cNvSpPr txBox="1"/>
          <p:nvPr/>
        </p:nvSpPr>
        <p:spPr bwMode="auto">
          <a:xfrm rot="0" flipH="0" flipV="0">
            <a:off x="3542976" y="4682486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442488444" name="Freeform 53"/>
          <p:cNvSpPr/>
          <p:nvPr/>
        </p:nvSpPr>
        <p:spPr bwMode="auto">
          <a:xfrm rot="0" flipH="0" flipV="0">
            <a:off x="3301605" y="579592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682011402" name="TextBox 54"/>
          <p:cNvSpPr txBox="1"/>
          <p:nvPr/>
        </p:nvSpPr>
        <p:spPr bwMode="auto">
          <a:xfrm rot="0" flipH="0" flipV="0">
            <a:off x="3359698" y="5817713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S</a:t>
            </a:r>
            <a:endParaRPr/>
          </a:p>
        </p:txBody>
      </p:sp>
      <p:sp>
        <p:nvSpPr>
          <p:cNvPr id="958794215" name="Freeform 55"/>
          <p:cNvSpPr/>
          <p:nvPr/>
        </p:nvSpPr>
        <p:spPr bwMode="auto">
          <a:xfrm>
            <a:off x="3476098" y="5575153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6183561" name="Freeform 57"/>
          <p:cNvSpPr/>
          <p:nvPr/>
        </p:nvSpPr>
        <p:spPr bwMode="auto">
          <a:xfrm rot="0" flipH="0" flipV="0">
            <a:off x="8204566" y="1208818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186109663" name="TextBox 58"/>
          <p:cNvSpPr txBox="1"/>
          <p:nvPr/>
        </p:nvSpPr>
        <p:spPr bwMode="auto">
          <a:xfrm rot="0" flipH="0" flipV="0">
            <a:off x="8262659" y="1230604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G</a:t>
            </a:r>
            <a:endParaRPr/>
          </a:p>
        </p:txBody>
      </p:sp>
      <p:sp>
        <p:nvSpPr>
          <p:cNvPr id="731633844" name="Freeform 60"/>
          <p:cNvSpPr/>
          <p:nvPr/>
        </p:nvSpPr>
        <p:spPr bwMode="auto">
          <a:xfrm rot="0" flipH="0" flipV="0">
            <a:off x="8204566" y="210892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1037887726" name="TextBox 61"/>
          <p:cNvSpPr txBox="1"/>
          <p:nvPr/>
        </p:nvSpPr>
        <p:spPr bwMode="auto">
          <a:xfrm rot="0" flipH="0" flipV="0">
            <a:off x="8262659" y="213071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324071329" name="Freeform 63"/>
          <p:cNvSpPr/>
          <p:nvPr/>
        </p:nvSpPr>
        <p:spPr bwMode="auto">
          <a:xfrm rot="0" flipH="0" flipV="0">
            <a:off x="8430138" y="1885200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35818797" name="TextBox 64"/>
          <p:cNvSpPr txBox="1"/>
          <p:nvPr/>
        </p:nvSpPr>
        <p:spPr bwMode="auto">
          <a:xfrm rot="0" flipH="0" flipV="0">
            <a:off x="8445938" y="1891125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1855343928" name="Freeform 66"/>
          <p:cNvSpPr/>
          <p:nvPr/>
        </p:nvSpPr>
        <p:spPr bwMode="auto">
          <a:xfrm rot="0" flipH="0" flipV="0">
            <a:off x="8204566" y="300456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596799176" name="TextBox 67"/>
          <p:cNvSpPr txBox="1"/>
          <p:nvPr/>
        </p:nvSpPr>
        <p:spPr bwMode="auto">
          <a:xfrm rot="0" flipH="0" flipV="0">
            <a:off x="8262659" y="302635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734693297" name="Freeform 68"/>
          <p:cNvSpPr/>
          <p:nvPr/>
        </p:nvSpPr>
        <p:spPr bwMode="auto">
          <a:xfrm>
            <a:off x="8379061" y="2783791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202614" name="Freeform 70"/>
          <p:cNvSpPr/>
          <p:nvPr/>
        </p:nvSpPr>
        <p:spPr bwMode="auto">
          <a:xfrm rot="0" flipH="0" flipV="0">
            <a:off x="8204566" y="400017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261399787" name="TextBox 71"/>
          <p:cNvSpPr txBox="1"/>
          <p:nvPr/>
        </p:nvSpPr>
        <p:spPr bwMode="auto">
          <a:xfrm rot="0" flipH="0" flipV="0">
            <a:off x="8262659" y="402196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089819149" name="Freeform 73"/>
          <p:cNvSpPr/>
          <p:nvPr/>
        </p:nvSpPr>
        <p:spPr bwMode="auto">
          <a:xfrm rot="0" flipH="0" flipV="0">
            <a:off x="8204566" y="490028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1915358570" name="TextBox 74"/>
          <p:cNvSpPr txBox="1"/>
          <p:nvPr/>
        </p:nvSpPr>
        <p:spPr bwMode="auto">
          <a:xfrm rot="0" flipH="0" flipV="0">
            <a:off x="8262659" y="492207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984912999" name="Freeform 76"/>
          <p:cNvSpPr/>
          <p:nvPr/>
        </p:nvSpPr>
        <p:spPr bwMode="auto">
          <a:xfrm rot="0" flipH="0" flipV="0">
            <a:off x="8430138" y="4676561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21160039" name="TextBox 77"/>
          <p:cNvSpPr txBox="1"/>
          <p:nvPr/>
        </p:nvSpPr>
        <p:spPr bwMode="auto">
          <a:xfrm rot="0" flipH="0" flipV="0">
            <a:off x="8445938" y="4682486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1383493400" name="Freeform 79"/>
          <p:cNvSpPr/>
          <p:nvPr/>
        </p:nvSpPr>
        <p:spPr bwMode="auto">
          <a:xfrm rot="0" flipH="0" flipV="0">
            <a:off x="8204566" y="579592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1173700246" name="TextBox 80"/>
          <p:cNvSpPr txBox="1"/>
          <p:nvPr/>
        </p:nvSpPr>
        <p:spPr bwMode="auto">
          <a:xfrm rot="0" flipH="0" flipV="0">
            <a:off x="8262659" y="5817713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S</a:t>
            </a:r>
            <a:endParaRPr/>
          </a:p>
        </p:txBody>
      </p:sp>
      <p:sp>
        <p:nvSpPr>
          <p:cNvPr id="518985216" name="Freeform 81"/>
          <p:cNvSpPr/>
          <p:nvPr/>
        </p:nvSpPr>
        <p:spPr bwMode="auto">
          <a:xfrm>
            <a:off x="8379061" y="5575153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6754393" name="AutoShape 82"/>
          <p:cNvSpPr/>
          <p:nvPr/>
        </p:nvSpPr>
        <p:spPr bwMode="auto">
          <a:xfrm>
            <a:off x="3915141" y="3376074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4222126" name="AutoShape 83"/>
          <p:cNvSpPr/>
          <p:nvPr/>
        </p:nvSpPr>
        <p:spPr bwMode="auto">
          <a:xfrm flipH="1">
            <a:off x="3915141" y="3376074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7487863" name="TextBox 84"/>
          <p:cNvSpPr txBox="1"/>
          <p:nvPr/>
        </p:nvSpPr>
        <p:spPr bwMode="auto">
          <a:xfrm flipH="0" flipV="0">
            <a:off x="4228241" y="1357419"/>
            <a:ext cx="3662971" cy="5835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타원 커브의 점 G</a:t>
            </a:r>
            <a:endParaRPr sz="1600">
              <a:latin typeface="IBM Plex Sans"/>
              <a:cs typeface="IBM Plex Sans"/>
            </a:endParaRPr>
          </a:p>
          <a:p>
            <a:pPr algn="ctr">
              <a:lnSpc>
                <a:spcPts val="2295"/>
              </a:lnSpc>
            </a:pPr>
          </a:p>
        </p:txBody>
      </p:sp>
      <p:sp>
        <p:nvSpPr>
          <p:cNvPr id="1890560113" name="TextBox 85"/>
          <p:cNvSpPr txBox="1"/>
          <p:nvPr/>
        </p:nvSpPr>
        <p:spPr bwMode="auto">
          <a:xfrm flipH="0" flipV="0">
            <a:off x="150349" y="2260478"/>
            <a:ext cx="306006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앨리스의 개인 키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86332912" name="TextBox 86"/>
          <p:cNvSpPr txBox="1"/>
          <p:nvPr/>
        </p:nvSpPr>
        <p:spPr bwMode="auto">
          <a:xfrm flipH="0" flipV="0">
            <a:off x="788562" y="3156122"/>
            <a:ext cx="2341156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앨리스 공개 키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37463720" name="TextBox 87"/>
          <p:cNvSpPr txBox="1"/>
          <p:nvPr/>
        </p:nvSpPr>
        <p:spPr bwMode="auto">
          <a:xfrm flipH="0" flipV="0">
            <a:off x="149357" y="4151733"/>
            <a:ext cx="3064687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밥의 공개 키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34863820" name="TextBox 88"/>
          <p:cNvSpPr txBox="1"/>
          <p:nvPr/>
        </p:nvSpPr>
        <p:spPr bwMode="auto">
          <a:xfrm flipH="0" flipV="0">
            <a:off x="150349" y="5064143"/>
            <a:ext cx="306006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앨리스의 개인 키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85902966" name="TextBox 89"/>
          <p:cNvSpPr txBox="1"/>
          <p:nvPr/>
        </p:nvSpPr>
        <p:spPr bwMode="auto">
          <a:xfrm flipH="0" flipV="0">
            <a:off x="8976210" y="3156122"/>
            <a:ext cx="2929550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공개 키 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74074342" name="TextBox 90"/>
          <p:cNvSpPr txBox="1"/>
          <p:nvPr/>
        </p:nvSpPr>
        <p:spPr bwMode="auto">
          <a:xfrm flipH="0" flipV="0">
            <a:off x="8975858" y="2260479"/>
            <a:ext cx="293299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밥의 개인 </a:t>
            </a:r>
            <a:r>
              <a:rPr sz="1600" b="1" lang="en-US">
                <a:solidFill>
                  <a:srgbClr val="000000"/>
                </a:solidFill>
                <a:latin typeface="IBM Plex Sans"/>
              </a:rPr>
              <a:t>키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99120766" name="TextBox 91"/>
          <p:cNvSpPr txBox="1"/>
          <p:nvPr/>
        </p:nvSpPr>
        <p:spPr bwMode="auto">
          <a:xfrm flipH="0" flipV="0">
            <a:off x="8976109" y="4151733"/>
            <a:ext cx="293053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앨리스의 공개 키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53716349" name="TextBox 92"/>
          <p:cNvSpPr txBox="1"/>
          <p:nvPr/>
        </p:nvSpPr>
        <p:spPr bwMode="auto">
          <a:xfrm flipH="0" flipV="0">
            <a:off x="8975657" y="5051841"/>
            <a:ext cx="2934962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밥의 개인 키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82912558" name="TextBox 93"/>
          <p:cNvSpPr txBox="1"/>
          <p:nvPr/>
        </p:nvSpPr>
        <p:spPr bwMode="auto">
          <a:xfrm flipH="0" flipV="0">
            <a:off x="150570" y="5955179"/>
            <a:ext cx="3059036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공유된 비밀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98426140" name="TextBox 94"/>
          <p:cNvSpPr txBox="1"/>
          <p:nvPr/>
        </p:nvSpPr>
        <p:spPr bwMode="auto">
          <a:xfrm>
            <a:off x="4729014" y="2794363"/>
            <a:ext cx="2673940" cy="515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5"/>
              </a:lnSpc>
              <a:defRPr/>
            </a:pPr>
            <a:r>
              <a:rPr sz="1400" i="1" lang="en-US">
                <a:solidFill>
                  <a:srgbClr val="000000"/>
                </a:solidFill>
                <a:latin typeface="IBM Plex Sans"/>
              </a:rPr>
              <a:t>보안되지 않은 공개 전송(비트코인)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48628234" name="TextBox 95"/>
          <p:cNvSpPr txBox="1"/>
          <p:nvPr/>
        </p:nvSpPr>
        <p:spPr bwMode="auto">
          <a:xfrm flipH="0" flipV="0">
            <a:off x="8976210" y="5955179"/>
            <a:ext cx="2929550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공유된 비밀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61058676" name=""/>
          <p:cNvSpPr/>
          <p:nvPr/>
        </p:nvSpPr>
        <p:spPr bwMode="auto">
          <a:xfrm rot="0" flipH="0" flipV="0">
            <a:off x="1080057" y="3155285"/>
            <a:ext cx="1853011" cy="361947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86461169" name=""/>
          <p:cNvSpPr txBox="1"/>
          <p:nvPr/>
        </p:nvSpPr>
        <p:spPr bwMode="auto">
          <a:xfrm rot="0" flipH="0" flipV="0">
            <a:off x="172386" y="3193382"/>
            <a:ext cx="2957332" cy="65758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r" defTabSz="914400" rtl="0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lang="en-US" sz="1800" b="0" i="0" u="none" strike="noStrike" cap="none" spc="0">
                <a:solidFill>
                  <a:srgbClr val="000000"/>
                </a:solidFill>
                <a:latin typeface="Calibri"/>
                <a:ea typeface="Arial"/>
                <a:cs typeface="Arial"/>
              </a:defRPr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앨리스의 공개 키</a:t>
            </a:r>
            <a:endParaRPr sz="1600">
              <a:latin typeface="IBM Plex Sans"/>
              <a:cs typeface="IBM Plex Sans"/>
            </a:endParaRPr>
          </a:p>
          <a:p>
            <a:pPr algn="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6016112" name="Freeform 26"/>
          <p:cNvSpPr/>
          <p:nvPr/>
        </p:nvSpPr>
        <p:spPr bwMode="auto">
          <a:xfrm>
            <a:off x="2228998" y="408174"/>
            <a:ext cx="620402" cy="680826"/>
          </a:xfrm>
          <a:custGeom>
            <a:avLst/>
            <a:gdLst/>
            <a:ahLst/>
            <a:cxnLst/>
            <a:rect l="l" t="t" r="r" b="b"/>
            <a:pathLst>
              <a:path w="620404" h="680828" fill="norm" stroke="1" extrusionOk="0">
                <a:moveTo>
                  <a:pt x="0" y="0"/>
                </a:moveTo>
                <a:lnTo>
                  <a:pt x="620404" y="0"/>
                </a:lnTo>
                <a:lnTo>
                  <a:pt x="620404" y="680828"/>
                </a:lnTo>
                <a:lnTo>
                  <a:pt x="0" y="6808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6603389" name="Freeform 27"/>
          <p:cNvSpPr/>
          <p:nvPr/>
        </p:nvSpPr>
        <p:spPr bwMode="auto">
          <a:xfrm>
            <a:off x="6531021" y="408174"/>
            <a:ext cx="620402" cy="680826"/>
          </a:xfrm>
          <a:custGeom>
            <a:avLst/>
            <a:gdLst/>
            <a:ahLst/>
            <a:cxnLst/>
            <a:rect l="l" t="t" r="r" b="b"/>
            <a:pathLst>
              <a:path w="620404" h="680828" fill="norm" stroke="1" extrusionOk="0">
                <a:moveTo>
                  <a:pt x="0" y="0"/>
                </a:moveTo>
                <a:lnTo>
                  <a:pt x="620404" y="0"/>
                </a:lnTo>
                <a:lnTo>
                  <a:pt x="620404" y="680828"/>
                </a:lnTo>
                <a:lnTo>
                  <a:pt x="0" y="6808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1814224" name="Freeform 29"/>
          <p:cNvSpPr/>
          <p:nvPr/>
        </p:nvSpPr>
        <p:spPr bwMode="auto">
          <a:xfrm rot="0" flipH="0" flipV="0">
            <a:off x="2240397" y="1314644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707499589" name="TextBox 30"/>
          <p:cNvSpPr txBox="1"/>
          <p:nvPr/>
        </p:nvSpPr>
        <p:spPr bwMode="auto">
          <a:xfrm rot="0" flipH="0" flipV="0">
            <a:off x="2296419" y="1342656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49570750" name="Freeform 32"/>
          <p:cNvSpPr/>
          <p:nvPr/>
        </p:nvSpPr>
        <p:spPr bwMode="auto">
          <a:xfrm rot="0" flipH="0" flipV="0">
            <a:off x="2240397" y="2147213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>
              <a:alpha val="74902"/>
            </a:srgbClr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776798806" name="TextBox 33"/>
          <p:cNvSpPr txBox="1"/>
          <p:nvPr/>
        </p:nvSpPr>
        <p:spPr bwMode="auto">
          <a:xfrm rot="0" flipH="0" flipV="0">
            <a:off x="2296419" y="2175225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Sx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37386406" name="Freeform 35"/>
          <p:cNvSpPr/>
          <p:nvPr/>
        </p:nvSpPr>
        <p:spPr bwMode="auto">
          <a:xfrm rot="0" flipH="0" flipV="0">
            <a:off x="6542418" y="1314644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489310955" name="TextBox 36"/>
          <p:cNvSpPr txBox="1"/>
          <p:nvPr/>
        </p:nvSpPr>
        <p:spPr bwMode="auto">
          <a:xfrm rot="0" flipH="0" flipV="0">
            <a:off x="6598442" y="1342656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33558643" name="Freeform 38"/>
          <p:cNvSpPr/>
          <p:nvPr/>
        </p:nvSpPr>
        <p:spPr bwMode="auto">
          <a:xfrm rot="0" flipH="0" flipV="0">
            <a:off x="6542418" y="2147213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>
              <a:alpha val="74902"/>
            </a:srgbClr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729138290" name="TextBox 39"/>
          <p:cNvSpPr txBox="1"/>
          <p:nvPr/>
        </p:nvSpPr>
        <p:spPr bwMode="auto">
          <a:xfrm rot="0" flipH="0" flipV="0">
            <a:off x="6598442" y="2175225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Sx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46684120" name="Freeform 40"/>
          <p:cNvSpPr/>
          <p:nvPr/>
        </p:nvSpPr>
        <p:spPr bwMode="auto">
          <a:xfrm>
            <a:off x="8341403" y="2360400"/>
            <a:ext cx="620402" cy="680826"/>
          </a:xfrm>
          <a:custGeom>
            <a:avLst/>
            <a:gdLst/>
            <a:ahLst/>
            <a:cxnLst/>
            <a:rect l="l" t="t" r="r" b="b"/>
            <a:pathLst>
              <a:path w="620404" h="680828" fill="norm" stroke="1" extrusionOk="0">
                <a:moveTo>
                  <a:pt x="0" y="0"/>
                </a:moveTo>
                <a:lnTo>
                  <a:pt x="620404" y="0"/>
                </a:lnTo>
                <a:lnTo>
                  <a:pt x="620404" y="680828"/>
                </a:lnTo>
                <a:lnTo>
                  <a:pt x="0" y="6808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5670996" name="AutoShape 41"/>
          <p:cNvSpPr/>
          <p:nvPr/>
        </p:nvSpPr>
        <p:spPr bwMode="auto">
          <a:xfrm>
            <a:off x="2539201" y="1912252"/>
            <a:ext cx="0" cy="23496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8925439" name="AutoShape 42"/>
          <p:cNvSpPr/>
          <p:nvPr/>
        </p:nvSpPr>
        <p:spPr bwMode="auto">
          <a:xfrm>
            <a:off x="6841224" y="1912252"/>
            <a:ext cx="0" cy="23496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9199693" name="Freeform 44"/>
          <p:cNvSpPr/>
          <p:nvPr/>
        </p:nvSpPr>
        <p:spPr bwMode="auto">
          <a:xfrm rot="0" flipH="0" flipV="0">
            <a:off x="2240397" y="3259389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C52FF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305910291" name="TextBox 45"/>
          <p:cNvSpPr txBox="1"/>
          <p:nvPr/>
        </p:nvSpPr>
        <p:spPr bwMode="auto">
          <a:xfrm rot="0" flipH="0" flipV="0">
            <a:off x="2296419" y="3287401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96990620" name="Freeform 47"/>
          <p:cNvSpPr/>
          <p:nvPr/>
        </p:nvSpPr>
        <p:spPr bwMode="auto">
          <a:xfrm rot="0" flipH="0" flipV="0">
            <a:off x="6542418" y="3259389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C52FF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332991044" name="TextBox 48"/>
          <p:cNvSpPr txBox="1"/>
          <p:nvPr/>
        </p:nvSpPr>
        <p:spPr bwMode="auto">
          <a:xfrm rot="0" flipH="0" flipV="0">
            <a:off x="6598442" y="3287401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00584229" name="AutoShape 49"/>
          <p:cNvSpPr/>
          <p:nvPr/>
        </p:nvSpPr>
        <p:spPr bwMode="auto">
          <a:xfrm>
            <a:off x="6841224" y="2744822"/>
            <a:ext cx="0" cy="51456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51280" name="Freeform 51"/>
          <p:cNvSpPr/>
          <p:nvPr/>
        </p:nvSpPr>
        <p:spPr bwMode="auto">
          <a:xfrm rot="0" flipH="0" flipV="0">
            <a:off x="6397875" y="2812191"/>
            <a:ext cx="886693" cy="284004"/>
          </a:xfrm>
          <a:custGeom>
            <a:avLst/>
            <a:gdLst/>
            <a:ahLst/>
            <a:cxnLst/>
            <a:rect l="l" t="t" r="r" b="b"/>
            <a:pathLst>
              <a:path w="376107" h="120465" fill="norm" stroke="1" extrusionOk="0">
                <a:moveTo>
                  <a:pt x="43656" y="0"/>
                </a:moveTo>
                <a:lnTo>
                  <a:pt x="332451" y="0"/>
                </a:lnTo>
                <a:cubicBezTo>
                  <a:pt x="356562" y="0"/>
                  <a:pt x="376107" y="19545"/>
                  <a:pt x="376107" y="43656"/>
                </a:cubicBezTo>
                <a:lnTo>
                  <a:pt x="376107" y="76809"/>
                </a:lnTo>
                <a:cubicBezTo>
                  <a:pt x="376107" y="88387"/>
                  <a:pt x="371508" y="99491"/>
                  <a:pt x="363321" y="107679"/>
                </a:cubicBezTo>
                <a:cubicBezTo>
                  <a:pt x="355134" y="115866"/>
                  <a:pt x="344030" y="120465"/>
                  <a:pt x="332451" y="120465"/>
                </a:cubicBezTo>
                <a:lnTo>
                  <a:pt x="43656" y="120465"/>
                </a:lnTo>
                <a:cubicBezTo>
                  <a:pt x="19545" y="120465"/>
                  <a:pt x="0" y="100920"/>
                  <a:pt x="0" y="76809"/>
                </a:cubicBezTo>
                <a:lnTo>
                  <a:pt x="0" y="43656"/>
                </a:lnTo>
                <a:cubicBezTo>
                  <a:pt x="0" y="19545"/>
                  <a:pt x="19545" y="0"/>
                  <a:pt x="4365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74753469" name="TextBox 52"/>
          <p:cNvSpPr txBox="1"/>
          <p:nvPr/>
        </p:nvSpPr>
        <p:spPr bwMode="auto">
          <a:xfrm rot="0" flipH="0" flipV="0">
            <a:off x="6397875" y="2744822"/>
            <a:ext cx="886693" cy="35136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118"/>
              </a:lnSpc>
              <a:defRPr/>
            </a:pPr>
            <a:r>
              <a:rPr sz="800" b="1" lang="en-US">
                <a:solidFill>
                  <a:srgbClr val="FFFFFF"/>
                </a:solidFill>
                <a:latin typeface="IBM Plex Sans"/>
              </a:rPr>
              <a:t>SHA256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25289547" name="AutoShape 53"/>
          <p:cNvSpPr/>
          <p:nvPr/>
        </p:nvSpPr>
        <p:spPr bwMode="auto">
          <a:xfrm>
            <a:off x="2539201" y="2744822"/>
            <a:ext cx="0" cy="51456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2068627" name="Freeform 55"/>
          <p:cNvSpPr/>
          <p:nvPr/>
        </p:nvSpPr>
        <p:spPr bwMode="auto">
          <a:xfrm rot="0" flipH="0" flipV="0">
            <a:off x="2095851" y="2792707"/>
            <a:ext cx="886693" cy="284004"/>
          </a:xfrm>
          <a:custGeom>
            <a:avLst/>
            <a:gdLst/>
            <a:ahLst/>
            <a:cxnLst/>
            <a:rect l="l" t="t" r="r" b="b"/>
            <a:pathLst>
              <a:path w="376107" h="120465" fill="norm" stroke="1" extrusionOk="0">
                <a:moveTo>
                  <a:pt x="43656" y="0"/>
                </a:moveTo>
                <a:lnTo>
                  <a:pt x="332451" y="0"/>
                </a:lnTo>
                <a:cubicBezTo>
                  <a:pt x="356562" y="0"/>
                  <a:pt x="376107" y="19545"/>
                  <a:pt x="376107" y="43656"/>
                </a:cubicBezTo>
                <a:lnTo>
                  <a:pt x="376107" y="76809"/>
                </a:lnTo>
                <a:cubicBezTo>
                  <a:pt x="376107" y="88387"/>
                  <a:pt x="371508" y="99491"/>
                  <a:pt x="363321" y="107679"/>
                </a:cubicBezTo>
                <a:cubicBezTo>
                  <a:pt x="355134" y="115866"/>
                  <a:pt x="344030" y="120465"/>
                  <a:pt x="332451" y="120465"/>
                </a:cubicBezTo>
                <a:lnTo>
                  <a:pt x="43656" y="120465"/>
                </a:lnTo>
                <a:cubicBezTo>
                  <a:pt x="19545" y="120465"/>
                  <a:pt x="0" y="100920"/>
                  <a:pt x="0" y="76809"/>
                </a:cubicBezTo>
                <a:lnTo>
                  <a:pt x="0" y="43656"/>
                </a:lnTo>
                <a:cubicBezTo>
                  <a:pt x="0" y="19545"/>
                  <a:pt x="19545" y="0"/>
                  <a:pt x="4365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99232757" name="TextBox 56"/>
          <p:cNvSpPr txBox="1"/>
          <p:nvPr/>
        </p:nvSpPr>
        <p:spPr bwMode="auto">
          <a:xfrm rot="0" flipH="0" flipV="0">
            <a:off x="2095851" y="2725341"/>
            <a:ext cx="886693" cy="35136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118"/>
              </a:lnSpc>
              <a:defRPr/>
            </a:pPr>
            <a:r>
              <a:rPr sz="800" b="1" lang="en-US">
                <a:solidFill>
                  <a:srgbClr val="FFFFFF"/>
                </a:solidFill>
                <a:latin typeface="IBM Plex Sans"/>
              </a:rPr>
              <a:t>SHA256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8698949" name="Freeform 58"/>
          <p:cNvSpPr/>
          <p:nvPr/>
        </p:nvSpPr>
        <p:spPr bwMode="auto">
          <a:xfrm rot="0" flipH="0" flipV="0">
            <a:off x="2240397" y="4087654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342052155" name="TextBox 59"/>
          <p:cNvSpPr txBox="1"/>
          <p:nvPr/>
        </p:nvSpPr>
        <p:spPr bwMode="auto">
          <a:xfrm rot="0" flipH="0" flipV="0">
            <a:off x="2296419" y="4115666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G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50380655" name="Freeform 61"/>
          <p:cNvSpPr/>
          <p:nvPr/>
        </p:nvSpPr>
        <p:spPr bwMode="auto">
          <a:xfrm rot="0" flipH="0" flipV="0">
            <a:off x="6542418" y="4087654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882699645" name="TextBox 62"/>
          <p:cNvSpPr txBox="1"/>
          <p:nvPr/>
        </p:nvSpPr>
        <p:spPr bwMode="auto">
          <a:xfrm rot="0" flipH="0" flipV="0">
            <a:off x="6598442" y="4115666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G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91348981" name="Freeform 64"/>
          <p:cNvSpPr/>
          <p:nvPr/>
        </p:nvSpPr>
        <p:spPr bwMode="auto">
          <a:xfrm rot="0" flipH="0" flipV="0">
            <a:off x="2240397" y="4915918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071979784" name="TextBox 65"/>
          <p:cNvSpPr txBox="1"/>
          <p:nvPr/>
        </p:nvSpPr>
        <p:spPr bwMode="auto">
          <a:xfrm rot="0" flipH="0" flipV="0">
            <a:off x="2296419" y="4943930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9058097" name="Freeform 67"/>
          <p:cNvSpPr/>
          <p:nvPr/>
        </p:nvSpPr>
        <p:spPr bwMode="auto">
          <a:xfrm rot="0" flipH="0" flipV="0">
            <a:off x="6542418" y="4915918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564232696" name="TextBox 68"/>
          <p:cNvSpPr txBox="1"/>
          <p:nvPr/>
        </p:nvSpPr>
        <p:spPr bwMode="auto">
          <a:xfrm rot="0" flipH="0" flipV="0">
            <a:off x="6598442" y="4943930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31744445" name="Freeform 70"/>
          <p:cNvSpPr/>
          <p:nvPr/>
        </p:nvSpPr>
        <p:spPr bwMode="auto">
          <a:xfrm rot="0" flipH="0" flipV="0">
            <a:off x="2240397" y="5744183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386447967" name="TextBox 71"/>
          <p:cNvSpPr txBox="1"/>
          <p:nvPr/>
        </p:nvSpPr>
        <p:spPr bwMode="auto">
          <a:xfrm rot="0" flipH="0" flipV="0">
            <a:off x="2296419" y="5772195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72952005" name="Freeform 73"/>
          <p:cNvSpPr/>
          <p:nvPr/>
        </p:nvSpPr>
        <p:spPr bwMode="auto">
          <a:xfrm rot="0" flipH="0" flipV="0">
            <a:off x="6542418" y="5744183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889082588" name="TextBox 74"/>
          <p:cNvSpPr txBox="1"/>
          <p:nvPr/>
        </p:nvSpPr>
        <p:spPr bwMode="auto">
          <a:xfrm rot="0" flipH="0" flipV="0">
            <a:off x="6598442" y="5772195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77764550" name="Freeform 76"/>
          <p:cNvSpPr/>
          <p:nvPr/>
        </p:nvSpPr>
        <p:spPr bwMode="auto">
          <a:xfrm rot="0" flipH="0" flipV="0">
            <a:off x="8352801" y="3259389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568074172" name="TextBox 77"/>
          <p:cNvSpPr txBox="1"/>
          <p:nvPr/>
        </p:nvSpPr>
        <p:spPr bwMode="auto">
          <a:xfrm rot="0" flipH="0" flipV="0">
            <a:off x="8408826" y="3287401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96631906" name="Freeform 79"/>
          <p:cNvSpPr/>
          <p:nvPr/>
        </p:nvSpPr>
        <p:spPr bwMode="auto">
          <a:xfrm rot="0" flipH="0" flipV="0">
            <a:off x="8352801" y="4087654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2144287762" name="TextBox 80"/>
          <p:cNvSpPr txBox="1"/>
          <p:nvPr/>
        </p:nvSpPr>
        <p:spPr bwMode="auto">
          <a:xfrm rot="0" flipH="0" flipV="0">
            <a:off x="8408826" y="4115666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88687967" name="AutoShape 81"/>
          <p:cNvSpPr/>
          <p:nvPr/>
        </p:nvSpPr>
        <p:spPr bwMode="auto">
          <a:xfrm flipH="1">
            <a:off x="7061670" y="4588171"/>
            <a:ext cx="1369487" cy="1253102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0326636" name="Freeform 82"/>
          <p:cNvSpPr/>
          <p:nvPr/>
        </p:nvSpPr>
        <p:spPr bwMode="auto">
          <a:xfrm>
            <a:off x="8521083" y="3894014"/>
            <a:ext cx="261045" cy="156625"/>
          </a:xfrm>
          <a:custGeom>
            <a:avLst/>
            <a:gdLst/>
            <a:ahLst/>
            <a:cxnLst/>
            <a:rect l="l" t="t" r="r" b="b"/>
            <a:pathLst>
              <a:path w="261045" h="156627" fill="norm" stroke="1" extrusionOk="0">
                <a:moveTo>
                  <a:pt x="0" y="0"/>
                </a:moveTo>
                <a:lnTo>
                  <a:pt x="261045" y="0"/>
                </a:lnTo>
                <a:lnTo>
                  <a:pt x="261045" y="156627"/>
                </a:lnTo>
                <a:lnTo>
                  <a:pt x="0" y="1566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5404537" name="Freeform 83"/>
          <p:cNvSpPr/>
          <p:nvPr/>
        </p:nvSpPr>
        <p:spPr bwMode="auto">
          <a:xfrm>
            <a:off x="6710701" y="5550542"/>
            <a:ext cx="261045" cy="156625"/>
          </a:xfrm>
          <a:custGeom>
            <a:avLst/>
            <a:gdLst/>
            <a:ahLst/>
            <a:cxnLst/>
            <a:rect l="l" t="t" r="r" b="b"/>
            <a:pathLst>
              <a:path w="261045" h="156627" fill="norm" stroke="1" extrusionOk="0">
                <a:moveTo>
                  <a:pt x="0" y="0"/>
                </a:moveTo>
                <a:lnTo>
                  <a:pt x="261045" y="0"/>
                </a:lnTo>
                <a:lnTo>
                  <a:pt x="261045" y="156627"/>
                </a:lnTo>
                <a:lnTo>
                  <a:pt x="0" y="1566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5353896" name="Freeform 84"/>
          <p:cNvSpPr/>
          <p:nvPr/>
        </p:nvSpPr>
        <p:spPr bwMode="auto">
          <a:xfrm>
            <a:off x="2408677" y="5550542"/>
            <a:ext cx="261045" cy="156625"/>
          </a:xfrm>
          <a:custGeom>
            <a:avLst/>
            <a:gdLst/>
            <a:ahLst/>
            <a:cxnLst/>
            <a:rect l="l" t="t" r="r" b="b"/>
            <a:pathLst>
              <a:path w="261045" h="156627" fill="norm" stroke="1" extrusionOk="0">
                <a:moveTo>
                  <a:pt x="0" y="0"/>
                </a:moveTo>
                <a:lnTo>
                  <a:pt x="261045" y="0"/>
                </a:lnTo>
                <a:lnTo>
                  <a:pt x="261045" y="156627"/>
                </a:lnTo>
                <a:lnTo>
                  <a:pt x="0" y="15662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6447046" name="Freeform 86"/>
          <p:cNvSpPr/>
          <p:nvPr/>
        </p:nvSpPr>
        <p:spPr bwMode="auto">
          <a:xfrm rot="0" flipH="0" flipV="0">
            <a:off x="6759957" y="3888109"/>
            <a:ext cx="162527" cy="162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9195245" name="TextBox 87"/>
          <p:cNvSpPr txBox="1"/>
          <p:nvPr/>
        </p:nvSpPr>
        <p:spPr bwMode="auto">
          <a:xfrm rot="0" flipH="0" flipV="0">
            <a:off x="6775194" y="3895728"/>
            <a:ext cx="132053" cy="13967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endParaRPr/>
          </a:p>
        </p:txBody>
      </p:sp>
      <p:sp>
        <p:nvSpPr>
          <p:cNvPr id="2067331123" name="Freeform 89"/>
          <p:cNvSpPr/>
          <p:nvPr/>
        </p:nvSpPr>
        <p:spPr bwMode="auto">
          <a:xfrm rot="0" flipH="0" flipV="0">
            <a:off x="2457936" y="3888109"/>
            <a:ext cx="162527" cy="162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86978349" name="TextBox 90"/>
          <p:cNvSpPr txBox="1"/>
          <p:nvPr/>
        </p:nvSpPr>
        <p:spPr bwMode="auto">
          <a:xfrm rot="0" flipH="0" flipV="0">
            <a:off x="2473171" y="3895728"/>
            <a:ext cx="132053" cy="13967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endParaRPr/>
          </a:p>
        </p:txBody>
      </p:sp>
      <p:sp>
        <p:nvSpPr>
          <p:cNvPr id="1428237979" name="Freeform 91"/>
          <p:cNvSpPr/>
          <p:nvPr/>
        </p:nvSpPr>
        <p:spPr bwMode="auto">
          <a:xfrm>
            <a:off x="6759958" y="4720749"/>
            <a:ext cx="162528" cy="162528"/>
          </a:xfrm>
          <a:custGeom>
            <a:avLst/>
            <a:gdLst/>
            <a:ahLst/>
            <a:cxnLst/>
            <a:rect l="l" t="t" r="r" b="b"/>
            <a:pathLst>
              <a:path w="162530" h="162530" fill="norm" stroke="1" extrusionOk="0">
                <a:moveTo>
                  <a:pt x="0" y="0"/>
                </a:moveTo>
                <a:lnTo>
                  <a:pt x="162530" y="0"/>
                </a:lnTo>
                <a:lnTo>
                  <a:pt x="162530" y="162530"/>
                </a:lnTo>
                <a:lnTo>
                  <a:pt x="0" y="16253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485455" name="TextBox 92"/>
          <p:cNvSpPr txBox="1"/>
          <p:nvPr/>
        </p:nvSpPr>
        <p:spPr bwMode="auto">
          <a:xfrm>
            <a:off x="2399729" y="745440"/>
            <a:ext cx="279660" cy="325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0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844817187" name="TextBox 93"/>
          <p:cNvSpPr txBox="1"/>
          <p:nvPr/>
        </p:nvSpPr>
        <p:spPr bwMode="auto">
          <a:xfrm>
            <a:off x="6701752" y="745440"/>
            <a:ext cx="279660" cy="325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0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680732132" name="TextBox 94"/>
          <p:cNvSpPr txBox="1"/>
          <p:nvPr/>
        </p:nvSpPr>
        <p:spPr bwMode="auto">
          <a:xfrm flipH="0" flipV="0">
            <a:off x="3097147" y="1450261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비밀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77470605" name="TextBox 95"/>
          <p:cNvSpPr txBox="1"/>
          <p:nvPr/>
        </p:nvSpPr>
        <p:spPr bwMode="auto">
          <a:xfrm>
            <a:off x="8512137" y="2697667"/>
            <a:ext cx="279660" cy="325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0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792303612" name="TextBox 96"/>
          <p:cNvSpPr txBox="1"/>
          <p:nvPr/>
        </p:nvSpPr>
        <p:spPr bwMode="auto">
          <a:xfrm flipH="0" flipV="0">
            <a:off x="3097147" y="2282829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비밀의 횡좌표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749588399" name="TextBox 97"/>
          <p:cNvSpPr txBox="1"/>
          <p:nvPr/>
        </p:nvSpPr>
        <p:spPr bwMode="auto">
          <a:xfrm flipH="0" flipV="0">
            <a:off x="3097147" y="3395005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비밀 해시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557249532" name="TextBox 98"/>
          <p:cNvSpPr txBox="1"/>
          <p:nvPr/>
        </p:nvSpPr>
        <p:spPr bwMode="auto">
          <a:xfrm flipH="0" flipV="0">
            <a:off x="3097147" y="4223270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커브의 점 G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117772454" name="TextBox 99"/>
          <p:cNvSpPr txBox="1"/>
          <p:nvPr/>
        </p:nvSpPr>
        <p:spPr bwMode="auto">
          <a:xfrm flipH="0" flipV="0">
            <a:off x="3095973" y="5050086"/>
            <a:ext cx="3177385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밥의 공개 키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675024341" name="TextBox 101"/>
          <p:cNvSpPr txBox="1"/>
          <p:nvPr/>
        </p:nvSpPr>
        <p:spPr bwMode="auto">
          <a:xfrm flipH="0" flipV="0">
            <a:off x="9243621" y="3395005"/>
            <a:ext cx="2814058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밥의 개인 키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743206352" name="Freeform 103"/>
          <p:cNvSpPr/>
          <p:nvPr/>
        </p:nvSpPr>
        <p:spPr bwMode="auto">
          <a:xfrm>
            <a:off x="2457936" y="4720749"/>
            <a:ext cx="162528" cy="162528"/>
          </a:xfrm>
          <a:custGeom>
            <a:avLst/>
            <a:gdLst/>
            <a:ahLst/>
            <a:cxnLst/>
            <a:rect l="l" t="t" r="r" b="b"/>
            <a:pathLst>
              <a:path w="162530" h="162530" fill="norm" stroke="1" extrusionOk="0">
                <a:moveTo>
                  <a:pt x="0" y="0"/>
                </a:moveTo>
                <a:lnTo>
                  <a:pt x="162530" y="0"/>
                </a:lnTo>
                <a:lnTo>
                  <a:pt x="162530" y="162530"/>
                </a:lnTo>
                <a:lnTo>
                  <a:pt x="0" y="16253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6782870" name="Freeform 104"/>
          <p:cNvSpPr/>
          <p:nvPr/>
        </p:nvSpPr>
        <p:spPr bwMode="auto">
          <a:xfrm>
            <a:off x="7665151" y="3476929"/>
            <a:ext cx="162528" cy="162528"/>
          </a:xfrm>
          <a:custGeom>
            <a:avLst/>
            <a:gdLst/>
            <a:ahLst/>
            <a:cxnLst/>
            <a:rect l="l" t="t" r="r" b="b"/>
            <a:pathLst>
              <a:path w="162530" h="162530" fill="norm" stroke="1" extrusionOk="0">
                <a:moveTo>
                  <a:pt x="0" y="0"/>
                </a:moveTo>
                <a:lnTo>
                  <a:pt x="162530" y="0"/>
                </a:lnTo>
                <a:lnTo>
                  <a:pt x="162530" y="162530"/>
                </a:lnTo>
                <a:lnTo>
                  <a:pt x="0" y="16253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509502069" name=""/>
          <p:cNvGrpSpPr/>
          <p:nvPr/>
        </p:nvGrpSpPr>
        <p:grpSpPr bwMode="auto">
          <a:xfrm>
            <a:off x="3096559" y="4076891"/>
            <a:ext cx="8958184" cy="2186097"/>
            <a:chOff x="0" y="0"/>
            <a:chExt cx="8958184" cy="2186097"/>
          </a:xfrm>
        </p:grpSpPr>
        <p:sp>
          <p:nvSpPr>
            <p:cNvPr id="647572760" name="TextBox 100"/>
            <p:cNvSpPr txBox="1"/>
            <p:nvPr/>
          </p:nvSpPr>
          <p:spPr bwMode="auto">
            <a:xfrm flipH="0" flipV="0">
              <a:off x="0" y="1656527"/>
              <a:ext cx="3174071" cy="52956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84"/>
                </a:lnSpc>
                <a:defRPr/>
              </a:pPr>
              <a:r>
                <a:rPr lang="en-US" sz="1400" b="1" i="0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BIP47</a:t>
              </a: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public </a:t>
              </a:r>
              <a:endParaRPr lang="en-US" sz="14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endParaRPr>
            </a:p>
            <a:p>
              <a:pPr algn="l">
                <a:lnSpc>
                  <a:spcPts val="2083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payment key 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54939921" name="TextBox 102"/>
            <p:cNvSpPr txBox="1"/>
            <p:nvPr/>
          </p:nvSpPr>
          <p:spPr bwMode="auto">
            <a:xfrm flipH="0" flipV="0">
              <a:off x="6147061" y="0"/>
              <a:ext cx="2811123" cy="52956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84"/>
                </a:lnSpc>
                <a:defRPr/>
              </a:pPr>
              <a:r>
                <a:rPr lang="en-US" sz="1400" b="1" i="0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BIP47</a:t>
              </a: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private </a:t>
              </a:r>
              <a:endParaRPr lang="en-US" sz="14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endParaRPr>
            </a:p>
            <a:p>
              <a:pPr algn="l">
                <a:lnSpc>
                  <a:spcPts val="2083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payment key 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51754962" name=""/>
          <p:cNvGrpSpPr/>
          <p:nvPr/>
        </p:nvGrpSpPr>
        <p:grpSpPr bwMode="auto">
          <a:xfrm>
            <a:off x="412754" y="671067"/>
            <a:ext cx="11492487" cy="5538110"/>
            <a:chOff x="0" y="0"/>
            <a:chExt cx="11492487" cy="5538110"/>
          </a:xfrm>
        </p:grpSpPr>
        <p:sp>
          <p:nvSpPr>
            <p:cNvPr id="1263865662" name="Freeform 27"/>
            <p:cNvSpPr/>
            <p:nvPr/>
          </p:nvSpPr>
          <p:spPr bwMode="auto">
            <a:xfrm rot="0" flipH="0" flipV="0">
              <a:off x="0" y="120542"/>
              <a:ext cx="4719546" cy="3263465"/>
            </a:xfrm>
            <a:custGeom>
              <a:avLst/>
              <a:gdLst/>
              <a:ahLst/>
              <a:cxnLst/>
              <a:rect l="l" t="t" r="r" b="b"/>
              <a:pathLst>
                <a:path w="1864513" h="1289271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289271"/>
                  </a:lnTo>
                  <a:lnTo>
                    <a:pt x="0" y="12892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10357955" name="TextBox 28"/>
            <p:cNvSpPr txBox="1"/>
            <p:nvPr/>
          </p:nvSpPr>
          <p:spPr bwMode="auto">
            <a:xfrm rot="0" flipH="0" flipV="0">
              <a:off x="0" y="0"/>
              <a:ext cx="4719546" cy="33840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37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>
                <a:latin typeface="IBM Plex Sans"/>
                <a:cs typeface="IBM Plex Sans"/>
              </a:endParaRPr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</p:txBody>
        </p:sp>
        <p:sp>
          <p:nvSpPr>
            <p:cNvPr id="816989499" name="AutoShape 29"/>
            <p:cNvSpPr/>
            <p:nvPr/>
          </p:nvSpPr>
          <p:spPr bwMode="auto">
            <a:xfrm>
              <a:off x="1573132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13529552" name="AutoShape 30"/>
            <p:cNvSpPr/>
            <p:nvPr/>
          </p:nvSpPr>
          <p:spPr bwMode="auto">
            <a:xfrm>
              <a:off x="0" y="502560"/>
              <a:ext cx="4719547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25588932" name="AutoShape 31"/>
            <p:cNvSpPr/>
            <p:nvPr/>
          </p:nvSpPr>
          <p:spPr bwMode="auto">
            <a:xfrm>
              <a:off x="3142759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55955201" name="Freeform 33"/>
            <p:cNvSpPr/>
            <p:nvPr/>
          </p:nvSpPr>
          <p:spPr bwMode="auto">
            <a:xfrm rot="0" flipH="0" flipV="0">
              <a:off x="1673397" y="99394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891033526" name="TextBox 34"/>
            <p:cNvSpPr txBox="1"/>
            <p:nvPr/>
          </p:nvSpPr>
          <p:spPr bwMode="auto">
            <a:xfrm rot="0" flipH="0" flipV="0">
              <a:off x="1673397" y="92161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446875600" name="TextBox 35"/>
            <p:cNvSpPr txBox="1"/>
            <p:nvPr/>
          </p:nvSpPr>
          <p:spPr bwMode="auto">
            <a:xfrm>
              <a:off x="0" y="529410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51431830" name="TextBox 36"/>
            <p:cNvSpPr txBox="1"/>
            <p:nvPr/>
          </p:nvSpPr>
          <p:spPr bwMode="auto">
            <a:xfrm>
              <a:off x="1573209" y="529410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616942647" name="TextBox 37"/>
            <p:cNvSpPr txBox="1"/>
            <p:nvPr/>
          </p:nvSpPr>
          <p:spPr bwMode="auto">
            <a:xfrm>
              <a:off x="3147522" y="529408"/>
              <a:ext cx="1574929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8723153" name="Freeform 39"/>
            <p:cNvSpPr/>
            <p:nvPr/>
          </p:nvSpPr>
          <p:spPr bwMode="auto">
            <a:xfrm rot="0" flipH="0" flipV="0">
              <a:off x="1673397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62525681" name="TextBox 40"/>
            <p:cNvSpPr txBox="1"/>
            <p:nvPr/>
          </p:nvSpPr>
          <p:spPr bwMode="auto">
            <a:xfrm rot="0" flipH="0" flipV="0">
              <a:off x="1673397" y="247582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96297" name="Freeform 42"/>
            <p:cNvSpPr/>
            <p:nvPr/>
          </p:nvSpPr>
          <p:spPr bwMode="auto">
            <a:xfrm rot="0" flipH="0" flipV="0">
              <a:off x="3249540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93412858" name="TextBox 43"/>
            <p:cNvSpPr txBox="1"/>
            <p:nvPr/>
          </p:nvSpPr>
          <p:spPr bwMode="auto">
            <a:xfrm rot="0" flipH="0" flipV="0">
              <a:off x="3249540" y="247582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Address K0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11329861" name="Freeform 45"/>
            <p:cNvSpPr/>
            <p:nvPr/>
          </p:nvSpPr>
          <p:spPr bwMode="auto">
            <a:xfrm rot="0" flipH="0" flipV="0">
              <a:off x="6770394" y="120542"/>
              <a:ext cx="4719546" cy="3263465"/>
            </a:xfrm>
            <a:custGeom>
              <a:avLst/>
              <a:gdLst/>
              <a:ahLst/>
              <a:cxnLst/>
              <a:rect l="l" t="t" r="r" b="b"/>
              <a:pathLst>
                <a:path w="1864513" h="1289271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289271"/>
                  </a:lnTo>
                  <a:lnTo>
                    <a:pt x="0" y="12892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141912934" name="TextBox 46"/>
            <p:cNvSpPr txBox="1"/>
            <p:nvPr/>
          </p:nvSpPr>
          <p:spPr bwMode="auto">
            <a:xfrm rot="0" flipH="0" flipV="0">
              <a:off x="6770394" y="0"/>
              <a:ext cx="4719546" cy="33840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37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>
                <a:latin typeface="IBM Plex Sans"/>
                <a:cs typeface="IBM Plex Sans"/>
              </a:endParaRPr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</p:txBody>
        </p:sp>
        <p:sp>
          <p:nvSpPr>
            <p:cNvPr id="1317006613" name="AutoShape 47"/>
            <p:cNvSpPr/>
            <p:nvPr/>
          </p:nvSpPr>
          <p:spPr bwMode="auto">
            <a:xfrm>
              <a:off x="6770394" y="502560"/>
              <a:ext cx="4719547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9794358" name="AutoShape 48"/>
            <p:cNvSpPr/>
            <p:nvPr/>
          </p:nvSpPr>
          <p:spPr bwMode="auto">
            <a:xfrm>
              <a:off x="8343526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04601862" name="AutoShape 49"/>
            <p:cNvSpPr/>
            <p:nvPr/>
          </p:nvSpPr>
          <p:spPr bwMode="auto">
            <a:xfrm>
              <a:off x="9913155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01346698" name="Freeform 51"/>
            <p:cNvSpPr/>
            <p:nvPr/>
          </p:nvSpPr>
          <p:spPr bwMode="auto">
            <a:xfrm rot="0" flipH="0" flipV="0">
              <a:off x="8443791" y="99394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02632762" name="TextBox 52"/>
            <p:cNvSpPr txBox="1"/>
            <p:nvPr/>
          </p:nvSpPr>
          <p:spPr bwMode="auto">
            <a:xfrm rot="0" flipH="0" flipV="0">
              <a:off x="8443791" y="92161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81782449" name="TextBox 53"/>
            <p:cNvSpPr txBox="1"/>
            <p:nvPr/>
          </p:nvSpPr>
          <p:spPr bwMode="auto">
            <a:xfrm>
              <a:off x="6770394" y="529408"/>
              <a:ext cx="1574929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02933500" name="TextBox 54"/>
            <p:cNvSpPr txBox="1"/>
            <p:nvPr/>
          </p:nvSpPr>
          <p:spPr bwMode="auto">
            <a:xfrm>
              <a:off x="8343603" y="529410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927827669" name="TextBox 55"/>
            <p:cNvSpPr txBox="1"/>
            <p:nvPr/>
          </p:nvSpPr>
          <p:spPr bwMode="auto">
            <a:xfrm>
              <a:off x="9917917" y="529410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79140825" name="Freeform 57"/>
            <p:cNvSpPr/>
            <p:nvPr/>
          </p:nvSpPr>
          <p:spPr bwMode="auto">
            <a:xfrm rot="0" flipH="0" flipV="0">
              <a:off x="8443791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43452266" name="TextBox 58"/>
            <p:cNvSpPr txBox="1"/>
            <p:nvPr/>
          </p:nvSpPr>
          <p:spPr bwMode="auto">
            <a:xfrm rot="0" flipH="0" flipV="0">
              <a:off x="8443791" y="247582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Other public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91115595" name="Freeform 60"/>
            <p:cNvSpPr/>
            <p:nvPr/>
          </p:nvSpPr>
          <p:spPr bwMode="auto">
            <a:xfrm rot="0" flipH="0" flipV="0">
              <a:off x="6872411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60775467" name="TextBox 61"/>
            <p:cNvSpPr txBox="1"/>
            <p:nvPr/>
          </p:nvSpPr>
          <p:spPr bwMode="auto">
            <a:xfrm rot="0" flipH="0" flipV="0">
              <a:off x="6872411" y="247582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Other address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621889930" name="AutoShape 62"/>
            <p:cNvSpPr/>
            <p:nvPr/>
          </p:nvSpPr>
          <p:spPr bwMode="auto">
            <a:xfrm flipH="1">
              <a:off x="4618638" y="2808261"/>
              <a:ext cx="2253771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71496535" name="Freeform 64"/>
            <p:cNvSpPr/>
            <p:nvPr/>
          </p:nvSpPr>
          <p:spPr bwMode="auto">
            <a:xfrm rot="0" flipH="0" flipV="0">
              <a:off x="5060423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927882831" name="TextBox 65"/>
            <p:cNvSpPr txBox="1"/>
            <p:nvPr/>
          </p:nvSpPr>
          <p:spPr bwMode="auto">
            <a:xfrm rot="0" flipH="0" flipV="0">
              <a:off x="5060423" y="247582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First </a:t>
              </a:r>
              <a:endPara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reimbursement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54885957" name="Freeform 67"/>
            <p:cNvSpPr/>
            <p:nvPr/>
          </p:nvSpPr>
          <p:spPr bwMode="auto">
            <a:xfrm rot="0" flipH="0" flipV="0">
              <a:off x="5060423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54828406" name="TextBox 68"/>
            <p:cNvSpPr txBox="1"/>
            <p:nvPr/>
          </p:nvSpPr>
          <p:spPr bwMode="auto">
            <a:xfrm rot="0" flipH="0" flipV="0">
              <a:off x="5060423" y="169899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818303143" name="AutoShape 69"/>
            <p:cNvSpPr/>
            <p:nvPr/>
          </p:nvSpPr>
          <p:spPr bwMode="auto">
            <a:xfrm>
              <a:off x="788571" y="5426302"/>
              <a:ext cx="780858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770766167" name="AutoShape 70"/>
            <p:cNvSpPr/>
            <p:nvPr/>
          </p:nvSpPr>
          <p:spPr bwMode="auto">
            <a:xfrm flipH="1">
              <a:off x="788571" y="4350195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886034616" name="AutoShape 71"/>
            <p:cNvSpPr/>
            <p:nvPr/>
          </p:nvSpPr>
          <p:spPr bwMode="auto">
            <a:xfrm>
              <a:off x="786566" y="3987249"/>
              <a:ext cx="782862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945089251" name="AutoShape 72"/>
            <p:cNvSpPr/>
            <p:nvPr/>
          </p:nvSpPr>
          <p:spPr bwMode="auto">
            <a:xfrm flipH="1">
              <a:off x="788571" y="4710844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337795368" name="AutoShape 73"/>
            <p:cNvSpPr/>
            <p:nvPr/>
          </p:nvSpPr>
          <p:spPr bwMode="auto">
            <a:xfrm flipH="1">
              <a:off x="788571" y="5068144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276282287" name="TextBox 74"/>
            <p:cNvSpPr txBox="1"/>
            <p:nvPr/>
          </p:nvSpPr>
          <p:spPr bwMode="auto">
            <a:xfrm>
              <a:off x="4958958" y="529410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Shared secrets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804172600" name="TextBox 75"/>
            <p:cNvSpPr txBox="1"/>
            <p:nvPr/>
          </p:nvSpPr>
          <p:spPr bwMode="auto">
            <a:xfrm flipH="0" flipV="0">
              <a:off x="1886781" y="3878662"/>
              <a:ext cx="6358199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Child key derivation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23945162" name="TextBox 76"/>
            <p:cNvSpPr txBox="1"/>
            <p:nvPr/>
          </p:nvSpPr>
          <p:spPr bwMode="auto">
            <a:xfrm flipH="0" flipV="0">
              <a:off x="1886781" y="4241608"/>
              <a:ext cx="6355446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Bitcoin </a:t>
              </a:r>
              <a:r>
                <a:rPr lang="en-US" sz="1600" b="1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transaction 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350365095" name="TextBox 77"/>
            <p:cNvSpPr txBox="1"/>
            <p:nvPr/>
          </p:nvSpPr>
          <p:spPr bwMode="auto">
            <a:xfrm flipH="0" flipV="0">
              <a:off x="1886782" y="4601655"/>
              <a:ext cx="6352696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ECDH + SHA256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826537214" name="TextBox 78"/>
            <p:cNvSpPr txBox="1"/>
            <p:nvPr/>
          </p:nvSpPr>
          <p:spPr bwMode="auto">
            <a:xfrm flipH="0" flipV="0">
              <a:off x="1886782" y="4964600"/>
              <a:ext cx="6311658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Point addition on elliptic curves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73181821" name="TextBox 79"/>
            <p:cNvSpPr txBox="1"/>
            <p:nvPr/>
          </p:nvSpPr>
          <p:spPr bwMode="auto">
            <a:xfrm flipH="0" flipV="0">
              <a:off x="1886782" y="5324645"/>
              <a:ext cx="6352696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 derivation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21392054" name="Freeform 81"/>
            <p:cNvSpPr/>
            <p:nvPr/>
          </p:nvSpPr>
          <p:spPr bwMode="auto">
            <a:xfrm rot="0" flipH="0" flipV="0">
              <a:off x="1673651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33675206" name="TextBox 82"/>
            <p:cNvSpPr txBox="1"/>
            <p:nvPr/>
          </p:nvSpPr>
          <p:spPr bwMode="auto">
            <a:xfrm rot="0" flipH="0" flipV="0">
              <a:off x="1673651" y="169899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A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64029205" name="Freeform 84"/>
            <p:cNvSpPr/>
            <p:nvPr/>
          </p:nvSpPr>
          <p:spPr bwMode="auto">
            <a:xfrm rot="0" flipH="0" flipV="0">
              <a:off x="8445620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67951926" name="TextBox 85"/>
            <p:cNvSpPr txBox="1"/>
            <p:nvPr/>
          </p:nvSpPr>
          <p:spPr bwMode="auto">
            <a:xfrm rot="0" flipH="0" flipV="0">
              <a:off x="8445620" y="169899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B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54517080" name="Freeform 87"/>
            <p:cNvSpPr/>
            <p:nvPr/>
          </p:nvSpPr>
          <p:spPr bwMode="auto">
            <a:xfrm rot="0" flipH="0" flipV="0">
              <a:off x="6874416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38389724" name="TextBox 88"/>
            <p:cNvSpPr txBox="1"/>
            <p:nvPr/>
          </p:nvSpPr>
          <p:spPr bwMode="auto">
            <a:xfrm rot="0" flipH="0" flipV="0">
              <a:off x="6874416" y="169899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Notification</a:t>
              </a:r>
              <a:endParaRPr lang="en-US" sz="1000" b="1">
                <a:solidFill>
                  <a:srgbClr val="FFFFFF">
                    <a:alpha val="40000"/>
                  </a:srgbClr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Address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029057493" name="AutoShape 89"/>
            <p:cNvSpPr/>
            <p:nvPr/>
          </p:nvSpPr>
          <p:spPr bwMode="auto">
            <a:xfrm>
              <a:off x="8243514" y="2031429"/>
              <a:ext cx="202104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64707639" name="AutoShape 90"/>
            <p:cNvSpPr/>
            <p:nvPr/>
          </p:nvSpPr>
          <p:spPr bwMode="auto">
            <a:xfrm>
              <a:off x="10697716" y="1514425"/>
              <a:ext cx="1827" cy="257175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54956395" name="AutoShape 91"/>
            <p:cNvSpPr/>
            <p:nvPr/>
          </p:nvSpPr>
          <p:spPr bwMode="auto">
            <a:xfrm flipH="1">
              <a:off x="3042749" y="2031429"/>
              <a:ext cx="2017674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54435560" name="AutoShape 92"/>
            <p:cNvSpPr/>
            <p:nvPr/>
          </p:nvSpPr>
          <p:spPr bwMode="auto">
            <a:xfrm flipH="1">
              <a:off x="6148917" y="1589637"/>
              <a:ext cx="4097610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65524110" name="AutoShape 93"/>
            <p:cNvSpPr/>
            <p:nvPr/>
          </p:nvSpPr>
          <p:spPr bwMode="auto">
            <a:xfrm flipV="1">
              <a:off x="6148917" y="1565825"/>
              <a:ext cx="0" cy="206444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84081152" name="AutoShape 94"/>
            <p:cNvSpPr/>
            <p:nvPr/>
          </p:nvSpPr>
          <p:spPr bwMode="auto">
            <a:xfrm flipV="1">
              <a:off x="10246530" y="1565825"/>
              <a:ext cx="0" cy="20550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87937227" name="AutoShape 95"/>
            <p:cNvSpPr/>
            <p:nvPr/>
          </p:nvSpPr>
          <p:spPr bwMode="auto">
            <a:xfrm flipV="1">
              <a:off x="2358031" y="2291531"/>
              <a:ext cx="81" cy="256626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5120490" name="AutoShape 96"/>
            <p:cNvSpPr/>
            <p:nvPr/>
          </p:nvSpPr>
          <p:spPr bwMode="auto">
            <a:xfrm flipH="1">
              <a:off x="2752902" y="2349634"/>
              <a:ext cx="3019776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7072861" name="AutoShape 97"/>
            <p:cNvSpPr/>
            <p:nvPr/>
          </p:nvSpPr>
          <p:spPr bwMode="auto">
            <a:xfrm flipH="1" flipV="1">
              <a:off x="5744972" y="2291531"/>
              <a:ext cx="0" cy="58101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10711338" name="AutoShape 98"/>
            <p:cNvSpPr/>
            <p:nvPr/>
          </p:nvSpPr>
          <p:spPr bwMode="auto">
            <a:xfrm flipV="1">
              <a:off x="2776714" y="2349634"/>
              <a:ext cx="0" cy="198522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09850960" name="Freeform 100"/>
            <p:cNvSpPr/>
            <p:nvPr/>
          </p:nvSpPr>
          <p:spPr bwMode="auto">
            <a:xfrm rot="0" flipH="0" flipV="0">
              <a:off x="10013166" y="994221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47851297" name="TextBox 101"/>
            <p:cNvSpPr txBox="1"/>
            <p:nvPr/>
          </p:nvSpPr>
          <p:spPr bwMode="auto">
            <a:xfrm rot="0" flipH="0" flipV="0">
              <a:off x="10013166" y="921889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Master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60008777" name="Freeform 103"/>
            <p:cNvSpPr/>
            <p:nvPr/>
          </p:nvSpPr>
          <p:spPr bwMode="auto">
            <a:xfrm rot="0" flipH="0" flipV="0">
              <a:off x="10014993" y="1771600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23874315" name="TextBox 104"/>
            <p:cNvSpPr txBox="1"/>
            <p:nvPr/>
          </p:nvSpPr>
          <p:spPr bwMode="auto">
            <a:xfrm rot="0" flipH="0" flipV="0">
              <a:off x="10014993" y="1699270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44901689" name="Freeform 106"/>
            <p:cNvSpPr/>
            <p:nvPr/>
          </p:nvSpPr>
          <p:spPr bwMode="auto">
            <a:xfrm rot="0" flipH="0" flipV="0">
              <a:off x="10013166" y="2548431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907367478" name="TextBox 107"/>
            <p:cNvSpPr txBox="1"/>
            <p:nvPr/>
          </p:nvSpPr>
          <p:spPr bwMode="auto">
            <a:xfrm rot="0" flipH="0" flipV="0">
              <a:off x="10013166" y="247610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Other private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929033821" name="AutoShape 108"/>
            <p:cNvSpPr/>
            <p:nvPr/>
          </p:nvSpPr>
          <p:spPr bwMode="auto">
            <a:xfrm>
              <a:off x="9812891" y="2808377"/>
              <a:ext cx="200277" cy="33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2245193" name="AutoShape 109"/>
            <p:cNvSpPr/>
            <p:nvPr/>
          </p:nvSpPr>
          <p:spPr bwMode="auto">
            <a:xfrm>
              <a:off x="9814718" y="2031548"/>
              <a:ext cx="200277" cy="33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43816976" name="AutoShape 110"/>
            <p:cNvSpPr/>
            <p:nvPr/>
          </p:nvSpPr>
          <p:spPr bwMode="auto">
            <a:xfrm>
              <a:off x="9812891" y="1254169"/>
              <a:ext cx="200277" cy="33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58592085" name="AutoShape 111"/>
            <p:cNvSpPr/>
            <p:nvPr/>
          </p:nvSpPr>
          <p:spPr bwMode="auto">
            <a:xfrm>
              <a:off x="2358031" y="1514152"/>
              <a:ext cx="82" cy="257175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712511" name="AutoShape 112"/>
            <p:cNvSpPr/>
            <p:nvPr/>
          </p:nvSpPr>
          <p:spPr bwMode="auto">
            <a:xfrm>
              <a:off x="3042495" y="2808261"/>
              <a:ext cx="207045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20724637" name="AutoShape 113"/>
            <p:cNvSpPr/>
            <p:nvPr/>
          </p:nvSpPr>
          <p:spPr bwMode="auto">
            <a:xfrm>
              <a:off x="8241509" y="2808261"/>
              <a:ext cx="202280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70657156" name="Freeform 115"/>
            <p:cNvSpPr/>
            <p:nvPr/>
          </p:nvSpPr>
          <p:spPr bwMode="auto">
            <a:xfrm rot="0" flipH="0" flipV="0">
              <a:off x="102017" y="1767553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2068820272" name="TextBox 116"/>
            <p:cNvSpPr txBox="1"/>
            <p:nvPr/>
          </p:nvSpPr>
          <p:spPr bwMode="auto">
            <a:xfrm rot="0" flipH="0" flipV="0">
              <a:off x="102017" y="169522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  <p:sp>
          <p:nvSpPr>
            <p:cNvPr id="1725908364" name="Freeform 118"/>
            <p:cNvSpPr/>
            <p:nvPr/>
          </p:nvSpPr>
          <p:spPr bwMode="auto">
            <a:xfrm rot="0" flipH="0" flipV="0">
              <a:off x="102017" y="99394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1775822187" name="TextBox 119"/>
            <p:cNvSpPr txBox="1"/>
            <p:nvPr/>
          </p:nvSpPr>
          <p:spPr bwMode="auto">
            <a:xfrm rot="0" flipH="0" flipV="0">
              <a:off x="102017" y="92161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  <p:sp>
          <p:nvSpPr>
            <p:cNvPr id="1729128760" name="Freeform 121"/>
            <p:cNvSpPr/>
            <p:nvPr/>
          </p:nvSpPr>
          <p:spPr bwMode="auto">
            <a:xfrm rot="0" flipH="0" flipV="0">
              <a:off x="104020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2125317705" name="TextBox 122"/>
            <p:cNvSpPr txBox="1"/>
            <p:nvPr/>
          </p:nvSpPr>
          <p:spPr bwMode="auto">
            <a:xfrm rot="0" flipH="0" flipV="0">
              <a:off x="104020" y="247582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3764368" name="Rectangle 867144088"/>
          <p:cNvSpPr txBox="1"/>
          <p:nvPr/>
        </p:nvSpPr>
        <p:spPr bwMode="auto">
          <a:xfrm rot="0" flipH="0" flipV="0">
            <a:off x="402671" y="2378358"/>
            <a:ext cx="3696300" cy="1034701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클래식 결제 </a:t>
            </a: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공개키</a:t>
            </a:r>
            <a:endParaRPr lang="en-US" sz="1400" b="1" i="0" u="none" strike="noStrike" cap="none" spc="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grpSp>
        <p:nvGrpSpPr>
          <p:cNvPr id="598994975" name=""/>
          <p:cNvGrpSpPr/>
          <p:nvPr/>
        </p:nvGrpSpPr>
        <p:grpSpPr bwMode="auto">
          <a:xfrm>
            <a:off x="4333218" y="2394821"/>
            <a:ext cx="7254418" cy="3927862"/>
            <a:chOff x="0" y="0"/>
            <a:chExt cx="7254418" cy="3927862"/>
          </a:xfrm>
        </p:grpSpPr>
        <p:sp>
          <p:nvSpPr>
            <p:cNvPr id="350105946" name="AutoShape 29"/>
            <p:cNvSpPr/>
            <p:nvPr/>
          </p:nvSpPr>
          <p:spPr bwMode="auto">
            <a:xfrm flipV="1">
              <a:off x="776945" y="3096698"/>
              <a:ext cx="0" cy="27756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0789181" name="AutoShape 39"/>
            <p:cNvSpPr/>
            <p:nvPr/>
          </p:nvSpPr>
          <p:spPr bwMode="auto">
            <a:xfrm flipV="1">
              <a:off x="2677171" y="3096698"/>
              <a:ext cx="0" cy="27756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0468102" name="AutoShape 46"/>
            <p:cNvSpPr/>
            <p:nvPr/>
          </p:nvSpPr>
          <p:spPr bwMode="auto">
            <a:xfrm flipV="1">
              <a:off x="776945" y="2214692"/>
              <a:ext cx="940753" cy="27497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86218052" name="AutoShape 47"/>
            <p:cNvSpPr/>
            <p:nvPr/>
          </p:nvSpPr>
          <p:spPr bwMode="auto">
            <a:xfrm flipH="1" flipV="1">
              <a:off x="1717701" y="2214692"/>
              <a:ext cx="959466" cy="27497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2215495" name="AutoShape 48"/>
            <p:cNvSpPr/>
            <p:nvPr/>
          </p:nvSpPr>
          <p:spPr bwMode="auto">
            <a:xfrm flipH="0" flipV="1">
              <a:off x="1717699" y="1142533"/>
              <a:ext cx="1636697" cy="471406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12499561" name="AutoShape 52"/>
            <p:cNvSpPr/>
            <p:nvPr/>
          </p:nvSpPr>
          <p:spPr bwMode="auto">
            <a:xfrm flipH="1" flipV="1">
              <a:off x="4579150" y="3096698"/>
              <a:ext cx="0" cy="29798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9740187" name="AutoShape 62"/>
            <p:cNvSpPr/>
            <p:nvPr/>
          </p:nvSpPr>
          <p:spPr bwMode="auto">
            <a:xfrm flipV="1">
              <a:off x="6479377" y="3096698"/>
              <a:ext cx="0" cy="29798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01797373" name="AutoShape 66"/>
            <p:cNvSpPr/>
            <p:nvPr/>
          </p:nvSpPr>
          <p:spPr bwMode="auto">
            <a:xfrm flipV="1">
              <a:off x="4579150" y="2214692"/>
              <a:ext cx="940753" cy="27497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3573745" name="AutoShape 67"/>
            <p:cNvSpPr/>
            <p:nvPr/>
          </p:nvSpPr>
          <p:spPr bwMode="auto">
            <a:xfrm flipH="1" flipV="1">
              <a:off x="5519908" y="2214692"/>
              <a:ext cx="959466" cy="27497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70160931" name="AutoShape 68"/>
            <p:cNvSpPr/>
            <p:nvPr/>
          </p:nvSpPr>
          <p:spPr bwMode="auto">
            <a:xfrm flipH="1" flipV="1">
              <a:off x="3962378" y="1142533"/>
              <a:ext cx="1557525" cy="471406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1837867557" name="Rectangle 867144088"/>
            <p:cNvSpPr txBox="1"/>
            <p:nvPr/>
          </p:nvSpPr>
          <p:spPr bwMode="auto">
            <a:xfrm rot="0" flipH="0" flipV="0">
              <a:off x="1643455" y="0"/>
              <a:ext cx="3695940" cy="1034701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360000" rIns="91440" bIns="360000" numCol="1" spcCol="0" rtlCol="0" fromWordArt="0" anchor="ctr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Merkle Root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78308789" name=""/>
            <p:cNvSpPr txBox="1"/>
            <p:nvPr/>
          </p:nvSpPr>
          <p:spPr bwMode="auto">
            <a:xfrm rot="0" flipH="0" flipV="0">
              <a:off x="925772" y="1613943"/>
              <a:ext cx="1552451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(A,B)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559912022" name=""/>
            <p:cNvSpPr txBox="1"/>
            <p:nvPr/>
          </p:nvSpPr>
          <p:spPr bwMode="auto">
            <a:xfrm rot="0" flipH="0" flipV="0">
              <a:off x="4798875" y="1617516"/>
              <a:ext cx="1553170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(C,D)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641106844" name=""/>
            <p:cNvSpPr txBox="1"/>
            <p:nvPr/>
          </p:nvSpPr>
          <p:spPr bwMode="auto">
            <a:xfrm rot="0" flipH="0" flipV="0">
              <a:off x="0" y="2564079"/>
              <a:ext cx="1553889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(A)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84005145" name=""/>
            <p:cNvSpPr txBox="1"/>
            <p:nvPr/>
          </p:nvSpPr>
          <p:spPr bwMode="auto">
            <a:xfrm rot="0" flipH="0" flipV="0">
              <a:off x="1899682" y="2564079"/>
              <a:ext cx="1554968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(B)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843934722" name=""/>
            <p:cNvSpPr txBox="1"/>
            <p:nvPr/>
          </p:nvSpPr>
          <p:spPr bwMode="auto">
            <a:xfrm rot="0" flipH="0" flipV="0">
              <a:off x="18452" y="3490565"/>
              <a:ext cx="1554608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A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861508708" name=""/>
            <p:cNvSpPr txBox="1"/>
            <p:nvPr/>
          </p:nvSpPr>
          <p:spPr bwMode="auto">
            <a:xfrm rot="0" flipH="0" flipV="0">
              <a:off x="1882376" y="3494136"/>
              <a:ext cx="1555687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B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108212560" name=""/>
            <p:cNvSpPr txBox="1"/>
            <p:nvPr/>
          </p:nvSpPr>
          <p:spPr bwMode="auto">
            <a:xfrm rot="0" flipH="0" flipV="0">
              <a:off x="3798687" y="2567651"/>
              <a:ext cx="1554968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(C)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3444828" name=""/>
            <p:cNvSpPr txBox="1"/>
            <p:nvPr/>
          </p:nvSpPr>
          <p:spPr bwMode="auto">
            <a:xfrm rot="0" flipH="0" flipV="0">
              <a:off x="5698371" y="2567651"/>
              <a:ext cx="1556047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(D)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426339364" name=""/>
            <p:cNvSpPr txBox="1"/>
            <p:nvPr/>
          </p:nvSpPr>
          <p:spPr bwMode="auto">
            <a:xfrm rot="0" flipH="0" flipV="0">
              <a:off x="3817141" y="3494136"/>
              <a:ext cx="1555687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C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479976499" name=""/>
            <p:cNvSpPr txBox="1"/>
            <p:nvPr/>
          </p:nvSpPr>
          <p:spPr bwMode="auto">
            <a:xfrm rot="0" flipH="0" flipV="0">
              <a:off x="5681064" y="3497706"/>
              <a:ext cx="1556766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D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  <p:grpSp>
        <p:nvGrpSpPr>
          <p:cNvPr id="1151986373" name=""/>
          <p:cNvGrpSpPr/>
          <p:nvPr/>
        </p:nvGrpSpPr>
        <p:grpSpPr bwMode="auto">
          <a:xfrm>
            <a:off x="1993089" y="540216"/>
            <a:ext cx="5976459" cy="1725336"/>
            <a:chOff x="0" y="0"/>
            <a:chExt cx="5976459" cy="1725336"/>
          </a:xfrm>
        </p:grpSpPr>
        <p:sp>
          <p:nvSpPr>
            <p:cNvPr id="895020035" name="AutoShape 75"/>
            <p:cNvSpPr/>
            <p:nvPr/>
          </p:nvSpPr>
          <p:spPr bwMode="auto">
            <a:xfrm flipH="0" flipV="1">
              <a:off x="0" y="1253951"/>
              <a:ext cx="2674900" cy="47138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277376370" name="AutoShape 76"/>
            <p:cNvSpPr/>
            <p:nvPr/>
          </p:nvSpPr>
          <p:spPr bwMode="auto">
            <a:xfrm flipH="1" flipV="1">
              <a:off x="3303146" y="1253951"/>
              <a:ext cx="2673312" cy="47138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780737486" name=""/>
            <p:cNvSpPr txBox="1"/>
            <p:nvPr/>
          </p:nvSpPr>
          <p:spPr bwMode="auto">
            <a:xfrm rot="0" flipH="0" flipV="0">
              <a:off x="491733" y="0"/>
              <a:ext cx="4831827" cy="97645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720000" tIns="288000" rIns="720000" bIns="288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Tweaked public key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359138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93880" y="685800"/>
            <a:ext cx="10698019" cy="58102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0595430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0139" y="209548"/>
            <a:ext cx="11143118" cy="64388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4435514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5199" y="925485"/>
            <a:ext cx="10854299" cy="50070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38901491" name=""/>
          <p:cNvGrpSpPr/>
          <p:nvPr/>
        </p:nvGrpSpPr>
        <p:grpSpPr bwMode="auto">
          <a:xfrm>
            <a:off x="1238256" y="253006"/>
            <a:ext cx="10348374" cy="6369841"/>
            <a:chOff x="0" y="0"/>
            <a:chExt cx="10348374" cy="6369841"/>
          </a:xfrm>
        </p:grpSpPr>
        <p:sp>
          <p:nvSpPr>
            <p:cNvPr id="200246910" name="Freeform 30"/>
            <p:cNvSpPr/>
            <p:nvPr/>
          </p:nvSpPr>
          <p:spPr bwMode="auto">
            <a:xfrm rot="0" flipH="0" flipV="0">
              <a:off x="4830042" y="147289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20666334" name="TextBox 31"/>
            <p:cNvSpPr txBox="1"/>
            <p:nvPr/>
          </p:nvSpPr>
          <p:spPr bwMode="auto">
            <a:xfrm rot="0" flipH="0" flipV="0">
              <a:off x="4830042" y="130413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0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143972311" name="TextBox 32"/>
            <p:cNvSpPr txBox="1"/>
            <p:nvPr/>
          </p:nvSpPr>
          <p:spPr bwMode="auto">
            <a:xfrm>
              <a:off x="4684256" y="190504"/>
              <a:ext cx="5448437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Transaction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31490584" name="TextBox 33"/>
            <p:cNvSpPr txBox="1"/>
            <p:nvPr/>
          </p:nvSpPr>
          <p:spPr bwMode="auto">
            <a:xfrm>
              <a:off x="4871361" y="795974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35349762" name="AutoShape 34"/>
            <p:cNvSpPr/>
            <p:nvPr/>
          </p:nvSpPr>
          <p:spPr bwMode="auto">
            <a:xfrm>
              <a:off x="7355659" y="867971"/>
              <a:ext cx="0" cy="518683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14066404" name="TextBox 35"/>
            <p:cNvSpPr txBox="1"/>
            <p:nvPr/>
          </p:nvSpPr>
          <p:spPr bwMode="auto">
            <a:xfrm>
              <a:off x="7654153" y="795974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4933213" name="Freeform 37"/>
            <p:cNvSpPr/>
            <p:nvPr/>
          </p:nvSpPr>
          <p:spPr bwMode="auto">
            <a:xfrm rot="0" flipH="0" flipV="0">
              <a:off x="7612833" y="147289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454378922" name="TextBox 38"/>
            <p:cNvSpPr txBox="1"/>
            <p:nvPr/>
          </p:nvSpPr>
          <p:spPr bwMode="auto">
            <a:xfrm rot="0" flipH="0" flipV="0">
              <a:off x="7612833" y="130413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072906041" name="Freeform 40"/>
            <p:cNvSpPr/>
            <p:nvPr/>
          </p:nvSpPr>
          <p:spPr bwMode="auto">
            <a:xfrm rot="0" flipH="0" flipV="0">
              <a:off x="7612833" y="241975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37829953" name="TextBox 41"/>
            <p:cNvSpPr txBox="1"/>
            <p:nvPr/>
          </p:nvSpPr>
          <p:spPr bwMode="auto">
            <a:xfrm rot="0" flipH="0" flipV="0">
              <a:off x="7612833" y="2250991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Change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344957697" name="Freeform 43"/>
            <p:cNvSpPr/>
            <p:nvPr/>
          </p:nvSpPr>
          <p:spPr bwMode="auto">
            <a:xfrm rot="0" flipH="0" flipV="0">
              <a:off x="4830042" y="241975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47336449" name="TextBox 44"/>
            <p:cNvSpPr txBox="1"/>
            <p:nvPr/>
          </p:nvSpPr>
          <p:spPr bwMode="auto">
            <a:xfrm rot="0" flipH="0" flipV="0">
              <a:off x="4830042" y="2250991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63192528" name="Freeform 46"/>
            <p:cNvSpPr/>
            <p:nvPr/>
          </p:nvSpPr>
          <p:spPr bwMode="auto">
            <a:xfrm rot="0" flipH="0" flipV="0">
              <a:off x="4830042" y="3366617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27429470" name="TextBox 47"/>
            <p:cNvSpPr txBox="1"/>
            <p:nvPr/>
          </p:nvSpPr>
          <p:spPr bwMode="auto">
            <a:xfrm rot="0" flipH="0" flipV="0">
              <a:off x="4830042" y="319785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00061489" name="Freeform 49"/>
            <p:cNvSpPr/>
            <p:nvPr/>
          </p:nvSpPr>
          <p:spPr bwMode="auto">
            <a:xfrm rot="0" flipH="0" flipV="0">
              <a:off x="0" y="1328409"/>
              <a:ext cx="2515523" cy="2900961"/>
            </a:xfrm>
            <a:custGeom>
              <a:avLst/>
              <a:gdLst/>
              <a:ahLst/>
              <a:cxnLst/>
              <a:rect l="l" t="t" r="r" b="b"/>
              <a:pathLst>
                <a:path w="993788" h="1146059" fill="norm" stroke="1" extrusionOk="0">
                  <a:moveTo>
                    <a:pt x="0" y="0"/>
                  </a:moveTo>
                  <a:lnTo>
                    <a:pt x="993788" y="0"/>
                  </a:lnTo>
                  <a:lnTo>
                    <a:pt x="993788" y="1146059"/>
                  </a:lnTo>
                  <a:lnTo>
                    <a:pt x="0" y="114605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225982865" name="TextBox 50"/>
            <p:cNvSpPr txBox="1"/>
            <p:nvPr/>
          </p:nvSpPr>
          <p:spPr bwMode="auto">
            <a:xfrm rot="0" flipH="0" flipV="0">
              <a:off x="0" y="1207864"/>
              <a:ext cx="2515523" cy="302151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515850674" name="AutoShape 51"/>
            <p:cNvSpPr/>
            <p:nvPr/>
          </p:nvSpPr>
          <p:spPr bwMode="auto">
            <a:xfrm flipV="1">
              <a:off x="2281117" y="1832027"/>
              <a:ext cx="2548922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6038198" name="Freeform 53"/>
            <p:cNvSpPr/>
            <p:nvPr/>
          </p:nvSpPr>
          <p:spPr bwMode="auto">
            <a:xfrm rot="0" flipH="0" flipV="0">
              <a:off x="1470488" y="1472895"/>
              <a:ext cx="540415" cy="718260"/>
            </a:xfrm>
            <a:custGeom>
              <a:avLst/>
              <a:gdLst/>
              <a:ahLst/>
              <a:cxnLst/>
              <a:rect l="l" t="t" r="r" b="b"/>
              <a:pathLst>
                <a:path w="720556" h="957682" fill="norm" stroke="1" extrusionOk="0">
                  <a:moveTo>
                    <a:pt x="0" y="0"/>
                  </a:moveTo>
                  <a:lnTo>
                    <a:pt x="720557" y="0"/>
                  </a:lnTo>
                  <a:lnTo>
                    <a:pt x="720557" y="957682"/>
                  </a:lnTo>
                  <a:lnTo>
                    <a:pt x="0" y="9576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38580016" name="Freeform 54"/>
            <p:cNvSpPr/>
            <p:nvPr/>
          </p:nvSpPr>
          <p:spPr bwMode="auto">
            <a:xfrm rot="0" flipH="0" flipV="0">
              <a:off x="1740697" y="1472895"/>
              <a:ext cx="540415" cy="718260"/>
            </a:xfrm>
            <a:custGeom>
              <a:avLst/>
              <a:gdLst/>
              <a:ahLst/>
              <a:cxnLst/>
              <a:rect l="l" t="t" r="r" b="b"/>
              <a:pathLst>
                <a:path w="720556" h="957682" fill="norm" stroke="1" extrusionOk="0">
                  <a:moveTo>
                    <a:pt x="0" y="0"/>
                  </a:moveTo>
                  <a:lnTo>
                    <a:pt x="720556" y="0"/>
                  </a:lnTo>
                  <a:lnTo>
                    <a:pt x="720556" y="957682"/>
                  </a:lnTo>
                  <a:lnTo>
                    <a:pt x="0" y="9576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83458825" name="TextBox 55"/>
            <p:cNvSpPr txBox="1"/>
            <p:nvPr/>
          </p:nvSpPr>
          <p:spPr bwMode="auto">
            <a:xfrm rot="0" flipH="0" flipV="0">
              <a:off x="235663" y="1585328"/>
              <a:ext cx="1036239" cy="4801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77"/>
                </a:lnSpc>
                <a:defRPr/>
              </a:pPr>
              <a:r>
                <a:rPr lang="en-US" sz="27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a0 A0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16065634" name="Freeform 56"/>
            <p:cNvSpPr/>
            <p:nvPr/>
          </p:nvSpPr>
          <p:spPr bwMode="auto">
            <a:xfrm>
              <a:off x="1470492" y="2419758"/>
              <a:ext cx="540415" cy="718260"/>
            </a:xfrm>
            <a:custGeom>
              <a:avLst/>
              <a:gdLst/>
              <a:ahLst/>
              <a:cxnLst/>
              <a:rect l="l" t="t" r="r" b="b"/>
              <a:pathLst>
                <a:path w="540417" h="718262" fill="norm" stroke="1" extrusionOk="0">
                  <a:moveTo>
                    <a:pt x="0" y="0"/>
                  </a:moveTo>
                  <a:lnTo>
                    <a:pt x="540417" y="0"/>
                  </a:lnTo>
                  <a:lnTo>
                    <a:pt x="540417" y="718261"/>
                  </a:lnTo>
                  <a:lnTo>
                    <a:pt x="0" y="7182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89737684" name="Freeform 57"/>
            <p:cNvSpPr/>
            <p:nvPr/>
          </p:nvSpPr>
          <p:spPr bwMode="auto">
            <a:xfrm>
              <a:off x="1740699" y="2419758"/>
              <a:ext cx="540415" cy="718260"/>
            </a:xfrm>
            <a:custGeom>
              <a:avLst/>
              <a:gdLst/>
              <a:ahLst/>
              <a:cxnLst/>
              <a:rect l="l" t="t" r="r" b="b"/>
              <a:pathLst>
                <a:path w="540417" h="718262" fill="norm" stroke="1" extrusionOk="0">
                  <a:moveTo>
                    <a:pt x="0" y="0"/>
                  </a:moveTo>
                  <a:lnTo>
                    <a:pt x="540417" y="0"/>
                  </a:lnTo>
                  <a:lnTo>
                    <a:pt x="540417" y="718261"/>
                  </a:lnTo>
                  <a:lnTo>
                    <a:pt x="0" y="7182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07969103" name="TextBox 58"/>
            <p:cNvSpPr txBox="1"/>
            <p:nvPr/>
          </p:nvSpPr>
          <p:spPr bwMode="auto">
            <a:xfrm>
              <a:off x="235665" y="2517904"/>
              <a:ext cx="1035882" cy="4801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77"/>
                </a:lnSpc>
                <a:defRPr/>
              </a:pPr>
              <a:r>
                <a:rPr lang="en-US" sz="27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a1 A1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30016098" name="Freeform 59"/>
            <p:cNvSpPr/>
            <p:nvPr/>
          </p:nvSpPr>
          <p:spPr bwMode="auto">
            <a:xfrm>
              <a:off x="1470492" y="3366619"/>
              <a:ext cx="540415" cy="718260"/>
            </a:xfrm>
            <a:custGeom>
              <a:avLst/>
              <a:gdLst/>
              <a:ahLst/>
              <a:cxnLst/>
              <a:rect l="l" t="t" r="r" b="b"/>
              <a:pathLst>
                <a:path w="540417" h="718262" fill="norm" stroke="1" extrusionOk="0">
                  <a:moveTo>
                    <a:pt x="0" y="0"/>
                  </a:moveTo>
                  <a:lnTo>
                    <a:pt x="540417" y="0"/>
                  </a:lnTo>
                  <a:lnTo>
                    <a:pt x="540417" y="718262"/>
                  </a:lnTo>
                  <a:lnTo>
                    <a:pt x="0" y="7182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61184764" name="Freeform 60"/>
            <p:cNvSpPr/>
            <p:nvPr/>
          </p:nvSpPr>
          <p:spPr bwMode="auto">
            <a:xfrm>
              <a:off x="1740699" y="3366619"/>
              <a:ext cx="540415" cy="718260"/>
            </a:xfrm>
            <a:custGeom>
              <a:avLst/>
              <a:gdLst/>
              <a:ahLst/>
              <a:cxnLst/>
              <a:rect l="l" t="t" r="r" b="b"/>
              <a:pathLst>
                <a:path w="540417" h="718262" fill="norm" stroke="1" extrusionOk="0">
                  <a:moveTo>
                    <a:pt x="0" y="0"/>
                  </a:moveTo>
                  <a:lnTo>
                    <a:pt x="540417" y="0"/>
                  </a:lnTo>
                  <a:lnTo>
                    <a:pt x="540417" y="718262"/>
                  </a:lnTo>
                  <a:lnTo>
                    <a:pt x="0" y="7182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04196330" name="TextBox 61"/>
            <p:cNvSpPr txBox="1"/>
            <p:nvPr/>
          </p:nvSpPr>
          <p:spPr bwMode="auto">
            <a:xfrm>
              <a:off x="235665" y="3464766"/>
              <a:ext cx="1035882" cy="4801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77"/>
                </a:lnSpc>
                <a:defRPr/>
              </a:pPr>
              <a:r>
                <a:rPr lang="en-US" sz="27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a2 A2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20836840" name="Freeform 63"/>
            <p:cNvSpPr/>
            <p:nvPr/>
          </p:nvSpPr>
          <p:spPr bwMode="auto">
            <a:xfrm rot="0" flipH="0" flipV="0">
              <a:off x="675076" y="5029197"/>
              <a:ext cx="776912" cy="1032584"/>
            </a:xfrm>
            <a:custGeom>
              <a:avLst/>
              <a:gdLst/>
              <a:ahLst/>
              <a:cxnLst/>
              <a:rect l="l" t="t" r="r" b="b"/>
              <a:pathLst>
                <a:path w="1035886" h="1376782" fill="norm" stroke="1" extrusionOk="0">
                  <a:moveTo>
                    <a:pt x="0" y="0"/>
                  </a:moveTo>
                  <a:lnTo>
                    <a:pt x="1035886" y="0"/>
                  </a:lnTo>
                  <a:lnTo>
                    <a:pt x="1035886" y="1376782"/>
                  </a:lnTo>
                  <a:lnTo>
                    <a:pt x="0" y="1376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</p:sp>
        <p:sp>
          <p:nvSpPr>
            <p:cNvPr id="1967770454" name="Freeform 64"/>
            <p:cNvSpPr/>
            <p:nvPr/>
          </p:nvSpPr>
          <p:spPr bwMode="auto">
            <a:xfrm rot="0" flipH="0" flipV="0">
              <a:off x="1063532" y="5029197"/>
              <a:ext cx="776912" cy="1032584"/>
            </a:xfrm>
            <a:custGeom>
              <a:avLst/>
              <a:gdLst/>
              <a:ahLst/>
              <a:cxnLst/>
              <a:rect l="l" t="t" r="r" b="b"/>
              <a:pathLst>
                <a:path w="1035886" h="1376782" fill="norm" stroke="1" extrusionOk="0">
                  <a:moveTo>
                    <a:pt x="0" y="0"/>
                  </a:moveTo>
                  <a:lnTo>
                    <a:pt x="1035885" y="0"/>
                  </a:lnTo>
                  <a:lnTo>
                    <a:pt x="1035885" y="1376782"/>
                  </a:lnTo>
                  <a:lnTo>
                    <a:pt x="0" y="1376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</p:sp>
        <p:sp>
          <p:nvSpPr>
            <p:cNvPr id="1964473494" name="TextBox 65"/>
            <p:cNvSpPr txBox="1"/>
            <p:nvPr/>
          </p:nvSpPr>
          <p:spPr bwMode="auto">
            <a:xfrm>
              <a:off x="2010909" y="5238469"/>
              <a:ext cx="1035882" cy="5691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78"/>
                </a:lnSpc>
                <a:defRPr/>
              </a:pPr>
              <a:r>
                <a:rPr lang="en-US" sz="3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 A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21724387" name="AutoShape 66"/>
            <p:cNvSpPr/>
            <p:nvPr/>
          </p:nvSpPr>
          <p:spPr bwMode="auto">
            <a:xfrm>
              <a:off x="2281117" y="2778888"/>
              <a:ext cx="2548922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69984689" name="AutoShape 67"/>
            <p:cNvSpPr/>
            <p:nvPr/>
          </p:nvSpPr>
          <p:spPr bwMode="auto">
            <a:xfrm>
              <a:off x="2281117" y="3725749"/>
              <a:ext cx="2548922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5378754" name="Freeform 69"/>
            <p:cNvSpPr/>
            <p:nvPr/>
          </p:nvSpPr>
          <p:spPr bwMode="auto">
            <a:xfrm rot="0" flipH="0" flipV="0">
              <a:off x="854262" y="347796"/>
              <a:ext cx="808254" cy="886973"/>
            </a:xfrm>
            <a:custGeom>
              <a:avLst/>
              <a:gdLst/>
              <a:ahLst/>
              <a:cxnLst/>
              <a:rect l="l" t="t" r="r" b="b"/>
              <a:pathLst>
                <a:path w="1077675" h="1182634" fill="norm" stroke="1" extrusionOk="0">
                  <a:moveTo>
                    <a:pt x="0" y="0"/>
                  </a:moveTo>
                  <a:lnTo>
                    <a:pt x="1077675" y="0"/>
                  </a:lnTo>
                  <a:lnTo>
                    <a:pt x="1077675" y="1182634"/>
                  </a:lnTo>
                  <a:lnTo>
                    <a:pt x="0" y="11826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</p:sp>
        <p:sp>
          <p:nvSpPr>
            <p:cNvPr id="200375469" name="TextBox 70"/>
            <p:cNvSpPr txBox="1"/>
            <p:nvPr/>
          </p:nvSpPr>
          <p:spPr bwMode="auto">
            <a:xfrm rot="0" flipH="0" flipV="0">
              <a:off x="1076688" y="793955"/>
              <a:ext cx="364122" cy="46721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75"/>
                </a:lnSpc>
                <a:defRPr/>
              </a:pPr>
              <a:r>
                <a:rPr lang="en-US" sz="2650" b="1">
                  <a:solidFill>
                    <a:srgbClr val="FFFFFF"/>
                  </a:solidFill>
                  <a:latin typeface="Rubik Bold"/>
                  <a:ea typeface="Rubik Bold"/>
                  <a:cs typeface="Rubik Bold"/>
                </a:rPr>
                <a:t>A</a:t>
              </a:r>
              <a:endParaRPr/>
            </a:p>
          </p:txBody>
        </p:sp>
        <p:sp>
          <p:nvSpPr>
            <p:cNvPr id="301879396" name="AutoShape 71"/>
            <p:cNvSpPr/>
            <p:nvPr/>
          </p:nvSpPr>
          <p:spPr bwMode="auto">
            <a:xfrm>
              <a:off x="1257763" y="4229368"/>
              <a:ext cx="0" cy="704577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89409008" name="Rectangle: Rounded Corners 12"/>
            <p:cNvSpPr/>
            <p:nvPr/>
          </p:nvSpPr>
          <p:spPr bwMode="auto">
            <a:xfrm flipH="0" flipV="0">
              <a:off x="4468575" y="0"/>
              <a:ext cx="5879799" cy="636984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6844028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37599" y="963707"/>
            <a:ext cx="11482949" cy="47941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6206204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16213" y="605516"/>
            <a:ext cx="10942110" cy="58782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ONLYOFFICE/9.0.3.29</Application>
  <PresentationFormat>On-screen Show (4:3)</PresentationFormat>
  <Paragraphs>0</Paragraphs>
  <Slides>249</Slides>
  <Notes>249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249</vt:i4>
      </vt:variant>
    </vt:vector>
  </HeadingPairs>
  <TitlesOfParts>
    <vt:vector size="25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  <vt:lpstr>Slide 160</vt:lpstr>
      <vt:lpstr>Slide 161</vt:lpstr>
      <vt:lpstr>Slide 162</vt:lpstr>
      <vt:lpstr>Slide 163</vt:lpstr>
      <vt:lpstr>Slide 164</vt:lpstr>
      <vt:lpstr>Slide 165</vt:lpstr>
      <vt:lpstr>Slide 166</vt:lpstr>
      <vt:lpstr>Slide 167</vt:lpstr>
      <vt:lpstr>Slide 168</vt:lpstr>
      <vt:lpstr>Slide 169</vt:lpstr>
      <vt:lpstr>Slide 170</vt:lpstr>
      <vt:lpstr>Slide 171</vt:lpstr>
      <vt:lpstr>Slide 172</vt:lpstr>
      <vt:lpstr>Slide 173</vt:lpstr>
      <vt:lpstr>Slide 174</vt:lpstr>
      <vt:lpstr>Slide 175</vt:lpstr>
      <vt:lpstr>Slide 176</vt:lpstr>
      <vt:lpstr>Slide 177</vt:lpstr>
      <vt:lpstr>Slide 178</vt:lpstr>
      <vt:lpstr>Slide 179</vt:lpstr>
      <vt:lpstr>Slide 180</vt:lpstr>
      <vt:lpstr>Slide 181</vt:lpstr>
      <vt:lpstr>Slide 182</vt:lpstr>
      <vt:lpstr>Slide 183</vt:lpstr>
      <vt:lpstr>Slide 184</vt:lpstr>
      <vt:lpstr>Slide 185</vt:lpstr>
      <vt:lpstr>Slide 186</vt:lpstr>
      <vt:lpstr>Slide 187</vt:lpstr>
      <vt:lpstr>Slide 188</vt:lpstr>
      <vt:lpstr>Slide 189</vt:lpstr>
      <vt:lpstr>Slide 190</vt:lpstr>
      <vt:lpstr>Slide 191</vt:lpstr>
      <vt:lpstr>Slide 192</vt:lpstr>
      <vt:lpstr>Slide 193</vt:lpstr>
      <vt:lpstr>Slide 194</vt:lpstr>
      <vt:lpstr>Slide 195</vt:lpstr>
      <vt:lpstr>Slide 196</vt:lpstr>
      <vt:lpstr>Slide 197</vt:lpstr>
      <vt:lpstr>Slide 198</vt:lpstr>
      <vt:lpstr>Slide 199</vt:lpstr>
      <vt:lpstr>Slide 200</vt:lpstr>
      <vt:lpstr>Slide 201</vt:lpstr>
      <vt:lpstr>Slide 202</vt:lpstr>
      <vt:lpstr>Slide 203</vt:lpstr>
      <vt:lpstr>Slide 204</vt:lpstr>
      <vt:lpstr>Slide 205</vt:lpstr>
      <vt:lpstr>Slide 206</vt:lpstr>
      <vt:lpstr>Slide 207</vt:lpstr>
      <vt:lpstr>Slide 208</vt:lpstr>
      <vt:lpstr>Slide 209</vt:lpstr>
      <vt:lpstr>Slide 210</vt:lpstr>
      <vt:lpstr>Slide 211</vt:lpstr>
      <vt:lpstr>Slide 212</vt:lpstr>
      <vt:lpstr>Slide 213</vt:lpstr>
      <vt:lpstr>Slide 214</vt:lpstr>
      <vt:lpstr>Slide 215</vt:lpstr>
      <vt:lpstr>Slide 216</vt:lpstr>
      <vt:lpstr>Slide 217</vt:lpstr>
      <vt:lpstr>Slide 218</vt:lpstr>
      <vt:lpstr>Slide 219</vt:lpstr>
      <vt:lpstr>Slide 220</vt:lpstr>
      <vt:lpstr>Slide 221</vt:lpstr>
      <vt:lpstr>Slide 222</vt:lpstr>
      <vt:lpstr>Slide 223</vt:lpstr>
      <vt:lpstr>Slide 224</vt:lpstr>
      <vt:lpstr>Slide 225</vt:lpstr>
      <vt:lpstr>Slide 226</vt:lpstr>
      <vt:lpstr>Slide 227</vt:lpstr>
      <vt:lpstr>Slide 228</vt:lpstr>
      <vt:lpstr>Slide 229</vt:lpstr>
      <vt:lpstr>Slide 230</vt:lpstr>
      <vt:lpstr>Slide 231</vt:lpstr>
      <vt:lpstr>Slide 232</vt:lpstr>
      <vt:lpstr>Slide 233</vt:lpstr>
      <vt:lpstr>Slide 234</vt:lpstr>
      <vt:lpstr>Slide 235</vt:lpstr>
      <vt:lpstr>Slide 236</vt:lpstr>
      <vt:lpstr>Slide 237</vt:lpstr>
      <vt:lpstr>Slide 238</vt:lpstr>
      <vt:lpstr>Slide 239</vt:lpstr>
      <vt:lpstr>Slide 240</vt:lpstr>
      <vt:lpstr>Slide 241</vt:lpstr>
      <vt:lpstr>Slide 242</vt:lpstr>
      <vt:lpstr>Slide 243</vt:lpstr>
      <vt:lpstr>Slide 244</vt:lpstr>
      <vt:lpstr>Slide 245</vt:lpstr>
      <vt:lpstr>Slide 246</vt:lpstr>
      <vt:lpstr>Slide 247</vt:lpstr>
      <vt:lpstr>Slide 248</vt:lpstr>
      <vt:lpstr>Slide 249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52</cp:revision>
  <dcterms:modified xsi:type="dcterms:W3CDTF">2025-09-23T16:09:32Z</dcterms:modified>
</cp:coreProperties>
</file>