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Sekretessmodell för banksystem: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Bitcoins sekretessmodell: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Gemensam egendom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Internationellt ord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eller </a:t>
            </a:r>
            <a:r>
              <a:rPr lang="fr-FR"/>
              <a:t>satoshis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Alice's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Charles's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Emmas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Kundens bankkonto: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Bakers bankkonto: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UTXO:er som används för utgifter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UTXO:er skapade för mottagarna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Det gör att du kan skriva under för att uppfylla skriptet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Ett skript skapas för att låsa 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Allmän nyckel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 nyckel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plånbok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satsningar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satsningar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satsningar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Skriptet är nöjd med att spendera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Nya UTXO:er skapade och låsta med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nya skript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Alices UTXO används för att betala betalningen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En UTXO skapas för att betala bagaren för bröd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En förändring UTXO återvänder till Alices plånbok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slår samman 2 UTXO till inmatningar för att uppfylla betalningsbehoven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UTXO skapas för att betala bagaren för bröd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förändring UTXO återvänder till Alices plånbok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 används för att betala betalningen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UTXO skapas för att betala bagaren för bröd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förändring UTXO återvänder till Alices plånbok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Transaktionsavgift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Blockbelöning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Blocksubvention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Transaktionsavgifter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Sekretessmodell för banksystem: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Bagare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Granne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Bankman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Sekretessmodell för banksystem: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Bitcoins sekretessmodell: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Granne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Kund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Bagare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Blockchain-övervakning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Funktioner för identifiering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Avledning av hypoteser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avsnitt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Tillgänglig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Enkel betalning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Svepande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Grupperade utgifter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Samarbetsbaserad 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som tillhör den spårade användaren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Vilken utgång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representerar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förändringen?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Återanvändning av intern adress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Återanvändning av versionering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Betalningar med runda tal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satsningar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Betalningar med runda tal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Den största produktionen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Gemensam ägare till alla UTXO:er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avsnitt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Tillgänglig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Gemensam avsändare för alla transaktioner?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"sekvens":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"sekvens":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"sekvens":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Gemensam ingång Ägarskap Heuristik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avsnitt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Tillgänglig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Tweakad offentlig nyckel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Klassisk offentlig nyckel för utgifter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 rot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manus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manus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skript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skript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avsnitt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Tillgänglig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Gemensam ägare till alla UTXO:er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Återanvändning av intern adress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kanin satoshi pizza matematik smile valley ägg piano semester höst hej kulle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Växel för köp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av soffa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Uttag från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Kund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betalning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Inköp av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Köp från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Plånbok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Etiketter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P2P-köp från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Betalning till kund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Förändring för soffköp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Uttag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från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Kund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betalning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INGEN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Datorköp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INGEN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P2P-köp från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Plånbok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INGEN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Köp från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Betalning till kund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Utbyte.kyc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sammanfoga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Genomsnittliga kostnader i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Utbyte.kyc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Sekretessmodell för banksystem: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Bitcoins sekretessmodell: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Allmänheten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sammanfoga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Emmas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Emmas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Grace's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sammanfoga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blindad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blindad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blindad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blindad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oblindad produktion +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blindad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oblindad produktion +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osignerad 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blindad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oblindad produktion + 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osignerad 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transaktionssignatur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Zerolänk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förblandning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myntfogar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plånbok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Inkommande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Remixad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Inkommande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Remixad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Remixad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Blandad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Blandad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Blandad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Blandad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Blandad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Huvudnyckel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Syfte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Typ av mynt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Konton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Kedjor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används för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sammanfogningscykler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Kostnader för gruvdrift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Utjämnade UTXO:er redo för mixning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Doxisk förändring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Serviceavgifter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Mix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premix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Sparrow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före sammanslagning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efter samkörning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Sammanslagning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Cyklar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Analytikern vet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detta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Analytikern vill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hitta denna UTXO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före sammanslagning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efter samkörning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Sammanslagning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Cyklar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Analytikern vet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detta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Analytikern vill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hitta denna UTXO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före sammanslagning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Sammanslagning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Cyklar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Analytikern vet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detta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Analytikern står inför en grupp UTXO:er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som kan matcha sökningen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Framåt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före sammanslagning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Sammanslagning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Cyklar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Sannolikt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Analytikern står inför en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grupp UTXO:er som kan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vara källan till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efter samkörning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Sammanslagning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Cyklar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Analytikern vet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att detta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Sammanfoga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Mix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Trolig källa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efter samkörning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Sammanslagning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Cyklar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källor...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ingångar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utgångar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Fel!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Betalningsbelopp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Fel!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Faktisk betalning av 4.000 satsningar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ingångar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utgångar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sammanfoga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sammanfoga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Emittenten genomför 4 transaktioner mot onesel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Emittenten genomför 4 transaktioner gentemot sig själv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Den sista transaktionen används för att betala den slutliga mottagaren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sammanfoga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sammanfoga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Det är inte de längre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 är mina kunder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sammanfoga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Det är förmodligen dem igen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Är de fortfarande mina kunder?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är inte från min kund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Utbytt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Utbytt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PLÅNBOK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Huvudnyckel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Syfte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Typ av mynt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Konton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Kanaler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extern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extern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Reserverad för framtida användning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Kedjekod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Offentlig nyckel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Bitfält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Kontrollsumma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Utbyte över ett osäkert nätverk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Delad hemlighet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Vanlig färg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Hemliga färger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Offentligt utbyte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Hemliga färger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Delad hemlighet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Anmälan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"Hej! Här är min betalningskod.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Jag kommer att skicka betalningar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till dig med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Bitcoins klassiska sekretessmodell: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Konfidentialitetsmodell för BIP47-betalningskoderna: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Offentlig 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Privat 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Huvudnyckel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Barnets publika 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Anmälan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Anmälan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transaktion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Krypterad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betalningskod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Delad hemlighet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Delade hemligheter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Härledning av barnnycklar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Avledning av adress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på den elliptiska kurvan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privata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publika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Alices privata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publika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Delad hemlighet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Osäkrad offentlig överföring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Delad hemlighet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publika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publika nyckel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Adress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Adress för avisering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Transaktion för avisering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Krypterad betalningskod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Delade hemligheter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Offentlig nyckel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Betalningskod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Delad hemlighet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Huvudnyckel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Barnets offentliga nyckel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Barnets privata nyckel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Identifierare för </a:t>
            </a:r>
            <a:r>
              <a:rPr sz="2000" b="1" i="1">
                <a:latin typeface="IBM Plex Sans"/>
              </a:rPr>
              <a:t>anmälan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Public key identifierare för </a:t>
            </a:r>
            <a:r>
              <a:rPr sz="2000" b="1" i="1">
                <a:latin typeface="IBM Plex Sans"/>
              </a:rPr>
              <a:t>den första inmatningen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"OP_RETURN" </a:t>
            </a:r>
            <a:r>
              <a:rPr sz="2000" b="1" i="1">
                <a:latin typeface="IBM Plex Sans"/>
              </a:rPr>
              <a:t>Identifierare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Annan publik nyckel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Annan privat nyckel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Huvudnyckel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Annan adress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Betalning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adress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Första betalningen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enligt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BIP47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Delade hemligheter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Härledning av nyckel för barn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Punktaddition på elliptiska kurvor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Avledning av adress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Adress för avisering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Huvudnyckel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Betalningsadress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Delade hemligheter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Härledning av nyckel för barn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Punktaddition på elliptiska kurvor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Avledning av adress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 för avisering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Annan publik nyckel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Annan privat nyckel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Annan adress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Betalningsadress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Andra betalningen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Betalningsadress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Härledning av nyckel för barn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Avledning av publik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 för avisering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Betalningsadress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Huvudnyckel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Delade hemligheter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Punktaddition på elliptiska kurvor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Avledning av adress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på den elliptiska kurvan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privata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offentliga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publika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privata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Offentlig nyckel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publika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privata nyckel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Delad hemlighet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Osäkrad offentlig överföring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Delad hemlighet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Alices publika nyckel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Hemlighet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Abscissa av den hemliga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Hemlig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Punkt G på kurvan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publika nyckel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offentlig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betalningsnyckel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privata nyckel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privat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betalningsnyckel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Betalningskod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Offentliga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Privata nycklar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Annan publik 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Annan 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Första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ersättning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Delade hemligheter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Härledning av nyckel för barn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Punktaddition på elliptiska kurvor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Avledning av adress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Anmälan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Huvudnyckel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Annan privat nyckel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Tweakad offentlig nyckel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Publik nyckel för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klassisk betalning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 rot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manus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manus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skript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skript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utgångar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Förändring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