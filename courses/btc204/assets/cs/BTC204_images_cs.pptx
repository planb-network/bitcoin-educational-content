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důvěrnosti bankovního systému: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soukromí bitcoinu: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Protějšek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Společný majetek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Mezinárodní slovo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nebo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Davidovo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Bankovní účet zákazníka: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Bakerův bankovní účet: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použité pro výdaje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vytvořené pro příjemce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Umožňuje vám podepsat, abyste vyhověli skriptu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Je vytvořen skript pro uzamčení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Veřejný klíč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Soukromý klíč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Peněženka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satelitů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satelitů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satelitů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Skript je spokojen s tím, že utratí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Nové jednotky UTXO vytvořené a uzamčené pomocí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nové skripty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Alicino UTXO je použito k uspokojení platby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Vytvoří se UTXO, které zaplatí pekaři za chléb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Změna UTXO se vrací do Aliciny peněženky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sloučí 2 UTXO do vstupů, aby splnila požadavky na platby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Vytvoří se UTXO, které zaplatí pekaři za chléb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Změna UTXO se vrací do Aliciny peněženky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Alicino UTXO je použito k uspokojení platby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Vytvoří se UTXO, které zaplatí pekaři za chléb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Změna UTXO se vrací do Aliciny peněženky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Transakční poplatek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Bloková odměna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Bloková dotace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Transakční poplatky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důvěrnosti bankovního systému: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Protějšek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Zákazník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Sousedé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Bankéř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důvěrnosti bankovního systému: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soukromí bitcoinu: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Protějšek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Sousedé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Zákazník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Monitorování blockchainu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Identifikace funkcí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Dedukce hypotézy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System (Bitcoin: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Elektronický peněžní systém peer-to-peer),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část 10: Ochrana osobních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údajů. Dostupné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Jednoduchá platba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Zametání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Seskupené výdaje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Společná 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patřící sledovanému uživateli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Který výstup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představuje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změnu?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Opakované použití interní adresy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Opakované použití verzování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Zaokrouhlení plateb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satelitů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Zaokrouhlení plateb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Největší výkon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Společný vlastník všech 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System (Bitcoin: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Elektronický peněžní systém peer-to-peer),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část 10: Ochrana osobních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údajů. Dostupné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Společný odesílatel pro všechny transakce?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"sekvence":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Heuristika společného vlastnictví vstupů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System (Bitcoin: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Elektronický peněžní systém peer-to-peer),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část 10: Ochrana osobních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údajů. Dostupné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Upravený veřejný klíč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Klasický výdajový veřejný klíč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scénář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scénář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scénář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System (Bitcoin: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Elektronický peněžní systém peer-to-peer),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část 10: Ochrana osobních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údajů. Dostupné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Společný vlastník všech 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Opakované použití interní adresy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králík satoshi pizza matematika úsměv údolí vejce klavír dovolená podzim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Změna pro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nákup pohovky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Stažení ze služby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platba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Nákup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počítače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Nákup od společnosti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Peněženka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Štítky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Nákup P2P od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Platba klientovi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Změna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pro nákup pohovky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výběr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Platba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klienta Davida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nákup počítače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nákup od Charlese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Peněženka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Štítky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Nákup od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Platba klientovi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Transakce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Transakce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Transakce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Transakce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Průměrné výdaje v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důvěrnosti bankovního systému: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soukromí bitcoinu: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Protějšek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Identity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Veřejnost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Frankovo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společnosti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společnosti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UTXO společnosti Grace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slepý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slepý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slepý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nezaslepený výstup +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slepý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nezaslepený výstup +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nepodepsaná 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vstup + zaslepený výstup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slepý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nezaslepený výstup + podpis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nepodepsaná 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podpis 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předsměs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peněženka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Příchozí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Remixované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Příchozí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Remixované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Remixované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Smíšené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Smíšené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Smíšené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Smíšené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Smíšené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Hlavní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Účel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 mince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Účty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Řetězy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se používá pro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cykly coinjoin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Náklady na těžbu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Vyrovnané UTXO připravené k míchání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Doxická změna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Poplatky za služby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Směs č. 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před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po spojení mincí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 ví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tento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 chce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najít toto UTXO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před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po spojení mincí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 ví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tento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Analytik chce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najít toto UTXO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před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Analytik ví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tento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Analytik čelí skupině UTXO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které mohou odpovídat hledanému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Směs č. 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Směs č. 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Směs č. 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Forward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před coinjoin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Pravděpodobné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Analytik čelí skupině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UTXO, která může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být zdrojem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po spojení mincí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Analytik zná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tento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Mix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Směs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Směs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Směs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Pravděpodobný zdroj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po spojení mincí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Cykly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zdrojů...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vstupy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výstupy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Špatně!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Výše platby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Špatně!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Skutečná platba 4 000 sátů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Bobovo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vstupy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výstupy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Bobovo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Charlesovo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Emitent provádí 4 transakce vůči onesel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Emitent vůči sobě provádí 4 transakce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Poslední transakce slouží k výplatě konečnému příjemci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Už to nejsou oni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Jsou to moji zákazníci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Pravděpodobně jsou to opět oni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Jsou stále mými zákazníky?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není od mého zákazníka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Výměna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Výměna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PENĚŽENKA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Hlavní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Účel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 mince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Účty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Kanály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externí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interní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externí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interní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Rezervováno pro budoucí použití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Kód řetězu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Veřejný klíč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Bitové pole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Parita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Verze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Kontrolní součet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Předpona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Výměna přes nezabezpečenou síť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Běžná barva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Tajné barvy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Veřejná výměna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Tajné barvy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Oznámení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Transakce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"Dobrý den! Zde je můj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platební kód. Budu vám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posílat platby pomocí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Klasický model soukromí bitcoinu: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důvěrnosti platebních kódů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Veřejný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Soukromý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Hlavní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Veřejný klíč dítěte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Oznámení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Oznámení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transakce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Šifrované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platební kód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Sdílené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podřízených klíčů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adresy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Bod G na eliptické křivce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Alicin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Bobův veřejný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Alicin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Bobův soukromý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Veřejný klíč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Bobův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Nezajištěný veřejný přenos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Veřejný klíč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Bobův veřejný klíč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Adresa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pro oznámení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Oznamovací transakce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Šifrovaný platební kód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Veřejný klíč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Kód platby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Sdílené tajemství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Hlavní klíč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Dětský veřejný klíč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Dětský soukromý klíč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Identifikátor </a:t>
            </a:r>
            <a:r>
              <a:rPr sz="2000" b="1" i="1">
                <a:latin typeface="IBM Plex Sans"/>
              </a:rPr>
              <a:t>oznámení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Identifikátor veřejného klíče </a:t>
            </a:r>
            <a:r>
              <a:rPr sz="2000" b="1" i="1">
                <a:latin typeface="IBM Plex Sans"/>
              </a:rPr>
              <a:t>prvního vstupu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"OP_RETURN" </a:t>
            </a:r>
            <a:r>
              <a:rPr sz="2000" b="1" i="1">
                <a:latin typeface="IBM Plex Sans"/>
              </a:rPr>
              <a:t>Identifikátor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Jiný veřejný klíč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Jiný soukromý klíč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Hlavní klíč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Jiná adresa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Platba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První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platba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BIP47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Odvození klíče dítěte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Sčítání bodů na eliptických křivkách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Odvození adresy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pro oznámení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Hlavní klíč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Platební adresa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klíče dítěte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Sčítání bodů na eliptických křivkách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adresy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pro oznámení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Jiný veřejný klíč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Jiný soukromý klíč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Jiná adresa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Platební adresa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Druhá platba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Platební adresa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Platební adresa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klíče dítěte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veřejného klíče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pro oznámení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Platební adresa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Hlavní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Sčítání bodů na eliptických křivkách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adresy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Bod G na eliptické křivce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Alicin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Veřejný klíč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Bobův veřejný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Alicin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Veřejný klíč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Bobův soukromý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Veřejný klíč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Bobův soukromý klíč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Nezajištěný veřejný přenos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Sdílené tajemství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Veřejný klíč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Tajné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Abscisa tajenky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Tajné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Bod G na křivce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Bobův veřejný klíč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veřejnost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platební klíč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Bobův soukromý klíč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soukromé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platební klíč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Kód platby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Veřejné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Soukromé klíče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Jiný veřejný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Jiná adresa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První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úhrada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Sdílená tajemství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klíče dítěte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Transakce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Sčítání bodů na eliptických křivkách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Odvození adresy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Oznámení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Hlavní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Jiný soukromý klíč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Upravený veřejný klíč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Veřejný klíč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klasické platby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scénář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scénář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scénář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výstupy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Změna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