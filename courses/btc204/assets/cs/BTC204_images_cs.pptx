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důvěrnosti bankovního systému: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soukromí bitcoinu: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Protějšek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Společný majetek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Mezinárodní slovo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Bankovní účet zákazníka: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Bakerův bankovní účet: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Transakce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použité pro výdaje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vytvořené pro příjemce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Umožňuje vám podepsat, abyste vyhověli skriptu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Je vytvořen skript pro uzamčení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Veřejný klíč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Soukromý klíč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Peněženka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Transakce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Skript je spokojen s tím, že utratí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Nové jednotky UTXO vytvořené a uzamčené pomocí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nové skripty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Alicino UTXO je použito k uspokojení platby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Vytvoří se UTXO, které zaplatí pekaři za chléb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Změna UTXO se vrací do Aliciny peněženky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sloučí 2 UTXO do vstupů, aby splnila požadavky na platby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Vytvoří se UTXO, které zaplatí pekaři za chléb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Změna UTXO se vrací do Aliciny peněženky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Alicino UTXO je použito k uspokojení platby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Vytvoří se UTXO, které zaplatí pekaři za chléb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Změna UTXO se vrací do Aliciny peněženky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Transakční poplatek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důvěrnosti bankovního systému: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Protějšek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Zákazník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Sousedé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Bankéř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důvěrnosti bankovního systému: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soukromí bitcoinu: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Protějšek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Sousedé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Zákazník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Monitorování blockchainu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vstupy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výstupy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Identifikace funkcí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Dedukce hypotézy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System (Bitcoin: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Elektronický peněžní systém peer-to-peer),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část 10: Ochrana osobních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údajů. Dostupné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Jednoduchá platba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Zametání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Dávkový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Společná transakce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patřící sledovanému uživateli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Který výstup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představuje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změnu?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Opakované použití interní adresy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Opakované použití verzování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Zaokrouhlování plateb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Zaokrouhlení plateb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Největší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výkon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Společný vlastník všech UTXO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System (Bitcoin: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Elektronický peněžní systém peer-to-peer),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část 10: Ochrana osobních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údajů. Dostupné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Společný odesílatel pro všechny transakce?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System (Bitcoin: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Elektronický peněžní systém peer-to-peer),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část 10: Ochrana osobních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údajů. Dostupné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Klasický výdajový veřejný klíč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System (Bitcoin: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Elektronický peněžní systém peer-to-peer),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část 10: Ochrana osobních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údajů. Dostupné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Společný vlastník všech UTXO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Opakované použití interní adresy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králík satoshi pizza matematika úsměv údolí vejce klavír dovolená podzim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Změna pro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nákup pohovky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Stažení ze služby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Klient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platba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Nákup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počítače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Nákup od společnosti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Peněženka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Štítky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Nákup P2P od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Platba klientovi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Změna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pro nákup pohovky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výběr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Platba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klienta Davida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nákup počítače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nákup od Charlese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Peněženka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Štítky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Nákup od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Platba klientovi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Průměrné výdaje v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důvěrnosti bankovního systému: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soukromí bitcoinu: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Protějšek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Identity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Veřejnost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se používá pro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cykly coinjoin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Náklady na těžbu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Vyrovnané UTXO připravené k míchání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Doxická změna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Poplatky za služby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Analytik ví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tento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Analytik chce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najít toto UTXO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Analytik ví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tento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Analytik chce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najít toto UTXO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Analytik ví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tento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Analytik čelí skupině UTXO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které mohou odpovídat hledanému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Pravděpodobné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Analytik čelí skupině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UTXO, která může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být zdrojem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Analytik zná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tento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Pravděpodobný zdroj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zdrojů...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Výše platby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Skutečná platba 4 000 sátů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Emitent vůči sobě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provádí 4 transakce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Emitent vůči sobě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provádí 4 transakce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Poslední transakce slouží k výplatě konečnému příjemci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Už to nejsou oni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Jsou to moji zákazníci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Pravděpodobně jsou to opět oni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Jsou stále mými zákazníky?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není od mého zákazníka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Výměna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Výměna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Rezervováno pro budoucí použití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Kód řetězu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Veřejný klíč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Bitové pole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Parita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Verze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Kontrolní součet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Předpona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Výměna přes nezabezpečenou síť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Běžná barva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Tajné barvy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Veřejná výměna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Tajné barvy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Oznámení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Transakce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"Dobrý den! Zde je můj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platební kód. Budu vám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posílat platby pomocí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Klasický model soukromí bitcoinu: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 důvěrnosti platebních kódů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Bod G na eliptické křivce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Alicin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Bobův veřejný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Alicin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Bobův soukromý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Veřejný klíč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Bobův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Nezajištěný veřejný přenos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Veřejný klíč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Bobův veřejný klíč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Bod G na eliptické křivce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Alicin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Veřejný klíč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Bobův veřejný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Alicin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Veřejný klíč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Bobův soukromý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Veřejný klíč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Bobův soukromý klíč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Nezajištěný veřejný přenos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Sdílené tajemství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Veřejný klíč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Tajné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Abscisa tajenky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Tajné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Bod G na křivce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Bobův veřejný klíč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Bobův soukromý klíč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Veřejný klíč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klasické platby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