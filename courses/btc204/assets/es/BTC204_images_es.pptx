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Modelo de confidencialidad del sistema bancario: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Modelo de privacidad de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Contrapartida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Identidades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Identidad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Bienes comunes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Palabra internacional :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Cuenta bancaria del cliente: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La cuenta bancaria de Baker: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Transacción </a:t>
            </a:r>
            <a:r>
              <a:rPr>
                <a:latin typeface="IBM Plex Sans"/>
              </a:rPr>
              <a:t>Bitcoin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utilizados para el gasto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UTXOs creados para los destinatarios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Le permite firmar para satisfacer la escritura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 crea un script para bloquear un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Clave pública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Clave privada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Monedero Bitcoin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Transacción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Bitcoin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El script se conforma con gastar el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Nuevos UTXOs creados y bloqueados con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nuevos scripts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El UTXO de Alice se gasta para satisfacer el pago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 crea una UTXO para pagar el pan al panadero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Un cambio UTXO vuelve a la cartera de Alice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fusiona 2 UTXO en entradas para satisfacer las necesidades de pago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Se crea una UTXO para pagar el pan al panadero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cambio UTXO vuelve a la cartera de Alice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El UTXO de Alice se gasta para satisfacer el pago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Se crea una UTXO para pagar el pan al panadero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Un cambio UTXO vuelve a la cartera de Alice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Tasa de transacción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Modelo de confidencialidad del sistema bancario: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Contrapartida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Identidades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Cliente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Panadero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Vecino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Banquero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Modelo de confidencialidad del sistema bancario: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Modelo de privacidad de Bitcoin: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Contrapartida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Identidades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Identidades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Vecino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Cliente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Panadero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Supervisión de Blockchain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entradas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salidas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Identificación de características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Deducción de hipótesis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Sección 10: Privacidad.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Disponible en: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Pago simple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Barriendo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Consolidación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Consolidación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Pago por lotes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Transacción en colaboración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perteneciente al usuario rastreado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¿Qué salida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representa el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cambio?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Reutilización de direcciones internas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Reutilización de versiones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Pagos con números redondos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Pagos con números redondos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Mayor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>producción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Propietario común de todos los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Sección 10: Privacidad.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Disponible en: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¿Remitente común para todas las transacciones?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Sección 10: Privacidad.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Disponible en: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Transacción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Clave pública de gasto clásica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Sección 10: Privacidad.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Disponible en: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Propietario común de todos los UTXO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Reutilización de direcciones internas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conejo satoshi pizza matemáticas smile valley huevo piano vacaciones otoño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Cambio para la compra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de un sofá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Retirada de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Pago del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cliente David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Compra de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ordenadores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Compra P2P a Charles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Cartera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Etiquetas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Compra P2P a 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Pago al cliente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Cambio para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la compra de sofás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Retirada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de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CSC - Pago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del cliente David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Compra por ordenador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Compra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a Charles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Cartera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Etiquetas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Compra de Alice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Pago al cliente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Gastos medios en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Modelo de confidencialidad del sistema bancario: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Modelo de privacidad de Bitcoin: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Contrapartida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Identidades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Público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Transacciones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Identidades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utilizado para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ciclos coinjoin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Costes mineros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UTXOs ecualizados listos para mezclar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Cambio doxídico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Comisiones de servicio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El analista sabe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este 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El analista quiere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encontrar este 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El analista sabe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este 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El analista quiere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encontrar este 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El analista sabe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este 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El analista se enfrenta a un grupo de UTXOs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que pueden coincidir con la búsqueda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Probable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El analista se enfrenta a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un grupo de UTXOs que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pueden ser la fuente</a:t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El analista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sabe que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>este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Fuente probable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fuentes...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Importe del pago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Pago efectivo de 4.000 sats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El emisor realiza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transacciones hacia sí mismo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El emisor realiza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transacciones hacia sí mismo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La última transacción se utiliza para pagar al destinatario final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Ya no son ellos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Son mis clientes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Probablemente son ellos otra vez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¿Siguen siendo mis clientes?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El coinjoin no es de mi cliente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Intercambiado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Intercambiado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Hackear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Reservado para uso futuro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Código de la cadena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Clave pública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Campo de bits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Paridad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Versión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Suma de comprobación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Prefijo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Intercambio a través de una red no segura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Secreto compartido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Color común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Colores secretos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Intercambio público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Colores secretos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Secreto compartido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Notificación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Transacción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"¡Hola! Aquí está mi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código de pago. Te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enviaré pagos usando BIP47"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El modelo de privacidad clásico de Bitcoin: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Modelo de confidencialidad de los códigos de pago BIP47: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Punto G de la curva elíptica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clave privada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clave pública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clave privada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clave privada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Clave pública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clave privada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Secreto compartido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Transmisión pública no garantizada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Secreto compartido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Clave pública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clave pública de Bob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Punto G de la curva elíptica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clave privada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Clave pública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clave pública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clave privada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Clave pública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La clave privada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Clave pública de 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La clave privada de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Secreto compartido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Transmisión pública no garantizada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Secreto compartido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Clave pública de Alice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Secreto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Abscisa del secreto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Hash secreto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Punto G de la curva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La clave pública de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La clave privada de 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Clave pública del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pago clásico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