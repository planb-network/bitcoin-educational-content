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Modelo de confidencialidad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Modelo de privacidad de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Contrapartida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Identidades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Identidad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Bienes comunes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Palabra internacional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o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de David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de Emma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Cuenta bancaria del cliente: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La cuenta bancaria de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utilizados para el gasto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UTXOs creados para los destinatarios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Le permite firmar para satisfacer la escritura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 crea un script para bloquear un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Clave pública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Clave privada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Monedero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saturaciones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saturaciones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saturaciones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El script se conforma con gastar el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Nuevos UTXOs creados y bloqueados con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nuevos scripts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El UTXO de Alice se gasta para satisfacer el pago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Se crea una UTXO para pagar el pan al panadero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Un cambio UTXO vuelve a la cartera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fusiona 2 UTXO en entradas para satisfacer las necesidades de pago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Se crea una UTXO para pagar el pan al panadero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cambio UTXO vuelve a la cartera de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El UTXO de Alice se gasta para satisfacer el pago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Se crea una UTXO para pagar el pan al panadero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Un cambio UTXO vuelve a la cartera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Tasa de transacción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Recompensa por bloque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Subvención en bloque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Comisiones de transacción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Modelo de confidencialidad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Contrapartida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Identidades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Cliente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Panadero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Vecino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Banquero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Modelo de confidencialidad del sistema bancario: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Modelo de privacidad de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Contrapartida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Identidades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Identidades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Vecino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Cliente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Panadero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Supervisión de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Identificación de características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Deducción de hipótesis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Sección 10: Privacidad.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Disponible en: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Pago simple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Barriendo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Gastos agrupados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Transacción en colaboración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perteneciente al usuario rastreado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¿Qué salida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representa el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cambio?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Reutilización de direcciones internas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Reutilización de versiones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Pagos con números redondos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saturación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saturación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saturaciones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Pagos con números redondos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saturación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La mayor producción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Propietario común de todos los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Sección 10: Privacidad.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Disponible en: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¿Remitente común para todas las transacciones?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"secuencia":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"secuencia":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"secuencia":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Heurística de propiedad de entrada común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Sección 10: Privacidad.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Disponible en: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Clave pública modificada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Clave pública de gasto clásica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Raíz de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guión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guión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guión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guión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Sección 10: Privacidad.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Disponible en: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Propietario común de todos los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Reutilización de direcciones internas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conejo satoshi pizza matemáticas smile valley huevo piano vacaciones otoño hello hill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Cambio para la compra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de un sofá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Retirada de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Pago del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cliente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Compra de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ordenadores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Compra P2P 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Cartera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Etiquetas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Compra P2P 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Pago al cliente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Cambio para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la compra de sofás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Retirada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de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CSC - Pago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del cliente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Compra por ordenador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Compra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de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Cartera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Etiquetas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Compra de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Pago al cliente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Transacción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Transacción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Transacción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Transacción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Cambio.kyc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Gastos medios en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Cambio.kyc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Modelo de confidencialidad del sistema bancario: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Modelo de privacidad de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Contrapartida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Identidades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Público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Identidades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Emma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Grace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Mallory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UTXO de Grace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Oscar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de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salida no cegada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salida no cegada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transacción sin signo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entrada + salida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ciega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salida no cegada + firma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transacción sin signo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firma de la transacción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premezcla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cartera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¡CIOH!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entrante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remezclado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entrante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remezclado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remezclado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mixto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mixto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mixto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mixto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mixto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Llave maestra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Propósito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Tipo de moneda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Cuentas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Cadenas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utilizado para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ciclos coinjoin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Costes mineros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UTXOs ecualizados listos para mezclar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Cambio doxídico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Comisiones de servicio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Mezcla nº 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premezcla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Gorrión y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antes de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tras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El analista sabe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este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El analista quiere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encontrar este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antes de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tras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El analista sabe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este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El analista quiere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encontrar este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antes de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El analista sabe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este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El analista se enfrenta a un grupo de UTXOs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que pueden coincidir con la búsqueda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Mezcla nº 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Mezcla nº 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Mezcla nº 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Adelante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antes de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Probable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El analista se enfrenta a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un grupo de UTXOs que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pueden ser la fuente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tras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El analista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sabe que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este 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Génesis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Mezcla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Mezcla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Mezcla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Mezcla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Fuente probable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tras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Ciclos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fuentes...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entradas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salidas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¡Incorrecto!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Importe del pago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¡Incorrecto!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Pago efectivo de 4.000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>
                <a:latin typeface="IBM Plex Sans"/>
              </a:rPr>
              <a:t>de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de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de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</a:t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entradas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salidas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Charles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El emisor realiza 4 transacciones hacia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El emisor realiza 4 transacciones hacia uno mismo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La última transacción se utiliza para pagar al destinatario final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Ya no son ellos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Son mis clientes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Probablemente son ellos otra vez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¿Siguen siendo mis clientes?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El coinjoin no es de mi cliente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Intercambiado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Intercambiado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Hackear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BOLSA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Llave maestra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Propósito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Tipo de moneda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Cuentas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Canales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externo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interno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externo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interno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Reservado para uso futuro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Código de la cadena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Clave pública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Campo de bits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Paridad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Versión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Suma de comprobación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Prefijo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Intercambio a través de una red no segura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 común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Colores secretos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Intercambio público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Colores secretos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Notificación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Transacción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"¡Hola! Aquí está mi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código de pago. Te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enviaré pagos usando BIP47"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El modelo de privacidad clásico de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Modelo de confidencialidad de los códigos de pago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Clave pública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Clave privada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Llave maestra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Clave pública infantil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Notificación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Notificación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transacción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Cifrado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código de pago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Secreto compartido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claves hijo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direcciones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Punto G de la curva elíptica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privada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clave pública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clave privada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clave privada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Clave pública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clave privada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Transmisión pública no garantizada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Clave pública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pública de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Dirección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Dirección de notificación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Transacción de notificación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Código de pago cifrado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Clave pública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Código de pago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Secreto compartido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Llave maestra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Clave pública infantil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Clave privada infantil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Identificador de </a:t>
            </a:r>
            <a:r>
              <a:rPr sz="2000" b="1" i="1">
                <a:latin typeface="IBM Plex Sans"/>
              </a:rPr>
              <a:t>notificación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Identificador de clave pública </a:t>
            </a:r>
            <a:r>
              <a:rPr sz="2000" b="1" i="1">
                <a:latin typeface="IBM Plex Sans"/>
              </a:rPr>
              <a:t>de la primera entrada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identificador </a:t>
            </a:r>
            <a:r>
              <a:rPr sz="2000" b="1" i="1">
                <a:latin typeface="IBM Plex Sans"/>
              </a:rPr>
              <a:t>"OP_RETURN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Otra clave pública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Otra clave privada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Llave maestra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Otra dirección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Pago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dirección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Primer pago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del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PIF47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Derivación de claves infantiles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Suma de puntos en curvas elípticas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Derivación de direcciones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Dirección de notificación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Llave maestra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pago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claves infantiles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Suma de puntos en curvas elípticas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direcciones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notificación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clave pública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clave privada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dirección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pago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Segundo pago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pago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claves infantiles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clave pública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notificación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de pago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Llave maestra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Suma de puntos en curvas elípticas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direcciones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Punto G de la curva elíptica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privada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Clave pública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pública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privada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Clave pública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La clave privada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Clave pública de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La clave privada de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Transmisión pública no garantizada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Secreto compartido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Clave pública de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Secreto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Abscisa del secreto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Hash secreto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Punto G de la curva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 clave pública de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pública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clave de pago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La clave privada de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privada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clave de pago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Código de pago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Direcciones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públicas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Claves privadas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clave pública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dirección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En primer lugar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reembolso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Secretos compartidos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claves infantiles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Transacción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Suma de puntos en curvas elípticas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Derivación de direcciones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Notificación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Dirección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Llave maestra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Otra clave privada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Clave pública modificada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Clave pública del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pago clásico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Raíz de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guión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guión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guión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guión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Transacción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entradas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salidas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Cambia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