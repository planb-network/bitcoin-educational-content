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Модель конфиденциальности банковской системы: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Модель конфиденциальности биткойна: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Контрагент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Общественность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Банк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Транзакции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Личности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Общественность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Транзакции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Идентичность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Общая собственность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Международное слово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Банковский счет клиента: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Банковский счет Бейкера: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Биткойн-транзакция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UTXO, используемые для расходования средств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UTXO, созданные для получателей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Он позволяет подписать, чтобы удовлетворить сценарий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Создается скрипт для блокировки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Открытый ключ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Закрытый ключ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Биткойн-кошелек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Биткойн-транзакция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Сценарий удовлетворен тем, что тратит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Новые UTXO создаются и блокируются с помощью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новые скрипты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Алисы расходуется для удовлетворения платежа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создается для оплаты хлеба пекарю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В кошелек Алисы возвращается изменение 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Алиса объединяет 2 UTXO во входы, чтобы удовлетворить платежные потребности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создается для оплаты хлеба пекарю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В кошелек Алисы возвращается изменение UTXO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Алисы расходуется для удовлетворения платежа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создается для оплаты хлеба пекарю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В кошелек Алисы возвращается изменение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Плата за транзакцию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Модель конфиденциальности банковской системы: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Контрагент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Общественность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Банк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Транзакции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Личности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Клиент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Бейкер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Сосед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Банкир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Модель конфиденциальности банковской системы: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Модель конфиденциальности биткойна: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Контрагент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Общественность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Банк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Транзакции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Личности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Общественность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Транзакции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Личности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Сосед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Клиент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Бейкер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Мониторинг блокчейна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входы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выходы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Идентификация особенностей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Выдвижение гипотезы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Боб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Боб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Накамото, Сатоси.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Биткойн: одноранговая система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электронных денег, раздел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Конфиденциальность. Доступно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по адресу: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Простая оплата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Подметание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Консолидация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Консолидация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Алиса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Пакетирование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Совместная сделка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UTXO, принадлежащий отслеживаемому пользователю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Какой вывод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отражает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изменение?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Повторное использование внутреннего адреса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Повторное использование версий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Платежи с круглыми числами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Платежи с круглыми числами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Самый большой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объем производства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Общий владелец всех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Накамото, Сатоси.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Биткойн: одноранговая система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электронных денег, раздел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Конфиденциальность. Доступно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по адресу: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Общий отправитель для всех транзакций?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Накамото, Сатоси.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Биткойн: одноранговая система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электронных денег, раздел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Конфиденциальность. Доступно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по адресу: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Транзакция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Открытый ключ классических расходов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Накамото, Сатоси.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Биткойн: одноранговая система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электронных денег, раздел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Конфиденциальность. Доступно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по адресу: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Общий владелец всех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Повторное использование внутреннего адреса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кролик сатоши пицца математика улыбка долина яйцо пианино праздник осень привет холм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Замена для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покупки дивана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Вывод средств с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Клиент Дэвид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оплата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Приобретение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компьютера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Покупка у Чарльза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Кошелек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Ярлыки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P2P-покупка у Алисы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Оплата клиенту Дэвид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изменение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для покупки дивана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вывод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средств с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Клиент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Дэвид платеж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покупка компьютера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P2P-покупка у Чарльза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Кошелек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Ярлыки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Покупка у Алисы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Оплата клиенту Дэвид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Боб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Средние расходы в сатах/ВБ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Модель конфиденциальности банковской системы: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Модель конфиденциальности биткойна: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Контрагент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Общественность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Банк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Транзакции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Личности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Общественность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Транзакции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Личности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Грегори Максвелл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Питер Тодд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нопара73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используется для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циклы сопряжения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Расходы на добычу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Уравненные UTXO готовы к смешиванию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Доксическое изменение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Стоимость услуг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Аналитик знает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это 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Аналитик хочет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найти этот UTXO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Аналитик знает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это 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Аналитик хочет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найти этот UTXO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Аналитик знает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это 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Аналитик сталкивается с группой UTXO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которые могут соответствовать поиску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Вероятный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Аналитик сталкивается с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группой UTXO, которые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могут быть источником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источник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источник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Вероятный источник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источник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источник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Аналитик знает,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что это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источник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источник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источник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источник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Вероятный источник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источников...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Сумма платежа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Фактическая оплата 4 000 сатов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Эмитент совершает 4 операции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по отношению к себе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Эмитент совершает 4 операции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по отношению к себе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Последняя транзакция используется для оплаты конечного получателя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Это уже не они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Они - мои клиенты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Наверное, это снова они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Они все еще мои клиенты?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Коинджойн не от моего клиента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Обмен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Обмен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Взломать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Зарезервировано для будущего использования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Код цепи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Открытый ключ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Битовое поле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Четность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Версия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Контрольная сумма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Префикс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Диффи-Хеллмана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Обмен данными через незащищенную сеть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Общий секрет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Общий цвет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Тайные цвета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Общественный обмен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Тайные цвета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Общий секрет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Уведомление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Транзакция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"Здравствуйте! Вот мой платежный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код. Я буду отправлять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вам платежи, используя BIP47"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Классическая модель конфиденциальности Биткойна: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Модель конфиденциальности кодов оплаты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Точка G на эллиптической кривой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Закрытый ключ Алисы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Открытый ключ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Боба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Закрытый ключ Алисы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Закрытый ключ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Боба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Открытый ключ Алисы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Закрытый ключ Боба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Общий секрет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Необеспеченная публичная передача (биткойн)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Общий секрет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Открытый ключ Алисы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Открытый ключ Боба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Точка G на эллиптической кривой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Закрытый ключ Алисы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Открытый ключ Алисы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Открытый ключ Боба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Закрытый ключ Алисы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Открытый ключ Боба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Закрытый ключ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Боба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Открытый ключ Алисы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Закрытый ключ Боба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Общий секрет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Необеспеченная публичная передача (биткойн)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Общий секрет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Открытый ключ Алисы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Секрет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Абсцисса секрета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Секретный хэш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Точка G на кривой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Открытый ключ Боба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Закрытый ключ Боба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Открытый ключ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классического платежа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