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487" r:id="rId235"/>
    <p:sldId id="488" r:id="rId236"/>
    <p:sldId id="489" r:id="rId237"/>
    <p:sldId id="490" r:id="rId238"/>
    <p:sldId id="491" r:id="rId239"/>
    <p:sldId id="492" r:id="rId240"/>
    <p:sldId id="493" r:id="rId241"/>
    <p:sldId id="494" r:id="rId242"/>
    <p:sldId id="495" r:id="rId243"/>
    <p:sldId id="496" r:id="rId244"/>
    <p:sldId id="497" r:id="rId245"/>
    <p:sldId id="498" r:id="rId246"/>
    <p:sldId id="499" r:id="rId247"/>
    <p:sldId id="500" r:id="rId248"/>
    <p:sldId id="501" r:id="rId249"/>
    <p:sldId id="502" r:id="rId250"/>
    <p:sldId id="503" r:id="rId251"/>
    <p:sldId id="504" r:id="rId25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36" Type="http://schemas.openxmlformats.org/officeDocument/2006/relationships/slide" Target="slides/slide133.xml"/><Relationship Id="rId137" Type="http://schemas.openxmlformats.org/officeDocument/2006/relationships/slide" Target="slides/slide134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47" Type="http://schemas.openxmlformats.org/officeDocument/2006/relationships/slide" Target="slides/slide144.xml"/><Relationship Id="rId148" Type="http://schemas.openxmlformats.org/officeDocument/2006/relationships/slide" Target="slides/slide145.xml"/><Relationship Id="rId149" Type="http://schemas.openxmlformats.org/officeDocument/2006/relationships/slide" Target="slides/slide146.xml"/><Relationship Id="rId150" Type="http://schemas.openxmlformats.org/officeDocument/2006/relationships/slide" Target="slides/slide147.xml"/><Relationship Id="rId151" Type="http://schemas.openxmlformats.org/officeDocument/2006/relationships/slide" Target="slides/slide148.xml"/><Relationship Id="rId152" Type="http://schemas.openxmlformats.org/officeDocument/2006/relationships/slide" Target="slides/slide149.xml"/><Relationship Id="rId153" Type="http://schemas.openxmlformats.org/officeDocument/2006/relationships/slide" Target="slides/slide150.xml"/><Relationship Id="rId154" Type="http://schemas.openxmlformats.org/officeDocument/2006/relationships/slide" Target="slides/slide151.xml"/><Relationship Id="rId155" Type="http://schemas.openxmlformats.org/officeDocument/2006/relationships/slide" Target="slides/slide152.xml"/><Relationship Id="rId156" Type="http://schemas.openxmlformats.org/officeDocument/2006/relationships/slide" Target="slides/slide153.xml"/><Relationship Id="rId157" Type="http://schemas.openxmlformats.org/officeDocument/2006/relationships/slide" Target="slides/slide154.xml"/><Relationship Id="rId158" Type="http://schemas.openxmlformats.org/officeDocument/2006/relationships/slide" Target="slides/slide155.xml"/><Relationship Id="rId159" Type="http://schemas.openxmlformats.org/officeDocument/2006/relationships/slide" Target="slides/slide156.xml"/><Relationship Id="rId160" Type="http://schemas.openxmlformats.org/officeDocument/2006/relationships/slide" Target="slides/slide157.xml"/><Relationship Id="rId161" Type="http://schemas.openxmlformats.org/officeDocument/2006/relationships/slide" Target="slides/slide158.xml"/><Relationship Id="rId162" Type="http://schemas.openxmlformats.org/officeDocument/2006/relationships/slide" Target="slides/slide159.xml"/><Relationship Id="rId163" Type="http://schemas.openxmlformats.org/officeDocument/2006/relationships/slide" Target="slides/slide160.xml"/><Relationship Id="rId164" Type="http://schemas.openxmlformats.org/officeDocument/2006/relationships/slide" Target="slides/slide161.xml"/><Relationship Id="rId165" Type="http://schemas.openxmlformats.org/officeDocument/2006/relationships/slide" Target="slides/slide162.xml"/><Relationship Id="rId166" Type="http://schemas.openxmlformats.org/officeDocument/2006/relationships/slide" Target="slides/slide163.xml"/><Relationship Id="rId167" Type="http://schemas.openxmlformats.org/officeDocument/2006/relationships/slide" Target="slides/slide164.xml"/><Relationship Id="rId168" Type="http://schemas.openxmlformats.org/officeDocument/2006/relationships/slide" Target="slides/slide165.xml"/><Relationship Id="rId169" Type="http://schemas.openxmlformats.org/officeDocument/2006/relationships/slide" Target="slides/slide166.xml"/><Relationship Id="rId170" Type="http://schemas.openxmlformats.org/officeDocument/2006/relationships/slide" Target="slides/slide167.xml"/><Relationship Id="rId171" Type="http://schemas.openxmlformats.org/officeDocument/2006/relationships/slide" Target="slides/slide168.xml"/><Relationship Id="rId172" Type="http://schemas.openxmlformats.org/officeDocument/2006/relationships/slide" Target="slides/slide169.xml"/><Relationship Id="rId173" Type="http://schemas.openxmlformats.org/officeDocument/2006/relationships/slide" Target="slides/slide170.xml"/><Relationship Id="rId174" Type="http://schemas.openxmlformats.org/officeDocument/2006/relationships/slide" Target="slides/slide171.xml"/><Relationship Id="rId175" Type="http://schemas.openxmlformats.org/officeDocument/2006/relationships/slide" Target="slides/slide172.xml"/><Relationship Id="rId176" Type="http://schemas.openxmlformats.org/officeDocument/2006/relationships/slide" Target="slides/slide173.xml"/><Relationship Id="rId177" Type="http://schemas.openxmlformats.org/officeDocument/2006/relationships/slide" Target="slides/slide174.xml"/><Relationship Id="rId178" Type="http://schemas.openxmlformats.org/officeDocument/2006/relationships/slide" Target="slides/slide175.xml"/><Relationship Id="rId179" Type="http://schemas.openxmlformats.org/officeDocument/2006/relationships/slide" Target="slides/slide176.xml"/><Relationship Id="rId180" Type="http://schemas.openxmlformats.org/officeDocument/2006/relationships/slide" Target="slides/slide177.xml"/><Relationship Id="rId181" Type="http://schemas.openxmlformats.org/officeDocument/2006/relationships/slide" Target="slides/slide178.xml"/><Relationship Id="rId182" Type="http://schemas.openxmlformats.org/officeDocument/2006/relationships/slide" Target="slides/slide179.xml"/><Relationship Id="rId183" Type="http://schemas.openxmlformats.org/officeDocument/2006/relationships/slide" Target="slides/slide180.xml"/><Relationship Id="rId184" Type="http://schemas.openxmlformats.org/officeDocument/2006/relationships/slide" Target="slides/slide181.xml"/><Relationship Id="rId185" Type="http://schemas.openxmlformats.org/officeDocument/2006/relationships/slide" Target="slides/slide182.xml"/><Relationship Id="rId186" Type="http://schemas.openxmlformats.org/officeDocument/2006/relationships/slide" Target="slides/slide183.xml"/><Relationship Id="rId187" Type="http://schemas.openxmlformats.org/officeDocument/2006/relationships/slide" Target="slides/slide184.xml"/><Relationship Id="rId188" Type="http://schemas.openxmlformats.org/officeDocument/2006/relationships/slide" Target="slides/slide185.xml"/><Relationship Id="rId189" Type="http://schemas.openxmlformats.org/officeDocument/2006/relationships/slide" Target="slides/slide186.xml"/><Relationship Id="rId190" Type="http://schemas.openxmlformats.org/officeDocument/2006/relationships/slide" Target="slides/slide187.xml"/><Relationship Id="rId191" Type="http://schemas.openxmlformats.org/officeDocument/2006/relationships/slide" Target="slides/slide188.xml"/><Relationship Id="rId192" Type="http://schemas.openxmlformats.org/officeDocument/2006/relationships/slide" Target="slides/slide189.xml"/><Relationship Id="rId193" Type="http://schemas.openxmlformats.org/officeDocument/2006/relationships/slide" Target="slides/slide190.xml"/><Relationship Id="rId194" Type="http://schemas.openxmlformats.org/officeDocument/2006/relationships/slide" Target="slides/slide191.xml"/><Relationship Id="rId195" Type="http://schemas.openxmlformats.org/officeDocument/2006/relationships/slide" Target="slides/slide192.xml"/><Relationship Id="rId196" Type="http://schemas.openxmlformats.org/officeDocument/2006/relationships/slide" Target="slides/slide193.xml"/><Relationship Id="rId197" Type="http://schemas.openxmlformats.org/officeDocument/2006/relationships/slide" Target="slides/slide194.xml"/><Relationship Id="rId198" Type="http://schemas.openxmlformats.org/officeDocument/2006/relationships/slide" Target="slides/slide195.xml"/><Relationship Id="rId199" Type="http://schemas.openxmlformats.org/officeDocument/2006/relationships/slide" Target="slides/slide196.xml"/><Relationship Id="rId200" Type="http://schemas.openxmlformats.org/officeDocument/2006/relationships/slide" Target="slides/slide197.xml"/><Relationship Id="rId201" Type="http://schemas.openxmlformats.org/officeDocument/2006/relationships/slide" Target="slides/slide198.xml"/><Relationship Id="rId202" Type="http://schemas.openxmlformats.org/officeDocument/2006/relationships/slide" Target="slides/slide199.xml"/><Relationship Id="rId203" Type="http://schemas.openxmlformats.org/officeDocument/2006/relationships/slide" Target="slides/slide200.xml"/><Relationship Id="rId204" Type="http://schemas.openxmlformats.org/officeDocument/2006/relationships/slide" Target="slides/slide201.xml"/><Relationship Id="rId205" Type="http://schemas.openxmlformats.org/officeDocument/2006/relationships/slide" Target="slides/slide202.xml"/><Relationship Id="rId206" Type="http://schemas.openxmlformats.org/officeDocument/2006/relationships/slide" Target="slides/slide203.xml"/><Relationship Id="rId207" Type="http://schemas.openxmlformats.org/officeDocument/2006/relationships/slide" Target="slides/slide204.xml"/><Relationship Id="rId208" Type="http://schemas.openxmlformats.org/officeDocument/2006/relationships/slide" Target="slides/slide205.xml"/><Relationship Id="rId209" Type="http://schemas.openxmlformats.org/officeDocument/2006/relationships/slide" Target="slides/slide206.xml"/><Relationship Id="rId210" Type="http://schemas.openxmlformats.org/officeDocument/2006/relationships/slide" Target="slides/slide207.xml"/><Relationship Id="rId211" Type="http://schemas.openxmlformats.org/officeDocument/2006/relationships/slide" Target="slides/slide208.xml"/><Relationship Id="rId212" Type="http://schemas.openxmlformats.org/officeDocument/2006/relationships/slide" Target="slides/slide209.xml"/><Relationship Id="rId213" Type="http://schemas.openxmlformats.org/officeDocument/2006/relationships/slide" Target="slides/slide210.xml"/><Relationship Id="rId214" Type="http://schemas.openxmlformats.org/officeDocument/2006/relationships/slide" Target="slides/slide211.xml"/><Relationship Id="rId215" Type="http://schemas.openxmlformats.org/officeDocument/2006/relationships/slide" Target="slides/slide212.xml"/><Relationship Id="rId216" Type="http://schemas.openxmlformats.org/officeDocument/2006/relationships/slide" Target="slides/slide213.xml"/><Relationship Id="rId217" Type="http://schemas.openxmlformats.org/officeDocument/2006/relationships/slide" Target="slides/slide214.xml"/><Relationship Id="rId218" Type="http://schemas.openxmlformats.org/officeDocument/2006/relationships/slide" Target="slides/slide215.xml"/><Relationship Id="rId219" Type="http://schemas.openxmlformats.org/officeDocument/2006/relationships/slide" Target="slides/slide216.xml"/><Relationship Id="rId220" Type="http://schemas.openxmlformats.org/officeDocument/2006/relationships/slide" Target="slides/slide217.xml"/><Relationship Id="rId221" Type="http://schemas.openxmlformats.org/officeDocument/2006/relationships/slide" Target="slides/slide218.xml"/><Relationship Id="rId222" Type="http://schemas.openxmlformats.org/officeDocument/2006/relationships/slide" Target="slides/slide219.xml"/><Relationship Id="rId223" Type="http://schemas.openxmlformats.org/officeDocument/2006/relationships/slide" Target="slides/slide220.xml"/><Relationship Id="rId224" Type="http://schemas.openxmlformats.org/officeDocument/2006/relationships/slide" Target="slides/slide221.xml"/><Relationship Id="rId225" Type="http://schemas.openxmlformats.org/officeDocument/2006/relationships/slide" Target="slides/slide222.xml"/><Relationship Id="rId226" Type="http://schemas.openxmlformats.org/officeDocument/2006/relationships/slide" Target="slides/slide223.xml"/><Relationship Id="rId227" Type="http://schemas.openxmlformats.org/officeDocument/2006/relationships/slide" Target="slides/slide224.xml"/><Relationship Id="rId228" Type="http://schemas.openxmlformats.org/officeDocument/2006/relationships/slide" Target="slides/slide225.xml"/><Relationship Id="rId229" Type="http://schemas.openxmlformats.org/officeDocument/2006/relationships/slide" Target="slides/slide226.xml"/><Relationship Id="rId230" Type="http://schemas.openxmlformats.org/officeDocument/2006/relationships/slide" Target="slides/slide227.xml"/><Relationship Id="rId231" Type="http://schemas.openxmlformats.org/officeDocument/2006/relationships/slide" Target="slides/slide228.xml"/><Relationship Id="rId232" Type="http://schemas.openxmlformats.org/officeDocument/2006/relationships/slide" Target="slides/slide229.xml"/><Relationship Id="rId233" Type="http://schemas.openxmlformats.org/officeDocument/2006/relationships/slide" Target="slides/slide230.xml"/><Relationship Id="rId234" Type="http://schemas.openxmlformats.org/officeDocument/2006/relationships/slide" Target="slides/slide231.xml"/><Relationship Id="rId235" Type="http://schemas.openxmlformats.org/officeDocument/2006/relationships/slide" Target="slides/slide232.xml"/><Relationship Id="rId236" Type="http://schemas.openxmlformats.org/officeDocument/2006/relationships/slide" Target="slides/slide233.xml"/><Relationship Id="rId237" Type="http://schemas.openxmlformats.org/officeDocument/2006/relationships/slide" Target="slides/slide234.xml"/><Relationship Id="rId238" Type="http://schemas.openxmlformats.org/officeDocument/2006/relationships/slide" Target="slides/slide235.xml"/><Relationship Id="rId239" Type="http://schemas.openxmlformats.org/officeDocument/2006/relationships/slide" Target="slides/slide236.xml"/><Relationship Id="rId240" Type="http://schemas.openxmlformats.org/officeDocument/2006/relationships/slide" Target="slides/slide237.xml"/><Relationship Id="rId241" Type="http://schemas.openxmlformats.org/officeDocument/2006/relationships/slide" Target="slides/slide238.xml"/><Relationship Id="rId242" Type="http://schemas.openxmlformats.org/officeDocument/2006/relationships/slide" Target="slides/slide239.xml"/><Relationship Id="rId243" Type="http://schemas.openxmlformats.org/officeDocument/2006/relationships/slide" Target="slides/slide240.xml"/><Relationship Id="rId244" Type="http://schemas.openxmlformats.org/officeDocument/2006/relationships/slide" Target="slides/slide241.xml"/><Relationship Id="rId245" Type="http://schemas.openxmlformats.org/officeDocument/2006/relationships/slide" Target="slides/slide242.xml"/><Relationship Id="rId246" Type="http://schemas.openxmlformats.org/officeDocument/2006/relationships/slide" Target="slides/slide243.xml"/><Relationship Id="rId247" Type="http://schemas.openxmlformats.org/officeDocument/2006/relationships/slide" Target="slides/slide244.xml"/><Relationship Id="rId248" Type="http://schemas.openxmlformats.org/officeDocument/2006/relationships/slide" Target="slides/slide245.xml"/><Relationship Id="rId249" Type="http://schemas.openxmlformats.org/officeDocument/2006/relationships/slide" Target="slides/slide246.xml"/><Relationship Id="rId250" Type="http://schemas.openxmlformats.org/officeDocument/2006/relationships/slide" Target="slides/slide247.xml"/><Relationship Id="rId251" Type="http://schemas.openxmlformats.org/officeDocument/2006/relationships/slide" Target="slides/slide248.xml"/><Relationship Id="rId252" Type="http://schemas.openxmlformats.org/officeDocument/2006/relationships/slide" Target="slides/slide249.xml"/><Relationship Id="rId253" Type="http://schemas.openxmlformats.org/officeDocument/2006/relationships/notesMaster" Target="notesMasters/notesMaster1.xml"/><Relationship Id="rId254" Type="http://schemas.openxmlformats.org/officeDocument/2006/relationships/presProps" Target="presProps.xml"/><Relationship Id="rId255" Type="http://schemas.openxmlformats.org/officeDocument/2006/relationships/tableStyles" Target="tableStyles.xml"/><Relationship Id="rId25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48160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9684808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01389812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2475483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5473262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0027937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9855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048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6143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63B20E-151F-5485-6878-9F59E6F09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2873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3196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81610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B70EFC-A0F5-63E9-69EB-AD4D519B38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1536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315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61226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1DE0C-1C3E-0E68-FFC9-3FEA95531A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9497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444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22772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109B6-5715-A20A-0EEA-79DF0AFF4F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3504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27283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85941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C0CD6D-63A2-D73F-33E3-BA5C1809B2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5401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096351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2329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637D3-CAED-F5FF-E490-0379CD45DE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3788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1255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37006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3CA816-92FD-36B3-83A1-4CFFF1C3E2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654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91360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5879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7CD643-5F59-6068-E218-FA77954E273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074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814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81504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39C80C-D3B2-4BC9-EF4F-87183FA4588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443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33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88223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4E1B67-C498-C3A9-F50A-8F0B11FF8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6751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91871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60142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D85F42-905F-7C00-64AB-3A8E138A23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3211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36954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22644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91ED62-CDD7-FE58-7AD2-B71EBC1CC8C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259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89242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69289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9EFB71-35D6-B571-100C-03E3EA98B4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0482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69985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21381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A6AC6C-9CB4-2FEA-3499-364CE2EAF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1438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712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6102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952397-BC4D-32D2-2949-8C0CF9800C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2661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385821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71402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73256F-DE0B-9A83-0291-FD6C53121E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3116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197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791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5E0558-D29D-250A-5402-504F009AAB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5548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21791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1204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EA37A0-8309-A860-FCB3-03E047B676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4675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1521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0993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A15C2-DC3B-7986-F34F-B2CEE62EC3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2573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90236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97670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068668-B9F6-0127-3942-F4064CC648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25569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56245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64431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4D8F4C-2839-9527-4E45-6707A07926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5203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62652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2792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415F36-4779-3802-CFC7-5DEA430A23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6410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2430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36490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E3388-4612-BB62-0C43-9A248F08459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4687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03818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0544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F6EED-9896-EB14-202E-9F0AD0F404D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062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63786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2675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604A-0879-E66C-1768-F5F569A6E02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8677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26184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33016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8A877-F7E2-231E-D616-3D6CD0E25B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3049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613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96850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E0D6E0-2B09-F9D9-535E-48DE6D6BB4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7676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88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1844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66912-5ACE-3D23-AEE1-7EC80A2004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319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3669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0258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568A86-2334-BAFD-F01C-A2D52A9147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1219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008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82761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BB1B3-F8F5-F015-4344-F4A4F16639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4031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0454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6318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FE963A-1DDA-C638-C210-9B4598C171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3672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9773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96973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5F333-DEC6-5024-6F58-B31AB53857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008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6881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5363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AACBAD-7FB7-BB9F-A6AF-E982E79D620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7385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82479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19842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BB0534-217C-0690-AB44-719AEE9126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0713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337356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95376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F0AF1D-34A9-0F51-E7D4-0CD4516EE8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2709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5865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58248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2307D2-3420-9B1C-BEB4-9CCEDC12FD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3324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736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775409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6AB6B0-5684-996E-61DD-0A1FE4CA5EB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4299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8695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60107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CD4BA7-123A-6477-551C-98C29A4C038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8692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0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7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5B564C-BC64-D78F-7DF8-5DD98B56B3B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0900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6732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06775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1FEE3A-AB0B-B519-316C-962FECE178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2773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402916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0807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D78BC2-4CA5-AA2D-73A6-DF12033FD1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8383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7504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90800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F34FA-A657-0437-DD70-1F9A2295C4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404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8632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6725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618CE-A96A-EF17-9F0A-C226AFC52B4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95755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003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6027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178631-4494-F71B-4A9C-B5B59EFE36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0834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36685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5133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78ECBD-136B-846D-08DA-B9FB39854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171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6617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6797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845E2B-2541-0741-A232-63ACECD4B52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7863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0836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2444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2D2D33-1764-5638-4232-EE05F7E0AFD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3666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00177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7063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E9470B-C4FA-D64F-9FD7-45FE6D5B2A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7668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57450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9530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681C5D-A9A7-A406-F527-626373BE392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2723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62398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17904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9C3308-9FBB-7F91-043E-4B77F7C2D4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4032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0387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4597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D0753-BCC1-7185-E567-15ACADFD28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3428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6573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282703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66EAED-25B7-FCEF-2ADF-93B2D5CE3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9952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01009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0342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12AB6-DE31-9396-69EF-B32D42F74F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678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41424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3624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6B8488-5EDD-098D-0BAD-D0EC4D33C5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4229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8935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2619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6D162E-FCAD-8E40-C6F4-44DBEF5228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7997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9497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4209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73BEE-E368-EA3D-7722-DD939B7E7BD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2314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80158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4558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EDC6EC-6576-9249-A1F3-CBC156A892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7604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77994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115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5A160-FE23-64F3-E390-4CAF5D9D40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1634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4974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35057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719B8B-DA40-644D-FECA-088B4D50EDD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5269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5893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4078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2BF85A-7CA3-3773-B606-3DB86FDC86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6931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31152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8661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4E5376-A33A-B8DA-9496-6041C66E0CC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7786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9481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25857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62106-B11E-112C-2C94-18085CB2B8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9498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031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10875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ADDF3B-0849-D4FC-75DA-6A96C17D781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96747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93312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56448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63734E-6B8E-0230-0C08-71A03FD83F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7042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6368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748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33A39-C7DF-8FBD-3B86-66E23150B1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6308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9693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873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C267D-4A5F-933C-97BB-609D8C5BDA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4320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52323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072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F0E616-9F2A-CD7A-8760-EACE1BAF01E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4645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03631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6496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26C34F-C755-102B-D636-AC520FF08FD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945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5369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3950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9698D8-9E2F-9F7F-FC9C-D7F757619F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5190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7418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621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34668C-E129-06DE-9F0C-DE18E52B31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9276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1945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3304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85477-319C-F92E-008D-A92EB4297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0308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6449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176829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B15346-ED63-DE81-78D0-6212E8360D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9498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26325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3858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5463BC-3759-41D9-BA10-18BB36D65AB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6110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05809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34644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7E809-AFDB-8613-8FDF-BFE4EB3D04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9914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0042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55452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7D91A8-72F1-CA7B-5360-F8854D59B64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0351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94612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886002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6599DF-1AF0-1F86-A064-29EC350DAA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6884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7730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03524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3C9D0C-5A3F-DA24-1C92-B8AE4EC1F4D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6045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4349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66873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F7068F-340E-0C5D-50A8-88DCE9D4A3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904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04215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0429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92DB0-12A9-45EB-36B9-4850680574C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2214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6797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70362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1A118E-66F6-1D9F-34F6-176867A1EFA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724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6394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73019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A04ED3-791D-A636-C824-AD590B8EF4A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1083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44088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70973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2D8163-AE31-DC8E-0981-E0040278DA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203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40871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5409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94D2C1-FFCF-BF4E-876C-E2170E77DF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7246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1885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141752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68F560-A5A2-5CBE-BBBD-0DF19F9C36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8978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7521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80014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5BF92C-677E-BF7A-0CA1-39F567F7E27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183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1948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3929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989C7A-2D59-A1D9-D158-CB88137B37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7798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2409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557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A6F77-1B9E-526D-2366-1C921366BC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7662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5984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728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698E01-E5C2-9951-08EE-70C7B71CF2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73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9294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42371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C52DEA-D7C0-C0D7-DB8D-911091FE5D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9929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70487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3814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E1A56-B117-8014-B998-EBA6420BD66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3120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0850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879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38B75B-0D2C-7197-D335-E5CCD1F3C65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7467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91418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781829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D7A4C2-49D1-1D64-391E-B70F327E4E9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2294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297080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14913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5785E-850A-1D57-7202-8911D735EBE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1627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754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8587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958FE3-7D80-100C-5FAE-2FAD89B81A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755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87430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2119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D4B8EB-BEFC-EB76-725B-D52EF8C092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9085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2173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44433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19708-1C0E-B1C2-285B-2F4971B022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4085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3440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922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FF5E66-39BF-4827-6AE8-62B4BCC6D4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2451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286283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9436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1BAF81-5DF3-80B2-5BF4-D667FCDC69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9810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437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3164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1F53FD-72DD-E032-7727-270F88228E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2473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8133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0281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444F73-96C1-9F92-3B2E-D80456C992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0596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27130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87043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6431B2-10E1-74F7-C0D9-113F3B70DD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2704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234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04806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34773-9B8F-22BE-D4C0-035EE37FB7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7255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5108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3280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31E3CC-7B09-95F2-B9C9-43D41571E4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3142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22432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42190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C6D49E-910B-6839-F15A-6E6433D5601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2599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52399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3845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071280-352D-C14A-536F-44E8B13627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963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62280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54010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34F4AF-EA87-1185-FBCE-E8691D20411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8499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8096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05064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3D922B-7AD6-727B-3DCB-39FEB9EFF9E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19510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05323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25651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4D0F3F-A327-2D59-75E0-35CF5FA627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88391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9500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2712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226FB3-1679-CC42-D097-2F8E4C773E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0592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4157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4597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A09D5D-D3D5-DA5E-1C9E-AB523FC16E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7504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4036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08870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42756C-D520-0BE3-8860-6AD9BE0541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0666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12043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6417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71644D-2C15-E048-16CB-90E1802E95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6826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39871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48611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54BD95-692F-051C-E527-355E492366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5731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97816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2588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B16A06-601D-2035-DA33-64B63C62A37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8956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771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45219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B1CF94-A046-340E-8152-D4870019AB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0333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19675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579849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4DFFEC-5A43-422D-1255-3E10AFF11F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065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8691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4274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BEA3B9-53C7-01E2-72C9-034BF01993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6049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9721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50057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57A52-EDF6-355B-B4A4-268D6160B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663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7201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2483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EB8D4-6561-3C20-6DEA-132BE6FBEA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1469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2649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99815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50FE25-6D25-C94A-E01C-4CE31990F9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160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6795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1555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C56FC5-36AF-3B37-1219-C01659A6769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041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2637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829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A0A257-A37C-7064-60A3-8E065D5CB2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5214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44347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9475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708D72-9954-EF4B-3F8B-934BE868BE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4618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065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3745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74203-1346-825B-4D14-D8B64C8924D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7111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3054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91942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29242C-FBA2-280E-7F70-2A727BD04E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7150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25901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266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36DE5-4252-F7C4-D30F-68B9BF1F19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6777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0448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90580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EE749-E480-ADA6-B533-82F3041D137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2824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869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10927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156FDA-AC7A-DEB5-3D2C-58052E2929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0970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7930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04923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8483F9-EAFA-8CA5-426C-14A847F546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061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317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34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230FDC-8574-B29D-C9CD-5712CDDB34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4441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31534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19427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E5FC7C-CECF-57DA-495B-B95E0D589E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9277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66029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96157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750F-6E9F-B4A2-CE05-C746A4E0DF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0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43256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064570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40D248-6051-AEBC-606C-2F435197211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1361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8233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7668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0EA727-4409-D072-5857-0EBFF5EC1B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6341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1345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5490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C69654-CDFC-BA4D-2A08-69C24A888A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0865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4375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6453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E92BA-508D-78FE-291F-7F2C48018F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08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2718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7067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83191D-EC6F-C969-9032-B2517E5181F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0816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76545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48177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A86767-8640-6C81-1C0E-ACED2C1E43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9857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62657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0672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D02B0-FF6B-10BD-F087-30246681C9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8192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9793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0247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8A6501-A11A-CF70-3430-ECDACF63B40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8117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6179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49415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BE67E1-D88F-1A1D-9C32-627A32B62AD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6978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70374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9651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FFBA62-F941-6B0A-082F-4324D15271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3972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8627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8863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630361-BC00-B3C1-4F86-D8B8A85A58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7405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3122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5935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43CBEB-AA67-9CB6-63DB-D74546C99E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3020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256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494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1FBE25-B8BE-67BF-20DE-C7AA8F1507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6383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93668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6208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551599-89F6-C00B-EE8D-AFAA69BF63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1418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63480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1212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643D95-D20E-189F-71F5-35DCAE0330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8129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8474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2627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09FD5A-5723-9FA3-57F1-D6CCA39481F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05967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8687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9069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345297-8917-9C7E-4176-DF9D1DA3CDD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584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1889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17068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9B31E-6388-251C-9AA5-5C8DC8032D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320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6225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27935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8B01A3-A66E-D2C0-90FD-438286819F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2285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3290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95362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541B5-D91C-F7C0-B51D-DD22EA1A3EC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1700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134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3660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49145E-736C-D321-8C7E-A1411BE9C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1009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365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271055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91545E-8FE1-DA0B-A238-1DE400BCFE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9352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12339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3449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EB3319-BD38-3CA8-7783-9C07F3033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2111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67829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846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5CECF3-8C0B-B829-FFF7-517AE0F650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659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3504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0030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F8659D-F739-CE5B-58DA-DE22208CCD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31877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28335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4466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82B51-5CC5-38A9-096C-300A418BA6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327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5298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96785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A2D4F2-F9B8-072E-3240-15913168F5B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0021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2147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0751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CB252-6BE1-1C11-8378-738189ADF3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937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794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45826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48BD3-D91D-F915-E852-2C9B8C95B7F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1171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98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398583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FA200-6B00-84F2-A003-AEC38C1BE5B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907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92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00407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2FEB16-9916-AE98-DBF6-7D2722440D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447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60257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076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D3C8FE-5489-1B5E-3B9E-1A6694A496D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4284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8583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453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9F10CE-C636-DFAA-37B6-17BC1938A16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1485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3026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1848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DA6771-6868-C24B-A3B0-D5A6605992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3939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737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7681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E611B8-344F-2453-9F34-BF058890029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2790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5015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62234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ABD20C-261B-1126-9E1E-F83292615E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612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5759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8176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486888-6E8A-FEFE-FAF8-E0FEE675BA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688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2201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664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D461EA-1C69-FEC0-FF2A-A82210AF86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091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64123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9178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A0299-CF39-1CF3-C3C5-470201300A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86271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440017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06364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7004CC-4C2C-12E6-DA15-509FF418F04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0405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06255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0791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126082-D3FC-4677-DFD1-A620158832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4292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8437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59134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8888C6-74F7-770F-6A58-F1A8A3F7D8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6495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925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84757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0C834D-D395-6A40-DA6C-1250B4F69D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0713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93060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3047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2856EE-82C8-79AD-F4F6-388EC67DCA3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7015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82210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76540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921DF3-69AC-EDC8-9441-3FD52D30710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67501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00015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3173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DC12E-7811-82F1-DC02-5673BEBD29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9826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61434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0729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E795C-E4EC-DCCA-D50A-CC8C638812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8156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5677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471856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9802CE-5392-01A5-B224-B2C097AAAC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1189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5227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32479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0A5DE3-BB5E-8EE5-E1C4-C61A591737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0392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545747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0698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DA599F-6E1B-CCB6-05C6-6EB1AA3BC75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2073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87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82552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DC0F1-E164-ED5A-ACFE-055B9E8036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0219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99734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8709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8357F-E29A-FAD7-AE33-00563F5983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856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7181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09735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ED5F71-15EE-7806-47D0-B11F0501E75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9487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033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983214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CBA10-7089-57C1-C0F5-7D185F284F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4810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4501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1367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8E5F9-A040-5E0A-CC02-6D336DE6596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4387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4023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0828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F9827-A069-40B0-EE81-4FE7C2A01D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2766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90298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22732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F38106-8068-BC50-7E39-BE72703B9B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5071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06283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20428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2D322D-C725-2CA8-BA24-46A0F7E52B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394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0939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480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6AC8BC-359A-FE46-3A5C-F06092E19E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422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760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17490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FC75-F424-6C13-8A86-CF7FB4A130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512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2465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716019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A3ECD-5880-A972-1FC6-5D4B5B6E4B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3808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1526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48730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C08D3D-89B0-DE65-2F88-A592403A46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0759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82684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32337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46B815-B9E6-EA21-0293-8520039834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937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1374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3175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8BD753-9E03-2D72-CE3F-2F54F9B9098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8461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4194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5855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2D118A-0715-8928-11A8-286847CE4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1510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65098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8544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5FAAA-5E79-17ED-14B1-8BF8BC49B9C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7419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96200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7135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1F0713-EC5C-1DE8-3BDB-04518F8421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07529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39959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619265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112CD3-A233-A7AD-AD38-D19976DF4B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819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7132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22090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FF1D3B-23B9-1166-2A7C-05789443B5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8798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45451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4378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D289A9-488A-B732-8871-4AB623409E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47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520588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7618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6B9D00-8190-14BB-D17B-A01A73FD51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0312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3799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4972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AB3216-D572-C390-D931-5F05D617FA0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1359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00700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8918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B50451-68DD-60CD-6FF0-4CFB3F956CD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8523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529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885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1C81B-5C47-09EF-464D-EE4942D47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7825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801296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6050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361523-4479-619D-EB57-8194B458E9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6020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5088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33785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8C8421-D9CF-EF1F-904C-5707B69CBF2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111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700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1495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942833-BE4E-BC23-FA88-E0E2E34F08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8228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6376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0643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7B2B77-97C3-A9A0-FFCF-92E02F8DC55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1038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5550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14907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18AEED-FB7E-E479-C47C-500902401B4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72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5754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19688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0A71-6C04-EA56-5D93-93F272DC3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759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49828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94086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17BD78-6948-F6B7-7CAB-3D3BE417882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4583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17911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1055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9675C-2AF7-6A92-82F2-D2B8719B83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852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7281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85502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BA052-C4CF-4F57-A5F8-B5ADABB607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9787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441226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8353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7F5612-6432-CDA5-C18E-200089B2765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0260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2992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5141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67FF6F-311B-92CB-FC34-21FE9F7A132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1389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5406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64909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FA63D6-7A09-0FB5-EA46-6CD6CB1DB4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1363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26706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0843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4CB86-578C-4998-2C07-5F5757E7317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8657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01696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098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10EBC-FD79-1238-0B43-10533C6819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3816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8243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101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C2832-FA2B-3538-371D-EF7754CF53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5537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5297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6766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7A5CDA-653C-71D4-EAD9-0821101905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7466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13427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2016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EC838D-CFE8-2825-8C92-DB7FDA56B3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825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23323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74719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FA1DBF-0671-BB38-3D02-2B9AFEF08F8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4065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53698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62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03804B-8E18-7AB6-D95B-B8CA9A8633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0130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6695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01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0BE00-E293-6B69-CEB8-33DAAD48B1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0207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177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2851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2015F8-EC98-4C44-1C56-318C29A02BB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742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111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68067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F8D74-1725-6669-4623-8991110438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2521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8649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5964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60364-AD71-BDB6-3B58-57A8B86B9E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9418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81051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5156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BA406-92B4-D23D-7383-947D5A63623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3409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822511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2279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EA9658-3093-B85E-AAB7-84BAB56786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2450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2579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4051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2FE50E-A373-DB6F-E04A-EB58C743C7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7014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71963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6794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8F1192-9400-6086-23B0-AFB8FC5725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4501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0075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43917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D7F3F-92E9-4994-627D-A0B3F68672D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9653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4942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2359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04915D-4B98-5CD6-8708-9BA1A6BC19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9819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3617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191071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09C22C-AC41-D71E-282E-5396C35055E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3914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4336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71628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58A974-563C-31C7-C5D0-B0B9A267CE6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810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96150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6910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E1489C-1036-0546-4C89-59E142761E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7970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39877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5124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201AC4-9A89-200E-6644-D7BFF95A4D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8569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56952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47966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A181C1-8AD9-31D5-5A17-BBEBE9F753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5808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4150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028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73DC4-1A63-7F53-44E5-60CD71CACB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706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0132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7382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286E6-19AD-7DD2-CD5B-172A68BC72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4254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69572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436112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8B6590-C5BD-5FDA-9989-3471C820AD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1402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16951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25096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988A4B-DFF3-81E7-0698-48A289EC10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673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24501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67393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C67EFA-4868-1726-15F1-FC471E84F2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9171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4919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5487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9C820-9449-5B3C-E720-A3EF71453B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7914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15483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4133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11AFA0-781B-F3E9-BF5E-6A483BE0EEF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6537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4654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3150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43C9-5AAC-F0C6-446F-E2D0F7C1DF1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307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26418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2147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63C73-4459-4644-FD23-43DC829C58F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73181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292628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226147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623030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24246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6049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4178584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88386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973348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2519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709088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79546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239936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41055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35909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7373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38165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1595735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464009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0157456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104043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97250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2231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36125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657837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8252435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40178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761267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016034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5386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22014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82155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374365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34289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481481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92727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92995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941197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320345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94534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832743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1894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86955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9483510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11231572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1465263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00638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64411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808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241499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57943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897931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18759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6629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31264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499865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2154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79688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91357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1688981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125546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7979175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358860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jpg"/><Relationship Id="rId13" Type="http://schemas.openxmlformats.org/officeDocument/2006/relationships/image" Target="../media/image5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Relationship Id="rId21" Type="http://schemas.openxmlformats.org/officeDocument/2006/relationships/image" Target="../media/image140.png"/><Relationship Id="rId22" Type="http://schemas.openxmlformats.org/officeDocument/2006/relationships/image" Target="../media/image141.png"/><Relationship Id="rId23" Type="http://schemas.openxmlformats.org/officeDocument/2006/relationships/image" Target="../media/image142.png"/><Relationship Id="rId24" Type="http://schemas.openxmlformats.org/officeDocument/2006/relationships/image" Target="../media/image143.png"/><Relationship Id="rId25" Type="http://schemas.openxmlformats.org/officeDocument/2006/relationships/image" Target="../media/image144.png"/><Relationship Id="rId26" Type="http://schemas.openxmlformats.org/officeDocument/2006/relationships/image" Target="../media/image145.png"/><Relationship Id="rId27" Type="http://schemas.openxmlformats.org/officeDocument/2006/relationships/image" Target="../media/image146.png"/><Relationship Id="rId28" Type="http://schemas.openxmlformats.org/officeDocument/2006/relationships/image" Target="../media/image1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pn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160.png"/><Relationship Id="rId16" Type="http://schemas.openxmlformats.org/officeDocument/2006/relationships/image" Target="../media/image161.png"/><Relationship Id="rId17" Type="http://schemas.openxmlformats.org/officeDocument/2006/relationships/image" Target="../media/image162.png"/><Relationship Id="rId18" Type="http://schemas.openxmlformats.org/officeDocument/2006/relationships/image" Target="../media/image163.png"/><Relationship Id="rId19" Type="http://schemas.openxmlformats.org/officeDocument/2006/relationships/image" Target="../media/image164.png"/><Relationship Id="rId20" Type="http://schemas.openxmlformats.org/officeDocument/2006/relationships/image" Target="../media/image165.png"/><Relationship Id="rId21" Type="http://schemas.openxmlformats.org/officeDocument/2006/relationships/image" Target="../media/image166.png"/><Relationship Id="rId22" Type="http://schemas.openxmlformats.org/officeDocument/2006/relationships/image" Target="../media/image167.png"/><Relationship Id="rId23" Type="http://schemas.openxmlformats.org/officeDocument/2006/relationships/image" Target="../media/image168.png"/><Relationship Id="rId24" Type="http://schemas.openxmlformats.org/officeDocument/2006/relationships/image" Target="../media/image169.png"/><Relationship Id="rId25" Type="http://schemas.openxmlformats.org/officeDocument/2006/relationships/image" Target="../media/image170.png"/><Relationship Id="rId26" Type="http://schemas.openxmlformats.org/officeDocument/2006/relationships/image" Target="../media/image171.png"/><Relationship Id="rId27" Type="http://schemas.openxmlformats.org/officeDocument/2006/relationships/image" Target="../media/image172.png"/><Relationship Id="rId28" Type="http://schemas.openxmlformats.org/officeDocument/2006/relationships/image" Target="../media/image173.png"/><Relationship Id="rId29" Type="http://schemas.openxmlformats.org/officeDocument/2006/relationships/image" Target="../media/image174.png"/><Relationship Id="rId30" Type="http://schemas.openxmlformats.org/officeDocument/2006/relationships/image" Target="../media/image175.png"/><Relationship Id="rId31" Type="http://schemas.openxmlformats.org/officeDocument/2006/relationships/image" Target="../media/image17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7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Relationship Id="rId9" Type="http://schemas.openxmlformats.org/officeDocument/2006/relationships/image" Target="../media/image183.png"/><Relationship Id="rId10" Type="http://schemas.openxmlformats.org/officeDocument/2006/relationships/image" Target="../media/image184.png"/><Relationship Id="rId11" Type="http://schemas.openxmlformats.org/officeDocument/2006/relationships/image" Target="../media/image185.png"/><Relationship Id="rId12" Type="http://schemas.openxmlformats.org/officeDocument/2006/relationships/image" Target="../media/image186.png"/><Relationship Id="rId13" Type="http://schemas.openxmlformats.org/officeDocument/2006/relationships/image" Target="../media/image187.png"/><Relationship Id="rId14" Type="http://schemas.openxmlformats.org/officeDocument/2006/relationships/image" Target="../media/image188.png"/><Relationship Id="rId15" Type="http://schemas.openxmlformats.org/officeDocument/2006/relationships/image" Target="../media/image189.png"/><Relationship Id="rId16" Type="http://schemas.openxmlformats.org/officeDocument/2006/relationships/image" Target="../media/image190.png"/><Relationship Id="rId17" Type="http://schemas.openxmlformats.org/officeDocument/2006/relationships/image" Target="../media/image191.png"/><Relationship Id="rId18" Type="http://schemas.openxmlformats.org/officeDocument/2006/relationships/image" Target="../media/image192.png"/><Relationship Id="rId19" Type="http://schemas.openxmlformats.org/officeDocument/2006/relationships/image" Target="../media/image193.png"/><Relationship Id="rId20" Type="http://schemas.openxmlformats.org/officeDocument/2006/relationships/image" Target="../media/image194.png"/><Relationship Id="rId21" Type="http://schemas.openxmlformats.org/officeDocument/2006/relationships/image" Target="../media/image195.png"/><Relationship Id="rId22" Type="http://schemas.openxmlformats.org/officeDocument/2006/relationships/image" Target="../media/image196.png"/><Relationship Id="rId23" Type="http://schemas.openxmlformats.org/officeDocument/2006/relationships/image" Target="../media/image197.png"/><Relationship Id="rId24" Type="http://schemas.openxmlformats.org/officeDocument/2006/relationships/image" Target="../media/image198.png"/><Relationship Id="rId25" Type="http://schemas.openxmlformats.org/officeDocument/2006/relationships/image" Target="../media/image199.png"/><Relationship Id="rId26" Type="http://schemas.openxmlformats.org/officeDocument/2006/relationships/image" Target="../media/image200.png"/><Relationship Id="rId27" Type="http://schemas.openxmlformats.org/officeDocument/2006/relationships/image" Target="../media/image201.png"/><Relationship Id="rId28" Type="http://schemas.openxmlformats.org/officeDocument/2006/relationships/image" Target="../media/image202.png"/><Relationship Id="rId29" Type="http://schemas.openxmlformats.org/officeDocument/2006/relationships/image" Target="../media/image203.png"/><Relationship Id="rId30" Type="http://schemas.openxmlformats.org/officeDocument/2006/relationships/image" Target="../media/image204.png"/><Relationship Id="rId31" Type="http://schemas.openxmlformats.org/officeDocument/2006/relationships/image" Target="../media/image205.png"/><Relationship Id="rId32" Type="http://schemas.openxmlformats.org/officeDocument/2006/relationships/image" Target="../media/image206.png"/><Relationship Id="rId33" Type="http://schemas.openxmlformats.org/officeDocument/2006/relationships/image" Target="../media/image20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9.png"/><Relationship Id="rId4" Type="http://schemas.openxmlformats.org/officeDocument/2006/relationships/image" Target="../media/image210.png"/><Relationship Id="rId5" Type="http://schemas.openxmlformats.org/officeDocument/2006/relationships/image" Target="../media/image2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8.png"/><Relationship Id="rId4" Type="http://schemas.openxmlformats.org/officeDocument/2006/relationships/image" Target="../media/image2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2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2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2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2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28.png"/><Relationship Id="rId4" Type="http://schemas.openxmlformats.org/officeDocument/2006/relationships/image" Target="../media/image22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Relationship Id="rId7" Type="http://schemas.openxmlformats.org/officeDocument/2006/relationships/image" Target="../media/image236.png"/><Relationship Id="rId8" Type="http://schemas.openxmlformats.org/officeDocument/2006/relationships/image" Target="../media/image237.png"/><Relationship Id="rId9" Type="http://schemas.openxmlformats.org/officeDocument/2006/relationships/image" Target="../media/image238.png"/><Relationship Id="rId10" Type="http://schemas.openxmlformats.org/officeDocument/2006/relationships/image" Target="../media/image239.png"/><Relationship Id="rId11" Type="http://schemas.openxmlformats.org/officeDocument/2006/relationships/image" Target="../media/image240.png"/><Relationship Id="rId12" Type="http://schemas.openxmlformats.org/officeDocument/2006/relationships/image" Target="../media/image241.png"/><Relationship Id="rId13" Type="http://schemas.openxmlformats.org/officeDocument/2006/relationships/image" Target="../media/image242.png"/><Relationship Id="rId14" Type="http://schemas.openxmlformats.org/officeDocument/2006/relationships/image" Target="../media/image243.png"/><Relationship Id="rId15" Type="http://schemas.openxmlformats.org/officeDocument/2006/relationships/image" Target="../media/image244.png"/><Relationship Id="rId16" Type="http://schemas.openxmlformats.org/officeDocument/2006/relationships/image" Target="../media/image245.png"/><Relationship Id="rId17" Type="http://schemas.openxmlformats.org/officeDocument/2006/relationships/image" Target="../media/image24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4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4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4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50.png"/><Relationship Id="rId4" Type="http://schemas.openxmlformats.org/officeDocument/2006/relationships/image" Target="../media/image25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5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5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59.png"/><Relationship Id="rId9" Type="http://schemas.openxmlformats.org/officeDocument/2006/relationships/image" Target="../media/image260.png"/><Relationship Id="rId10" Type="http://schemas.openxmlformats.org/officeDocument/2006/relationships/image" Target="../media/image261.png"/><Relationship Id="rId11" Type="http://schemas.openxmlformats.org/officeDocument/2006/relationships/image" Target="../media/image26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63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266.png"/><Relationship Id="rId7" Type="http://schemas.openxmlformats.org/officeDocument/2006/relationships/image" Target="../media/image267.png"/><Relationship Id="rId8" Type="http://schemas.openxmlformats.org/officeDocument/2006/relationships/image" Target="../media/image268.png"/><Relationship Id="rId9" Type="http://schemas.openxmlformats.org/officeDocument/2006/relationships/image" Target="../media/image269.png"/><Relationship Id="rId10" Type="http://schemas.openxmlformats.org/officeDocument/2006/relationships/image" Target="../media/image270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71.png"/><Relationship Id="rId4" Type="http://schemas.openxmlformats.org/officeDocument/2006/relationships/image" Target="../media/image27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7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74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75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Relationship Id="rId9" Type="http://schemas.openxmlformats.org/officeDocument/2006/relationships/image" Target="../media/image281.png"/><Relationship Id="rId10" Type="http://schemas.openxmlformats.org/officeDocument/2006/relationships/image" Target="../media/image282.png"/><Relationship Id="rId11" Type="http://schemas.openxmlformats.org/officeDocument/2006/relationships/image" Target="../media/image283.png"/><Relationship Id="rId12" Type="http://schemas.openxmlformats.org/officeDocument/2006/relationships/image" Target="../media/image284.png"/><Relationship Id="rId13" Type="http://schemas.openxmlformats.org/officeDocument/2006/relationships/image" Target="../media/image285.png"/><Relationship Id="rId14" Type="http://schemas.openxmlformats.org/officeDocument/2006/relationships/image" Target="../media/image286.png"/><Relationship Id="rId15" Type="http://schemas.openxmlformats.org/officeDocument/2006/relationships/image" Target="../media/image287.png"/><Relationship Id="rId16" Type="http://schemas.openxmlformats.org/officeDocument/2006/relationships/image" Target="../media/image288.png"/><Relationship Id="rId17" Type="http://schemas.openxmlformats.org/officeDocument/2006/relationships/image" Target="../media/image289.png"/><Relationship Id="rId18" Type="http://schemas.openxmlformats.org/officeDocument/2006/relationships/image" Target="../media/image290.png"/><Relationship Id="rId19" Type="http://schemas.openxmlformats.org/officeDocument/2006/relationships/image" Target="../media/image291.png"/><Relationship Id="rId20" Type="http://schemas.openxmlformats.org/officeDocument/2006/relationships/image" Target="../media/image292.png"/><Relationship Id="rId21" Type="http://schemas.openxmlformats.org/officeDocument/2006/relationships/image" Target="../media/image293.png"/><Relationship Id="rId22" Type="http://schemas.openxmlformats.org/officeDocument/2006/relationships/image" Target="../media/image294.png"/><Relationship Id="rId23" Type="http://schemas.openxmlformats.org/officeDocument/2006/relationships/image" Target="../media/image295.png"/><Relationship Id="rId24" Type="http://schemas.openxmlformats.org/officeDocument/2006/relationships/image" Target="../media/image296.png"/><Relationship Id="rId25" Type="http://schemas.openxmlformats.org/officeDocument/2006/relationships/image" Target="../media/image297.png"/><Relationship Id="rId26" Type="http://schemas.openxmlformats.org/officeDocument/2006/relationships/image" Target="../media/image298.png"/><Relationship Id="rId27" Type="http://schemas.openxmlformats.org/officeDocument/2006/relationships/image" Target="../media/image299.png"/><Relationship Id="rId28" Type="http://schemas.openxmlformats.org/officeDocument/2006/relationships/image" Target="../media/image300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01.png"/><Relationship Id="rId4" Type="http://schemas.openxmlformats.org/officeDocument/2006/relationships/image" Target="../media/image302.png"/><Relationship Id="rId5" Type="http://schemas.openxmlformats.org/officeDocument/2006/relationships/image" Target="../media/image303.png"/><Relationship Id="rId6" Type="http://schemas.openxmlformats.org/officeDocument/2006/relationships/image" Target="../media/image304.png"/><Relationship Id="rId7" Type="http://schemas.openxmlformats.org/officeDocument/2006/relationships/image" Target="../media/image305.png"/><Relationship Id="rId8" Type="http://schemas.openxmlformats.org/officeDocument/2006/relationships/image" Target="../media/image306.png"/><Relationship Id="rId9" Type="http://schemas.openxmlformats.org/officeDocument/2006/relationships/image" Target="../media/image307.png"/><Relationship Id="rId10" Type="http://schemas.openxmlformats.org/officeDocument/2006/relationships/image" Target="../media/image308.png"/><Relationship Id="rId11" Type="http://schemas.openxmlformats.org/officeDocument/2006/relationships/image" Target="../media/image309.png"/><Relationship Id="rId12" Type="http://schemas.openxmlformats.org/officeDocument/2006/relationships/image" Target="../media/image310.png"/><Relationship Id="rId13" Type="http://schemas.openxmlformats.org/officeDocument/2006/relationships/image" Target="../media/image311.png"/><Relationship Id="rId14" Type="http://schemas.openxmlformats.org/officeDocument/2006/relationships/image" Target="../media/image312.png"/><Relationship Id="rId15" Type="http://schemas.openxmlformats.org/officeDocument/2006/relationships/image" Target="../media/image313.png"/><Relationship Id="rId16" Type="http://schemas.openxmlformats.org/officeDocument/2006/relationships/image" Target="../media/image314.png"/><Relationship Id="rId17" Type="http://schemas.openxmlformats.org/officeDocument/2006/relationships/image" Target="../media/image315.png"/><Relationship Id="rId18" Type="http://schemas.openxmlformats.org/officeDocument/2006/relationships/image" Target="../media/image316.png"/><Relationship Id="rId19" Type="http://schemas.openxmlformats.org/officeDocument/2006/relationships/image" Target="../media/image317.png"/><Relationship Id="rId20" Type="http://schemas.openxmlformats.org/officeDocument/2006/relationships/image" Target="../media/image318.png"/><Relationship Id="rId21" Type="http://schemas.openxmlformats.org/officeDocument/2006/relationships/image" Target="../media/image319.png"/><Relationship Id="rId22" Type="http://schemas.openxmlformats.org/officeDocument/2006/relationships/image" Target="../media/image320.png"/><Relationship Id="rId23" Type="http://schemas.openxmlformats.org/officeDocument/2006/relationships/image" Target="../media/image321.png"/><Relationship Id="rId24" Type="http://schemas.openxmlformats.org/officeDocument/2006/relationships/image" Target="../media/image322.png"/><Relationship Id="rId25" Type="http://schemas.openxmlformats.org/officeDocument/2006/relationships/image" Target="../media/image323.png"/><Relationship Id="rId26" Type="http://schemas.openxmlformats.org/officeDocument/2006/relationships/image" Target="../media/image324.png"/><Relationship Id="rId27" Type="http://schemas.openxmlformats.org/officeDocument/2006/relationships/image" Target="../media/image325.png"/><Relationship Id="rId28" Type="http://schemas.openxmlformats.org/officeDocument/2006/relationships/image" Target="../media/image326.png"/><Relationship Id="rId29" Type="http://schemas.openxmlformats.org/officeDocument/2006/relationships/image" Target="../media/image327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331.png"/><Relationship Id="rId7" Type="http://schemas.openxmlformats.org/officeDocument/2006/relationships/image" Target="../media/image332.png"/><Relationship Id="rId8" Type="http://schemas.openxmlformats.org/officeDocument/2006/relationships/image" Target="../media/image333.png"/><Relationship Id="rId9" Type="http://schemas.openxmlformats.org/officeDocument/2006/relationships/image" Target="../media/image334.png"/><Relationship Id="rId10" Type="http://schemas.openxmlformats.org/officeDocument/2006/relationships/image" Target="../media/image335.png"/><Relationship Id="rId11" Type="http://schemas.openxmlformats.org/officeDocument/2006/relationships/image" Target="../media/image336.png"/><Relationship Id="rId12" Type="http://schemas.openxmlformats.org/officeDocument/2006/relationships/image" Target="../media/image337.png"/><Relationship Id="rId13" Type="http://schemas.openxmlformats.org/officeDocument/2006/relationships/image" Target="../media/image338.png"/><Relationship Id="rId14" Type="http://schemas.openxmlformats.org/officeDocument/2006/relationships/image" Target="../media/image339.png"/><Relationship Id="rId15" Type="http://schemas.openxmlformats.org/officeDocument/2006/relationships/image" Target="../media/image340.png"/><Relationship Id="rId16" Type="http://schemas.openxmlformats.org/officeDocument/2006/relationships/image" Target="../media/image341.png"/><Relationship Id="rId17" Type="http://schemas.openxmlformats.org/officeDocument/2006/relationships/image" Target="../media/image342.png"/><Relationship Id="rId18" Type="http://schemas.openxmlformats.org/officeDocument/2006/relationships/image" Target="../media/image343.png"/><Relationship Id="rId19" Type="http://schemas.openxmlformats.org/officeDocument/2006/relationships/image" Target="../media/image344.png"/><Relationship Id="rId20" Type="http://schemas.openxmlformats.org/officeDocument/2006/relationships/image" Target="../media/image345.png"/><Relationship Id="rId21" Type="http://schemas.openxmlformats.org/officeDocument/2006/relationships/image" Target="../media/image346.png"/><Relationship Id="rId22" Type="http://schemas.openxmlformats.org/officeDocument/2006/relationships/image" Target="../media/image347.png"/><Relationship Id="rId23" Type="http://schemas.openxmlformats.org/officeDocument/2006/relationships/image" Target="../media/image348.png"/><Relationship Id="rId24" Type="http://schemas.openxmlformats.org/officeDocument/2006/relationships/image" Target="../media/image349.png"/><Relationship Id="rId25" Type="http://schemas.openxmlformats.org/officeDocument/2006/relationships/image" Target="../media/image350.png"/><Relationship Id="rId26" Type="http://schemas.openxmlformats.org/officeDocument/2006/relationships/image" Target="../media/image351.png"/><Relationship Id="rId27" Type="http://schemas.openxmlformats.org/officeDocument/2006/relationships/image" Target="../media/image352.png"/><Relationship Id="rId28" Type="http://schemas.openxmlformats.org/officeDocument/2006/relationships/image" Target="../media/image353.png"/><Relationship Id="rId29" Type="http://schemas.openxmlformats.org/officeDocument/2006/relationships/image" Target="../media/image354.png"/><Relationship Id="rId30" Type="http://schemas.openxmlformats.org/officeDocument/2006/relationships/image" Target="../media/image355.png"/><Relationship Id="rId31" Type="http://schemas.openxmlformats.org/officeDocument/2006/relationships/image" Target="../media/image356.png"/><Relationship Id="rId32" Type="http://schemas.openxmlformats.org/officeDocument/2006/relationships/image" Target="../media/image357.png"/><Relationship Id="rId33" Type="http://schemas.openxmlformats.org/officeDocument/2006/relationships/image" Target="../media/image358.png"/><Relationship Id="rId34" Type="http://schemas.openxmlformats.org/officeDocument/2006/relationships/image" Target="../media/image359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60.png"/><Relationship Id="rId4" Type="http://schemas.openxmlformats.org/officeDocument/2006/relationships/image" Target="../media/image361.png"/><Relationship Id="rId5" Type="http://schemas.openxmlformats.org/officeDocument/2006/relationships/image" Target="../media/image362.png"/><Relationship Id="rId6" Type="http://schemas.openxmlformats.org/officeDocument/2006/relationships/image" Target="../media/image363.png"/><Relationship Id="rId7" Type="http://schemas.openxmlformats.org/officeDocument/2006/relationships/image" Target="../media/image364.png"/><Relationship Id="rId8" Type="http://schemas.openxmlformats.org/officeDocument/2006/relationships/image" Target="../media/image365.png"/><Relationship Id="rId9" Type="http://schemas.openxmlformats.org/officeDocument/2006/relationships/image" Target="../media/image366.png"/><Relationship Id="rId10" Type="http://schemas.openxmlformats.org/officeDocument/2006/relationships/image" Target="../media/image367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68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371.png"/><Relationship Id="rId7" Type="http://schemas.openxmlformats.org/officeDocument/2006/relationships/image" Target="../media/image372.png"/><Relationship Id="rId8" Type="http://schemas.openxmlformats.org/officeDocument/2006/relationships/image" Target="../media/image373.png"/><Relationship Id="rId9" Type="http://schemas.openxmlformats.org/officeDocument/2006/relationships/image" Target="../media/image374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79.png"/><Relationship Id="rId4" Type="http://schemas.openxmlformats.org/officeDocument/2006/relationships/image" Target="../media/image380.png"/><Relationship Id="rId5" Type="http://schemas.openxmlformats.org/officeDocument/2006/relationships/image" Target="../media/image381.png"/><Relationship Id="rId6" Type="http://schemas.openxmlformats.org/officeDocument/2006/relationships/image" Target="../media/image38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88.png"/><Relationship Id="rId4" Type="http://schemas.openxmlformats.org/officeDocument/2006/relationships/image" Target="../media/image389.png"/><Relationship Id="rId5" Type="http://schemas.openxmlformats.org/officeDocument/2006/relationships/image" Target="../media/image390.png"/><Relationship Id="rId6" Type="http://schemas.openxmlformats.org/officeDocument/2006/relationships/image" Target="../media/image391.png"/><Relationship Id="rId7" Type="http://schemas.openxmlformats.org/officeDocument/2006/relationships/image" Target="../media/image392.png"/><Relationship Id="rId8" Type="http://schemas.openxmlformats.org/officeDocument/2006/relationships/image" Target="../media/image393.png"/><Relationship Id="rId9" Type="http://schemas.openxmlformats.org/officeDocument/2006/relationships/image" Target="../media/image394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95.png"/><Relationship Id="rId4" Type="http://schemas.openxmlformats.org/officeDocument/2006/relationships/image" Target="../media/image396.png"/><Relationship Id="rId5" Type="http://schemas.openxmlformats.org/officeDocument/2006/relationships/image" Target="../media/image397.png"/><Relationship Id="rId6" Type="http://schemas.openxmlformats.org/officeDocument/2006/relationships/image" Target="../media/image398.png"/><Relationship Id="rId7" Type="http://schemas.openxmlformats.org/officeDocument/2006/relationships/image" Target="../media/image399.png"/><Relationship Id="rId8" Type="http://schemas.openxmlformats.org/officeDocument/2006/relationships/image" Target="../media/image400.png"/><Relationship Id="rId9" Type="http://schemas.openxmlformats.org/officeDocument/2006/relationships/image" Target="../media/image401.png"/><Relationship Id="rId10" Type="http://schemas.openxmlformats.org/officeDocument/2006/relationships/image" Target="../media/image40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403.png"/><Relationship Id="rId4" Type="http://schemas.openxmlformats.org/officeDocument/2006/relationships/image" Target="../media/image404.png"/><Relationship Id="rId5" Type="http://schemas.openxmlformats.org/officeDocument/2006/relationships/image" Target="../media/image405.png"/><Relationship Id="rId6" Type="http://schemas.openxmlformats.org/officeDocument/2006/relationships/image" Target="../media/image406.png"/><Relationship Id="rId7" Type="http://schemas.openxmlformats.org/officeDocument/2006/relationships/image" Target="../media/image407.png"/><Relationship Id="rId8" Type="http://schemas.openxmlformats.org/officeDocument/2006/relationships/image" Target="../media/image408.png"/><Relationship Id="rId9" Type="http://schemas.openxmlformats.org/officeDocument/2006/relationships/image" Target="../media/image409.png"/><Relationship Id="rId10" Type="http://schemas.openxmlformats.org/officeDocument/2006/relationships/image" Target="../media/image410.png"/><Relationship Id="rId11" Type="http://schemas.openxmlformats.org/officeDocument/2006/relationships/image" Target="../media/image411.png"/><Relationship Id="rId12" Type="http://schemas.openxmlformats.org/officeDocument/2006/relationships/image" Target="../media/image412.png"/><Relationship Id="rId13" Type="http://schemas.openxmlformats.org/officeDocument/2006/relationships/image" Target="../media/image413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14.png"/><Relationship Id="rId4" Type="http://schemas.openxmlformats.org/officeDocument/2006/relationships/image" Target="../media/image415.png"/><Relationship Id="rId5" Type="http://schemas.openxmlformats.org/officeDocument/2006/relationships/image" Target="../media/image416.png"/><Relationship Id="rId6" Type="http://schemas.openxmlformats.org/officeDocument/2006/relationships/image" Target="../media/image417.png"/><Relationship Id="rId7" Type="http://schemas.openxmlformats.org/officeDocument/2006/relationships/image" Target="../media/image418.png"/><Relationship Id="rId8" Type="http://schemas.openxmlformats.org/officeDocument/2006/relationships/image" Target="../media/image419.png"/><Relationship Id="rId9" Type="http://schemas.openxmlformats.org/officeDocument/2006/relationships/image" Target="../media/image420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421.png"/><Relationship Id="rId4" Type="http://schemas.openxmlformats.org/officeDocument/2006/relationships/image" Target="../media/image422.png"/><Relationship Id="rId5" Type="http://schemas.openxmlformats.org/officeDocument/2006/relationships/image" Target="../media/image423.png"/><Relationship Id="rId6" Type="http://schemas.openxmlformats.org/officeDocument/2006/relationships/image" Target="../media/image424.jpg"/><Relationship Id="rId7" Type="http://schemas.openxmlformats.org/officeDocument/2006/relationships/image" Target="../media/image425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26.png"/><Relationship Id="rId4" Type="http://schemas.openxmlformats.org/officeDocument/2006/relationships/image" Target="../media/image427.png"/><Relationship Id="rId5" Type="http://schemas.openxmlformats.org/officeDocument/2006/relationships/image" Target="../media/image428.png"/><Relationship Id="rId6" Type="http://schemas.openxmlformats.org/officeDocument/2006/relationships/image" Target="../media/image429.png"/><Relationship Id="rId7" Type="http://schemas.openxmlformats.org/officeDocument/2006/relationships/image" Target="../media/image430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31.png"/><Relationship Id="rId4" Type="http://schemas.openxmlformats.org/officeDocument/2006/relationships/image" Target="../media/image432.png"/><Relationship Id="rId5" Type="http://schemas.openxmlformats.org/officeDocument/2006/relationships/image" Target="../media/image433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434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435.png"/><Relationship Id="rId4" Type="http://schemas.openxmlformats.org/officeDocument/2006/relationships/image" Target="../media/image436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437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438.png"/><Relationship Id="rId4" Type="http://schemas.openxmlformats.org/officeDocument/2006/relationships/image" Target="../media/image439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40.png"/><Relationship Id="rId4" Type="http://schemas.openxmlformats.org/officeDocument/2006/relationships/image" Target="../media/image44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442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52.png"/><Relationship Id="rId4" Type="http://schemas.openxmlformats.org/officeDocument/2006/relationships/image" Target="../media/image453.png"/><Relationship Id="rId5" Type="http://schemas.openxmlformats.org/officeDocument/2006/relationships/image" Target="../media/image454.png"/><Relationship Id="rId6" Type="http://schemas.openxmlformats.org/officeDocument/2006/relationships/image" Target="../media/image455.png"/><Relationship Id="rId7" Type="http://schemas.openxmlformats.org/officeDocument/2006/relationships/image" Target="../media/image45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457.png"/><Relationship Id="rId4" Type="http://schemas.openxmlformats.org/officeDocument/2006/relationships/image" Target="../media/image458.png"/><Relationship Id="rId5" Type="http://schemas.openxmlformats.org/officeDocument/2006/relationships/image" Target="../media/image459.png"/><Relationship Id="rId6" Type="http://schemas.openxmlformats.org/officeDocument/2006/relationships/image" Target="../media/image460.png"/><Relationship Id="rId7" Type="http://schemas.openxmlformats.org/officeDocument/2006/relationships/image" Target="../media/image461.png"/><Relationship Id="rId8" Type="http://schemas.openxmlformats.org/officeDocument/2006/relationships/image" Target="../media/image462.png"/><Relationship Id="rId9" Type="http://schemas.openxmlformats.org/officeDocument/2006/relationships/image" Target="../media/image463.png"/><Relationship Id="rId10" Type="http://schemas.openxmlformats.org/officeDocument/2006/relationships/image" Target="../media/image464.png"/><Relationship Id="rId11" Type="http://schemas.openxmlformats.org/officeDocument/2006/relationships/image" Target="../media/image465.png"/><Relationship Id="rId12" Type="http://schemas.openxmlformats.org/officeDocument/2006/relationships/image" Target="../media/image466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67.png"/><Relationship Id="rId4" Type="http://schemas.openxmlformats.org/officeDocument/2006/relationships/image" Target="../media/image468.png"/><Relationship Id="rId5" Type="http://schemas.openxmlformats.org/officeDocument/2006/relationships/image" Target="../media/image469.png"/><Relationship Id="rId6" Type="http://schemas.openxmlformats.org/officeDocument/2006/relationships/image" Target="../media/image470.png"/><Relationship Id="rId7" Type="http://schemas.openxmlformats.org/officeDocument/2006/relationships/image" Target="../media/image47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72.png"/><Relationship Id="rId4" Type="http://schemas.openxmlformats.org/officeDocument/2006/relationships/image" Target="../media/image473.png"/><Relationship Id="rId5" Type="http://schemas.openxmlformats.org/officeDocument/2006/relationships/image" Target="../media/image474.png"/><Relationship Id="rId6" Type="http://schemas.openxmlformats.org/officeDocument/2006/relationships/image" Target="../media/image475.png"/><Relationship Id="rId7" Type="http://schemas.openxmlformats.org/officeDocument/2006/relationships/image" Target="../media/image476.png"/><Relationship Id="rId8" Type="http://schemas.openxmlformats.org/officeDocument/2006/relationships/image" Target="../media/image477.png"/><Relationship Id="rId9" Type="http://schemas.openxmlformats.org/officeDocument/2006/relationships/image" Target="../media/image478.png"/><Relationship Id="rId10" Type="http://schemas.openxmlformats.org/officeDocument/2006/relationships/image" Target="../media/image479.png"/><Relationship Id="rId11" Type="http://schemas.openxmlformats.org/officeDocument/2006/relationships/image" Target="../media/image480.png"/><Relationship Id="rId12" Type="http://schemas.openxmlformats.org/officeDocument/2006/relationships/image" Target="../media/image48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82.png"/><Relationship Id="rId4" Type="http://schemas.openxmlformats.org/officeDocument/2006/relationships/image" Target="../media/image483.png"/><Relationship Id="rId5" Type="http://schemas.openxmlformats.org/officeDocument/2006/relationships/image" Target="../media/image484.png"/><Relationship Id="rId6" Type="http://schemas.openxmlformats.org/officeDocument/2006/relationships/image" Target="../media/image485.png"/><Relationship Id="rId7" Type="http://schemas.openxmlformats.org/officeDocument/2006/relationships/image" Target="../media/image486.png"/><Relationship Id="rId8" Type="http://schemas.openxmlformats.org/officeDocument/2006/relationships/image" Target="../media/image487.png"/><Relationship Id="rId9" Type="http://schemas.openxmlformats.org/officeDocument/2006/relationships/image" Target="../media/image488.png"/><Relationship Id="rId10" Type="http://schemas.openxmlformats.org/officeDocument/2006/relationships/image" Target="../media/image489.png"/><Relationship Id="rId11" Type="http://schemas.openxmlformats.org/officeDocument/2006/relationships/image" Target="../media/image490.png"/><Relationship Id="rId12" Type="http://schemas.openxmlformats.org/officeDocument/2006/relationships/image" Target="../media/image491.png"/><Relationship Id="rId13" Type="http://schemas.openxmlformats.org/officeDocument/2006/relationships/image" Target="../media/image492.png"/><Relationship Id="rId14" Type="http://schemas.openxmlformats.org/officeDocument/2006/relationships/image" Target="../media/image49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494.png"/><Relationship Id="rId4" Type="http://schemas.openxmlformats.org/officeDocument/2006/relationships/image" Target="../media/image495.png"/><Relationship Id="rId5" Type="http://schemas.openxmlformats.org/officeDocument/2006/relationships/image" Target="../media/image496.png"/><Relationship Id="rId6" Type="http://schemas.openxmlformats.org/officeDocument/2006/relationships/image" Target="../media/image497.png"/><Relationship Id="rId7" Type="http://schemas.openxmlformats.org/officeDocument/2006/relationships/image" Target="../media/image498.png"/><Relationship Id="rId8" Type="http://schemas.openxmlformats.org/officeDocument/2006/relationships/image" Target="../media/image499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00.png"/><Relationship Id="rId4" Type="http://schemas.openxmlformats.org/officeDocument/2006/relationships/image" Target="../media/image501.png"/><Relationship Id="rId5" Type="http://schemas.openxmlformats.org/officeDocument/2006/relationships/image" Target="../media/image502.png"/><Relationship Id="rId6" Type="http://schemas.openxmlformats.org/officeDocument/2006/relationships/image" Target="../media/image503.png"/><Relationship Id="rId7" Type="http://schemas.openxmlformats.org/officeDocument/2006/relationships/image" Target="../media/image504.png"/><Relationship Id="rId8" Type="http://schemas.openxmlformats.org/officeDocument/2006/relationships/image" Target="../media/image50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06.png"/><Relationship Id="rId4" Type="http://schemas.openxmlformats.org/officeDocument/2006/relationships/image" Target="../media/image507.png"/><Relationship Id="rId5" Type="http://schemas.openxmlformats.org/officeDocument/2006/relationships/image" Target="../media/image508.png"/><Relationship Id="rId6" Type="http://schemas.openxmlformats.org/officeDocument/2006/relationships/image" Target="../media/image509.png"/><Relationship Id="rId7" Type="http://schemas.openxmlformats.org/officeDocument/2006/relationships/image" Target="../media/image510.png"/><Relationship Id="rId8" Type="http://schemas.openxmlformats.org/officeDocument/2006/relationships/image" Target="../media/image511.png"/><Relationship Id="rId9" Type="http://schemas.openxmlformats.org/officeDocument/2006/relationships/image" Target="../media/image512.png"/><Relationship Id="rId10" Type="http://schemas.openxmlformats.org/officeDocument/2006/relationships/image" Target="../media/image513.png"/><Relationship Id="rId11" Type="http://schemas.openxmlformats.org/officeDocument/2006/relationships/image" Target="../media/image514.png"/><Relationship Id="rId12" Type="http://schemas.openxmlformats.org/officeDocument/2006/relationships/image" Target="../media/image515.png"/><Relationship Id="rId13" Type="http://schemas.openxmlformats.org/officeDocument/2006/relationships/image" Target="../media/image516.png"/><Relationship Id="rId14" Type="http://schemas.openxmlformats.org/officeDocument/2006/relationships/image" Target="../media/image517.png"/><Relationship Id="rId15" Type="http://schemas.openxmlformats.org/officeDocument/2006/relationships/image" Target="../media/image518.png"/><Relationship Id="rId16" Type="http://schemas.openxmlformats.org/officeDocument/2006/relationships/image" Target="../media/image519.png"/><Relationship Id="rId17" Type="http://schemas.openxmlformats.org/officeDocument/2006/relationships/image" Target="../media/image520.png"/><Relationship Id="rId18" Type="http://schemas.openxmlformats.org/officeDocument/2006/relationships/image" Target="../media/image52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22.png"/><Relationship Id="rId4" Type="http://schemas.openxmlformats.org/officeDocument/2006/relationships/image" Target="../media/image523.png"/><Relationship Id="rId5" Type="http://schemas.openxmlformats.org/officeDocument/2006/relationships/image" Target="../media/image524.png"/><Relationship Id="rId6" Type="http://schemas.openxmlformats.org/officeDocument/2006/relationships/image" Target="../media/image525.png"/><Relationship Id="rId7" Type="http://schemas.openxmlformats.org/officeDocument/2006/relationships/image" Target="../media/image526.png"/><Relationship Id="rId8" Type="http://schemas.openxmlformats.org/officeDocument/2006/relationships/image" Target="../media/image527.png"/><Relationship Id="rId9" Type="http://schemas.openxmlformats.org/officeDocument/2006/relationships/image" Target="../media/image528.png"/><Relationship Id="rId10" Type="http://schemas.openxmlformats.org/officeDocument/2006/relationships/image" Target="../media/image529.png"/><Relationship Id="rId11" Type="http://schemas.openxmlformats.org/officeDocument/2006/relationships/image" Target="../media/image530.png"/><Relationship Id="rId12" Type="http://schemas.openxmlformats.org/officeDocument/2006/relationships/image" Target="../media/image531.png"/><Relationship Id="rId13" Type="http://schemas.openxmlformats.org/officeDocument/2006/relationships/image" Target="../media/image532.png"/><Relationship Id="rId14" Type="http://schemas.openxmlformats.org/officeDocument/2006/relationships/image" Target="../media/image533.png"/><Relationship Id="rId15" Type="http://schemas.openxmlformats.org/officeDocument/2006/relationships/image" Target="../media/image534.png"/><Relationship Id="rId16" Type="http://schemas.openxmlformats.org/officeDocument/2006/relationships/image" Target="../media/image535.png"/><Relationship Id="rId17" Type="http://schemas.openxmlformats.org/officeDocument/2006/relationships/image" Target="../media/image536.png"/><Relationship Id="rId18" Type="http://schemas.openxmlformats.org/officeDocument/2006/relationships/image" Target="../media/image537.png"/><Relationship Id="rId19" Type="http://schemas.openxmlformats.org/officeDocument/2006/relationships/image" Target="../media/image538.png"/><Relationship Id="rId20" Type="http://schemas.openxmlformats.org/officeDocument/2006/relationships/image" Target="../media/image539.png"/><Relationship Id="rId21" Type="http://schemas.openxmlformats.org/officeDocument/2006/relationships/image" Target="../media/image540.png"/><Relationship Id="rId22" Type="http://schemas.openxmlformats.org/officeDocument/2006/relationships/image" Target="../media/image541.png"/><Relationship Id="rId23" Type="http://schemas.openxmlformats.org/officeDocument/2006/relationships/image" Target="../media/image542.png"/><Relationship Id="rId24" Type="http://schemas.openxmlformats.org/officeDocument/2006/relationships/image" Target="../media/image54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544.png"/><Relationship Id="rId4" Type="http://schemas.openxmlformats.org/officeDocument/2006/relationships/image" Target="../media/image545.png"/><Relationship Id="rId5" Type="http://schemas.openxmlformats.org/officeDocument/2006/relationships/image" Target="../media/image546.png"/><Relationship Id="rId6" Type="http://schemas.openxmlformats.org/officeDocument/2006/relationships/image" Target="../media/image547.png"/><Relationship Id="rId7" Type="http://schemas.openxmlformats.org/officeDocument/2006/relationships/image" Target="../media/image548.png"/><Relationship Id="rId8" Type="http://schemas.openxmlformats.org/officeDocument/2006/relationships/image" Target="../media/image549.png"/><Relationship Id="rId9" Type="http://schemas.openxmlformats.org/officeDocument/2006/relationships/image" Target="../media/image550.png"/><Relationship Id="rId10" Type="http://schemas.openxmlformats.org/officeDocument/2006/relationships/image" Target="../media/image55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552.png"/><Relationship Id="rId4" Type="http://schemas.openxmlformats.org/officeDocument/2006/relationships/image" Target="../media/image553.png"/><Relationship Id="rId5" Type="http://schemas.openxmlformats.org/officeDocument/2006/relationships/image" Target="../media/image554.png"/><Relationship Id="rId6" Type="http://schemas.openxmlformats.org/officeDocument/2006/relationships/image" Target="../media/image555.png"/><Relationship Id="rId7" Type="http://schemas.openxmlformats.org/officeDocument/2006/relationships/image" Target="../media/image556.png"/><Relationship Id="rId8" Type="http://schemas.openxmlformats.org/officeDocument/2006/relationships/image" Target="../media/image557.png"/><Relationship Id="rId9" Type="http://schemas.openxmlformats.org/officeDocument/2006/relationships/image" Target="../media/image558.png"/><Relationship Id="rId10" Type="http://schemas.openxmlformats.org/officeDocument/2006/relationships/image" Target="../media/image559.jpg"/><Relationship Id="rId11" Type="http://schemas.openxmlformats.org/officeDocument/2006/relationships/image" Target="../media/image560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561.png"/><Relationship Id="rId4" Type="http://schemas.openxmlformats.org/officeDocument/2006/relationships/image" Target="../media/image56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63.png"/><Relationship Id="rId4" Type="http://schemas.openxmlformats.org/officeDocument/2006/relationships/image" Target="../media/image56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565.png"/><Relationship Id="rId4" Type="http://schemas.openxmlformats.org/officeDocument/2006/relationships/image" Target="../media/image566.png"/><Relationship Id="rId5" Type="http://schemas.openxmlformats.org/officeDocument/2006/relationships/image" Target="../media/image56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568.png"/><Relationship Id="rId4" Type="http://schemas.openxmlformats.org/officeDocument/2006/relationships/image" Target="../media/image569.png"/><Relationship Id="rId5" Type="http://schemas.openxmlformats.org/officeDocument/2006/relationships/image" Target="../media/image57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571.png"/><Relationship Id="rId4" Type="http://schemas.openxmlformats.org/officeDocument/2006/relationships/image" Target="../media/image572.png"/><Relationship Id="rId5" Type="http://schemas.openxmlformats.org/officeDocument/2006/relationships/image" Target="../media/image57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574.png"/><Relationship Id="rId4" Type="http://schemas.openxmlformats.org/officeDocument/2006/relationships/image" Target="../media/image575.png"/><Relationship Id="rId5" Type="http://schemas.openxmlformats.org/officeDocument/2006/relationships/image" Target="../media/image576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577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578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579.jpg"/><Relationship Id="rId4" Type="http://schemas.openxmlformats.org/officeDocument/2006/relationships/image" Target="../media/image580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581.png"/><Relationship Id="rId4" Type="http://schemas.openxmlformats.org/officeDocument/2006/relationships/image" Target="../media/image582.png"/><Relationship Id="rId5" Type="http://schemas.openxmlformats.org/officeDocument/2006/relationships/image" Target="../media/image583.png"/><Relationship Id="rId6" Type="http://schemas.openxmlformats.org/officeDocument/2006/relationships/image" Target="../media/image584.png"/><Relationship Id="rId7" Type="http://schemas.openxmlformats.org/officeDocument/2006/relationships/image" Target="../media/image585.png"/><Relationship Id="rId8" Type="http://schemas.openxmlformats.org/officeDocument/2006/relationships/image" Target="../media/image586.png"/><Relationship Id="rId9" Type="http://schemas.openxmlformats.org/officeDocument/2006/relationships/image" Target="../media/image587.png"/><Relationship Id="rId10" Type="http://schemas.openxmlformats.org/officeDocument/2006/relationships/image" Target="../media/image588.png"/><Relationship Id="rId11" Type="http://schemas.openxmlformats.org/officeDocument/2006/relationships/image" Target="../media/image589.png"/><Relationship Id="rId12" Type="http://schemas.openxmlformats.org/officeDocument/2006/relationships/image" Target="../media/image590.png"/><Relationship Id="rId13" Type="http://schemas.openxmlformats.org/officeDocument/2006/relationships/image" Target="../media/image591.png"/><Relationship Id="rId14" Type="http://schemas.openxmlformats.org/officeDocument/2006/relationships/image" Target="../media/image592.png"/><Relationship Id="rId15" Type="http://schemas.openxmlformats.org/officeDocument/2006/relationships/image" Target="../media/image593.png"/><Relationship Id="rId16" Type="http://schemas.openxmlformats.org/officeDocument/2006/relationships/image" Target="../media/image594.png"/><Relationship Id="rId17" Type="http://schemas.openxmlformats.org/officeDocument/2006/relationships/image" Target="../media/image595.png"/><Relationship Id="rId18" Type="http://schemas.openxmlformats.org/officeDocument/2006/relationships/image" Target="../media/image596.png"/><Relationship Id="rId19" Type="http://schemas.openxmlformats.org/officeDocument/2006/relationships/image" Target="../media/image597.png"/><Relationship Id="rId20" Type="http://schemas.openxmlformats.org/officeDocument/2006/relationships/image" Target="../media/image598.png"/><Relationship Id="rId21" Type="http://schemas.openxmlformats.org/officeDocument/2006/relationships/image" Target="../media/image599.png"/><Relationship Id="rId22" Type="http://schemas.openxmlformats.org/officeDocument/2006/relationships/image" Target="../media/image600.png"/><Relationship Id="rId23" Type="http://schemas.openxmlformats.org/officeDocument/2006/relationships/image" Target="../media/image601.png"/><Relationship Id="rId24" Type="http://schemas.openxmlformats.org/officeDocument/2006/relationships/image" Target="../media/image602.png"/><Relationship Id="rId25" Type="http://schemas.openxmlformats.org/officeDocument/2006/relationships/image" Target="../media/image603.png"/><Relationship Id="rId26" Type="http://schemas.openxmlformats.org/officeDocument/2006/relationships/image" Target="../media/image604.png"/><Relationship Id="rId27" Type="http://schemas.openxmlformats.org/officeDocument/2006/relationships/image" Target="../media/image605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606.png"/><Relationship Id="rId4" Type="http://schemas.openxmlformats.org/officeDocument/2006/relationships/image" Target="../media/image607.png"/><Relationship Id="rId5" Type="http://schemas.openxmlformats.org/officeDocument/2006/relationships/image" Target="../media/image608.png"/><Relationship Id="rId6" Type="http://schemas.openxmlformats.org/officeDocument/2006/relationships/image" Target="../media/image609.png"/><Relationship Id="rId7" Type="http://schemas.openxmlformats.org/officeDocument/2006/relationships/image" Target="../media/image610.png"/><Relationship Id="rId8" Type="http://schemas.openxmlformats.org/officeDocument/2006/relationships/image" Target="../media/image611.png"/><Relationship Id="rId9" Type="http://schemas.openxmlformats.org/officeDocument/2006/relationships/image" Target="../media/image612.png"/><Relationship Id="rId10" Type="http://schemas.openxmlformats.org/officeDocument/2006/relationships/image" Target="../media/image613.png"/><Relationship Id="rId11" Type="http://schemas.openxmlformats.org/officeDocument/2006/relationships/image" Target="../media/image614.png"/><Relationship Id="rId12" Type="http://schemas.openxmlformats.org/officeDocument/2006/relationships/image" Target="../media/image615.png"/><Relationship Id="rId13" Type="http://schemas.openxmlformats.org/officeDocument/2006/relationships/image" Target="../media/image616.png"/><Relationship Id="rId14" Type="http://schemas.openxmlformats.org/officeDocument/2006/relationships/image" Target="../media/image617.png"/><Relationship Id="rId15" Type="http://schemas.openxmlformats.org/officeDocument/2006/relationships/image" Target="../media/image618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619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620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62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62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623.png"/><Relationship Id="rId4" Type="http://schemas.openxmlformats.org/officeDocument/2006/relationships/image" Target="../media/image62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625.png"/><Relationship Id="rId4" Type="http://schemas.openxmlformats.org/officeDocument/2006/relationships/image" Target="../media/image626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627.png"/><Relationship Id="rId4" Type="http://schemas.openxmlformats.org/officeDocument/2006/relationships/image" Target="../media/image628.png"/><Relationship Id="rId5" Type="http://schemas.openxmlformats.org/officeDocument/2006/relationships/image" Target="../media/image629.png"/><Relationship Id="rId6" Type="http://schemas.openxmlformats.org/officeDocument/2006/relationships/image" Target="../media/image630.png"/><Relationship Id="rId7" Type="http://schemas.openxmlformats.org/officeDocument/2006/relationships/image" Target="../media/image631.png"/><Relationship Id="rId8" Type="http://schemas.openxmlformats.org/officeDocument/2006/relationships/image" Target="../media/image632.png"/><Relationship Id="rId9" Type="http://schemas.openxmlformats.org/officeDocument/2006/relationships/image" Target="../media/image633.png"/><Relationship Id="rId10" Type="http://schemas.openxmlformats.org/officeDocument/2006/relationships/image" Target="../media/image634.png"/><Relationship Id="rId11" Type="http://schemas.openxmlformats.org/officeDocument/2006/relationships/image" Target="../media/image635.png"/><Relationship Id="rId12" Type="http://schemas.openxmlformats.org/officeDocument/2006/relationships/image" Target="../media/image636.png"/><Relationship Id="rId13" Type="http://schemas.openxmlformats.org/officeDocument/2006/relationships/image" Target="../media/image637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638.png"/><Relationship Id="rId4" Type="http://schemas.openxmlformats.org/officeDocument/2006/relationships/image" Target="../media/image639.png"/><Relationship Id="rId5" Type="http://schemas.openxmlformats.org/officeDocument/2006/relationships/image" Target="../media/image640.png"/><Relationship Id="rId6" Type="http://schemas.openxmlformats.org/officeDocument/2006/relationships/image" Target="../media/image641.png"/><Relationship Id="rId7" Type="http://schemas.openxmlformats.org/officeDocument/2006/relationships/image" Target="../media/image642.png"/><Relationship Id="rId8" Type="http://schemas.openxmlformats.org/officeDocument/2006/relationships/image" Target="../media/image643.png"/><Relationship Id="rId9" Type="http://schemas.openxmlformats.org/officeDocument/2006/relationships/image" Target="../media/image644.png"/><Relationship Id="rId10" Type="http://schemas.openxmlformats.org/officeDocument/2006/relationships/image" Target="../media/image645.png"/><Relationship Id="rId11" Type="http://schemas.openxmlformats.org/officeDocument/2006/relationships/image" Target="../media/image646.png"/><Relationship Id="rId12" Type="http://schemas.openxmlformats.org/officeDocument/2006/relationships/image" Target="../media/image647.png"/><Relationship Id="rId13" Type="http://schemas.openxmlformats.org/officeDocument/2006/relationships/image" Target="../media/image648.png"/><Relationship Id="rId14" Type="http://schemas.openxmlformats.org/officeDocument/2006/relationships/image" Target="../media/image649.png"/><Relationship Id="rId15" Type="http://schemas.openxmlformats.org/officeDocument/2006/relationships/image" Target="../media/image650.png"/><Relationship Id="rId16" Type="http://schemas.openxmlformats.org/officeDocument/2006/relationships/image" Target="../media/image651.png"/><Relationship Id="rId17" Type="http://schemas.openxmlformats.org/officeDocument/2006/relationships/image" Target="../media/image652.png"/><Relationship Id="rId18" Type="http://schemas.openxmlformats.org/officeDocument/2006/relationships/image" Target="../media/image653.png"/><Relationship Id="rId19" Type="http://schemas.openxmlformats.org/officeDocument/2006/relationships/image" Target="../media/image654.png"/><Relationship Id="rId20" Type="http://schemas.openxmlformats.org/officeDocument/2006/relationships/image" Target="../media/image655.png"/><Relationship Id="rId21" Type="http://schemas.openxmlformats.org/officeDocument/2006/relationships/image" Target="../media/image656.png"/><Relationship Id="rId22" Type="http://schemas.openxmlformats.org/officeDocument/2006/relationships/image" Target="../media/image657.png"/><Relationship Id="rId23" Type="http://schemas.openxmlformats.org/officeDocument/2006/relationships/image" Target="../media/image658.png"/><Relationship Id="rId24" Type="http://schemas.openxmlformats.org/officeDocument/2006/relationships/image" Target="../media/image659.png"/><Relationship Id="rId25" Type="http://schemas.openxmlformats.org/officeDocument/2006/relationships/image" Target="../media/image660.png"/><Relationship Id="rId26" Type="http://schemas.openxmlformats.org/officeDocument/2006/relationships/image" Target="../media/image661.png"/><Relationship Id="rId27" Type="http://schemas.openxmlformats.org/officeDocument/2006/relationships/image" Target="../media/image662.png"/><Relationship Id="rId28" Type="http://schemas.openxmlformats.org/officeDocument/2006/relationships/image" Target="../media/image663.png"/><Relationship Id="rId29" Type="http://schemas.openxmlformats.org/officeDocument/2006/relationships/image" Target="../media/image664.png"/><Relationship Id="rId30" Type="http://schemas.openxmlformats.org/officeDocument/2006/relationships/image" Target="../media/image665.png"/><Relationship Id="rId31" Type="http://schemas.openxmlformats.org/officeDocument/2006/relationships/image" Target="../media/image666.png"/><Relationship Id="rId32" Type="http://schemas.openxmlformats.org/officeDocument/2006/relationships/image" Target="../media/image667.png"/><Relationship Id="rId33" Type="http://schemas.openxmlformats.org/officeDocument/2006/relationships/image" Target="../media/image668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669.png"/><Relationship Id="rId4" Type="http://schemas.openxmlformats.org/officeDocument/2006/relationships/image" Target="../media/image670.png"/><Relationship Id="rId5" Type="http://schemas.openxmlformats.org/officeDocument/2006/relationships/image" Target="../media/image671.png"/><Relationship Id="rId6" Type="http://schemas.openxmlformats.org/officeDocument/2006/relationships/image" Target="../media/image672.png"/><Relationship Id="rId7" Type="http://schemas.openxmlformats.org/officeDocument/2006/relationships/image" Target="../media/image673.png"/><Relationship Id="rId8" Type="http://schemas.openxmlformats.org/officeDocument/2006/relationships/image" Target="../media/image674.png"/><Relationship Id="rId9" Type="http://schemas.openxmlformats.org/officeDocument/2006/relationships/image" Target="../media/image675.png"/><Relationship Id="rId10" Type="http://schemas.openxmlformats.org/officeDocument/2006/relationships/image" Target="../media/image676.png"/><Relationship Id="rId11" Type="http://schemas.openxmlformats.org/officeDocument/2006/relationships/image" Target="../media/image677.png"/><Relationship Id="rId12" Type="http://schemas.openxmlformats.org/officeDocument/2006/relationships/image" Target="../media/image678.png"/><Relationship Id="rId13" Type="http://schemas.openxmlformats.org/officeDocument/2006/relationships/image" Target="../media/image679.png"/><Relationship Id="rId14" Type="http://schemas.openxmlformats.org/officeDocument/2006/relationships/image" Target="../media/image680.png"/><Relationship Id="rId15" Type="http://schemas.openxmlformats.org/officeDocument/2006/relationships/image" Target="../media/image681.png"/><Relationship Id="rId16" Type="http://schemas.openxmlformats.org/officeDocument/2006/relationships/image" Target="../media/image682.png"/><Relationship Id="rId17" Type="http://schemas.openxmlformats.org/officeDocument/2006/relationships/image" Target="../media/image683.png"/><Relationship Id="rId18" Type="http://schemas.openxmlformats.org/officeDocument/2006/relationships/image" Target="../media/image684.png"/><Relationship Id="rId19" Type="http://schemas.openxmlformats.org/officeDocument/2006/relationships/image" Target="../media/image685.png"/><Relationship Id="rId20" Type="http://schemas.openxmlformats.org/officeDocument/2006/relationships/image" Target="../media/image686.png"/><Relationship Id="rId21" Type="http://schemas.openxmlformats.org/officeDocument/2006/relationships/image" Target="../media/image687.png"/><Relationship Id="rId22" Type="http://schemas.openxmlformats.org/officeDocument/2006/relationships/image" Target="../media/image688.png"/><Relationship Id="rId23" Type="http://schemas.openxmlformats.org/officeDocument/2006/relationships/image" Target="../media/image689.png"/><Relationship Id="rId24" Type="http://schemas.openxmlformats.org/officeDocument/2006/relationships/image" Target="../media/image690.png"/><Relationship Id="rId25" Type="http://schemas.openxmlformats.org/officeDocument/2006/relationships/image" Target="../media/image691.png"/><Relationship Id="rId26" Type="http://schemas.openxmlformats.org/officeDocument/2006/relationships/image" Target="../media/image692.png"/><Relationship Id="rId27" Type="http://schemas.openxmlformats.org/officeDocument/2006/relationships/image" Target="../media/image693.png"/><Relationship Id="rId28" Type="http://schemas.openxmlformats.org/officeDocument/2006/relationships/image" Target="../media/image694.png"/><Relationship Id="rId29" Type="http://schemas.openxmlformats.org/officeDocument/2006/relationships/image" Target="../media/image695.png"/><Relationship Id="rId30" Type="http://schemas.openxmlformats.org/officeDocument/2006/relationships/image" Target="../media/image696.png"/><Relationship Id="rId31" Type="http://schemas.openxmlformats.org/officeDocument/2006/relationships/image" Target="../media/image697.png"/><Relationship Id="rId32" Type="http://schemas.openxmlformats.org/officeDocument/2006/relationships/image" Target="../media/image698.png"/><Relationship Id="rId33" Type="http://schemas.openxmlformats.org/officeDocument/2006/relationships/image" Target="../media/image699.png"/><Relationship Id="rId34" Type="http://schemas.openxmlformats.org/officeDocument/2006/relationships/image" Target="../media/image700.png"/><Relationship Id="rId35" Type="http://schemas.openxmlformats.org/officeDocument/2006/relationships/image" Target="../media/image701.png"/><Relationship Id="rId36" Type="http://schemas.openxmlformats.org/officeDocument/2006/relationships/image" Target="../media/image702.png"/><Relationship Id="rId37" Type="http://schemas.openxmlformats.org/officeDocument/2006/relationships/image" Target="../media/image703.png"/><Relationship Id="rId38" Type="http://schemas.openxmlformats.org/officeDocument/2006/relationships/image" Target="../media/image704.png"/><Relationship Id="rId39" Type="http://schemas.openxmlformats.org/officeDocument/2006/relationships/image" Target="../media/image705.png"/><Relationship Id="rId40" Type="http://schemas.openxmlformats.org/officeDocument/2006/relationships/image" Target="../media/image706.png"/><Relationship Id="rId41" Type="http://schemas.openxmlformats.org/officeDocument/2006/relationships/image" Target="../media/image707.png"/><Relationship Id="rId42" Type="http://schemas.openxmlformats.org/officeDocument/2006/relationships/image" Target="../media/image708.png"/><Relationship Id="rId43" Type="http://schemas.openxmlformats.org/officeDocument/2006/relationships/image" Target="../media/image709.png"/><Relationship Id="rId44" Type="http://schemas.openxmlformats.org/officeDocument/2006/relationships/image" Target="../media/image710.png"/><Relationship Id="rId45" Type="http://schemas.openxmlformats.org/officeDocument/2006/relationships/image" Target="../media/image711.png"/><Relationship Id="rId46" Type="http://schemas.openxmlformats.org/officeDocument/2006/relationships/image" Target="../media/image712.png"/><Relationship Id="rId47" Type="http://schemas.openxmlformats.org/officeDocument/2006/relationships/image" Target="../media/image713.png"/><Relationship Id="rId48" Type="http://schemas.openxmlformats.org/officeDocument/2006/relationships/image" Target="../media/image714.png"/><Relationship Id="rId49" Type="http://schemas.openxmlformats.org/officeDocument/2006/relationships/image" Target="../media/image715.png"/><Relationship Id="rId50" Type="http://schemas.openxmlformats.org/officeDocument/2006/relationships/image" Target="../media/image716.png"/><Relationship Id="rId51" Type="http://schemas.openxmlformats.org/officeDocument/2006/relationships/image" Target="../media/image717.png"/><Relationship Id="rId52" Type="http://schemas.openxmlformats.org/officeDocument/2006/relationships/image" Target="../media/image718.png"/><Relationship Id="rId53" Type="http://schemas.openxmlformats.org/officeDocument/2006/relationships/image" Target="../media/image719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720.png"/><Relationship Id="rId4" Type="http://schemas.openxmlformats.org/officeDocument/2006/relationships/image" Target="../media/image721.png"/><Relationship Id="rId5" Type="http://schemas.openxmlformats.org/officeDocument/2006/relationships/image" Target="../media/image722.png"/><Relationship Id="rId6" Type="http://schemas.openxmlformats.org/officeDocument/2006/relationships/image" Target="../media/image723.png"/><Relationship Id="rId7" Type="http://schemas.openxmlformats.org/officeDocument/2006/relationships/image" Target="../media/image72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725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726.png"/><Relationship Id="rId4" Type="http://schemas.openxmlformats.org/officeDocument/2006/relationships/image" Target="../media/image727.png"/><Relationship Id="rId5" Type="http://schemas.openxmlformats.org/officeDocument/2006/relationships/image" Target="../media/image728.png"/><Relationship Id="rId6" Type="http://schemas.openxmlformats.org/officeDocument/2006/relationships/image" Target="../media/image729.png"/><Relationship Id="rId7" Type="http://schemas.openxmlformats.org/officeDocument/2006/relationships/image" Target="../media/image730.png"/><Relationship Id="rId8" Type="http://schemas.openxmlformats.org/officeDocument/2006/relationships/image" Target="../media/image731.png"/><Relationship Id="rId9" Type="http://schemas.openxmlformats.org/officeDocument/2006/relationships/image" Target="../media/image732.png"/><Relationship Id="rId10" Type="http://schemas.openxmlformats.org/officeDocument/2006/relationships/image" Target="../media/image733.png"/><Relationship Id="rId11" Type="http://schemas.openxmlformats.org/officeDocument/2006/relationships/image" Target="../media/image734.png"/><Relationship Id="rId12" Type="http://schemas.openxmlformats.org/officeDocument/2006/relationships/image" Target="../media/image735.png"/><Relationship Id="rId13" Type="http://schemas.openxmlformats.org/officeDocument/2006/relationships/image" Target="../media/image736.png"/><Relationship Id="rId14" Type="http://schemas.openxmlformats.org/officeDocument/2006/relationships/image" Target="../media/image737.png"/><Relationship Id="rId15" Type="http://schemas.openxmlformats.org/officeDocument/2006/relationships/image" Target="../media/image738.png"/><Relationship Id="rId16" Type="http://schemas.openxmlformats.org/officeDocument/2006/relationships/image" Target="../media/image73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740.png"/><Relationship Id="rId4" Type="http://schemas.openxmlformats.org/officeDocument/2006/relationships/image" Target="../media/image74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742.png"/><Relationship Id="rId4" Type="http://schemas.openxmlformats.org/officeDocument/2006/relationships/image" Target="../media/image743.png"/><Relationship Id="rId5" Type="http://schemas.openxmlformats.org/officeDocument/2006/relationships/image" Target="../media/image744.png"/><Relationship Id="rId6" Type="http://schemas.openxmlformats.org/officeDocument/2006/relationships/image" Target="../media/image745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746.png"/><Relationship Id="rId4" Type="http://schemas.openxmlformats.org/officeDocument/2006/relationships/image" Target="../media/image747.png"/><Relationship Id="rId5" Type="http://schemas.openxmlformats.org/officeDocument/2006/relationships/image" Target="../media/image748.png"/><Relationship Id="rId6" Type="http://schemas.openxmlformats.org/officeDocument/2006/relationships/image" Target="../media/image749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750.png"/><Relationship Id="rId4" Type="http://schemas.openxmlformats.org/officeDocument/2006/relationships/image" Target="../media/image751.png"/><Relationship Id="rId5" Type="http://schemas.openxmlformats.org/officeDocument/2006/relationships/image" Target="../media/image752.png"/><Relationship Id="rId6" Type="http://schemas.openxmlformats.org/officeDocument/2006/relationships/image" Target="../media/image753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754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755.png"/><Relationship Id="rId4" Type="http://schemas.openxmlformats.org/officeDocument/2006/relationships/image" Target="../media/image756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757.png"/><Relationship Id="rId4" Type="http://schemas.openxmlformats.org/officeDocument/2006/relationships/image" Target="../media/image758.png"/><Relationship Id="rId5" Type="http://schemas.openxmlformats.org/officeDocument/2006/relationships/image" Target="../media/image759.png"/><Relationship Id="rId6" Type="http://schemas.openxmlformats.org/officeDocument/2006/relationships/image" Target="../media/image76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761.png"/><Relationship Id="rId4" Type="http://schemas.openxmlformats.org/officeDocument/2006/relationships/image" Target="../media/image76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763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764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765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766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767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768.png"/><Relationship Id="rId4" Type="http://schemas.openxmlformats.org/officeDocument/2006/relationships/image" Target="../media/image769.png"/><Relationship Id="rId5" Type="http://schemas.openxmlformats.org/officeDocument/2006/relationships/image" Target="../media/image770.png"/><Relationship Id="rId6" Type="http://schemas.openxmlformats.org/officeDocument/2006/relationships/image" Target="../media/image77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772.png"/><Relationship Id="rId4" Type="http://schemas.openxmlformats.org/officeDocument/2006/relationships/image" Target="../media/image773.png"/><Relationship Id="rId5" Type="http://schemas.openxmlformats.org/officeDocument/2006/relationships/image" Target="../media/image774.png"/><Relationship Id="rId6" Type="http://schemas.openxmlformats.org/officeDocument/2006/relationships/image" Target="../media/image775.png"/><Relationship Id="rId7" Type="http://schemas.openxmlformats.org/officeDocument/2006/relationships/image" Target="../media/image77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777.png"/><Relationship Id="rId4" Type="http://schemas.openxmlformats.org/officeDocument/2006/relationships/image" Target="../media/image778.png"/><Relationship Id="rId5" Type="http://schemas.openxmlformats.org/officeDocument/2006/relationships/image" Target="../media/image779.png"/><Relationship Id="rId6" Type="http://schemas.openxmlformats.org/officeDocument/2006/relationships/image" Target="../media/image780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781.png"/><Relationship Id="rId4" Type="http://schemas.openxmlformats.org/officeDocument/2006/relationships/image" Target="../media/image78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783.png"/><Relationship Id="rId4" Type="http://schemas.openxmlformats.org/officeDocument/2006/relationships/image" Target="../media/image784.png"/><Relationship Id="rId5" Type="http://schemas.openxmlformats.org/officeDocument/2006/relationships/image" Target="../media/image785.png"/><Relationship Id="rId6" Type="http://schemas.openxmlformats.org/officeDocument/2006/relationships/image" Target="../media/image786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787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788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789.png"/><Relationship Id="rId4" Type="http://schemas.openxmlformats.org/officeDocument/2006/relationships/image" Target="../media/image790.png"/><Relationship Id="rId5" Type="http://schemas.openxmlformats.org/officeDocument/2006/relationships/image" Target="../media/image791.png"/><Relationship Id="rId6" Type="http://schemas.openxmlformats.org/officeDocument/2006/relationships/image" Target="../media/image792.png"/><Relationship Id="rId7" Type="http://schemas.openxmlformats.org/officeDocument/2006/relationships/image" Target="../media/image793.png"/><Relationship Id="rId8" Type="http://schemas.openxmlformats.org/officeDocument/2006/relationships/image" Target="../media/image794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795.png"/><Relationship Id="rId4" Type="http://schemas.openxmlformats.org/officeDocument/2006/relationships/image" Target="../media/image796.png"/><Relationship Id="rId5" Type="http://schemas.openxmlformats.org/officeDocument/2006/relationships/image" Target="../media/image797.png"/><Relationship Id="rId6" Type="http://schemas.openxmlformats.org/officeDocument/2006/relationships/image" Target="../media/image798.png"/><Relationship Id="rId7" Type="http://schemas.openxmlformats.org/officeDocument/2006/relationships/image" Target="../media/image799.png"/><Relationship Id="rId8" Type="http://schemas.openxmlformats.org/officeDocument/2006/relationships/image" Target="../media/image800.png"/><Relationship Id="rId9" Type="http://schemas.openxmlformats.org/officeDocument/2006/relationships/image" Target="../media/image80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802.png"/><Relationship Id="rId4" Type="http://schemas.openxmlformats.org/officeDocument/2006/relationships/image" Target="../media/image803.png"/><Relationship Id="rId5" Type="http://schemas.openxmlformats.org/officeDocument/2006/relationships/image" Target="../media/image804.png"/><Relationship Id="rId6" Type="http://schemas.openxmlformats.org/officeDocument/2006/relationships/image" Target="../media/image805.png"/><Relationship Id="rId7" Type="http://schemas.openxmlformats.org/officeDocument/2006/relationships/image" Target="../media/image806.png"/><Relationship Id="rId8" Type="http://schemas.openxmlformats.org/officeDocument/2006/relationships/image" Target="../media/image807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808.png"/><Relationship Id="rId4" Type="http://schemas.openxmlformats.org/officeDocument/2006/relationships/image" Target="../media/image809.png"/><Relationship Id="rId5" Type="http://schemas.openxmlformats.org/officeDocument/2006/relationships/image" Target="../media/image810.png"/><Relationship Id="rId6" Type="http://schemas.openxmlformats.org/officeDocument/2006/relationships/image" Target="../media/image811.png"/><Relationship Id="rId7" Type="http://schemas.openxmlformats.org/officeDocument/2006/relationships/image" Target="../media/image812.png"/><Relationship Id="rId8" Type="http://schemas.openxmlformats.org/officeDocument/2006/relationships/image" Target="../media/image813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814.png"/><Relationship Id="rId4" Type="http://schemas.openxmlformats.org/officeDocument/2006/relationships/image" Target="../media/image815.png"/><Relationship Id="rId5" Type="http://schemas.openxmlformats.org/officeDocument/2006/relationships/image" Target="../media/image816.png"/><Relationship Id="rId6" Type="http://schemas.openxmlformats.org/officeDocument/2006/relationships/image" Target="../media/image817.png"/><Relationship Id="rId7" Type="http://schemas.openxmlformats.org/officeDocument/2006/relationships/image" Target="../media/image818.png"/><Relationship Id="rId8" Type="http://schemas.openxmlformats.org/officeDocument/2006/relationships/image" Target="../media/image819.png"/><Relationship Id="rId9" Type="http://schemas.openxmlformats.org/officeDocument/2006/relationships/image" Target="../media/image820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821.png"/><Relationship Id="rId4" Type="http://schemas.openxmlformats.org/officeDocument/2006/relationships/image" Target="../media/image822.png"/><Relationship Id="rId5" Type="http://schemas.openxmlformats.org/officeDocument/2006/relationships/image" Target="../media/image823.png"/><Relationship Id="rId6" Type="http://schemas.openxmlformats.org/officeDocument/2006/relationships/image" Target="../media/image824.png"/><Relationship Id="rId7" Type="http://schemas.openxmlformats.org/officeDocument/2006/relationships/image" Target="../media/image825.png"/><Relationship Id="rId8" Type="http://schemas.openxmlformats.org/officeDocument/2006/relationships/image" Target="../media/image82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827.png"/><Relationship Id="rId4" Type="http://schemas.openxmlformats.org/officeDocument/2006/relationships/image" Target="../media/image828.png"/><Relationship Id="rId5" Type="http://schemas.openxmlformats.org/officeDocument/2006/relationships/image" Target="../media/image829.png"/><Relationship Id="rId6" Type="http://schemas.openxmlformats.org/officeDocument/2006/relationships/image" Target="../media/image830.png"/><Relationship Id="rId7" Type="http://schemas.openxmlformats.org/officeDocument/2006/relationships/image" Target="../media/image831.png"/><Relationship Id="rId8" Type="http://schemas.openxmlformats.org/officeDocument/2006/relationships/image" Target="../media/image832.png"/><Relationship Id="rId9" Type="http://schemas.openxmlformats.org/officeDocument/2006/relationships/image" Target="../media/image833.png"/><Relationship Id="rId10" Type="http://schemas.openxmlformats.org/officeDocument/2006/relationships/image" Target="../media/image834.png"/><Relationship Id="rId11" Type="http://schemas.openxmlformats.org/officeDocument/2006/relationships/image" Target="../media/image835.png"/><Relationship Id="rId12" Type="http://schemas.openxmlformats.org/officeDocument/2006/relationships/image" Target="../media/image836.png"/><Relationship Id="rId13" Type="http://schemas.openxmlformats.org/officeDocument/2006/relationships/image" Target="../media/image837.png"/><Relationship Id="rId14" Type="http://schemas.openxmlformats.org/officeDocument/2006/relationships/image" Target="../media/image838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839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840.png"/><Relationship Id="rId4" Type="http://schemas.openxmlformats.org/officeDocument/2006/relationships/image" Target="../media/image841.png"/><Relationship Id="rId5" Type="http://schemas.openxmlformats.org/officeDocument/2006/relationships/image" Target="../media/image842.png"/><Relationship Id="rId6" Type="http://schemas.openxmlformats.org/officeDocument/2006/relationships/image" Target="../media/image843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844.png"/><Relationship Id="rId4" Type="http://schemas.openxmlformats.org/officeDocument/2006/relationships/image" Target="../media/image845.png"/><Relationship Id="rId5" Type="http://schemas.openxmlformats.org/officeDocument/2006/relationships/image" Target="../media/image846.png"/><Relationship Id="rId6" Type="http://schemas.openxmlformats.org/officeDocument/2006/relationships/image" Target="../media/image847.png"/><Relationship Id="rId7" Type="http://schemas.openxmlformats.org/officeDocument/2006/relationships/image" Target="../media/image848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849.png"/><Relationship Id="rId4" Type="http://schemas.openxmlformats.org/officeDocument/2006/relationships/image" Target="../media/image850.png"/><Relationship Id="rId5" Type="http://schemas.openxmlformats.org/officeDocument/2006/relationships/image" Target="../media/image851.png"/><Relationship Id="rId6" Type="http://schemas.openxmlformats.org/officeDocument/2006/relationships/image" Target="../media/image852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853.png"/><Relationship Id="rId4" Type="http://schemas.openxmlformats.org/officeDocument/2006/relationships/image" Target="../media/image854.png"/><Relationship Id="rId5" Type="http://schemas.openxmlformats.org/officeDocument/2006/relationships/image" Target="../media/image855.png"/><Relationship Id="rId6" Type="http://schemas.openxmlformats.org/officeDocument/2006/relationships/image" Target="../media/image856.png"/><Relationship Id="rId7" Type="http://schemas.openxmlformats.org/officeDocument/2006/relationships/image" Target="../media/image857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858.png"/><Relationship Id="rId4" Type="http://schemas.openxmlformats.org/officeDocument/2006/relationships/image" Target="../media/image859.png"/><Relationship Id="rId5" Type="http://schemas.openxmlformats.org/officeDocument/2006/relationships/image" Target="../media/image860.png"/><Relationship Id="rId6" Type="http://schemas.openxmlformats.org/officeDocument/2006/relationships/image" Target="../media/image861.png"/><Relationship Id="rId7" Type="http://schemas.openxmlformats.org/officeDocument/2006/relationships/image" Target="../media/image862.png"/><Relationship Id="rId8" Type="http://schemas.openxmlformats.org/officeDocument/2006/relationships/image" Target="../media/image863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864.png"/><Relationship Id="rId4" Type="http://schemas.openxmlformats.org/officeDocument/2006/relationships/image" Target="../media/image865.png"/><Relationship Id="rId5" Type="http://schemas.openxmlformats.org/officeDocument/2006/relationships/image" Target="../media/image866.png"/><Relationship Id="rId6" Type="http://schemas.openxmlformats.org/officeDocument/2006/relationships/image" Target="../media/image867.png"/><Relationship Id="rId7" Type="http://schemas.openxmlformats.org/officeDocument/2006/relationships/image" Target="../media/image868.png"/><Relationship Id="rId8" Type="http://schemas.openxmlformats.org/officeDocument/2006/relationships/image" Target="../media/image869.png"/><Relationship Id="rId9" Type="http://schemas.openxmlformats.org/officeDocument/2006/relationships/image" Target="../media/image870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87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872.png"/><Relationship Id="rId4" Type="http://schemas.openxmlformats.org/officeDocument/2006/relationships/image" Target="../media/image873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874.png"/><Relationship Id="rId4" Type="http://schemas.openxmlformats.org/officeDocument/2006/relationships/image" Target="../media/image875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876.png"/><Relationship Id="rId4" Type="http://schemas.openxmlformats.org/officeDocument/2006/relationships/image" Target="../media/image877.png"/><Relationship Id="rId5" Type="http://schemas.openxmlformats.org/officeDocument/2006/relationships/image" Target="../media/image878.png"/><Relationship Id="rId6" Type="http://schemas.openxmlformats.org/officeDocument/2006/relationships/image" Target="../media/image879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880.png"/><Relationship Id="rId4" Type="http://schemas.openxmlformats.org/officeDocument/2006/relationships/image" Target="../media/image881.png"/><Relationship Id="rId5" Type="http://schemas.openxmlformats.org/officeDocument/2006/relationships/image" Target="../media/image882.png"/><Relationship Id="rId6" Type="http://schemas.openxmlformats.org/officeDocument/2006/relationships/image" Target="../media/image883.png"/><Relationship Id="rId7" Type="http://schemas.openxmlformats.org/officeDocument/2006/relationships/image" Target="../media/image884.png"/><Relationship Id="rId8" Type="http://schemas.openxmlformats.org/officeDocument/2006/relationships/image" Target="../media/image885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886.png"/><Relationship Id="rId4" Type="http://schemas.openxmlformats.org/officeDocument/2006/relationships/image" Target="../media/image887.png"/><Relationship Id="rId5" Type="http://schemas.openxmlformats.org/officeDocument/2006/relationships/image" Target="../media/image888.png"/><Relationship Id="rId6" Type="http://schemas.openxmlformats.org/officeDocument/2006/relationships/image" Target="../media/image889.png"/><Relationship Id="rId7" Type="http://schemas.openxmlformats.org/officeDocument/2006/relationships/image" Target="../media/image890.png"/><Relationship Id="rId8" Type="http://schemas.openxmlformats.org/officeDocument/2006/relationships/image" Target="../media/image891.png"/><Relationship Id="rId9" Type="http://schemas.openxmlformats.org/officeDocument/2006/relationships/image" Target="../media/image892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893.png"/><Relationship Id="rId4" Type="http://schemas.openxmlformats.org/officeDocument/2006/relationships/image" Target="../media/image894.png"/><Relationship Id="rId5" Type="http://schemas.openxmlformats.org/officeDocument/2006/relationships/image" Target="../media/image895.png"/><Relationship Id="rId6" Type="http://schemas.openxmlformats.org/officeDocument/2006/relationships/image" Target="../media/image896.png"/><Relationship Id="rId7" Type="http://schemas.openxmlformats.org/officeDocument/2006/relationships/image" Target="../media/image897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898.png"/><Relationship Id="rId4" Type="http://schemas.openxmlformats.org/officeDocument/2006/relationships/image" Target="../media/image899.png"/><Relationship Id="rId5" Type="http://schemas.openxmlformats.org/officeDocument/2006/relationships/image" Target="../media/image900.png"/><Relationship Id="rId6" Type="http://schemas.openxmlformats.org/officeDocument/2006/relationships/image" Target="../media/image901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902.png"/><Relationship Id="rId4" Type="http://schemas.openxmlformats.org/officeDocument/2006/relationships/image" Target="../media/image903.png"/><Relationship Id="rId5" Type="http://schemas.openxmlformats.org/officeDocument/2006/relationships/image" Target="../media/image904.png"/><Relationship Id="rId6" Type="http://schemas.openxmlformats.org/officeDocument/2006/relationships/image" Target="../media/image905.png"/><Relationship Id="rId7" Type="http://schemas.openxmlformats.org/officeDocument/2006/relationships/image" Target="../media/image906.png"/><Relationship Id="rId8" Type="http://schemas.openxmlformats.org/officeDocument/2006/relationships/image" Target="../media/image907.png"/><Relationship Id="rId9" Type="http://schemas.openxmlformats.org/officeDocument/2006/relationships/image" Target="../media/image908.png"/><Relationship Id="rId10" Type="http://schemas.openxmlformats.org/officeDocument/2006/relationships/image" Target="../media/image909.png"/><Relationship Id="rId11" Type="http://schemas.openxmlformats.org/officeDocument/2006/relationships/image" Target="../media/image910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911.png"/><Relationship Id="rId4" Type="http://schemas.openxmlformats.org/officeDocument/2006/relationships/image" Target="../media/image912.png"/><Relationship Id="rId5" Type="http://schemas.openxmlformats.org/officeDocument/2006/relationships/image" Target="../media/image913.png"/><Relationship Id="rId6" Type="http://schemas.openxmlformats.org/officeDocument/2006/relationships/image" Target="../media/image914.png"/><Relationship Id="rId7" Type="http://schemas.openxmlformats.org/officeDocument/2006/relationships/image" Target="../media/image915.png"/><Relationship Id="rId8" Type="http://schemas.openxmlformats.org/officeDocument/2006/relationships/image" Target="../media/image916.png"/><Relationship Id="rId9" Type="http://schemas.openxmlformats.org/officeDocument/2006/relationships/image" Target="../media/image917.png"/><Relationship Id="rId10" Type="http://schemas.openxmlformats.org/officeDocument/2006/relationships/image" Target="../media/image918.png"/><Relationship Id="rId11" Type="http://schemas.openxmlformats.org/officeDocument/2006/relationships/image" Target="../media/image919.png"/><Relationship Id="rId12" Type="http://schemas.openxmlformats.org/officeDocument/2006/relationships/image" Target="../media/image920.png"/><Relationship Id="rId13" Type="http://schemas.openxmlformats.org/officeDocument/2006/relationships/image" Target="../media/image921.png"/><Relationship Id="rId14" Type="http://schemas.openxmlformats.org/officeDocument/2006/relationships/image" Target="../media/image922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923.png"/><Relationship Id="rId4" Type="http://schemas.openxmlformats.org/officeDocument/2006/relationships/image" Target="../media/image924.png"/><Relationship Id="rId5" Type="http://schemas.openxmlformats.org/officeDocument/2006/relationships/image" Target="../media/image925.png"/><Relationship Id="rId6" Type="http://schemas.openxmlformats.org/officeDocument/2006/relationships/image" Target="../media/image926.png"/><Relationship Id="rId7" Type="http://schemas.openxmlformats.org/officeDocument/2006/relationships/image" Target="../media/image927.png"/><Relationship Id="rId8" Type="http://schemas.openxmlformats.org/officeDocument/2006/relationships/image" Target="../media/image928.png"/><Relationship Id="rId9" Type="http://schemas.openxmlformats.org/officeDocument/2006/relationships/image" Target="../media/image929.png"/><Relationship Id="rId10" Type="http://schemas.openxmlformats.org/officeDocument/2006/relationships/image" Target="../media/image930.png"/><Relationship Id="rId11" Type="http://schemas.openxmlformats.org/officeDocument/2006/relationships/image" Target="../media/image931.png"/><Relationship Id="rId12" Type="http://schemas.openxmlformats.org/officeDocument/2006/relationships/image" Target="../media/image932.png"/><Relationship Id="rId13" Type="http://schemas.openxmlformats.org/officeDocument/2006/relationships/image" Target="../media/image933.png"/><Relationship Id="rId14" Type="http://schemas.openxmlformats.org/officeDocument/2006/relationships/image" Target="../media/image934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935.png"/><Relationship Id="rId4" Type="http://schemas.openxmlformats.org/officeDocument/2006/relationships/image" Target="../media/image936.png"/><Relationship Id="rId5" Type="http://schemas.openxmlformats.org/officeDocument/2006/relationships/image" Target="../media/image937.png"/><Relationship Id="rId6" Type="http://schemas.openxmlformats.org/officeDocument/2006/relationships/image" Target="../media/image938.png"/><Relationship Id="rId7" Type="http://schemas.openxmlformats.org/officeDocument/2006/relationships/image" Target="../media/image939.png"/><Relationship Id="rId8" Type="http://schemas.openxmlformats.org/officeDocument/2006/relationships/image" Target="../media/image940.png"/><Relationship Id="rId9" Type="http://schemas.openxmlformats.org/officeDocument/2006/relationships/image" Target="../media/image941.png"/><Relationship Id="rId10" Type="http://schemas.openxmlformats.org/officeDocument/2006/relationships/image" Target="../media/image942.png"/><Relationship Id="rId11" Type="http://schemas.openxmlformats.org/officeDocument/2006/relationships/image" Target="../media/image943.png"/><Relationship Id="rId12" Type="http://schemas.openxmlformats.org/officeDocument/2006/relationships/image" Target="../media/image944.png"/><Relationship Id="rId13" Type="http://schemas.openxmlformats.org/officeDocument/2006/relationships/image" Target="../media/image945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946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3" Type="http://schemas.openxmlformats.org/officeDocument/2006/relationships/image" Target="../media/image947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948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949.png"/><Relationship Id="rId4" Type="http://schemas.openxmlformats.org/officeDocument/2006/relationships/image" Target="../media/image950.png"/><Relationship Id="rId5" Type="http://schemas.openxmlformats.org/officeDocument/2006/relationships/image" Target="../media/image951.png"/><Relationship Id="rId6" Type="http://schemas.openxmlformats.org/officeDocument/2006/relationships/image" Target="../media/image952.png"/><Relationship Id="rId7" Type="http://schemas.openxmlformats.org/officeDocument/2006/relationships/image" Target="../media/image953.png"/><Relationship Id="rId8" Type="http://schemas.openxmlformats.org/officeDocument/2006/relationships/image" Target="../media/image954.png"/><Relationship Id="rId9" Type="http://schemas.openxmlformats.org/officeDocument/2006/relationships/image" Target="../media/image955.png"/><Relationship Id="rId10" Type="http://schemas.openxmlformats.org/officeDocument/2006/relationships/image" Target="../media/image956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3" Type="http://schemas.openxmlformats.org/officeDocument/2006/relationships/image" Target="../media/image957.png"/><Relationship Id="rId4" Type="http://schemas.openxmlformats.org/officeDocument/2006/relationships/image" Target="../media/image958.png"/><Relationship Id="rId5" Type="http://schemas.openxmlformats.org/officeDocument/2006/relationships/image" Target="../media/image959.png"/><Relationship Id="rId6" Type="http://schemas.openxmlformats.org/officeDocument/2006/relationships/image" Target="../media/image960.png"/><Relationship Id="rId7" Type="http://schemas.openxmlformats.org/officeDocument/2006/relationships/image" Target="../media/image961.png"/><Relationship Id="rId8" Type="http://schemas.openxmlformats.org/officeDocument/2006/relationships/image" Target="../media/image962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963.png"/><Relationship Id="rId4" Type="http://schemas.openxmlformats.org/officeDocument/2006/relationships/image" Target="../media/image964.png"/><Relationship Id="rId5" Type="http://schemas.openxmlformats.org/officeDocument/2006/relationships/image" Target="../media/image965.png"/><Relationship Id="rId6" Type="http://schemas.openxmlformats.org/officeDocument/2006/relationships/image" Target="../media/image966.png"/><Relationship Id="rId7" Type="http://schemas.openxmlformats.org/officeDocument/2006/relationships/image" Target="../media/image967.png"/><Relationship Id="rId8" Type="http://schemas.openxmlformats.org/officeDocument/2006/relationships/image" Target="../media/image968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969.png"/><Relationship Id="rId4" Type="http://schemas.openxmlformats.org/officeDocument/2006/relationships/image" Target="../media/image970.png"/><Relationship Id="rId5" Type="http://schemas.openxmlformats.org/officeDocument/2006/relationships/image" Target="../media/image971.png"/><Relationship Id="rId6" Type="http://schemas.openxmlformats.org/officeDocument/2006/relationships/image" Target="../media/image972.png"/><Relationship Id="rId7" Type="http://schemas.openxmlformats.org/officeDocument/2006/relationships/image" Target="../media/image973.png"/><Relationship Id="rId8" Type="http://schemas.openxmlformats.org/officeDocument/2006/relationships/image" Target="../media/image974.png"/><Relationship Id="rId9" Type="http://schemas.openxmlformats.org/officeDocument/2006/relationships/image" Target="../media/image975.png"/><Relationship Id="rId10" Type="http://schemas.openxmlformats.org/officeDocument/2006/relationships/image" Target="../media/image976.png"/><Relationship Id="rId11" Type="http://schemas.openxmlformats.org/officeDocument/2006/relationships/image" Target="../media/image977.png"/><Relationship Id="rId12" Type="http://schemas.openxmlformats.org/officeDocument/2006/relationships/image" Target="../media/image978.png"/><Relationship Id="rId13" Type="http://schemas.openxmlformats.org/officeDocument/2006/relationships/image" Target="../media/image979.png"/><Relationship Id="rId14" Type="http://schemas.openxmlformats.org/officeDocument/2006/relationships/image" Target="../media/image980.png"/><Relationship Id="rId15" Type="http://schemas.openxmlformats.org/officeDocument/2006/relationships/image" Target="../media/image981.png"/><Relationship Id="rId16" Type="http://schemas.openxmlformats.org/officeDocument/2006/relationships/image" Target="../media/image982.png"/><Relationship Id="rId17" Type="http://schemas.openxmlformats.org/officeDocument/2006/relationships/image" Target="../media/image983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3" Type="http://schemas.openxmlformats.org/officeDocument/2006/relationships/image" Target="../media/image984.png"/><Relationship Id="rId4" Type="http://schemas.openxmlformats.org/officeDocument/2006/relationships/image" Target="../media/image985.png"/><Relationship Id="rId5" Type="http://schemas.openxmlformats.org/officeDocument/2006/relationships/image" Target="../media/image986.png"/><Relationship Id="rId6" Type="http://schemas.openxmlformats.org/officeDocument/2006/relationships/image" Target="../media/image987.png"/><Relationship Id="rId7" Type="http://schemas.openxmlformats.org/officeDocument/2006/relationships/image" Target="../media/image988.png"/><Relationship Id="rId8" Type="http://schemas.openxmlformats.org/officeDocument/2006/relationships/image" Target="../media/image989.png"/><Relationship Id="rId9" Type="http://schemas.openxmlformats.org/officeDocument/2006/relationships/image" Target="../media/image990.png"/><Relationship Id="rId10" Type="http://schemas.openxmlformats.org/officeDocument/2006/relationships/image" Target="../media/image991.png"/><Relationship Id="rId11" Type="http://schemas.openxmlformats.org/officeDocument/2006/relationships/image" Target="../media/image992.png"/><Relationship Id="rId12" Type="http://schemas.openxmlformats.org/officeDocument/2006/relationships/image" Target="../media/image993.png"/><Relationship Id="rId13" Type="http://schemas.openxmlformats.org/officeDocument/2006/relationships/image" Target="../media/image994.png"/><Relationship Id="rId14" Type="http://schemas.openxmlformats.org/officeDocument/2006/relationships/image" Target="../media/image995.png"/><Relationship Id="rId15" Type="http://schemas.openxmlformats.org/officeDocument/2006/relationships/image" Target="../media/image996.png"/><Relationship Id="rId16" Type="http://schemas.openxmlformats.org/officeDocument/2006/relationships/image" Target="../media/image997.png"/><Relationship Id="rId17" Type="http://schemas.openxmlformats.org/officeDocument/2006/relationships/image" Target="../media/image998.png"/><Relationship Id="rId18" Type="http://schemas.openxmlformats.org/officeDocument/2006/relationships/image" Target="../media/image999.png"/><Relationship Id="rId19" Type="http://schemas.openxmlformats.org/officeDocument/2006/relationships/image" Target="../media/image1000.png"/><Relationship Id="rId20" Type="http://schemas.openxmlformats.org/officeDocument/2006/relationships/image" Target="../media/image1001.png"/><Relationship Id="rId21" Type="http://schemas.openxmlformats.org/officeDocument/2006/relationships/image" Target="../media/image1002.png"/><Relationship Id="rId22" Type="http://schemas.openxmlformats.org/officeDocument/2006/relationships/image" Target="../media/image1003.png"/><Relationship Id="rId23" Type="http://schemas.openxmlformats.org/officeDocument/2006/relationships/image" Target="../media/image1004.png"/><Relationship Id="rId24" Type="http://schemas.openxmlformats.org/officeDocument/2006/relationships/image" Target="../media/image1005.png"/><Relationship Id="rId25" Type="http://schemas.openxmlformats.org/officeDocument/2006/relationships/image" Target="../media/image1006.png"/><Relationship Id="rId26" Type="http://schemas.openxmlformats.org/officeDocument/2006/relationships/image" Target="../media/image1007.png"/><Relationship Id="rId27" Type="http://schemas.openxmlformats.org/officeDocument/2006/relationships/image" Target="../media/image1008.png"/><Relationship Id="rId28" Type="http://schemas.openxmlformats.org/officeDocument/2006/relationships/image" Target="../media/image1009.png"/><Relationship Id="rId29" Type="http://schemas.openxmlformats.org/officeDocument/2006/relationships/image" Target="../media/image1010.png"/><Relationship Id="rId30" Type="http://schemas.openxmlformats.org/officeDocument/2006/relationships/image" Target="../media/image1011.png"/><Relationship Id="rId31" Type="http://schemas.openxmlformats.org/officeDocument/2006/relationships/image" Target="../media/image1012.png"/><Relationship Id="rId32" Type="http://schemas.openxmlformats.org/officeDocument/2006/relationships/image" Target="../media/image1013.png"/><Relationship Id="rId33" Type="http://schemas.openxmlformats.org/officeDocument/2006/relationships/image" Target="../media/image1014.png"/><Relationship Id="rId34" Type="http://schemas.openxmlformats.org/officeDocument/2006/relationships/image" Target="../media/image1015.png"/><Relationship Id="rId35" Type="http://schemas.openxmlformats.org/officeDocument/2006/relationships/image" Target="../media/image1016.png"/><Relationship Id="rId36" Type="http://schemas.openxmlformats.org/officeDocument/2006/relationships/image" Target="../media/image1017.png"/><Relationship Id="rId37" Type="http://schemas.openxmlformats.org/officeDocument/2006/relationships/image" Target="../media/image1018.png"/><Relationship Id="rId38" Type="http://schemas.openxmlformats.org/officeDocument/2006/relationships/image" Target="../media/image1019.png"/><Relationship Id="rId39" Type="http://schemas.openxmlformats.org/officeDocument/2006/relationships/image" Target="../media/image1020.png"/><Relationship Id="rId40" Type="http://schemas.openxmlformats.org/officeDocument/2006/relationships/image" Target="../media/image1021.png"/><Relationship Id="rId41" Type="http://schemas.openxmlformats.org/officeDocument/2006/relationships/image" Target="../media/image1022.png"/><Relationship Id="rId42" Type="http://schemas.openxmlformats.org/officeDocument/2006/relationships/image" Target="../media/image1023.png"/><Relationship Id="rId43" Type="http://schemas.openxmlformats.org/officeDocument/2006/relationships/image" Target="../media/image1024.png"/><Relationship Id="rId44" Type="http://schemas.openxmlformats.org/officeDocument/2006/relationships/image" Target="../media/image1025.png"/><Relationship Id="rId45" Type="http://schemas.openxmlformats.org/officeDocument/2006/relationships/image" Target="../media/image1026.png"/><Relationship Id="rId46" Type="http://schemas.openxmlformats.org/officeDocument/2006/relationships/image" Target="../media/image1027.png"/><Relationship Id="rId47" Type="http://schemas.openxmlformats.org/officeDocument/2006/relationships/image" Target="../media/image1028.png"/><Relationship Id="rId48" Type="http://schemas.openxmlformats.org/officeDocument/2006/relationships/image" Target="../media/image1029.png"/><Relationship Id="rId49" Type="http://schemas.openxmlformats.org/officeDocument/2006/relationships/image" Target="../media/image1030.png"/><Relationship Id="rId50" Type="http://schemas.openxmlformats.org/officeDocument/2006/relationships/image" Target="../media/image1031.png"/><Relationship Id="rId51" Type="http://schemas.openxmlformats.org/officeDocument/2006/relationships/image" Target="../media/image1032.png"/><Relationship Id="rId52" Type="http://schemas.openxmlformats.org/officeDocument/2006/relationships/image" Target="../media/image1033.png"/><Relationship Id="rId53" Type="http://schemas.openxmlformats.org/officeDocument/2006/relationships/image" Target="../media/image1034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1035.png"/><Relationship Id="rId4" Type="http://schemas.openxmlformats.org/officeDocument/2006/relationships/image" Target="../media/image1036.png"/><Relationship Id="rId5" Type="http://schemas.openxmlformats.org/officeDocument/2006/relationships/image" Target="../media/image1037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3" Type="http://schemas.openxmlformats.org/officeDocument/2006/relationships/image" Target="../media/image1038.png"/><Relationship Id="rId4" Type="http://schemas.openxmlformats.org/officeDocument/2006/relationships/image" Target="../media/image1039.png"/><Relationship Id="rId5" Type="http://schemas.openxmlformats.org/officeDocument/2006/relationships/image" Target="../media/image1040.png"/><Relationship Id="rId6" Type="http://schemas.openxmlformats.org/officeDocument/2006/relationships/image" Target="../media/image1041.png"/><Relationship Id="rId7" Type="http://schemas.openxmlformats.org/officeDocument/2006/relationships/image" Target="../media/image1042.png"/><Relationship Id="rId8" Type="http://schemas.openxmlformats.org/officeDocument/2006/relationships/image" Target="../media/image1043.png"/><Relationship Id="rId9" Type="http://schemas.openxmlformats.org/officeDocument/2006/relationships/image" Target="../media/image1044.png"/><Relationship Id="rId10" Type="http://schemas.openxmlformats.org/officeDocument/2006/relationships/image" Target="../media/media1.svg"/><Relationship Id="rId11" Type="http://schemas.openxmlformats.org/officeDocument/2006/relationships/image" Target="../media/image1045.png"/><Relationship Id="rId12" Type="http://schemas.openxmlformats.org/officeDocument/2006/relationships/image" Target="../media/image1046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1047.png"/><Relationship Id="rId4" Type="http://schemas.openxmlformats.org/officeDocument/2006/relationships/image" Target="../media/image1048.png"/><Relationship Id="rId5" Type="http://schemas.openxmlformats.org/officeDocument/2006/relationships/image" Target="../media/image1049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3" Type="http://schemas.openxmlformats.org/officeDocument/2006/relationships/image" Target="../media/image1050.png"/><Relationship Id="rId4" Type="http://schemas.openxmlformats.org/officeDocument/2006/relationships/image" Target="../media/image1051.png"/><Relationship Id="rId5" Type="http://schemas.openxmlformats.org/officeDocument/2006/relationships/image" Target="../media/image1052.png"/><Relationship Id="rId6" Type="http://schemas.openxmlformats.org/officeDocument/2006/relationships/image" Target="../media/image1053.png"/><Relationship Id="rId7" Type="http://schemas.openxmlformats.org/officeDocument/2006/relationships/image" Target="../media/image1054.png"/><Relationship Id="rId8" Type="http://schemas.openxmlformats.org/officeDocument/2006/relationships/image" Target="../media/image1055.png"/><Relationship Id="rId9" Type="http://schemas.openxmlformats.org/officeDocument/2006/relationships/image" Target="../media/image1056.png"/><Relationship Id="rId10" Type="http://schemas.openxmlformats.org/officeDocument/2006/relationships/image" Target="../media/image1057.png"/><Relationship Id="rId11" Type="http://schemas.openxmlformats.org/officeDocument/2006/relationships/image" Target="../media/image1058.png"/><Relationship Id="rId12" Type="http://schemas.openxmlformats.org/officeDocument/2006/relationships/image" Target="../media/image1059.png"/><Relationship Id="rId13" Type="http://schemas.openxmlformats.org/officeDocument/2006/relationships/image" Target="../media/image1060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3" Type="http://schemas.openxmlformats.org/officeDocument/2006/relationships/image" Target="../media/image1061.png"/><Relationship Id="rId4" Type="http://schemas.openxmlformats.org/officeDocument/2006/relationships/image" Target="../media/image1062.png"/><Relationship Id="rId5" Type="http://schemas.openxmlformats.org/officeDocument/2006/relationships/image" Target="../media/image1063.png"/><Relationship Id="rId6" Type="http://schemas.openxmlformats.org/officeDocument/2006/relationships/image" Target="../media/image1064.png"/><Relationship Id="rId7" Type="http://schemas.openxmlformats.org/officeDocument/2006/relationships/image" Target="../media/image1065.png"/><Relationship Id="rId8" Type="http://schemas.openxmlformats.org/officeDocument/2006/relationships/image" Target="../media/image1066.png"/><Relationship Id="rId9" Type="http://schemas.openxmlformats.org/officeDocument/2006/relationships/image" Target="../media/image1067.png"/><Relationship Id="rId10" Type="http://schemas.openxmlformats.org/officeDocument/2006/relationships/image" Target="../media/image1068.png"/><Relationship Id="rId11" Type="http://schemas.openxmlformats.org/officeDocument/2006/relationships/image" Target="../media/image1069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1070.png"/><Relationship Id="rId4" Type="http://schemas.openxmlformats.org/officeDocument/2006/relationships/image" Target="../media/image1071.png"/><Relationship Id="rId5" Type="http://schemas.openxmlformats.org/officeDocument/2006/relationships/image" Target="../media/image1072.png"/><Relationship Id="rId6" Type="http://schemas.openxmlformats.org/officeDocument/2006/relationships/image" Target="../media/image1073.png"/><Relationship Id="rId7" Type="http://schemas.openxmlformats.org/officeDocument/2006/relationships/image" Target="../media/image1074.png"/><Relationship Id="rId8" Type="http://schemas.openxmlformats.org/officeDocument/2006/relationships/image" Target="../media/image1075.png"/><Relationship Id="rId9" Type="http://schemas.openxmlformats.org/officeDocument/2006/relationships/image" Target="../media/image1076.png"/><Relationship Id="rId10" Type="http://schemas.openxmlformats.org/officeDocument/2006/relationships/image" Target="../media/image1077.png"/><Relationship Id="rId11" Type="http://schemas.openxmlformats.org/officeDocument/2006/relationships/image" Target="../media/image1078.png"/><Relationship Id="rId12" Type="http://schemas.openxmlformats.org/officeDocument/2006/relationships/image" Target="../media/image1079.png"/><Relationship Id="rId13" Type="http://schemas.openxmlformats.org/officeDocument/2006/relationships/image" Target="../media/image1080.png"/><Relationship Id="rId14" Type="http://schemas.openxmlformats.org/officeDocument/2006/relationships/image" Target="../media/image1081.png"/><Relationship Id="rId15" Type="http://schemas.openxmlformats.org/officeDocument/2006/relationships/image" Target="../media/image1082.png"/><Relationship Id="rId16" Type="http://schemas.openxmlformats.org/officeDocument/2006/relationships/image" Target="../media/image1083.png"/><Relationship Id="rId17" Type="http://schemas.openxmlformats.org/officeDocument/2006/relationships/image" Target="../media/image1084.png"/><Relationship Id="rId18" Type="http://schemas.openxmlformats.org/officeDocument/2006/relationships/image" Target="../media/image1085.png"/><Relationship Id="rId19" Type="http://schemas.openxmlformats.org/officeDocument/2006/relationships/image" Target="../media/image1086.png"/><Relationship Id="rId20" Type="http://schemas.openxmlformats.org/officeDocument/2006/relationships/image" Target="../media/image1087.png"/><Relationship Id="rId21" Type="http://schemas.openxmlformats.org/officeDocument/2006/relationships/image" Target="../media/image1088.jpg"/><Relationship Id="rId22" Type="http://schemas.openxmlformats.org/officeDocument/2006/relationships/image" Target="../media/image1089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1090.png"/><Relationship Id="rId4" Type="http://schemas.openxmlformats.org/officeDocument/2006/relationships/image" Target="../media/image1091.png"/><Relationship Id="rId5" Type="http://schemas.openxmlformats.org/officeDocument/2006/relationships/image" Target="../media/image1092.png"/><Relationship Id="rId6" Type="http://schemas.openxmlformats.org/officeDocument/2006/relationships/image" Target="../media/image1093.png"/><Relationship Id="rId7" Type="http://schemas.openxmlformats.org/officeDocument/2006/relationships/image" Target="../media/image1094.png"/><Relationship Id="rId8" Type="http://schemas.openxmlformats.org/officeDocument/2006/relationships/image" Target="../media/image1095.png"/><Relationship Id="rId9" Type="http://schemas.openxmlformats.org/officeDocument/2006/relationships/image" Target="../media/image1096.png"/><Relationship Id="rId10" Type="http://schemas.openxmlformats.org/officeDocument/2006/relationships/image" Target="../media/image1097.png"/><Relationship Id="rId11" Type="http://schemas.openxmlformats.org/officeDocument/2006/relationships/image" Target="../media/image1098.png"/><Relationship Id="rId12" Type="http://schemas.openxmlformats.org/officeDocument/2006/relationships/image" Target="../media/image1099.png"/><Relationship Id="rId13" Type="http://schemas.openxmlformats.org/officeDocument/2006/relationships/image" Target="../media/image1100.png"/><Relationship Id="rId14" Type="http://schemas.openxmlformats.org/officeDocument/2006/relationships/image" Target="../media/image1101.png"/><Relationship Id="rId15" Type="http://schemas.openxmlformats.org/officeDocument/2006/relationships/image" Target="../media/image1102.png"/><Relationship Id="rId16" Type="http://schemas.openxmlformats.org/officeDocument/2006/relationships/image" Target="../media/image1103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1104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1105.png"/><Relationship Id="rId4" Type="http://schemas.openxmlformats.org/officeDocument/2006/relationships/image" Target="../media/image1106.png"/><Relationship Id="rId5" Type="http://schemas.openxmlformats.org/officeDocument/2006/relationships/image" Target="../media/image1107.png"/><Relationship Id="rId6" Type="http://schemas.openxmlformats.org/officeDocument/2006/relationships/image" Target="../media/image1108.png"/><Relationship Id="rId7" Type="http://schemas.openxmlformats.org/officeDocument/2006/relationships/image" Target="../media/image1109.png"/><Relationship Id="rId8" Type="http://schemas.openxmlformats.org/officeDocument/2006/relationships/image" Target="../media/image1110.png"/><Relationship Id="rId9" Type="http://schemas.openxmlformats.org/officeDocument/2006/relationships/image" Target="../media/image1111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1112.png"/><Relationship Id="rId4" Type="http://schemas.openxmlformats.org/officeDocument/2006/relationships/image" Target="../media/image1113.png"/><Relationship Id="rId5" Type="http://schemas.openxmlformats.org/officeDocument/2006/relationships/image" Target="../media/image1114.png"/><Relationship Id="rId6" Type="http://schemas.openxmlformats.org/officeDocument/2006/relationships/image" Target="../media/image1115.png"/><Relationship Id="rId7" Type="http://schemas.openxmlformats.org/officeDocument/2006/relationships/image" Target="../media/image1116.png"/><Relationship Id="rId8" Type="http://schemas.openxmlformats.org/officeDocument/2006/relationships/image" Target="../media/image1117.png"/><Relationship Id="rId9" Type="http://schemas.openxmlformats.org/officeDocument/2006/relationships/image" Target="../media/image1118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3" Type="http://schemas.openxmlformats.org/officeDocument/2006/relationships/image" Target="../media/image1119.png"/><Relationship Id="rId4" Type="http://schemas.openxmlformats.org/officeDocument/2006/relationships/image" Target="../media/image1120.png"/><Relationship Id="rId5" Type="http://schemas.openxmlformats.org/officeDocument/2006/relationships/image" Target="../media/image1121.png"/><Relationship Id="rId6" Type="http://schemas.openxmlformats.org/officeDocument/2006/relationships/image" Target="../media/image1122.png"/><Relationship Id="rId7" Type="http://schemas.openxmlformats.org/officeDocument/2006/relationships/image" Target="../media/image1123.png"/><Relationship Id="rId8" Type="http://schemas.openxmlformats.org/officeDocument/2006/relationships/image" Target="../media/image1124.png"/><Relationship Id="rId9" Type="http://schemas.openxmlformats.org/officeDocument/2006/relationships/image" Target="../media/image1125.png"/><Relationship Id="rId10" Type="http://schemas.openxmlformats.org/officeDocument/2006/relationships/image" Target="../media/image1126.png"/><Relationship Id="rId11" Type="http://schemas.openxmlformats.org/officeDocument/2006/relationships/image" Target="../media/image1127.png"/><Relationship Id="rId12" Type="http://schemas.openxmlformats.org/officeDocument/2006/relationships/image" Target="../media/image1128.png"/><Relationship Id="rId13" Type="http://schemas.openxmlformats.org/officeDocument/2006/relationships/image" Target="../media/image1129.png"/><Relationship Id="rId14" Type="http://schemas.openxmlformats.org/officeDocument/2006/relationships/image" Target="../media/image1130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3" Type="http://schemas.openxmlformats.org/officeDocument/2006/relationships/image" Target="../media/image1131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3" Type="http://schemas.openxmlformats.org/officeDocument/2006/relationships/image" Target="../media/image1132.png"/><Relationship Id="rId4" Type="http://schemas.openxmlformats.org/officeDocument/2006/relationships/image" Target="../media/image1133.png"/><Relationship Id="rId5" Type="http://schemas.openxmlformats.org/officeDocument/2006/relationships/image" Target="../media/image1134.png"/><Relationship Id="rId6" Type="http://schemas.openxmlformats.org/officeDocument/2006/relationships/image" Target="../media/image1135.png"/><Relationship Id="rId7" Type="http://schemas.openxmlformats.org/officeDocument/2006/relationships/image" Target="../media/image1136.png"/><Relationship Id="rId8" Type="http://schemas.openxmlformats.org/officeDocument/2006/relationships/image" Target="../media/image1137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3" Type="http://schemas.openxmlformats.org/officeDocument/2006/relationships/image" Target="../media/image1138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3" Type="http://schemas.openxmlformats.org/officeDocument/2006/relationships/image" Target="../media/image1139.png"/><Relationship Id="rId4" Type="http://schemas.openxmlformats.org/officeDocument/2006/relationships/image" Target="../media/image1140.png"/><Relationship Id="rId5" Type="http://schemas.openxmlformats.org/officeDocument/2006/relationships/image" Target="../media/image1141.png"/><Relationship Id="rId6" Type="http://schemas.openxmlformats.org/officeDocument/2006/relationships/image" Target="../media/image1142.png"/><Relationship Id="rId7" Type="http://schemas.openxmlformats.org/officeDocument/2006/relationships/image" Target="../media/image1143.png"/><Relationship Id="rId8" Type="http://schemas.openxmlformats.org/officeDocument/2006/relationships/image" Target="../media/image1144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3" Type="http://schemas.openxmlformats.org/officeDocument/2006/relationships/image" Target="../media/image1145.png"/><Relationship Id="rId4" Type="http://schemas.openxmlformats.org/officeDocument/2006/relationships/image" Target="../media/image1146.png"/><Relationship Id="rId5" Type="http://schemas.openxmlformats.org/officeDocument/2006/relationships/image" Target="../media/image1147.png"/><Relationship Id="rId6" Type="http://schemas.openxmlformats.org/officeDocument/2006/relationships/image" Target="../media/image1148.png"/><Relationship Id="rId7" Type="http://schemas.openxmlformats.org/officeDocument/2006/relationships/image" Target="../media/image1149.png"/><Relationship Id="rId8" Type="http://schemas.openxmlformats.org/officeDocument/2006/relationships/image" Target="../media/image1150.png"/><Relationship Id="rId9" Type="http://schemas.openxmlformats.org/officeDocument/2006/relationships/image" Target="../media/image1151.png"/><Relationship Id="rId10" Type="http://schemas.openxmlformats.org/officeDocument/2006/relationships/image" Target="../media/image1152.png"/><Relationship Id="rId11" Type="http://schemas.openxmlformats.org/officeDocument/2006/relationships/image" Target="../media/image1153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3" Type="http://schemas.openxmlformats.org/officeDocument/2006/relationships/image" Target="../media/image1154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3" Type="http://schemas.openxmlformats.org/officeDocument/2006/relationships/image" Target="../media/image1155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3" Type="http://schemas.openxmlformats.org/officeDocument/2006/relationships/image" Target="../media/image1156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3" Type="http://schemas.openxmlformats.org/officeDocument/2006/relationships/image" Target="../media/image1157.png"/><Relationship Id="rId4" Type="http://schemas.openxmlformats.org/officeDocument/2006/relationships/image" Target="../media/image1158.png"/><Relationship Id="rId5" Type="http://schemas.openxmlformats.org/officeDocument/2006/relationships/image" Target="../media/image1159.png"/><Relationship Id="rId6" Type="http://schemas.openxmlformats.org/officeDocument/2006/relationships/image" Target="../media/image1160.png"/><Relationship Id="rId7" Type="http://schemas.openxmlformats.org/officeDocument/2006/relationships/image" Target="../media/image1161.png"/><Relationship Id="rId8" Type="http://schemas.openxmlformats.org/officeDocument/2006/relationships/image" Target="../media/image1162.png"/><Relationship Id="rId9" Type="http://schemas.openxmlformats.org/officeDocument/2006/relationships/image" Target="../media/image1163.png"/><Relationship Id="rId10" Type="http://schemas.openxmlformats.org/officeDocument/2006/relationships/image" Target="../media/image1164.png"/><Relationship Id="rId11" Type="http://schemas.openxmlformats.org/officeDocument/2006/relationships/image" Target="../media/image1165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3" Type="http://schemas.openxmlformats.org/officeDocument/2006/relationships/image" Target="../media/image1166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3" Type="http://schemas.openxmlformats.org/officeDocument/2006/relationships/image" Target="../media/image11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823965" name="TextBox 26"/>
          <p:cNvSpPr txBox="1"/>
          <p:nvPr/>
        </p:nvSpPr>
        <p:spPr bwMode="auto">
          <a:xfrm>
            <a:off x="627089" y="505814"/>
            <a:ext cx="1004048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銀行システムの機密性モデル：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6677276" name="TextBox 27"/>
          <p:cNvSpPr txBox="1"/>
          <p:nvPr/>
        </p:nvSpPr>
        <p:spPr bwMode="auto">
          <a:xfrm>
            <a:off x="627089" y="3910224"/>
            <a:ext cx="1004012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ビットコインのプライバシーモデル：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2158369" name="Freeform 29"/>
          <p:cNvSpPr/>
          <p:nvPr/>
        </p:nvSpPr>
        <p:spPr bwMode="auto">
          <a:xfrm rot="0" flipH="0" flipV="0">
            <a:off x="7090191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90843780" name="TextBox 30"/>
          <p:cNvSpPr txBox="1"/>
          <p:nvPr/>
        </p:nvSpPr>
        <p:spPr bwMode="auto">
          <a:xfrm rot="0" flipH="0" flipV="0">
            <a:off x="7090191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カウンターパート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73802592" name="Freeform 32"/>
          <p:cNvSpPr/>
          <p:nvPr/>
        </p:nvSpPr>
        <p:spPr bwMode="auto">
          <a:xfrm rot="0" flipH="0" flipV="0">
            <a:off x="9520857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83607502" name="TextBox 33"/>
          <p:cNvSpPr txBox="1"/>
          <p:nvPr/>
        </p:nvSpPr>
        <p:spPr bwMode="auto">
          <a:xfrm rot="0" flipH="0" flipV="0">
            <a:off x="9520857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パブリック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75987012" name="Freeform 35"/>
          <p:cNvSpPr/>
          <p:nvPr/>
        </p:nvSpPr>
        <p:spPr bwMode="auto">
          <a:xfrm rot="0" flipH="0" flipV="0">
            <a:off x="493495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451146107" name="TextBox 36"/>
          <p:cNvSpPr txBox="1"/>
          <p:nvPr/>
        </p:nvSpPr>
        <p:spPr bwMode="auto">
          <a:xfrm rot="0" flipH="0" flipV="0">
            <a:off x="493495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銀行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0095259" name="Freeform 38"/>
          <p:cNvSpPr/>
          <p:nvPr/>
        </p:nvSpPr>
        <p:spPr bwMode="auto">
          <a:xfrm rot="0" flipH="0" flipV="0">
            <a:off x="2779726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29576771" name="TextBox 39"/>
          <p:cNvSpPr txBox="1"/>
          <p:nvPr/>
        </p:nvSpPr>
        <p:spPr bwMode="auto">
          <a:xfrm rot="0" flipH="0" flipV="0">
            <a:off x="2779726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トランザクション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9696572" name="Freeform 41"/>
          <p:cNvSpPr/>
          <p:nvPr/>
        </p:nvSpPr>
        <p:spPr bwMode="auto">
          <a:xfrm rot="0" flipH="0" flipV="0">
            <a:off x="62708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2265786" name="TextBox 42"/>
          <p:cNvSpPr txBox="1"/>
          <p:nvPr/>
        </p:nvSpPr>
        <p:spPr bwMode="auto">
          <a:xfrm rot="0" flipH="0" flipV="0">
            <a:off x="62708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アイデンティティ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7226182" name="AutoShape 43"/>
          <p:cNvSpPr/>
          <p:nvPr/>
        </p:nvSpPr>
        <p:spPr bwMode="auto">
          <a:xfrm>
            <a:off x="9268575" y="132640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6118025" name="Freeform 45"/>
          <p:cNvSpPr/>
          <p:nvPr/>
        </p:nvSpPr>
        <p:spPr bwMode="auto">
          <a:xfrm rot="0" flipH="0" flipV="0">
            <a:off x="5201659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89664197" name="TextBox 46"/>
          <p:cNvSpPr txBox="1"/>
          <p:nvPr/>
        </p:nvSpPr>
        <p:spPr bwMode="auto">
          <a:xfrm rot="0" flipH="0" flipV="0">
            <a:off x="5201659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パブリック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33056615" name="Freeform 48"/>
          <p:cNvSpPr/>
          <p:nvPr/>
        </p:nvSpPr>
        <p:spPr bwMode="auto">
          <a:xfrm rot="0" flipH="0" flipV="0">
            <a:off x="304642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94750909" name="TextBox 49"/>
          <p:cNvSpPr txBox="1"/>
          <p:nvPr/>
        </p:nvSpPr>
        <p:spPr bwMode="auto">
          <a:xfrm rot="0" flipH="0" flipV="0">
            <a:off x="304642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トランザクション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9949689" name="Freeform 51"/>
          <p:cNvSpPr/>
          <p:nvPr/>
        </p:nvSpPr>
        <p:spPr bwMode="auto">
          <a:xfrm rot="0" flipH="0" flipV="0">
            <a:off x="62708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15653168" name="TextBox 52"/>
          <p:cNvSpPr txBox="1"/>
          <p:nvPr/>
        </p:nvSpPr>
        <p:spPr bwMode="auto">
          <a:xfrm rot="0" flipH="0" flipV="0">
            <a:off x="62708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アイデンティティ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5811041" name="AutoShape 53"/>
          <p:cNvSpPr/>
          <p:nvPr/>
        </p:nvSpPr>
        <p:spPr bwMode="auto">
          <a:xfrm>
            <a:off x="2798777" y="472664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78068314" name="AutoShape 54"/>
          <p:cNvSpPr/>
          <p:nvPr/>
        </p:nvSpPr>
        <p:spPr bwMode="auto">
          <a:xfrm>
            <a:off x="2553721" y="212882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52745010" name="AutoShape 55"/>
          <p:cNvSpPr/>
          <p:nvPr/>
        </p:nvSpPr>
        <p:spPr bwMode="auto">
          <a:xfrm>
            <a:off x="4706359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87501829" name="AutoShape 56"/>
          <p:cNvSpPr/>
          <p:nvPr/>
        </p:nvSpPr>
        <p:spPr bwMode="auto">
          <a:xfrm>
            <a:off x="6861591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68864652" name="AutoShape 57"/>
          <p:cNvSpPr/>
          <p:nvPr/>
        </p:nvSpPr>
        <p:spPr bwMode="auto">
          <a:xfrm>
            <a:off x="4973060" y="552906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3455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53141" y="-23231"/>
            <a:ext cx="9879062" cy="68998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613048" name="TextBox 32"/>
          <p:cNvSpPr txBox="1"/>
          <p:nvPr/>
        </p:nvSpPr>
        <p:spPr bwMode="auto">
          <a:xfrm>
            <a:off x="4664070" y="66080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03445076" name="TextBox 33"/>
          <p:cNvSpPr txBox="1"/>
          <p:nvPr/>
        </p:nvSpPr>
        <p:spPr bwMode="auto">
          <a:xfrm>
            <a:off x="4838737" y="166938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7340044" name="AutoShape 34"/>
          <p:cNvSpPr/>
          <p:nvPr/>
        </p:nvSpPr>
        <p:spPr bwMode="auto">
          <a:xfrm flipH="0" flipV="0">
            <a:off x="7761912" y="2041071"/>
            <a:ext cx="0" cy="42018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516117" name="TextBox 38"/>
          <p:cNvSpPr txBox="1"/>
          <p:nvPr/>
        </p:nvSpPr>
        <p:spPr bwMode="auto">
          <a:xfrm>
            <a:off x="8459914" y="166938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9071370" name="Freeform 48"/>
          <p:cNvSpPr/>
          <p:nvPr/>
        </p:nvSpPr>
        <p:spPr bwMode="auto">
          <a:xfrm>
            <a:off x="3023532" y="1560619"/>
            <a:ext cx="931060" cy="4138050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78681" name="TextBox 49"/>
          <p:cNvSpPr txBox="1"/>
          <p:nvPr/>
        </p:nvSpPr>
        <p:spPr bwMode="auto">
          <a:xfrm flipH="0" flipV="0">
            <a:off x="395998" y="3148312"/>
            <a:ext cx="2631848" cy="924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共有財産</a:t>
            </a:r>
            <a:endParaRPr lang="en-US" sz="2600" b="1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7520124" name="Rectangle: Rounded Corners 12"/>
          <p:cNvSpPr/>
          <p:nvPr/>
        </p:nvSpPr>
        <p:spPr bwMode="auto">
          <a:xfrm>
            <a:off x="4395465" y="278619"/>
            <a:ext cx="6689650" cy="639317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81077913" name=""/>
          <p:cNvGrpSpPr/>
          <p:nvPr/>
        </p:nvGrpSpPr>
        <p:grpSpPr bwMode="auto">
          <a:xfrm>
            <a:off x="4867917" y="2494800"/>
            <a:ext cx="5868366" cy="3653124"/>
            <a:chOff x="0" y="0"/>
            <a:chExt cx="5868366" cy="3653124"/>
          </a:xfrm>
        </p:grpSpPr>
        <p:sp>
          <p:nvSpPr>
            <p:cNvPr id="939043811" name="Rectangle 1100602255"/>
            <p:cNvSpPr txBox="1"/>
            <p:nvPr/>
          </p:nvSpPr>
          <p:spPr bwMode="auto">
            <a:xfrm rot="0" flipH="0" flipV="0">
              <a:off x="2878" y="0"/>
              <a:ext cx="232344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43898420" name="Rectangle 1100602255"/>
            <p:cNvSpPr txBox="1"/>
            <p:nvPr/>
          </p:nvSpPr>
          <p:spPr bwMode="auto">
            <a:xfrm rot="0" flipH="0" flipV="0">
              <a:off x="1799" y="980402"/>
              <a:ext cx="2324519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474620054" name="Rectangle 1100602255"/>
            <p:cNvSpPr txBox="1"/>
            <p:nvPr/>
          </p:nvSpPr>
          <p:spPr bwMode="auto">
            <a:xfrm rot="0" flipH="0" flipV="0">
              <a:off x="2878" y="1917526"/>
              <a:ext cx="232524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8 414 070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15435983" name="Rectangle 1100602255"/>
            <p:cNvSpPr txBox="1"/>
            <p:nvPr/>
          </p:nvSpPr>
          <p:spPr bwMode="auto">
            <a:xfrm rot="0" flipH="0" flipV="0">
              <a:off x="0" y="2870028"/>
              <a:ext cx="232632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21 478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9807083" name="Rectangle 1100602255"/>
            <p:cNvSpPr txBox="1"/>
            <p:nvPr/>
          </p:nvSpPr>
          <p:spPr bwMode="auto">
            <a:xfrm rot="0" flipH="0" flipV="0">
              <a:off x="3540966" y="0"/>
              <a:ext cx="2327400" cy="78309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8 928 864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sp>
        <p:nvSpPr>
          <p:cNvPr id="1638381950" name=""/>
          <p:cNvSpPr txBox="1"/>
          <p:nvPr/>
        </p:nvSpPr>
        <p:spPr bwMode="auto">
          <a:xfrm rot="0" flipH="0" flipV="0">
            <a:off x="334591" y="392904"/>
            <a:ext cx="368288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国際語：</a:t>
            </a:r>
            <a:endParaRPr/>
          </a:p>
        </p:txBody>
      </p:sp>
      <p:grpSp>
        <p:nvGrpSpPr>
          <p:cNvPr id="1979299751" name=""/>
          <p:cNvGrpSpPr/>
          <p:nvPr/>
        </p:nvGrpSpPr>
        <p:grpSpPr bwMode="auto">
          <a:xfrm flipH="0" flipV="0">
            <a:off x="251249" y="250031"/>
            <a:ext cx="3857624" cy="1226343"/>
            <a:chOff x="0" y="0"/>
            <a:chExt cx="3857624" cy="1226343"/>
          </a:xfrm>
        </p:grpSpPr>
        <p:sp>
          <p:nvSpPr>
            <p:cNvPr id="1168439196" name=""/>
            <p:cNvSpPr txBox="1"/>
            <p:nvPr/>
          </p:nvSpPr>
          <p:spPr bwMode="auto">
            <a:xfrm rot="0" flipH="0" flipV="0">
              <a:off x="93231" y="730747"/>
              <a:ext cx="979050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Sats =</a:t>
              </a:r>
              <a:endParaRPr/>
            </a:p>
          </p:txBody>
        </p:sp>
        <p:sp>
          <p:nvSpPr>
            <p:cNvPr id="745867235" name=""/>
            <p:cNvSpPr/>
            <p:nvPr/>
          </p:nvSpPr>
          <p:spPr bwMode="auto">
            <a:xfrm rot="0" flipH="0" flipV="0">
              <a:off x="0" y="0"/>
              <a:ext cx="3857624" cy="1226343"/>
            </a:xfrm>
            <a:prstGeom prst="rect">
              <a:avLst/>
            </a:prstGeom>
            <a:noFill/>
            <a:ln w="12699" cap="flat" cmpd="sng" algn="ctr">
              <a:solidFill>
                <a:schemeClr val="accent2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595465303" name=""/>
          <p:cNvSpPr txBox="1"/>
          <p:nvPr/>
        </p:nvSpPr>
        <p:spPr bwMode="auto">
          <a:xfrm rot="0" flipH="0" flipV="0">
            <a:off x="1272142" y="997118"/>
            <a:ext cx="250878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サッツまたはサトシ </a:t>
            </a:r>
            <a:r>
              <a:rPr lang="fr-FR"/>
              <a:t/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971250" name=""/>
          <p:cNvSpPr/>
          <p:nvPr/>
        </p:nvSpPr>
        <p:spPr bwMode="auto">
          <a:xfrm rot="0" flipH="0" flipV="0">
            <a:off x="208440" y="6263190"/>
            <a:ext cx="2375794" cy="37111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719400446" name="TextBox 32"/>
          <p:cNvSpPr txBox="1"/>
          <p:nvPr/>
        </p:nvSpPr>
        <p:spPr bwMode="auto">
          <a:xfrm flipH="0" flipV="0">
            <a:off x="3012400" y="561927"/>
            <a:ext cx="6336670" cy="417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コインジョイン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17542711" name="TextBox 33"/>
          <p:cNvSpPr txBox="1"/>
          <p:nvPr/>
        </p:nvSpPr>
        <p:spPr bwMode="auto">
          <a:xfrm>
            <a:off x="3484333" y="1464102"/>
            <a:ext cx="2011595" cy="41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94726011" name="AutoShape 34"/>
          <p:cNvSpPr/>
          <p:nvPr/>
        </p:nvSpPr>
        <p:spPr bwMode="auto">
          <a:xfrm>
            <a:off x="6126063" y="1567408"/>
            <a:ext cx="0" cy="468830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700305" name="TextBox 38"/>
          <p:cNvSpPr txBox="1"/>
          <p:nvPr/>
        </p:nvSpPr>
        <p:spPr bwMode="auto">
          <a:xfrm>
            <a:off x="6757466" y="1475145"/>
            <a:ext cx="2011595" cy="41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351488524" name="TextBox 39"/>
          <p:cNvSpPr txBox="1"/>
          <p:nvPr/>
        </p:nvSpPr>
        <p:spPr bwMode="auto">
          <a:xfrm flipH="0" flipV="0">
            <a:off x="793375" y="1212512"/>
            <a:ext cx="197540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アリスのUTXO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/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71901241" name="Freeform 40"/>
          <p:cNvSpPr/>
          <p:nvPr/>
        </p:nvSpPr>
        <p:spPr bwMode="auto">
          <a:xfrm rot="1981001">
            <a:off x="1773985" y="1846315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1" y="0"/>
                </a:lnTo>
                <a:lnTo>
                  <a:pt x="966021" y="272900"/>
                </a:lnTo>
                <a:lnTo>
                  <a:pt x="0" y="272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42478" name="TextBox 41"/>
          <p:cNvSpPr txBox="1"/>
          <p:nvPr/>
        </p:nvSpPr>
        <p:spPr bwMode="auto">
          <a:xfrm flipH="0" flipV="0">
            <a:off x="585963" y="4149110"/>
            <a:ext cx="242715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シャルルのUTXO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/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3745490" name="Freeform 42"/>
          <p:cNvSpPr/>
          <p:nvPr/>
        </p:nvSpPr>
        <p:spPr bwMode="auto">
          <a:xfrm rot="10008104" flipH="1">
            <a:off x="1683479" y="3756071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2193" name="TextBox 43"/>
          <p:cNvSpPr txBox="1"/>
          <p:nvPr/>
        </p:nvSpPr>
        <p:spPr bwMode="auto">
          <a:xfrm flipH="0" flipV="0">
            <a:off x="9702499" y="1268766"/>
            <a:ext cx="187031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/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78158900" name="Freeform 44"/>
          <p:cNvSpPr/>
          <p:nvPr/>
        </p:nvSpPr>
        <p:spPr bwMode="auto">
          <a:xfrm rot="-423529" flipH="1">
            <a:off x="9594821" y="3186002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806933" name="TextBox 45"/>
          <p:cNvSpPr txBox="1"/>
          <p:nvPr/>
        </p:nvSpPr>
        <p:spPr bwMode="auto">
          <a:xfrm flipH="0" flipV="0">
            <a:off x="9932911" y="2763726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836539043" name="Freeform 46"/>
          <p:cNvSpPr/>
          <p:nvPr/>
        </p:nvSpPr>
        <p:spPr bwMode="auto">
          <a:xfrm rot="-2557580" flipH="1">
            <a:off x="9484135" y="197248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511787" name="Freeform 47"/>
          <p:cNvSpPr/>
          <p:nvPr/>
        </p:nvSpPr>
        <p:spPr bwMode="auto">
          <a:xfrm rot="-10662274">
            <a:off x="9482171" y="3909534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433538" name="TextBox 48"/>
          <p:cNvSpPr txBox="1"/>
          <p:nvPr/>
        </p:nvSpPr>
        <p:spPr bwMode="auto">
          <a:xfrm flipH="0" flipV="0">
            <a:off x="9796247" y="4231523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501573544" name="Freeform 49"/>
          <p:cNvSpPr/>
          <p:nvPr/>
        </p:nvSpPr>
        <p:spPr bwMode="auto">
          <a:xfrm rot="-9983765">
            <a:off x="9495638" y="492348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44805" name="TextBox 50"/>
          <p:cNvSpPr txBox="1"/>
          <p:nvPr/>
        </p:nvSpPr>
        <p:spPr bwMode="auto">
          <a:xfrm flipH="0" flipV="0">
            <a:off x="9932911" y="5301583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94153349" name="TextBox 60"/>
          <p:cNvSpPr txBox="1"/>
          <p:nvPr/>
        </p:nvSpPr>
        <p:spPr bwMode="auto">
          <a:xfrm flipH="0" flipV="0">
            <a:off x="501363" y="2426055"/>
            <a:ext cx="1976774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ボブのUTXO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072220254" name="Freeform 61"/>
          <p:cNvSpPr/>
          <p:nvPr/>
        </p:nvSpPr>
        <p:spPr bwMode="auto">
          <a:xfrm rot="731793">
            <a:off x="1603256" y="292403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0"/>
                </a:lnTo>
                <a:lnTo>
                  <a:pt x="0" y="2729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67628" name="TextBox 62"/>
          <p:cNvSpPr txBox="1"/>
          <p:nvPr/>
        </p:nvSpPr>
        <p:spPr bwMode="auto">
          <a:xfrm flipH="0" flipV="0">
            <a:off x="702281" y="5284299"/>
            <a:ext cx="1981330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デイビッドのUTXO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344362451" name="TextBox 63"/>
          <p:cNvSpPr txBox="1"/>
          <p:nvPr/>
        </p:nvSpPr>
        <p:spPr bwMode="auto">
          <a:xfrm flipH="0" flipV="0">
            <a:off x="612119" y="6262701"/>
            <a:ext cx="2232590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エマのUTXO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189443" name="Freeform 64"/>
          <p:cNvSpPr/>
          <p:nvPr/>
        </p:nvSpPr>
        <p:spPr bwMode="auto">
          <a:xfrm rot="9117488" flipH="1">
            <a:off x="1694428" y="4804934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0"/>
                </a:lnTo>
                <a:lnTo>
                  <a:pt x="966020" y="272900"/>
                </a:lnTo>
                <a:lnTo>
                  <a:pt x="96602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193244" name="Freeform 65"/>
          <p:cNvSpPr/>
          <p:nvPr/>
        </p:nvSpPr>
        <p:spPr bwMode="auto">
          <a:xfrm rot="9379580" flipH="1">
            <a:off x="1685037" y="5769203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364039" name="Freeform 66"/>
          <p:cNvSpPr/>
          <p:nvPr/>
        </p:nvSpPr>
        <p:spPr bwMode="auto">
          <a:xfrm rot="-9983765">
            <a:off x="9586883" y="5824023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0961957" name="TextBox 67"/>
          <p:cNvSpPr txBox="1"/>
          <p:nvPr/>
        </p:nvSpPr>
        <p:spPr bwMode="auto">
          <a:xfrm flipH="0" flipV="0">
            <a:off x="10024157" y="6202116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99344347" name="Rectangle: Rounded Corners 12"/>
          <p:cNvSpPr/>
          <p:nvPr/>
        </p:nvSpPr>
        <p:spPr bwMode="auto">
          <a:xfrm flipH="0" flipV="0">
            <a:off x="3012400" y="172510"/>
            <a:ext cx="6335230" cy="639375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551002509" name=""/>
          <p:cNvGrpSpPr/>
          <p:nvPr/>
        </p:nvGrpSpPr>
        <p:grpSpPr bwMode="auto">
          <a:xfrm>
            <a:off x="3446983" y="1939952"/>
            <a:ext cx="5358152" cy="4294071"/>
            <a:chOff x="0" y="0"/>
            <a:chExt cx="5358152" cy="4294071"/>
          </a:xfrm>
        </p:grpSpPr>
        <p:sp>
          <p:nvSpPr>
            <p:cNvPr id="1169586419" name="Freeform 30"/>
            <p:cNvSpPr/>
            <p:nvPr/>
          </p:nvSpPr>
          <p:spPr bwMode="auto">
            <a:xfrm rot="0" flipH="0" flipV="0">
              <a:off x="0" y="1525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92611319" name="TextBox 31"/>
            <p:cNvSpPr txBox="1"/>
            <p:nvPr/>
          </p:nvSpPr>
          <p:spPr bwMode="auto">
            <a:xfrm rot="0" flipH="0" flipV="0">
              <a:off x="0" y="0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49186476" name="Freeform 36"/>
            <p:cNvSpPr/>
            <p:nvPr/>
          </p:nvSpPr>
          <p:spPr bwMode="auto">
            <a:xfrm rot="0" flipH="0" flipV="0">
              <a:off x="0" y="1025619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5634086" name="TextBox 37"/>
            <p:cNvSpPr txBox="1"/>
            <p:nvPr/>
          </p:nvSpPr>
          <p:spPr bwMode="auto">
            <a:xfrm rot="0" flipH="0" flipV="0">
              <a:off x="0" y="87307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0580915" name="Freeform 52"/>
            <p:cNvSpPr/>
            <p:nvPr/>
          </p:nvSpPr>
          <p:spPr bwMode="auto">
            <a:xfrm rot="0" flipH="0" flipV="0">
              <a:off x="169" y="1898692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60587903" name="TextBox 53"/>
            <p:cNvSpPr txBox="1"/>
            <p:nvPr/>
          </p:nvSpPr>
          <p:spPr bwMode="auto">
            <a:xfrm rot="0" flipH="0" flipV="0">
              <a:off x="169" y="174614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66356885" name="Freeform 55"/>
            <p:cNvSpPr/>
            <p:nvPr/>
          </p:nvSpPr>
          <p:spPr bwMode="auto">
            <a:xfrm rot="0" flipH="0" flipV="0">
              <a:off x="169" y="2771767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40107236" name="TextBox 56"/>
            <p:cNvSpPr txBox="1"/>
            <p:nvPr/>
          </p:nvSpPr>
          <p:spPr bwMode="auto">
            <a:xfrm rot="0" flipH="0" flipV="0">
              <a:off x="169" y="261922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15812040" name="Freeform 58"/>
            <p:cNvSpPr/>
            <p:nvPr/>
          </p:nvSpPr>
          <p:spPr bwMode="auto">
            <a:xfrm rot="0" flipH="0" flipV="0">
              <a:off x="169" y="36448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72726440" name="TextBox 59"/>
            <p:cNvSpPr txBox="1"/>
            <p:nvPr/>
          </p:nvSpPr>
          <p:spPr bwMode="auto">
            <a:xfrm rot="0" flipH="0" flipV="0">
              <a:off x="169" y="349229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12360596" name="Freeform 69"/>
            <p:cNvSpPr/>
            <p:nvPr/>
          </p:nvSpPr>
          <p:spPr bwMode="auto">
            <a:xfrm rot="0" flipH="0" flipV="0">
              <a:off x="3273132" y="1525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83538504" name="TextBox 70"/>
            <p:cNvSpPr txBox="1"/>
            <p:nvPr/>
          </p:nvSpPr>
          <p:spPr bwMode="auto">
            <a:xfrm rot="0" flipH="0" flipV="0">
              <a:off x="3273132" y="0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69720868" name="Freeform 72"/>
            <p:cNvSpPr/>
            <p:nvPr/>
          </p:nvSpPr>
          <p:spPr bwMode="auto">
            <a:xfrm rot="0" flipH="0" flipV="0">
              <a:off x="3273132" y="1025619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56241373" name="TextBox 73"/>
            <p:cNvSpPr txBox="1"/>
            <p:nvPr/>
          </p:nvSpPr>
          <p:spPr bwMode="auto">
            <a:xfrm rot="0" flipH="0" flipV="0">
              <a:off x="3273132" y="87307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81064449" name="Freeform 75"/>
            <p:cNvSpPr/>
            <p:nvPr/>
          </p:nvSpPr>
          <p:spPr bwMode="auto">
            <a:xfrm rot="0" flipH="0" flipV="0">
              <a:off x="3273302" y="1898692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93797250" name="TextBox 76"/>
            <p:cNvSpPr txBox="1"/>
            <p:nvPr/>
          </p:nvSpPr>
          <p:spPr bwMode="auto">
            <a:xfrm rot="0" flipH="0" flipV="0">
              <a:off x="3273302" y="174614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28013216" name="Freeform 78"/>
            <p:cNvSpPr/>
            <p:nvPr/>
          </p:nvSpPr>
          <p:spPr bwMode="auto">
            <a:xfrm rot="0" flipH="0" flipV="0">
              <a:off x="3273302" y="2771767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1769314" name="TextBox 79"/>
            <p:cNvSpPr txBox="1"/>
            <p:nvPr/>
          </p:nvSpPr>
          <p:spPr bwMode="auto">
            <a:xfrm rot="0" flipH="0" flipV="0">
              <a:off x="3273302" y="261922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98831552" name="Freeform 81"/>
            <p:cNvSpPr/>
            <p:nvPr/>
          </p:nvSpPr>
          <p:spPr bwMode="auto">
            <a:xfrm rot="0" flipH="0" flipV="0">
              <a:off x="3273302" y="36448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0911430" name="TextBox 82"/>
            <p:cNvSpPr txBox="1"/>
            <p:nvPr/>
          </p:nvSpPr>
          <p:spPr bwMode="auto">
            <a:xfrm rot="0" flipH="0" flipV="0">
              <a:off x="3273302" y="349229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1801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85811" y="357187"/>
            <a:ext cx="10859718" cy="5678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134354" name="Freeform 27"/>
          <p:cNvSpPr/>
          <p:nvPr/>
        </p:nvSpPr>
        <p:spPr bwMode="auto">
          <a:xfrm rot="0" flipH="0" flipV="0">
            <a:off x="1143614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609668366" name="TextBox 28"/>
          <p:cNvSpPr txBox="1"/>
          <p:nvPr/>
        </p:nvSpPr>
        <p:spPr bwMode="auto">
          <a:xfrm rot="0" flipH="0" flipV="0">
            <a:off x="1143613" y="862324"/>
            <a:ext cx="2856321" cy="2760124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お客様の銀行口座</a:t>
            </a:r>
            <a:endParaRPr sz="1400"/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1 245 €</a:t>
            </a:r>
          </a:p>
        </p:txBody>
      </p:sp>
      <p:sp>
        <p:nvSpPr>
          <p:cNvPr id="1252499607" name="AutoShape 29"/>
          <p:cNvSpPr/>
          <p:nvPr/>
        </p:nvSpPr>
        <p:spPr bwMode="auto">
          <a:xfrm>
            <a:off x="4095189" y="2768379"/>
            <a:ext cx="3894009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185446851" name="Freeform 30"/>
          <p:cNvSpPr/>
          <p:nvPr/>
        </p:nvSpPr>
        <p:spPr bwMode="auto">
          <a:xfrm>
            <a:off x="4965374" y="4500705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6486688" name="Freeform 32"/>
          <p:cNvSpPr/>
          <p:nvPr/>
        </p:nvSpPr>
        <p:spPr bwMode="auto">
          <a:xfrm rot="0" flipH="0" flipV="0">
            <a:off x="8084449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7177615" name="TextBox 33"/>
          <p:cNvSpPr txBox="1"/>
          <p:nvPr/>
        </p:nvSpPr>
        <p:spPr bwMode="auto">
          <a:xfrm rot="0" flipH="0" flipV="0">
            <a:off x="8084449" y="862325"/>
            <a:ext cx="2856322" cy="27601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ベイカーの銀行口座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47 412 €</a:t>
            </a:r>
          </a:p>
        </p:txBody>
      </p:sp>
      <p:sp>
        <p:nvSpPr>
          <p:cNvPr id="1642400163" name="AutoShape 34"/>
          <p:cNvSpPr/>
          <p:nvPr/>
        </p:nvSpPr>
        <p:spPr bwMode="auto">
          <a:xfrm flipH="1" flipV="1">
            <a:off x="4095189" y="1883239"/>
            <a:ext cx="389400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42572812" name="Freeform 35"/>
          <p:cNvSpPr/>
          <p:nvPr/>
        </p:nvSpPr>
        <p:spPr bwMode="auto">
          <a:xfrm>
            <a:off x="5706895" y="3090489"/>
            <a:ext cx="670596" cy="672512"/>
          </a:xfrm>
          <a:custGeom>
            <a:avLst/>
            <a:gdLst/>
            <a:ahLst/>
            <a:cxnLst/>
            <a:rect l="l" t="t" r="r" b="b"/>
            <a:pathLst>
              <a:path w="670598" h="672514" fill="norm" stroke="1" extrusionOk="0">
                <a:moveTo>
                  <a:pt x="0" y="0"/>
                </a:moveTo>
                <a:lnTo>
                  <a:pt x="670599" y="0"/>
                </a:lnTo>
                <a:lnTo>
                  <a:pt x="670599" y="672514"/>
                </a:lnTo>
                <a:lnTo>
                  <a:pt x="0" y="672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80568811" name="TextBox 37"/>
          <p:cNvSpPr txBox="1"/>
          <p:nvPr/>
        </p:nvSpPr>
        <p:spPr bwMode="auto">
          <a:xfrm flipH="0" flipV="0">
            <a:off x="1143613" y="3810465"/>
            <a:ext cx="285776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- 2 €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4083992" name="TextBox 38"/>
          <p:cNvSpPr txBox="1"/>
          <p:nvPr/>
        </p:nvSpPr>
        <p:spPr bwMode="auto">
          <a:xfrm flipH="0" flipV="0">
            <a:off x="8084448" y="3715214"/>
            <a:ext cx="28570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+ 2 €</a:t>
            </a:r>
            <a:endParaRPr>
              <a:latin typeface="IBM Plex Sans"/>
              <a:cs typeface="IBM Plex Sans"/>
            </a:endParaRPr>
          </a:p>
        </p:txBody>
      </p:sp>
      <p:pic>
        <p:nvPicPr>
          <p:cNvPr id="1369635060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78" flipH="0" flipV="0">
            <a:off x="5277134" y="408626"/>
            <a:ext cx="1775200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158427" name="TextBox 32"/>
          <p:cNvSpPr txBox="1"/>
          <p:nvPr/>
        </p:nvSpPr>
        <p:spPr bwMode="auto">
          <a:xfrm flipH="0" flipV="0">
            <a:off x="2790888" y="985240"/>
            <a:ext cx="6646787" cy="39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ビットコイン取引 </a:t>
            </a:r>
            <a:r>
              <a:rPr sz="22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3745506" name="TextBox 33"/>
          <p:cNvSpPr txBox="1"/>
          <p:nvPr/>
        </p:nvSpPr>
        <p:spPr bwMode="auto">
          <a:xfrm>
            <a:off x="3558818" y="2014410"/>
            <a:ext cx="1918693" cy="3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/>
          </a:p>
        </p:txBody>
      </p:sp>
      <p:sp>
        <p:nvSpPr>
          <p:cNvPr id="1262692636" name="TextBox 35"/>
          <p:cNvSpPr txBox="1"/>
          <p:nvPr/>
        </p:nvSpPr>
        <p:spPr bwMode="auto">
          <a:xfrm>
            <a:off x="6681267" y="2014410"/>
            <a:ext cx="1918693" cy="3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9283368" name="TextBox 42"/>
          <p:cNvSpPr txBox="1"/>
          <p:nvPr/>
        </p:nvSpPr>
        <p:spPr bwMode="auto">
          <a:xfrm flipH="0" flipV="0">
            <a:off x="209882" y="3072150"/>
            <a:ext cx="2471986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支出に使われるUTXO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39478752" name="Freeform 43"/>
          <p:cNvSpPr/>
          <p:nvPr/>
        </p:nvSpPr>
        <p:spPr bwMode="auto">
          <a:xfrm rot="9078673" flipH="1">
            <a:off x="1328780" y="2349290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1157491" y="0"/>
                </a:moveTo>
                <a:lnTo>
                  <a:pt x="0" y="0"/>
                </a:lnTo>
                <a:lnTo>
                  <a:pt x="0" y="326991"/>
                </a:lnTo>
                <a:lnTo>
                  <a:pt x="1157491" y="326991"/>
                </a:lnTo>
                <a:lnTo>
                  <a:pt x="1157491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828550" name="TextBox 44"/>
          <p:cNvSpPr txBox="1"/>
          <p:nvPr/>
        </p:nvSpPr>
        <p:spPr bwMode="auto">
          <a:xfrm flipH="0" flipV="0">
            <a:off x="9571171" y="3861783"/>
            <a:ext cx="2427338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受信者のために作成されたUTXO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18652762" name="Freeform 45"/>
          <p:cNvSpPr/>
          <p:nvPr/>
        </p:nvSpPr>
        <p:spPr bwMode="auto">
          <a:xfrm rot="-7785224">
            <a:off x="9836453" y="2937607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0" y="0"/>
                </a:moveTo>
                <a:lnTo>
                  <a:pt x="1157491" y="0"/>
                </a:lnTo>
                <a:lnTo>
                  <a:pt x="1157491" y="326991"/>
                </a:lnTo>
                <a:lnTo>
                  <a:pt x="0" y="32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727761" name="Rectangle: Rounded Corners 12"/>
          <p:cNvSpPr/>
          <p:nvPr/>
        </p:nvSpPr>
        <p:spPr bwMode="auto">
          <a:xfrm>
            <a:off x="2790889" y="566583"/>
            <a:ext cx="6645348" cy="57343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93135643" name=""/>
          <p:cNvGrpSpPr/>
          <p:nvPr/>
        </p:nvGrpSpPr>
        <p:grpSpPr bwMode="auto">
          <a:xfrm>
            <a:off x="3523188" y="2460447"/>
            <a:ext cx="5111319" cy="3485871"/>
            <a:chOff x="0" y="0"/>
            <a:chExt cx="5111319" cy="3485871"/>
          </a:xfrm>
        </p:grpSpPr>
        <p:sp>
          <p:nvSpPr>
            <p:cNvPr id="1248616473" name="Freeform 30"/>
            <p:cNvSpPr/>
            <p:nvPr/>
          </p:nvSpPr>
          <p:spPr bwMode="auto">
            <a:xfrm rot="0" flipH="0" flipV="0">
              <a:off x="0" y="145525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 vertOverflow="overflow" horzOverflow="overflow" vert="horz" wrap="square" lIns="91440" tIns="45720" rIns="91440" bIns="45720" numCol="1" spcCol="0" rtlCol="0" fromWordArt="0" anchor="ctr" anchorCtr="0" forceAA="0" compatLnSpc="0"/>
            <a:lstStyle/>
            <a:p>
              <a:pPr>
                <a:defRPr/>
              </a:pPr>
              <a:endParaRPr/>
            </a:p>
          </p:txBody>
        </p:sp>
        <p:sp>
          <p:nvSpPr>
            <p:cNvPr id="1813710844" name="TextBox 31"/>
            <p:cNvSpPr txBox="1"/>
            <p:nvPr/>
          </p:nvSpPr>
          <p:spPr bwMode="auto">
            <a:xfrm rot="0" flipH="0" flipV="0">
              <a:off x="0" y="0"/>
              <a:ext cx="1988870" cy="860113"/>
            </a:xfrm>
            <a:prstGeom prst="rect">
              <a:avLst/>
            </a:prstGeom>
            <a:grpFill/>
          </p:spPr>
          <p:txBody>
            <a:bodyPr vertOverflow="overflow" horzOverflow="overflow" vert="horz" wrap="square" lIns="50798" tIns="50798" rIns="50798" bIns="50798" numCol="1" spcCol="0" rtlCol="0" fromWordArt="0" anchor="ctr" anchorCtr="0" forceAA="0" compatLnSpc="0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1153715" name="AutoShape 34"/>
            <p:cNvSpPr/>
            <p:nvPr/>
          </p:nvSpPr>
          <p:spPr bwMode="auto">
            <a:xfrm flipH="0" flipV="0">
              <a:off x="2555743" y="0"/>
              <a:ext cx="0" cy="34858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9740240" name="Freeform 37"/>
            <p:cNvSpPr/>
            <p:nvPr/>
          </p:nvSpPr>
          <p:spPr bwMode="auto">
            <a:xfrm rot="0" flipH="0" flipV="0">
              <a:off x="3122449" y="145525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7421749" name="TextBox 38"/>
            <p:cNvSpPr txBox="1"/>
            <p:nvPr/>
          </p:nvSpPr>
          <p:spPr bwMode="auto">
            <a:xfrm rot="0" flipH="0" flipV="0">
              <a:off x="3122449" y="0"/>
              <a:ext cx="1988870" cy="8601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4788994" name="Freeform 40"/>
            <p:cNvSpPr/>
            <p:nvPr/>
          </p:nvSpPr>
          <p:spPr bwMode="auto">
            <a:xfrm rot="0" flipH="0" flipV="0">
              <a:off x="3122449" y="961977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8302175" name="TextBox 41"/>
            <p:cNvSpPr txBox="1"/>
            <p:nvPr/>
          </p:nvSpPr>
          <p:spPr bwMode="auto">
            <a:xfrm rot="0" flipH="0" flipV="0">
              <a:off x="3122449" y="816452"/>
              <a:ext cx="1988870" cy="860113"/>
            </a:xfrm>
            <a:prstGeom prst="rect">
              <a:avLst/>
            </a:prstGeom>
            <a:grpFill/>
          </p:spPr>
          <p:txBody>
            <a:bodyPr vertOverflow="overflow" horzOverflow="overflow" vert="horz" wrap="square" lIns="50798" tIns="50798" rIns="50798" bIns="50798" numCol="1" spcCol="0" rtlCol="0" fromWordArt="0" anchor="ctr" anchorCtr="0" forceAA="0" compatLnSpc="0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229744" name="AutoShape 42"/>
          <p:cNvSpPr/>
          <p:nvPr/>
        </p:nvSpPr>
        <p:spPr bwMode="auto">
          <a:xfrm flipV="1">
            <a:off x="3969883" y="4337599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767464" name="AutoShape 43"/>
          <p:cNvSpPr/>
          <p:nvPr/>
        </p:nvSpPr>
        <p:spPr bwMode="auto">
          <a:xfrm>
            <a:off x="3969883" y="2367775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1115795" name="AutoShape 44"/>
          <p:cNvSpPr/>
          <p:nvPr/>
        </p:nvSpPr>
        <p:spPr bwMode="auto">
          <a:xfrm>
            <a:off x="2029600" y="2878589"/>
            <a:ext cx="0" cy="94818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21508668" name="TextBox 45"/>
          <p:cNvSpPr txBox="1"/>
          <p:nvPr/>
        </p:nvSpPr>
        <p:spPr bwMode="auto">
          <a:xfrm flipH="0" flipV="0">
            <a:off x="1851964" y="5274696"/>
            <a:ext cx="728054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スクリプトを満足させるために署名することができる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79320409" name="TextBox 46"/>
          <p:cNvSpPr txBox="1"/>
          <p:nvPr/>
        </p:nvSpPr>
        <p:spPr bwMode="auto">
          <a:xfrm flipH="0" flipV="0">
            <a:off x="1851964" y="664227"/>
            <a:ext cx="676346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UTXOをロックするスクリプトが作成される。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3030501" name="Rectangle 719486095"/>
          <p:cNvSpPr txBox="1"/>
          <p:nvPr/>
        </p:nvSpPr>
        <p:spPr bwMode="auto">
          <a:xfrm rot="0" flipH="0" flipV="0">
            <a:off x="181497" y="1735290"/>
            <a:ext cx="3791878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公開鍵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34425938" name="Rectangle 719486095"/>
          <p:cNvSpPr txBox="1"/>
          <p:nvPr/>
        </p:nvSpPr>
        <p:spPr bwMode="auto">
          <a:xfrm rot="0" flipH="0" flipV="0">
            <a:off x="185068" y="3824074"/>
            <a:ext cx="3795120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プライベート・キー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1774819657" name=""/>
          <p:cNvGrpSpPr/>
          <p:nvPr/>
        </p:nvGrpSpPr>
        <p:grpSpPr bwMode="auto">
          <a:xfrm>
            <a:off x="6386094" y="1432799"/>
            <a:ext cx="3483706" cy="3319980"/>
            <a:chOff x="0" y="0"/>
            <a:chExt cx="3483706" cy="3319980"/>
          </a:xfrm>
        </p:grpSpPr>
        <p:sp>
          <p:nvSpPr>
            <p:cNvPr id="1112230176" name="Freeform 27"/>
            <p:cNvSpPr/>
            <p:nvPr/>
          </p:nvSpPr>
          <p:spPr bwMode="auto">
            <a:xfrm rot="0" flipH="0" flipV="0">
              <a:off x="0" y="519793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7178112" name="TextBox 28"/>
            <p:cNvSpPr txBox="1"/>
            <p:nvPr/>
          </p:nvSpPr>
          <p:spPr bwMode="auto">
            <a:xfrm rot="0" flipH="0" flipV="0">
              <a:off x="0" y="351026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7485956" name="Freeform 37"/>
            <p:cNvSpPr/>
            <p:nvPr/>
          </p:nvSpPr>
          <p:spPr bwMode="auto">
            <a:xfrm>
              <a:off x="2826891" y="0"/>
              <a:ext cx="656816" cy="934974"/>
            </a:xfrm>
            <a:custGeom>
              <a:avLst/>
              <a:gdLst/>
              <a:ahLst/>
              <a:cxnLst/>
              <a:rect l="l" t="t" r="r" b="b"/>
              <a:pathLst>
                <a:path w="656819" h="934974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934974"/>
                  </a:lnTo>
                  <a:lnTo>
                    <a:pt x="0" y="934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291668" name="Freeform 39"/>
            <p:cNvSpPr/>
            <p:nvPr/>
          </p:nvSpPr>
          <p:spPr bwMode="auto">
            <a:xfrm rot="0" flipH="0" flipV="0">
              <a:off x="0" y="2489616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0784194" name="TextBox 40"/>
            <p:cNvSpPr txBox="1"/>
            <p:nvPr/>
          </p:nvSpPr>
          <p:spPr bwMode="auto">
            <a:xfrm rot="0" flipH="0" flipV="0">
              <a:off x="0" y="2320849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0665301" name="Freeform 41"/>
            <p:cNvSpPr/>
            <p:nvPr/>
          </p:nvSpPr>
          <p:spPr bwMode="auto">
            <a:xfrm>
              <a:off x="2826891" y="1872469"/>
              <a:ext cx="656816" cy="1032327"/>
            </a:xfrm>
            <a:custGeom>
              <a:avLst/>
              <a:gdLst/>
              <a:ahLst/>
              <a:cxnLst/>
              <a:rect l="l" t="t" r="r" b="b"/>
              <a:pathLst>
                <a:path w="656819" h="1032329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1032329"/>
                  </a:lnTo>
                  <a:lnTo>
                    <a:pt x="0" y="10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146889" name="Freeform 27"/>
          <p:cNvSpPr/>
          <p:nvPr/>
        </p:nvSpPr>
        <p:spPr bwMode="auto">
          <a:xfrm rot="0" flipH="0" flipV="0">
            <a:off x="25689" y="38844"/>
            <a:ext cx="6380843" cy="6034629"/>
          </a:xfrm>
          <a:custGeom>
            <a:avLst/>
            <a:gdLst/>
            <a:ahLst/>
            <a:cxnLst/>
            <a:rect l="l" t="t" r="r" b="b"/>
            <a:pathLst>
              <a:path w="2470569" h="2336520" fill="norm" stroke="1" extrusionOk="0">
                <a:moveTo>
                  <a:pt x="8493" y="0"/>
                </a:moveTo>
                <a:lnTo>
                  <a:pt x="2462076" y="0"/>
                </a:lnTo>
                <a:cubicBezTo>
                  <a:pt x="2466767" y="0"/>
                  <a:pt x="2470569" y="3803"/>
                  <a:pt x="2470569" y="8493"/>
                </a:cubicBezTo>
                <a:lnTo>
                  <a:pt x="2470569" y="2328027"/>
                </a:lnTo>
                <a:cubicBezTo>
                  <a:pt x="2470569" y="2332717"/>
                  <a:pt x="2466767" y="2336520"/>
                  <a:pt x="2462076" y="2336520"/>
                </a:cubicBezTo>
                <a:lnTo>
                  <a:pt x="8493" y="2336520"/>
                </a:lnTo>
                <a:cubicBezTo>
                  <a:pt x="3803" y="2336520"/>
                  <a:pt x="0" y="2332717"/>
                  <a:pt x="0" y="2328027"/>
                </a:cubicBezTo>
                <a:lnTo>
                  <a:pt x="0" y="8493"/>
                </a:lnTo>
                <a:cubicBezTo>
                  <a:pt x="0" y="3803"/>
                  <a:pt x="3803" y="0"/>
                  <a:pt x="849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4503715" name="TextBox 28"/>
          <p:cNvSpPr txBox="1"/>
          <p:nvPr/>
        </p:nvSpPr>
        <p:spPr bwMode="auto">
          <a:xfrm rot="0" flipH="0" flipV="0">
            <a:off x="25689" y="38844"/>
            <a:ext cx="6380842" cy="65965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4362"/>
              </a:lnSpc>
              <a:defRPr/>
            </a:pPr>
            <a:r>
              <a:rPr sz="3000" b="1" lang="en-US">
                <a:solidFill>
                  <a:srgbClr val="FFFFFF"/>
                </a:solidFill>
                <a:latin typeface="IBM Plex Sans"/>
              </a:rPr>
              <a:t>ビットコイン・ウォレット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243505617" name=""/>
          <p:cNvGrpSpPr/>
          <p:nvPr/>
        </p:nvGrpSpPr>
        <p:grpSpPr bwMode="auto">
          <a:xfrm>
            <a:off x="778851" y="1258827"/>
            <a:ext cx="4795925" cy="3345345"/>
            <a:chOff x="0" y="0"/>
            <a:chExt cx="4795925" cy="3345345"/>
          </a:xfrm>
        </p:grpSpPr>
        <p:sp>
          <p:nvSpPr>
            <p:cNvPr id="1166086085" name="Rectangle 1100602255"/>
            <p:cNvSpPr txBox="1"/>
            <p:nvPr/>
          </p:nvSpPr>
          <p:spPr bwMode="auto">
            <a:xfrm rot="0" flipH="0" flipV="0">
              <a:off x="1080" y="0"/>
              <a:ext cx="4783386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#1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613450182" name="Rectangle 1100602255"/>
            <p:cNvSpPr txBox="1"/>
            <p:nvPr/>
          </p:nvSpPr>
          <p:spPr bwMode="auto">
            <a:xfrm rot="0" flipH="0" flipV="0">
              <a:off x="0" y="917638"/>
              <a:ext cx="4785185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#2                  8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920957330" name="Rectangle 1100602255"/>
            <p:cNvSpPr txBox="1"/>
            <p:nvPr/>
          </p:nvSpPr>
          <p:spPr bwMode="auto">
            <a:xfrm rot="0" flipH="0" flipV="0">
              <a:off x="3571" y="1815078"/>
              <a:ext cx="4786984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#3                  5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59031616" name="Rectangle 1100602255"/>
            <p:cNvSpPr txBox="1"/>
            <p:nvPr/>
          </p:nvSpPr>
          <p:spPr bwMode="auto">
            <a:xfrm rot="0" flipH="0" flipV="0">
              <a:off x="7142" y="2712518"/>
              <a:ext cx="4788783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#4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447253" name="Freeform 30"/>
          <p:cNvSpPr/>
          <p:nvPr/>
        </p:nvSpPr>
        <p:spPr bwMode="auto">
          <a:xfrm rot="0" flipH="0" flipV="0">
            <a:off x="3309384" y="2456233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0341944" name="TextBox 31"/>
          <p:cNvSpPr txBox="1"/>
          <p:nvPr/>
        </p:nvSpPr>
        <p:spPr bwMode="auto">
          <a:xfrm rot="0" flipH="0" flipV="0">
            <a:off x="3309384" y="2297893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210,000サット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334461559" name="TextBox 32"/>
          <p:cNvSpPr txBox="1"/>
          <p:nvPr/>
        </p:nvSpPr>
        <p:spPr bwMode="auto">
          <a:xfrm flipH="0" flipV="0">
            <a:off x="2629602" y="673989"/>
            <a:ext cx="7044786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ビットコイン取引 </a:t>
            </a:r>
            <a:r>
              <a:rPr sz="24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50034818" name="TextBox 33"/>
          <p:cNvSpPr txBox="1"/>
          <p:nvPr/>
        </p:nvSpPr>
        <p:spPr bwMode="auto">
          <a:xfrm>
            <a:off x="3348150" y="1782400"/>
            <a:ext cx="2087595" cy="43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/>
          </a:p>
        </p:txBody>
      </p:sp>
      <p:sp>
        <p:nvSpPr>
          <p:cNvPr id="757312186" name="AutoShape 34"/>
          <p:cNvSpPr/>
          <p:nvPr/>
        </p:nvSpPr>
        <p:spPr bwMode="auto">
          <a:xfrm flipH="0" flipV="0">
            <a:off x="6090231" y="2321718"/>
            <a:ext cx="0" cy="352722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56672" name="TextBox 35"/>
          <p:cNvSpPr txBox="1"/>
          <p:nvPr/>
        </p:nvSpPr>
        <p:spPr bwMode="auto">
          <a:xfrm>
            <a:off x="6745621" y="1782400"/>
            <a:ext cx="2087595" cy="43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53545209" name="Freeform 37"/>
          <p:cNvSpPr/>
          <p:nvPr/>
        </p:nvSpPr>
        <p:spPr bwMode="auto">
          <a:xfrm rot="0" flipH="0" flipV="0">
            <a:off x="6706854" y="2421034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8485903" name="TextBox 38"/>
          <p:cNvSpPr txBox="1"/>
          <p:nvPr/>
        </p:nvSpPr>
        <p:spPr bwMode="auto">
          <a:xfrm rot="0" flipH="0" flipV="0">
            <a:off x="6706854" y="2262694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100,000サット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43934595" name="Freeform 40"/>
          <p:cNvSpPr/>
          <p:nvPr/>
        </p:nvSpPr>
        <p:spPr bwMode="auto">
          <a:xfrm rot="0" flipH="0" flipV="0">
            <a:off x="6706854" y="3309400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9760408" name="TextBox 41"/>
          <p:cNvSpPr txBox="1"/>
          <p:nvPr/>
        </p:nvSpPr>
        <p:spPr bwMode="auto">
          <a:xfrm rot="0" flipH="0" flipV="0">
            <a:off x="6706854" y="3151060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110,000サット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48955449" name="TextBox 42"/>
          <p:cNvSpPr txBox="1"/>
          <p:nvPr/>
        </p:nvSpPr>
        <p:spPr bwMode="auto">
          <a:xfrm>
            <a:off x="294435" y="3113019"/>
            <a:ext cx="1818211" cy="105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スクリプトは、UTXOを使用することに満足している。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88747772" name="Freeform 43"/>
          <p:cNvSpPr/>
          <p:nvPr/>
        </p:nvSpPr>
        <p:spPr bwMode="auto">
          <a:xfrm rot="9078673" flipH="1">
            <a:off x="1050499" y="2322297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1259442" y="0"/>
                </a:moveTo>
                <a:lnTo>
                  <a:pt x="0" y="0"/>
                </a:lnTo>
                <a:lnTo>
                  <a:pt x="0" y="355792"/>
                </a:lnTo>
                <a:lnTo>
                  <a:pt x="1259442" y="355792"/>
                </a:lnTo>
                <a:lnTo>
                  <a:pt x="125944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197880" name="TextBox 44"/>
          <p:cNvSpPr txBox="1"/>
          <p:nvPr/>
        </p:nvSpPr>
        <p:spPr bwMode="auto">
          <a:xfrm>
            <a:off x="9928861" y="3912683"/>
            <a:ext cx="1917544" cy="140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新しいUTXOを作成し、ロックする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2755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新しいスクリプト</a:t>
            </a:r>
          </a:p>
        </p:txBody>
      </p:sp>
      <p:sp>
        <p:nvSpPr>
          <p:cNvPr id="299148291" name="Freeform 45"/>
          <p:cNvSpPr/>
          <p:nvPr/>
        </p:nvSpPr>
        <p:spPr bwMode="auto">
          <a:xfrm rot="-7785224">
            <a:off x="10058289" y="2947552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0" y="0"/>
                </a:moveTo>
                <a:lnTo>
                  <a:pt x="1259442" y="0"/>
                </a:lnTo>
                <a:lnTo>
                  <a:pt x="1259442" y="355792"/>
                </a:lnTo>
                <a:lnTo>
                  <a:pt x="0" y="35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9998198" name="Freeform 46"/>
          <p:cNvSpPr/>
          <p:nvPr/>
        </p:nvSpPr>
        <p:spPr bwMode="auto">
          <a:xfrm>
            <a:off x="8661771" y="2162584"/>
            <a:ext cx="418263" cy="595395"/>
          </a:xfrm>
          <a:custGeom>
            <a:avLst/>
            <a:gdLst/>
            <a:ahLst/>
            <a:cxnLst/>
            <a:rect l="l" t="t" r="r" b="b"/>
            <a:pathLst>
              <a:path w="418266" h="595396" fill="norm" stroke="1" extrusionOk="0">
                <a:moveTo>
                  <a:pt x="0" y="0"/>
                </a:moveTo>
                <a:lnTo>
                  <a:pt x="418266" y="0"/>
                </a:lnTo>
                <a:lnTo>
                  <a:pt x="418266" y="595396"/>
                </a:lnTo>
                <a:lnTo>
                  <a:pt x="0" y="5953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276445" name="Freeform 48"/>
          <p:cNvSpPr/>
          <p:nvPr/>
        </p:nvSpPr>
        <p:spPr bwMode="auto">
          <a:xfrm>
            <a:off x="8661771" y="3050949"/>
            <a:ext cx="418263" cy="595395"/>
          </a:xfrm>
          <a:custGeom>
            <a:avLst/>
            <a:gdLst/>
            <a:ahLst/>
            <a:cxnLst/>
            <a:rect l="l" t="t" r="r" b="b"/>
            <a:pathLst>
              <a:path w="418266" h="595396" fill="norm" stroke="1" extrusionOk="0">
                <a:moveTo>
                  <a:pt x="0" y="0"/>
                </a:moveTo>
                <a:lnTo>
                  <a:pt x="418266" y="0"/>
                </a:lnTo>
                <a:lnTo>
                  <a:pt x="418266" y="595397"/>
                </a:lnTo>
                <a:lnTo>
                  <a:pt x="0" y="5953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610779" name="Rectangle: Rounded Corners 12"/>
          <p:cNvSpPr/>
          <p:nvPr/>
        </p:nvSpPr>
        <p:spPr bwMode="auto">
          <a:xfrm>
            <a:off x="2629602" y="343341"/>
            <a:ext cx="7044067" cy="618972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624846" name="TextBox 32"/>
          <p:cNvSpPr txBox="1"/>
          <p:nvPr/>
        </p:nvSpPr>
        <p:spPr bwMode="auto">
          <a:xfrm flipH="0" flipV="0">
            <a:off x="107967" y="503289"/>
            <a:ext cx="5029751" cy="39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64010511" name="TextBox 33"/>
          <p:cNvSpPr txBox="1"/>
          <p:nvPr/>
        </p:nvSpPr>
        <p:spPr bwMode="auto">
          <a:xfrm>
            <a:off x="472081" y="1437634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/>
          </a:p>
        </p:txBody>
      </p:sp>
      <p:sp>
        <p:nvSpPr>
          <p:cNvPr id="1314609987" name="AutoShape 34"/>
          <p:cNvSpPr/>
          <p:nvPr/>
        </p:nvSpPr>
        <p:spPr bwMode="auto">
          <a:xfrm flipH="0" flipV="0">
            <a:off x="2626371" y="1507482"/>
            <a:ext cx="0" cy="369554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777343" name="TextBox 35"/>
          <p:cNvSpPr txBox="1"/>
          <p:nvPr/>
        </p:nvSpPr>
        <p:spPr bwMode="auto">
          <a:xfrm>
            <a:off x="2852024" y="1437634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27917724" name="TextBox 48"/>
          <p:cNvSpPr txBox="1"/>
          <p:nvPr/>
        </p:nvSpPr>
        <p:spPr bwMode="auto">
          <a:xfrm flipH="0" flipV="0">
            <a:off x="5734362" y="481527"/>
            <a:ext cx="4872033" cy="39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 #2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89420681" name="TextBox 49"/>
          <p:cNvSpPr txBox="1"/>
          <p:nvPr/>
        </p:nvSpPr>
        <p:spPr bwMode="auto">
          <a:xfrm>
            <a:off x="6028482" y="1564700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/>
          </a:p>
        </p:txBody>
      </p:sp>
      <p:sp>
        <p:nvSpPr>
          <p:cNvPr id="668460970" name="AutoShape 50"/>
          <p:cNvSpPr/>
          <p:nvPr/>
        </p:nvSpPr>
        <p:spPr bwMode="auto">
          <a:xfrm flipH="0" flipV="0">
            <a:off x="8153143" y="1634548"/>
            <a:ext cx="0" cy="371730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604195" name="TextBox 51"/>
          <p:cNvSpPr txBox="1"/>
          <p:nvPr/>
        </p:nvSpPr>
        <p:spPr bwMode="auto">
          <a:xfrm>
            <a:off x="8408425" y="1564700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6768086" name="Rectangle: Rounded Corners 12"/>
          <p:cNvSpPr/>
          <p:nvPr/>
        </p:nvSpPr>
        <p:spPr bwMode="auto">
          <a:xfrm>
            <a:off x="107968" y="114447"/>
            <a:ext cx="5028312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53147343" name="Rectangle: Rounded Corners 12"/>
          <p:cNvSpPr/>
          <p:nvPr/>
        </p:nvSpPr>
        <p:spPr bwMode="auto">
          <a:xfrm>
            <a:off x="5734363" y="114447"/>
            <a:ext cx="4870594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86842168" name=""/>
          <p:cNvGrpSpPr/>
          <p:nvPr/>
        </p:nvGrpSpPr>
        <p:grpSpPr bwMode="auto">
          <a:xfrm>
            <a:off x="466372" y="1880500"/>
            <a:ext cx="9879354" cy="1695475"/>
            <a:chOff x="0" y="0"/>
            <a:chExt cx="9879354" cy="1695475"/>
          </a:xfrm>
        </p:grpSpPr>
        <p:sp>
          <p:nvSpPr>
            <p:cNvPr id="181625805" name="Freeform 30"/>
            <p:cNvSpPr/>
            <p:nvPr/>
          </p:nvSpPr>
          <p:spPr bwMode="auto">
            <a:xfrm rot="0" flipH="0" flipV="0">
              <a:off x="0" y="14433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651600" name="TextBox 31"/>
            <p:cNvSpPr txBox="1"/>
            <p:nvPr/>
          </p:nvSpPr>
          <p:spPr bwMode="auto">
            <a:xfrm rot="0" flipH="0" flipV="0">
              <a:off x="0" y="0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79724626" name="Freeform 37"/>
            <p:cNvSpPr/>
            <p:nvPr/>
          </p:nvSpPr>
          <p:spPr bwMode="auto">
            <a:xfrm rot="0" flipH="0" flipV="0">
              <a:off x="2379942" y="14433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5877479" name="TextBox 38"/>
            <p:cNvSpPr txBox="1"/>
            <p:nvPr/>
          </p:nvSpPr>
          <p:spPr bwMode="auto">
            <a:xfrm rot="0" flipH="0" flipV="0">
              <a:off x="2379942" y="0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0469795" name="Freeform 40"/>
            <p:cNvSpPr/>
            <p:nvPr/>
          </p:nvSpPr>
          <p:spPr bwMode="auto">
            <a:xfrm rot="0" flipH="0" flipV="0">
              <a:off x="2379942" y="95412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3365562" name="TextBox 41"/>
            <p:cNvSpPr txBox="1"/>
            <p:nvPr/>
          </p:nvSpPr>
          <p:spPr bwMode="auto">
            <a:xfrm rot="0" flipH="0" flipV="0">
              <a:off x="2379942" y="809789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43404000" name="Freeform 46"/>
            <p:cNvSpPr/>
            <p:nvPr/>
          </p:nvSpPr>
          <p:spPr bwMode="auto">
            <a:xfrm rot="0" flipH="0" flipV="0">
              <a:off x="5526770" y="293162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143754" name="TextBox 47"/>
            <p:cNvSpPr txBox="1"/>
            <p:nvPr/>
          </p:nvSpPr>
          <p:spPr bwMode="auto">
            <a:xfrm rot="0" flipH="0" flipV="0">
              <a:off x="5526770" y="148827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27094272" name="Freeform 53"/>
            <p:cNvSpPr/>
            <p:nvPr/>
          </p:nvSpPr>
          <p:spPr bwMode="auto">
            <a:xfrm rot="0" flipH="0" flipV="0">
              <a:off x="7906716" y="271400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4223669" name="TextBox 54"/>
            <p:cNvSpPr txBox="1"/>
            <p:nvPr/>
          </p:nvSpPr>
          <p:spPr bwMode="auto">
            <a:xfrm rot="0" flipH="0" flipV="0">
              <a:off x="7906716" y="127064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14657891" name="Freeform 56"/>
            <p:cNvSpPr/>
            <p:nvPr/>
          </p:nvSpPr>
          <p:spPr bwMode="auto">
            <a:xfrm rot="0" flipH="0" flipV="0">
              <a:off x="7906716" y="1081190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4374577" name="TextBox 57"/>
            <p:cNvSpPr txBox="1"/>
            <p:nvPr/>
          </p:nvSpPr>
          <p:spPr bwMode="auto">
            <a:xfrm rot="0" flipH="0" flipV="0">
              <a:off x="7906716" y="936855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61578625" name="AutoShape 58"/>
            <p:cNvSpPr/>
            <p:nvPr/>
          </p:nvSpPr>
          <p:spPr bwMode="auto">
            <a:xfrm flipH="0" flipV="1">
              <a:off x="4337766" y="809789"/>
              <a:ext cx="1102881" cy="451473"/>
            </a:xfrm>
            <a:prstGeom prst="line">
              <a:avLst/>
            </a:prstGeom>
            <a:grpFill/>
            <a:ln w="666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328195" name="TextBox 32"/>
          <p:cNvSpPr txBox="1"/>
          <p:nvPr/>
        </p:nvSpPr>
        <p:spPr bwMode="auto">
          <a:xfrm flipH="0" flipV="0">
            <a:off x="91118" y="472314"/>
            <a:ext cx="4872032" cy="39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TX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5524382" name="TextBox 33"/>
          <p:cNvSpPr txBox="1"/>
          <p:nvPr/>
        </p:nvSpPr>
        <p:spPr bwMode="auto">
          <a:xfrm>
            <a:off x="417549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/>
          </a:p>
        </p:txBody>
      </p:sp>
      <p:sp>
        <p:nvSpPr>
          <p:cNvPr id="1501811807" name="AutoShape 34"/>
          <p:cNvSpPr/>
          <p:nvPr/>
        </p:nvSpPr>
        <p:spPr bwMode="auto">
          <a:xfrm flipH="0" flipV="0">
            <a:off x="2550071" y="1626913"/>
            <a:ext cx="0" cy="34570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693724" name="TextBox 35"/>
          <p:cNvSpPr txBox="1"/>
          <p:nvPr/>
        </p:nvSpPr>
        <p:spPr bwMode="auto">
          <a:xfrm>
            <a:off x="2806297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/>
          </a:p>
        </p:txBody>
      </p:sp>
      <p:sp>
        <p:nvSpPr>
          <p:cNvPr id="1515712657" name="TextBox 48"/>
          <p:cNvSpPr txBox="1"/>
          <p:nvPr/>
        </p:nvSpPr>
        <p:spPr bwMode="auto">
          <a:xfrm flipH="0" flipV="0">
            <a:off x="5698019" y="472314"/>
            <a:ext cx="4871312" cy="39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6983276" name="TextBox 49"/>
          <p:cNvSpPr txBox="1"/>
          <p:nvPr/>
        </p:nvSpPr>
        <p:spPr bwMode="auto">
          <a:xfrm>
            <a:off x="6009369" y="1558827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00731869" name="AutoShape 50"/>
          <p:cNvSpPr/>
          <p:nvPr/>
        </p:nvSpPr>
        <p:spPr bwMode="auto">
          <a:xfrm flipH="0" flipV="0">
            <a:off x="8141892" y="1552498"/>
            <a:ext cx="0" cy="34570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956157" name="TextBox 51"/>
          <p:cNvSpPr txBox="1"/>
          <p:nvPr/>
        </p:nvSpPr>
        <p:spPr bwMode="auto">
          <a:xfrm>
            <a:off x="8398118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7492387" name="Rectangle: Rounded Corners 12"/>
          <p:cNvSpPr/>
          <p:nvPr/>
        </p:nvSpPr>
        <p:spPr bwMode="auto">
          <a:xfrm>
            <a:off x="5698020" y="114446"/>
            <a:ext cx="4870593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337852" name="Rectangle: Rounded Corners 12"/>
          <p:cNvSpPr/>
          <p:nvPr/>
        </p:nvSpPr>
        <p:spPr bwMode="auto">
          <a:xfrm>
            <a:off x="91118" y="114446"/>
            <a:ext cx="4870593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99010777" name=""/>
          <p:cNvGrpSpPr/>
          <p:nvPr/>
        </p:nvGrpSpPr>
        <p:grpSpPr bwMode="auto">
          <a:xfrm>
            <a:off x="382079" y="2001312"/>
            <a:ext cx="9960500" cy="1576022"/>
            <a:chOff x="0" y="0"/>
            <a:chExt cx="9960500" cy="1576022"/>
          </a:xfrm>
        </p:grpSpPr>
        <p:sp>
          <p:nvSpPr>
            <p:cNvPr id="1124386563" name="Freeform 30"/>
            <p:cNvSpPr/>
            <p:nvPr/>
          </p:nvSpPr>
          <p:spPr bwMode="auto">
            <a:xfrm rot="0" flipH="0" flipV="0">
              <a:off x="0" y="14486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327070884" name="TextBox 31"/>
            <p:cNvSpPr txBox="1"/>
            <p:nvPr/>
          </p:nvSpPr>
          <p:spPr bwMode="auto">
            <a:xfrm rot="0" flipH="0" flipV="0">
              <a:off x="0" y="0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274 000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89555991" name="Freeform 37"/>
            <p:cNvSpPr/>
            <p:nvPr/>
          </p:nvSpPr>
          <p:spPr bwMode="auto">
            <a:xfrm rot="0" flipH="0" flipV="0">
              <a:off x="2388747" y="14486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886003424" name="TextBox 38"/>
            <p:cNvSpPr txBox="1"/>
            <p:nvPr/>
          </p:nvSpPr>
          <p:spPr bwMode="auto">
            <a:xfrm rot="0" flipH="0" flipV="0">
              <a:off x="2388747" y="0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579091862" name="Freeform 40"/>
            <p:cNvSpPr/>
            <p:nvPr/>
          </p:nvSpPr>
          <p:spPr bwMode="auto">
            <a:xfrm rot="0" flipH="0" flipV="0">
              <a:off x="2388747" y="957654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774667199" name="TextBox 41"/>
            <p:cNvSpPr txBox="1"/>
            <p:nvPr/>
          </p:nvSpPr>
          <p:spPr bwMode="auto">
            <a:xfrm rot="0" flipH="0" flipV="0">
              <a:off x="2388747" y="812784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54695313" name="Freeform 46"/>
            <p:cNvSpPr/>
            <p:nvPr/>
          </p:nvSpPr>
          <p:spPr bwMode="auto">
            <a:xfrm rot="0" flipH="0" flipV="0">
              <a:off x="5591821" y="14667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739286011" name="TextBox 47"/>
            <p:cNvSpPr txBox="1"/>
            <p:nvPr/>
          </p:nvSpPr>
          <p:spPr bwMode="auto">
            <a:xfrm rot="0" flipH="0" flipV="0">
              <a:off x="5591821" y="1809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83918363" name="Freeform 53"/>
            <p:cNvSpPr/>
            <p:nvPr/>
          </p:nvSpPr>
          <p:spPr bwMode="auto">
            <a:xfrm rot="0" flipH="0" flipV="0">
              <a:off x="7980570" y="14667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666526828" name="TextBox 54"/>
            <p:cNvSpPr txBox="1"/>
            <p:nvPr/>
          </p:nvSpPr>
          <p:spPr bwMode="auto">
            <a:xfrm rot="0" flipH="0" flipV="0">
              <a:off x="7980570" y="1809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55229620" name="Freeform 56"/>
            <p:cNvSpPr/>
            <p:nvPr/>
          </p:nvSpPr>
          <p:spPr bwMode="auto">
            <a:xfrm rot="0" flipH="0" flipV="0">
              <a:off x="7980570" y="959463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987431986" name="TextBox 57"/>
            <p:cNvSpPr txBox="1"/>
            <p:nvPr/>
          </p:nvSpPr>
          <p:spPr bwMode="auto">
            <a:xfrm rot="0" flipH="0" flipV="0">
              <a:off x="7980570" y="814595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41783865" name="AutoShape 58"/>
            <p:cNvSpPr/>
            <p:nvPr/>
          </p:nvSpPr>
          <p:spPr bwMode="auto">
            <a:xfrm flipV="1">
              <a:off x="4368683" y="453147"/>
              <a:ext cx="1208270" cy="0"/>
            </a:xfrm>
            <a:prstGeom prst="line">
              <a:avLst/>
            </a:prstGeom>
            <a:grpFill/>
            <a:ln w="666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435897" name="TextBox 32"/>
          <p:cNvSpPr txBox="1"/>
          <p:nvPr/>
        </p:nvSpPr>
        <p:spPr bwMode="auto">
          <a:xfrm flipH="0" flipV="0">
            <a:off x="2762507" y="690722"/>
            <a:ext cx="6270218" cy="441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299487529" name="TextBox 33"/>
          <p:cNvSpPr txBox="1"/>
          <p:nvPr/>
        </p:nvSpPr>
        <p:spPr bwMode="auto">
          <a:xfrm>
            <a:off x="3076773" y="1673872"/>
            <a:ext cx="2127560" cy="44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6383151" name="AutoShape 34"/>
          <p:cNvSpPr/>
          <p:nvPr/>
        </p:nvSpPr>
        <p:spPr bwMode="auto">
          <a:xfrm flipH="0" flipV="0">
            <a:off x="5871376" y="1735695"/>
            <a:ext cx="0" cy="42471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656284" name="TextBox 35"/>
          <p:cNvSpPr txBox="1"/>
          <p:nvPr/>
        </p:nvSpPr>
        <p:spPr bwMode="auto">
          <a:xfrm>
            <a:off x="6539319" y="1673872"/>
            <a:ext cx="2127560" cy="44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8858519" name="TextBox 42"/>
          <p:cNvSpPr txBox="1"/>
          <p:nvPr/>
        </p:nvSpPr>
        <p:spPr bwMode="auto">
          <a:xfrm>
            <a:off x="406443" y="3589688"/>
            <a:ext cx="184589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アリスのUTXOは支払いを満たすために使われる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17346918" name="Freeform 43"/>
          <p:cNvSpPr/>
          <p:nvPr/>
        </p:nvSpPr>
        <p:spPr bwMode="auto">
          <a:xfrm rot="9078673" flipH="1">
            <a:off x="1175166" y="2782908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6" y="0"/>
                </a:moveTo>
                <a:lnTo>
                  <a:pt x="0" y="0"/>
                </a:lnTo>
                <a:lnTo>
                  <a:pt x="0" y="362607"/>
                </a:lnTo>
                <a:lnTo>
                  <a:pt x="1283566" y="362607"/>
                </a:lnTo>
                <a:lnTo>
                  <a:pt x="1283566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074851" name="TextBox 44"/>
          <p:cNvSpPr txBox="1"/>
          <p:nvPr/>
        </p:nvSpPr>
        <p:spPr bwMode="auto">
          <a:xfrm flipH="0" flipV="0">
            <a:off x="9694748" y="1137206"/>
            <a:ext cx="216426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パン職人にパンの代金を支払うためにUTXOが設立される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05806548" name="Freeform 45"/>
          <p:cNvSpPr/>
          <p:nvPr/>
        </p:nvSpPr>
        <p:spPr bwMode="auto">
          <a:xfrm rot="-8762163">
            <a:off x="9412718" y="3724995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0" y="0"/>
                </a:moveTo>
                <a:lnTo>
                  <a:pt x="1283566" y="0"/>
                </a:lnTo>
                <a:lnTo>
                  <a:pt x="1283566" y="362607"/>
                </a:lnTo>
                <a:lnTo>
                  <a:pt x="0" y="362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3936137" name="Freeform 46"/>
          <p:cNvSpPr/>
          <p:nvPr/>
        </p:nvSpPr>
        <p:spPr bwMode="auto">
          <a:xfrm flipH="1">
            <a:off x="9404518" y="2634081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5" y="0"/>
                </a:moveTo>
                <a:lnTo>
                  <a:pt x="0" y="0"/>
                </a:lnTo>
                <a:lnTo>
                  <a:pt x="0" y="362607"/>
                </a:lnTo>
                <a:lnTo>
                  <a:pt x="1283565" y="362607"/>
                </a:lnTo>
                <a:lnTo>
                  <a:pt x="128356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8211814" name="TextBox 47"/>
          <p:cNvSpPr txBox="1"/>
          <p:nvPr/>
        </p:nvSpPr>
        <p:spPr bwMode="auto">
          <a:xfrm>
            <a:off x="9607248" y="4558845"/>
            <a:ext cx="201992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お釣りのUTXOがアリスの財布に戻る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05651975" name="Rectangle: Rounded Corners 12"/>
          <p:cNvSpPr/>
          <p:nvPr/>
        </p:nvSpPr>
        <p:spPr bwMode="auto">
          <a:xfrm>
            <a:off x="2762508" y="268927"/>
            <a:ext cx="6268779" cy="625861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37990142" name=""/>
          <p:cNvGrpSpPr/>
          <p:nvPr/>
        </p:nvGrpSpPr>
        <p:grpSpPr bwMode="auto">
          <a:xfrm>
            <a:off x="3037266" y="2152746"/>
            <a:ext cx="5668038" cy="1753553"/>
            <a:chOff x="0" y="0"/>
            <a:chExt cx="5668038" cy="1753553"/>
          </a:xfrm>
        </p:grpSpPr>
        <p:sp>
          <p:nvSpPr>
            <p:cNvPr id="1723181329" name="Freeform 30"/>
            <p:cNvSpPr/>
            <p:nvPr/>
          </p:nvSpPr>
          <p:spPr bwMode="auto">
            <a:xfrm rot="0" flipH="0" flipV="0">
              <a:off x="0" y="161373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1035167" name="TextBox 31"/>
            <p:cNvSpPr txBox="1"/>
            <p:nvPr/>
          </p:nvSpPr>
          <p:spPr bwMode="auto">
            <a:xfrm rot="0" flipH="0" flipV="0">
              <a:off x="0" y="0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14915668" name="Freeform 37"/>
            <p:cNvSpPr/>
            <p:nvPr/>
          </p:nvSpPr>
          <p:spPr bwMode="auto">
            <a:xfrm rot="0" flipH="0" flipV="0">
              <a:off x="3462543" y="161373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8856091" name="TextBox 38"/>
            <p:cNvSpPr txBox="1"/>
            <p:nvPr/>
          </p:nvSpPr>
          <p:spPr bwMode="auto">
            <a:xfrm rot="0" flipH="0" flipV="0">
              <a:off x="3462543" y="0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1354295" name="Freeform 40"/>
            <p:cNvSpPr/>
            <p:nvPr/>
          </p:nvSpPr>
          <p:spPr bwMode="auto">
            <a:xfrm rot="0" flipH="0" flipV="0">
              <a:off x="3462543" y="1066755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21922253" name="TextBox 41"/>
            <p:cNvSpPr txBox="1"/>
            <p:nvPr/>
          </p:nvSpPr>
          <p:spPr bwMode="auto">
            <a:xfrm rot="0" flipH="0" flipV="0">
              <a:off x="3462543" y="905382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999948" name=""/>
          <p:cNvSpPr/>
          <p:nvPr/>
        </p:nvSpPr>
        <p:spPr bwMode="auto">
          <a:xfrm rot="0" flipH="0" flipV="0">
            <a:off x="2956253" y="1176306"/>
            <a:ext cx="2231590" cy="62623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61997633" name="TextBox 32"/>
          <p:cNvSpPr txBox="1"/>
          <p:nvPr/>
        </p:nvSpPr>
        <p:spPr bwMode="auto">
          <a:xfrm flipH="0" flipV="0">
            <a:off x="2704014" y="717719"/>
            <a:ext cx="6403122" cy="440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783522066" name="TextBox 33"/>
          <p:cNvSpPr txBox="1"/>
          <p:nvPr/>
        </p:nvSpPr>
        <p:spPr bwMode="auto">
          <a:xfrm>
            <a:off x="3126076" y="1847839"/>
            <a:ext cx="2119010" cy="440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/>
          </a:p>
        </p:txBody>
      </p:sp>
      <p:sp>
        <p:nvSpPr>
          <p:cNvPr id="1841707979" name="AutoShape 34"/>
          <p:cNvSpPr/>
          <p:nvPr/>
        </p:nvSpPr>
        <p:spPr bwMode="auto">
          <a:xfrm flipH="0" flipV="0">
            <a:off x="5909443" y="1909605"/>
            <a:ext cx="0" cy="4058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712838" name="TextBox 35"/>
          <p:cNvSpPr txBox="1"/>
          <p:nvPr/>
        </p:nvSpPr>
        <p:spPr bwMode="auto">
          <a:xfrm>
            <a:off x="6574699" y="1847839"/>
            <a:ext cx="2119010" cy="440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50280941" name="TextBox 42"/>
          <p:cNvSpPr txBox="1"/>
          <p:nvPr/>
        </p:nvSpPr>
        <p:spPr bwMode="auto">
          <a:xfrm>
            <a:off x="317331" y="3730511"/>
            <a:ext cx="1830591" cy="1421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アリスは2つのUTXOをインプットに統合し、支払いニーズを満たす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15244224" name="Freeform 43"/>
          <p:cNvSpPr/>
          <p:nvPr/>
        </p:nvSpPr>
        <p:spPr bwMode="auto">
          <a:xfrm rot="9078673" flipH="1">
            <a:off x="1083341" y="2927162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4" y="0"/>
                </a:moveTo>
                <a:lnTo>
                  <a:pt x="0" y="0"/>
                </a:lnTo>
                <a:lnTo>
                  <a:pt x="0" y="361150"/>
                </a:lnTo>
                <a:lnTo>
                  <a:pt x="1278404" y="361150"/>
                </a:lnTo>
                <a:lnTo>
                  <a:pt x="1278404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909127" name="TextBox 44"/>
          <p:cNvSpPr txBox="1"/>
          <p:nvPr/>
        </p:nvSpPr>
        <p:spPr bwMode="auto">
          <a:xfrm flipH="0" flipV="0">
            <a:off x="9805797" y="1376754"/>
            <a:ext cx="2088390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パン職人にパンの代金を支払うためにUTXOが設立される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5730733" name="Freeform 45"/>
          <p:cNvSpPr/>
          <p:nvPr/>
        </p:nvSpPr>
        <p:spPr bwMode="auto">
          <a:xfrm rot="-8762163">
            <a:off x="9436005" y="3890906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0" y="0"/>
                </a:moveTo>
                <a:lnTo>
                  <a:pt x="1278404" y="0"/>
                </a:lnTo>
                <a:lnTo>
                  <a:pt x="1278404" y="361150"/>
                </a:lnTo>
                <a:lnTo>
                  <a:pt x="0" y="36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8568775" name="Freeform 46"/>
          <p:cNvSpPr/>
          <p:nvPr/>
        </p:nvSpPr>
        <p:spPr bwMode="auto">
          <a:xfrm flipH="1">
            <a:off x="9427833" y="2817338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5" y="0"/>
                </a:moveTo>
                <a:lnTo>
                  <a:pt x="0" y="0"/>
                </a:lnTo>
                <a:lnTo>
                  <a:pt x="0" y="361149"/>
                </a:lnTo>
                <a:lnTo>
                  <a:pt x="1278405" y="361149"/>
                </a:lnTo>
                <a:lnTo>
                  <a:pt x="127840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5549461" name="TextBox 47"/>
          <p:cNvSpPr txBox="1"/>
          <p:nvPr/>
        </p:nvSpPr>
        <p:spPr bwMode="auto">
          <a:xfrm>
            <a:off x="9630131" y="4816461"/>
            <a:ext cx="1998905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お釣りのUTXOがアリスの財布に戻る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7460208" name="Rectangle: Rounded Corners 12"/>
          <p:cNvSpPr/>
          <p:nvPr/>
        </p:nvSpPr>
        <p:spPr bwMode="auto">
          <a:xfrm>
            <a:off x="2704015" y="268927"/>
            <a:ext cx="6401683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64683090" name=""/>
          <p:cNvGrpSpPr/>
          <p:nvPr/>
        </p:nvGrpSpPr>
        <p:grpSpPr bwMode="auto">
          <a:xfrm>
            <a:off x="3086724" y="2324979"/>
            <a:ext cx="5645251" cy="1746502"/>
            <a:chOff x="0" y="0"/>
            <a:chExt cx="5645251" cy="1746502"/>
          </a:xfrm>
        </p:grpSpPr>
        <p:sp>
          <p:nvSpPr>
            <p:cNvPr id="1083017826" name="Freeform 30"/>
            <p:cNvSpPr/>
            <p:nvPr/>
          </p:nvSpPr>
          <p:spPr bwMode="auto">
            <a:xfrm rot="0" flipH="0" flipV="0">
              <a:off x="0" y="160723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6652660" name="TextBox 31"/>
            <p:cNvSpPr txBox="1"/>
            <p:nvPr/>
          </p:nvSpPr>
          <p:spPr bwMode="auto">
            <a:xfrm rot="0" flipH="0" flipV="0">
              <a:off x="0" y="0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8438190" name="Freeform 37"/>
            <p:cNvSpPr/>
            <p:nvPr/>
          </p:nvSpPr>
          <p:spPr bwMode="auto">
            <a:xfrm rot="0" flipH="0" flipV="0">
              <a:off x="3448622" y="160723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20327518" name="TextBox 38"/>
            <p:cNvSpPr txBox="1"/>
            <p:nvPr/>
          </p:nvSpPr>
          <p:spPr bwMode="auto">
            <a:xfrm rot="0" flipH="0" flipV="0">
              <a:off x="3448622" y="0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9047769" name="Freeform 40"/>
            <p:cNvSpPr/>
            <p:nvPr/>
          </p:nvSpPr>
          <p:spPr bwMode="auto">
            <a:xfrm rot="0" flipH="0" flipV="0">
              <a:off x="3448622" y="1062465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8039385" name="TextBox 41"/>
            <p:cNvSpPr txBox="1"/>
            <p:nvPr/>
          </p:nvSpPr>
          <p:spPr bwMode="auto">
            <a:xfrm rot="0" flipH="0" flipV="0">
              <a:off x="3448622" y="901741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4088017" name="Freeform 49"/>
            <p:cNvSpPr/>
            <p:nvPr/>
          </p:nvSpPr>
          <p:spPr bwMode="auto">
            <a:xfrm rot="0" flipH="0" flipV="0">
              <a:off x="0" y="1062465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4223189" name="TextBox 50"/>
            <p:cNvSpPr txBox="1"/>
            <p:nvPr/>
          </p:nvSpPr>
          <p:spPr bwMode="auto">
            <a:xfrm rot="0" flipH="0" flipV="0">
              <a:off x="0" y="901741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198986" name="TextBox 32"/>
          <p:cNvSpPr txBox="1"/>
          <p:nvPr/>
        </p:nvSpPr>
        <p:spPr bwMode="auto">
          <a:xfrm flipH="0" flipV="0">
            <a:off x="2694323" y="625565"/>
            <a:ext cx="6225914" cy="426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22273771" name="TextBox 33"/>
          <p:cNvSpPr txBox="1"/>
          <p:nvPr/>
        </p:nvSpPr>
        <p:spPr bwMode="auto">
          <a:xfrm>
            <a:off x="3096271" y="1592354"/>
            <a:ext cx="2052293" cy="42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/>
          </a:p>
        </p:txBody>
      </p:sp>
      <p:sp>
        <p:nvSpPr>
          <p:cNvPr id="651594617" name="AutoShape 34"/>
          <p:cNvSpPr/>
          <p:nvPr/>
        </p:nvSpPr>
        <p:spPr bwMode="auto">
          <a:xfrm>
            <a:off x="5791959" y="1663198"/>
            <a:ext cx="0" cy="30838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562445" name="TextBox 35"/>
          <p:cNvSpPr txBox="1"/>
          <p:nvPr/>
        </p:nvSpPr>
        <p:spPr bwMode="auto">
          <a:xfrm>
            <a:off x="6436257" y="1592354"/>
            <a:ext cx="2052293" cy="42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4947893" name="TextBox 42"/>
          <p:cNvSpPr txBox="1"/>
          <p:nvPr/>
        </p:nvSpPr>
        <p:spPr bwMode="auto">
          <a:xfrm>
            <a:off x="373524" y="3478948"/>
            <a:ext cx="1775476" cy="914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アリスのUTXOは支払いを満たすために使われる</a:t>
            </a:r>
            <a:endParaRPr/>
          </a:p>
        </p:txBody>
      </p:sp>
      <p:sp>
        <p:nvSpPr>
          <p:cNvPr id="640406380" name="Freeform 43"/>
          <p:cNvSpPr/>
          <p:nvPr/>
        </p:nvSpPr>
        <p:spPr bwMode="auto">
          <a:xfrm rot="9078673" flipH="1">
            <a:off x="1118409" y="2702409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135745" name="TextBox 44"/>
          <p:cNvSpPr txBox="1"/>
          <p:nvPr/>
        </p:nvSpPr>
        <p:spPr bwMode="auto">
          <a:xfrm flipH="0" flipV="0">
            <a:off x="9597238" y="1144751"/>
            <a:ext cx="2162521" cy="1032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パン職人にパンの代金を支払うためにUTXOが設立される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85958300" name="Freeform 45"/>
          <p:cNvSpPr/>
          <p:nvPr/>
        </p:nvSpPr>
        <p:spPr bwMode="auto">
          <a:xfrm rot="-8762163">
            <a:off x="9207954" y="3656502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0" y="0"/>
                </a:moveTo>
                <a:lnTo>
                  <a:pt x="1238133" y="0"/>
                </a:lnTo>
                <a:lnTo>
                  <a:pt x="1238133" y="349773"/>
                </a:lnTo>
                <a:lnTo>
                  <a:pt x="0" y="349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461342" name="Freeform 46"/>
          <p:cNvSpPr/>
          <p:nvPr/>
        </p:nvSpPr>
        <p:spPr bwMode="auto">
          <a:xfrm flipH="1">
            <a:off x="9215870" y="2527151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84678" name="TextBox 47"/>
          <p:cNvSpPr txBox="1"/>
          <p:nvPr/>
        </p:nvSpPr>
        <p:spPr bwMode="auto">
          <a:xfrm>
            <a:off x="9411277" y="4554402"/>
            <a:ext cx="1936377" cy="10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お釣りのUTXOがアリスの財布に戻る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63614849" name="TextBox 52"/>
          <p:cNvSpPr txBox="1"/>
          <p:nvPr/>
        </p:nvSpPr>
        <p:spPr bwMode="auto">
          <a:xfrm>
            <a:off x="3929057" y="5850872"/>
            <a:ext cx="3727598" cy="344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取引手数料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65727853" name="Rectangle: Rounded Corners 12"/>
          <p:cNvSpPr/>
          <p:nvPr/>
        </p:nvSpPr>
        <p:spPr bwMode="auto">
          <a:xfrm>
            <a:off x="2694324" y="230855"/>
            <a:ext cx="6224475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36556995" name=""/>
          <p:cNvGrpSpPr/>
          <p:nvPr/>
        </p:nvGrpSpPr>
        <p:grpSpPr bwMode="auto">
          <a:xfrm>
            <a:off x="3058160" y="2065488"/>
            <a:ext cx="5467419" cy="3698002"/>
            <a:chOff x="0" y="0"/>
            <a:chExt cx="5467419" cy="3698002"/>
          </a:xfrm>
        </p:grpSpPr>
        <p:sp>
          <p:nvSpPr>
            <p:cNvPr id="1564857695" name="Freeform 30"/>
            <p:cNvSpPr/>
            <p:nvPr/>
          </p:nvSpPr>
          <p:spPr bwMode="auto">
            <a:xfrm rot="0" flipH="0" flipV="0">
              <a:off x="0" y="155661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6528699" name="TextBox 31"/>
            <p:cNvSpPr txBox="1"/>
            <p:nvPr/>
          </p:nvSpPr>
          <p:spPr bwMode="auto">
            <a:xfrm rot="0" flipH="0" flipV="0">
              <a:off x="0" y="0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2802785" name="Freeform 37"/>
            <p:cNvSpPr/>
            <p:nvPr/>
          </p:nvSpPr>
          <p:spPr bwMode="auto">
            <a:xfrm rot="0" flipH="0" flipV="0">
              <a:off x="3339986" y="155661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577312" name="TextBox 38"/>
            <p:cNvSpPr txBox="1"/>
            <p:nvPr/>
          </p:nvSpPr>
          <p:spPr bwMode="auto">
            <a:xfrm rot="0" flipH="0" flipV="0">
              <a:off x="3339986" y="0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38488446" name="Freeform 40"/>
            <p:cNvSpPr/>
            <p:nvPr/>
          </p:nvSpPr>
          <p:spPr bwMode="auto">
            <a:xfrm rot="0" flipH="0" flipV="0">
              <a:off x="3339986" y="1028997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1071063" name="TextBox 41"/>
            <p:cNvSpPr txBox="1"/>
            <p:nvPr/>
          </p:nvSpPr>
          <p:spPr bwMode="auto">
            <a:xfrm rot="0" flipH="0" flipV="0">
              <a:off x="3339986" y="873335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5 800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5114452" name="Freeform 50"/>
            <p:cNvSpPr/>
            <p:nvPr/>
          </p:nvSpPr>
          <p:spPr bwMode="auto">
            <a:xfrm rot="0" flipH="0" flipV="0">
              <a:off x="1670078" y="3035513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5289641" name="TextBox 51"/>
            <p:cNvSpPr txBox="1"/>
            <p:nvPr/>
          </p:nvSpPr>
          <p:spPr bwMode="auto">
            <a:xfrm rot="0" flipH="0" flipV="0">
              <a:off x="1670078" y="2879852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r>
                <a:rPr lang="en-US" sz="2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692336" name="AutoShape 29"/>
          <p:cNvSpPr/>
          <p:nvPr/>
        </p:nvSpPr>
        <p:spPr bwMode="auto">
          <a:xfrm flipH="0" flipV="0">
            <a:off x="3886465" y="1853515"/>
            <a:ext cx="0" cy="4114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805894" name="Freeform 31"/>
          <p:cNvSpPr/>
          <p:nvPr/>
        </p:nvSpPr>
        <p:spPr bwMode="auto">
          <a:xfrm rot="0" flipH="0" flipV="0">
            <a:off x="4337852" y="2421061"/>
            <a:ext cx="1584144" cy="673875"/>
          </a:xfrm>
          <a:custGeom>
            <a:avLst/>
            <a:gdLst/>
            <a:ahLst/>
            <a:cxnLst/>
            <a:rect l="l" t="t" r="r" b="b"/>
            <a:pathLst>
              <a:path w="667055" h="283758" fill="norm" stroke="1" extrusionOk="0">
                <a:moveTo>
                  <a:pt x="117291" y="0"/>
                </a:moveTo>
                <a:lnTo>
                  <a:pt x="549764" y="0"/>
                </a:lnTo>
                <a:cubicBezTo>
                  <a:pt x="614542" y="0"/>
                  <a:pt x="667055" y="52513"/>
                  <a:pt x="667055" y="117291"/>
                </a:cubicBezTo>
                <a:lnTo>
                  <a:pt x="667055" y="166467"/>
                </a:lnTo>
                <a:cubicBezTo>
                  <a:pt x="667055" y="231245"/>
                  <a:pt x="614542" y="283758"/>
                  <a:pt x="549764" y="283758"/>
                </a:cubicBezTo>
                <a:lnTo>
                  <a:pt x="117291" y="283758"/>
                </a:lnTo>
                <a:cubicBezTo>
                  <a:pt x="52513" y="283758"/>
                  <a:pt x="0" y="231245"/>
                  <a:pt x="0" y="166467"/>
                </a:cubicBezTo>
                <a:lnTo>
                  <a:pt x="0" y="117291"/>
                </a:lnTo>
                <a:cubicBezTo>
                  <a:pt x="0" y="52513"/>
                  <a:pt x="52513" y="0"/>
                  <a:pt x="11729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5551590" name="TextBox 32"/>
          <p:cNvSpPr txBox="1"/>
          <p:nvPr/>
        </p:nvSpPr>
        <p:spPr bwMode="auto">
          <a:xfrm rot="0" flipH="0" flipV="0">
            <a:off x="4337852" y="2262722"/>
            <a:ext cx="1584144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4.24 BTC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2969142" name="Freeform 34"/>
          <p:cNvSpPr/>
          <p:nvPr/>
        </p:nvSpPr>
        <p:spPr bwMode="auto">
          <a:xfrm rot="0" flipH="0" flipV="0">
            <a:off x="7118474" y="2144509"/>
            <a:ext cx="4520506" cy="2904779"/>
          </a:xfrm>
          <a:custGeom>
            <a:avLst/>
            <a:gdLst/>
            <a:ahLst/>
            <a:cxnLst/>
            <a:rect l="l" t="t" r="r" b="b"/>
            <a:pathLst>
              <a:path w="1785830" h="1147536" fill="norm" stroke="1" extrusionOk="0">
                <a:moveTo>
                  <a:pt x="11988" y="0"/>
                </a:moveTo>
                <a:lnTo>
                  <a:pt x="1773841" y="0"/>
                </a:lnTo>
                <a:cubicBezTo>
                  <a:pt x="1780462" y="0"/>
                  <a:pt x="1785830" y="5367"/>
                  <a:pt x="1785830" y="11988"/>
                </a:cubicBezTo>
                <a:lnTo>
                  <a:pt x="1785830" y="1135548"/>
                </a:lnTo>
                <a:cubicBezTo>
                  <a:pt x="1785830" y="1138727"/>
                  <a:pt x="1784567" y="1141776"/>
                  <a:pt x="1782319" y="1144025"/>
                </a:cubicBezTo>
                <a:cubicBezTo>
                  <a:pt x="1780070" y="1146273"/>
                  <a:pt x="1777021" y="1147536"/>
                  <a:pt x="1773841" y="1147536"/>
                </a:cubicBezTo>
                <a:lnTo>
                  <a:pt x="11988" y="1147536"/>
                </a:lnTo>
                <a:cubicBezTo>
                  <a:pt x="5367" y="1147536"/>
                  <a:pt x="0" y="1142168"/>
                  <a:pt x="0" y="1135548"/>
                </a:cubicBezTo>
                <a:lnTo>
                  <a:pt x="0" y="11988"/>
                </a:lnTo>
                <a:cubicBezTo>
                  <a:pt x="0" y="8809"/>
                  <a:pt x="1263" y="5760"/>
                  <a:pt x="3511" y="3511"/>
                </a:cubicBezTo>
                <a:cubicBezTo>
                  <a:pt x="5760" y="1263"/>
                  <a:pt x="8809" y="0"/>
                  <a:pt x="1198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0950687" name="TextBox 35"/>
          <p:cNvSpPr txBox="1"/>
          <p:nvPr/>
        </p:nvSpPr>
        <p:spPr bwMode="auto">
          <a:xfrm rot="0" flipH="0" flipV="0">
            <a:off x="7118474" y="1951628"/>
            <a:ext cx="4520506" cy="309766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4071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ブロック報酬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</p:txBody>
      </p:sp>
      <p:sp>
        <p:nvSpPr>
          <p:cNvPr id="1093393779" name="Freeform 36"/>
          <p:cNvSpPr/>
          <p:nvPr/>
        </p:nvSpPr>
        <p:spPr bwMode="auto">
          <a:xfrm>
            <a:off x="2305940" y="2421061"/>
            <a:ext cx="673876" cy="673876"/>
          </a:xfrm>
          <a:custGeom>
            <a:avLst/>
            <a:gdLst/>
            <a:ahLst/>
            <a:cxnLst/>
            <a:rect l="l" t="t" r="r" b="b"/>
            <a:pathLst>
              <a:path w="673878" h="673878" fill="norm" stroke="1" extrusionOk="0">
                <a:moveTo>
                  <a:pt x="0" y="0"/>
                </a:moveTo>
                <a:lnTo>
                  <a:pt x="673878" y="0"/>
                </a:lnTo>
                <a:lnTo>
                  <a:pt x="673878" y="673879"/>
                </a:lnTo>
                <a:lnTo>
                  <a:pt x="0" y="673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192164" name="TextBox 37"/>
          <p:cNvSpPr txBox="1"/>
          <p:nvPr/>
        </p:nvSpPr>
        <p:spPr bwMode="auto">
          <a:xfrm flipH="0" flipV="0">
            <a:off x="1451090" y="543064"/>
            <a:ext cx="4918995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コインベースTX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2436412" name="TextBox 38"/>
          <p:cNvSpPr txBox="1"/>
          <p:nvPr/>
        </p:nvSpPr>
        <p:spPr bwMode="auto">
          <a:xfrm flipH="0" flipV="0">
            <a:off x="1567416" y="1782434"/>
            <a:ext cx="2202773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1400"/>
          </a:p>
        </p:txBody>
      </p:sp>
      <p:sp>
        <p:nvSpPr>
          <p:cNvPr id="687879712" name="TextBox 39"/>
          <p:cNvSpPr txBox="1"/>
          <p:nvPr/>
        </p:nvSpPr>
        <p:spPr bwMode="auto">
          <a:xfrm flipH="0" flipV="0">
            <a:off x="4054465" y="1782434"/>
            <a:ext cx="2202773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58826184" name="AutoShape 40"/>
          <p:cNvSpPr/>
          <p:nvPr/>
        </p:nvSpPr>
        <p:spPr bwMode="auto">
          <a:xfrm flipH="1" flipV="1">
            <a:off x="6080145" y="2802864"/>
            <a:ext cx="916300" cy="38205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337667" name="Freeform 42"/>
          <p:cNvSpPr/>
          <p:nvPr/>
        </p:nvSpPr>
        <p:spPr bwMode="auto">
          <a:xfrm rot="0" flipH="0" flipV="0">
            <a:off x="7463278" y="3102724"/>
            <a:ext cx="3830896" cy="673875"/>
          </a:xfrm>
          <a:custGeom>
            <a:avLst/>
            <a:gdLst/>
            <a:ahLst/>
            <a:cxnLst/>
            <a:rect l="l" t="t" r="r" b="b"/>
            <a:pathLst>
              <a:path w="1613120" h="283758" fill="norm" stroke="1" extrusionOk="0">
                <a:moveTo>
                  <a:pt x="48502" y="0"/>
                </a:moveTo>
                <a:lnTo>
                  <a:pt x="1564618" y="0"/>
                </a:lnTo>
                <a:cubicBezTo>
                  <a:pt x="1591405" y="0"/>
                  <a:pt x="1613120" y="21715"/>
                  <a:pt x="1613120" y="48502"/>
                </a:cubicBezTo>
                <a:lnTo>
                  <a:pt x="1613120" y="235256"/>
                </a:lnTo>
                <a:cubicBezTo>
                  <a:pt x="1613120" y="262043"/>
                  <a:pt x="1591405" y="283758"/>
                  <a:pt x="1564618" y="283758"/>
                </a:cubicBezTo>
                <a:lnTo>
                  <a:pt x="48502" y="283758"/>
                </a:lnTo>
                <a:cubicBezTo>
                  <a:pt x="21715" y="283758"/>
                  <a:pt x="0" y="262043"/>
                  <a:pt x="0" y="235256"/>
                </a:cubicBezTo>
                <a:lnTo>
                  <a:pt x="0" y="48502"/>
                </a:lnTo>
                <a:cubicBezTo>
                  <a:pt x="0" y="21715"/>
                  <a:pt x="21715" y="0"/>
                  <a:pt x="4850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418722280" name="TextBox 43"/>
          <p:cNvSpPr txBox="1"/>
          <p:nvPr/>
        </p:nvSpPr>
        <p:spPr bwMode="auto">
          <a:xfrm rot="0" flipH="0" flipV="0">
            <a:off x="7463278" y="2944386"/>
            <a:ext cx="3830896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89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Medium"/>
              </a:rPr>
              <a:t>ブロック補助金</a:t>
            </a:r>
            <a:endParaRPr sz="1400"/>
          </a:p>
        </p:txBody>
      </p:sp>
      <p:sp>
        <p:nvSpPr>
          <p:cNvPr id="1568353036" name="Freeform 45"/>
          <p:cNvSpPr/>
          <p:nvPr/>
        </p:nvSpPr>
        <p:spPr bwMode="auto">
          <a:xfrm rot="0" flipH="0" flipV="0">
            <a:off x="7463278" y="4027474"/>
            <a:ext cx="3830896" cy="673875"/>
          </a:xfrm>
          <a:custGeom>
            <a:avLst/>
            <a:gdLst/>
            <a:ahLst/>
            <a:cxnLst/>
            <a:rect l="l" t="t" r="r" b="b"/>
            <a:pathLst>
              <a:path w="1613120" h="283758" fill="norm" stroke="1" extrusionOk="0">
                <a:moveTo>
                  <a:pt x="48502" y="0"/>
                </a:moveTo>
                <a:lnTo>
                  <a:pt x="1564618" y="0"/>
                </a:lnTo>
                <a:cubicBezTo>
                  <a:pt x="1591405" y="0"/>
                  <a:pt x="1613120" y="21715"/>
                  <a:pt x="1613120" y="48502"/>
                </a:cubicBezTo>
                <a:lnTo>
                  <a:pt x="1613120" y="235256"/>
                </a:lnTo>
                <a:cubicBezTo>
                  <a:pt x="1613120" y="262043"/>
                  <a:pt x="1591405" y="283758"/>
                  <a:pt x="1564618" y="283758"/>
                </a:cubicBezTo>
                <a:lnTo>
                  <a:pt x="48502" y="283758"/>
                </a:lnTo>
                <a:cubicBezTo>
                  <a:pt x="21715" y="283758"/>
                  <a:pt x="0" y="262043"/>
                  <a:pt x="0" y="235256"/>
                </a:cubicBezTo>
                <a:lnTo>
                  <a:pt x="0" y="48502"/>
                </a:lnTo>
                <a:cubicBezTo>
                  <a:pt x="0" y="21715"/>
                  <a:pt x="21715" y="0"/>
                  <a:pt x="4850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007703210" name="TextBox 46"/>
          <p:cNvSpPr txBox="1"/>
          <p:nvPr/>
        </p:nvSpPr>
        <p:spPr bwMode="auto">
          <a:xfrm rot="0" flipH="0" flipV="0">
            <a:off x="7463278" y="3869136"/>
            <a:ext cx="3830896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89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Medium"/>
              </a:rPr>
              <a:t>取引手数料</a:t>
            </a:r>
            <a:endParaRPr sz="1400"/>
          </a:p>
        </p:txBody>
      </p:sp>
      <p:sp>
        <p:nvSpPr>
          <p:cNvPr id="1254349926" name="Rectangle: Rounded Corners 12"/>
          <p:cNvSpPr/>
          <p:nvPr/>
        </p:nvSpPr>
        <p:spPr bwMode="auto">
          <a:xfrm>
            <a:off x="1451091" y="268927"/>
            <a:ext cx="4917556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595637" name="Freeform 26"/>
          <p:cNvSpPr/>
          <p:nvPr/>
        </p:nvSpPr>
        <p:spPr bwMode="auto">
          <a:xfrm>
            <a:off x="2401327" y="2899647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3872367" name="Freeform 28"/>
          <p:cNvSpPr/>
          <p:nvPr/>
        </p:nvSpPr>
        <p:spPr bwMode="auto">
          <a:xfrm>
            <a:off x="7993149" y="2899647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923206" name="AutoShape 29"/>
          <p:cNvSpPr/>
          <p:nvPr/>
        </p:nvSpPr>
        <p:spPr bwMode="auto">
          <a:xfrm>
            <a:off x="4221879" y="3444208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907126" name="AutoShape 30"/>
          <p:cNvSpPr/>
          <p:nvPr/>
        </p:nvSpPr>
        <p:spPr bwMode="auto">
          <a:xfrm>
            <a:off x="4221879" y="3840373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3214551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43" flipH="0" flipV="0">
            <a:off x="5169710" y="4465627"/>
            <a:ext cx="1451216" cy="729704"/>
          </a:xfrm>
          <a:prstGeom prst="rect">
            <a:avLst/>
          </a:prstGeom>
        </p:spPr>
      </p:pic>
      <p:pic>
        <p:nvPicPr>
          <p:cNvPr id="609167704" name=""/>
          <p:cNvPicPr>
            <a:picLocks noChangeAspect="1"/>
          </p:cNvPicPr>
          <p:nvPr/>
        </p:nvPicPr>
        <p:blipFill>
          <a:blip r:embed="rId6"/>
          <a:srcRect l="29279" t="24127" r="29616" b="23956"/>
          <a:stretch/>
        </p:blipFill>
        <p:spPr bwMode="auto">
          <a:xfrm flipH="0" flipV="0">
            <a:off x="5251931" y="1856896"/>
            <a:ext cx="1082657" cy="1367399"/>
          </a:xfrm>
          <a:prstGeom prst="rect">
            <a:avLst/>
          </a:prstGeom>
        </p:spPr>
      </p:pic>
      <p:sp>
        <p:nvSpPr>
          <p:cNvPr id="275183701" name="Freeform 33"/>
          <p:cNvSpPr/>
          <p:nvPr/>
        </p:nvSpPr>
        <p:spPr bwMode="auto">
          <a:xfrm>
            <a:off x="8952032" y="2275795"/>
            <a:ext cx="623849" cy="623849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017703" name="Freeform 26"/>
          <p:cNvSpPr/>
          <p:nvPr/>
        </p:nvSpPr>
        <p:spPr bwMode="auto">
          <a:xfrm>
            <a:off x="2543625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3160975" name="Freeform 28"/>
          <p:cNvSpPr/>
          <p:nvPr/>
        </p:nvSpPr>
        <p:spPr bwMode="auto">
          <a:xfrm>
            <a:off x="8135447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2040230" name="AutoShape 29"/>
          <p:cNvSpPr/>
          <p:nvPr/>
        </p:nvSpPr>
        <p:spPr bwMode="auto">
          <a:xfrm>
            <a:off x="4364177" y="1416489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481894" name="AutoShape 30"/>
          <p:cNvSpPr/>
          <p:nvPr/>
        </p:nvSpPr>
        <p:spPr bwMode="auto">
          <a:xfrm>
            <a:off x="4364177" y="1812655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631018" name="Freeform 31"/>
          <p:cNvSpPr/>
          <p:nvPr/>
        </p:nvSpPr>
        <p:spPr bwMode="auto">
          <a:xfrm>
            <a:off x="2543625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2909611" name="Freeform 34"/>
          <p:cNvSpPr/>
          <p:nvPr/>
        </p:nvSpPr>
        <p:spPr bwMode="auto">
          <a:xfrm>
            <a:off x="8135447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673896" name="AutoShape 35"/>
          <p:cNvSpPr/>
          <p:nvPr/>
        </p:nvSpPr>
        <p:spPr bwMode="auto">
          <a:xfrm>
            <a:off x="4364177" y="5235030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9473969" name="AutoShape 36"/>
          <p:cNvSpPr/>
          <p:nvPr/>
        </p:nvSpPr>
        <p:spPr bwMode="auto">
          <a:xfrm>
            <a:off x="4364177" y="5631197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671867" name="Freeform 37"/>
          <p:cNvSpPr/>
          <p:nvPr/>
        </p:nvSpPr>
        <p:spPr bwMode="auto">
          <a:xfrm>
            <a:off x="5493508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052347" name="Freeform 38"/>
          <p:cNvSpPr/>
          <p:nvPr/>
        </p:nvSpPr>
        <p:spPr bwMode="auto">
          <a:xfrm>
            <a:off x="5828232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746708" name="Freeform 39"/>
          <p:cNvSpPr/>
          <p:nvPr/>
        </p:nvSpPr>
        <p:spPr bwMode="auto">
          <a:xfrm>
            <a:off x="5328776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10109" name="Freeform 40"/>
          <p:cNvSpPr/>
          <p:nvPr/>
        </p:nvSpPr>
        <p:spPr bwMode="auto">
          <a:xfrm>
            <a:off x="5663502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733919" name="Freeform 41"/>
          <p:cNvSpPr/>
          <p:nvPr/>
        </p:nvSpPr>
        <p:spPr bwMode="auto">
          <a:xfrm>
            <a:off x="5992963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601857171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08" flipH="0" flipV="0">
            <a:off x="5312008" y="2437908"/>
            <a:ext cx="1451215" cy="729703"/>
          </a:xfrm>
          <a:prstGeom prst="rect">
            <a:avLst/>
          </a:prstGeom>
        </p:spPr>
      </p:pic>
      <p:pic>
        <p:nvPicPr>
          <p:cNvPr id="1048264993" name=""/>
          <p:cNvPicPr>
            <a:picLocks noChangeAspect="1"/>
          </p:cNvPicPr>
          <p:nvPr/>
        </p:nvPicPr>
        <p:blipFill>
          <a:blip r:embed="rId13"/>
          <a:srcRect l="29279" t="24127" r="29616" b="23956"/>
          <a:stretch/>
        </p:blipFill>
        <p:spPr bwMode="auto">
          <a:xfrm flipH="0" flipV="0">
            <a:off x="5496289" y="3518623"/>
            <a:ext cx="1082656" cy="13673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875057" name="Freeform 26"/>
          <p:cNvSpPr/>
          <p:nvPr/>
        </p:nvSpPr>
        <p:spPr bwMode="auto">
          <a:xfrm>
            <a:off x="671192" y="1942822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8117665" name="Freeform 27"/>
          <p:cNvSpPr/>
          <p:nvPr/>
        </p:nvSpPr>
        <p:spPr bwMode="auto">
          <a:xfrm>
            <a:off x="9592473" y="1942822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813373" name="AutoShape 28"/>
          <p:cNvSpPr/>
          <p:nvPr/>
        </p:nvSpPr>
        <p:spPr bwMode="auto">
          <a:xfrm>
            <a:off x="3575730" y="3305578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969837" name="Freeform 29"/>
          <p:cNvSpPr/>
          <p:nvPr/>
        </p:nvSpPr>
        <p:spPr bwMode="auto">
          <a:xfrm>
            <a:off x="10862027" y="4501820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604478" name="Freeform 30"/>
          <p:cNvSpPr/>
          <p:nvPr/>
        </p:nvSpPr>
        <p:spPr bwMode="auto">
          <a:xfrm>
            <a:off x="5190491" y="1812319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2914727" name="Freeform 31"/>
          <p:cNvSpPr/>
          <p:nvPr/>
        </p:nvSpPr>
        <p:spPr bwMode="auto">
          <a:xfrm>
            <a:off x="8879684" y="4329994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90" y="0"/>
                </a:lnTo>
                <a:lnTo>
                  <a:pt x="1776090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7569128" name="Freeform 32"/>
          <p:cNvSpPr/>
          <p:nvPr/>
        </p:nvSpPr>
        <p:spPr bwMode="auto">
          <a:xfrm>
            <a:off x="671192" y="4320881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30"/>
                </a:lnTo>
                <a:lnTo>
                  <a:pt x="0" y="9857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026453" name="Freeform 33"/>
          <p:cNvSpPr/>
          <p:nvPr/>
        </p:nvSpPr>
        <p:spPr bwMode="auto">
          <a:xfrm>
            <a:off x="2656603" y="4510932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71327" name="Freeform 26"/>
          <p:cNvSpPr/>
          <p:nvPr/>
        </p:nvSpPr>
        <p:spPr bwMode="auto">
          <a:xfrm>
            <a:off x="707534" y="220067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58027" name="Freeform 27"/>
          <p:cNvSpPr/>
          <p:nvPr/>
        </p:nvSpPr>
        <p:spPr bwMode="auto">
          <a:xfrm>
            <a:off x="9628815" y="220067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486926" name="AutoShape 28"/>
          <p:cNvSpPr/>
          <p:nvPr/>
        </p:nvSpPr>
        <p:spPr bwMode="auto">
          <a:xfrm>
            <a:off x="3612072" y="3563432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153850" name="Freeform 31"/>
          <p:cNvSpPr/>
          <p:nvPr/>
        </p:nvSpPr>
        <p:spPr bwMode="auto">
          <a:xfrm>
            <a:off x="1860490" y="4759674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4954616" name="Freeform 33"/>
          <p:cNvSpPr/>
          <p:nvPr/>
        </p:nvSpPr>
        <p:spPr bwMode="auto">
          <a:xfrm>
            <a:off x="10781771" y="4759674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14113763" name=""/>
          <p:cNvPicPr>
            <a:picLocks noChangeAspect="1"/>
          </p:cNvPicPr>
          <p:nvPr/>
        </p:nvPicPr>
        <p:blipFill>
          <a:blip r:embed="rId7"/>
          <a:srcRect l="14521" t="12638" r="13870" b="14170"/>
          <a:stretch/>
        </p:blipFill>
        <p:spPr bwMode="auto">
          <a:xfrm flipH="0" flipV="0">
            <a:off x="5346349" y="1753638"/>
            <a:ext cx="1285095" cy="1313526"/>
          </a:xfrm>
          <a:prstGeom prst="rect">
            <a:avLst/>
          </a:prstGeom>
        </p:spPr>
      </p:pic>
      <p:pic>
        <p:nvPicPr>
          <p:cNvPr id="301305573" name=""/>
          <p:cNvPicPr>
            <a:picLocks noChangeAspect="1"/>
          </p:cNvPicPr>
          <p:nvPr/>
        </p:nvPicPr>
        <p:blipFill>
          <a:blip r:embed="rId8"/>
          <a:srcRect l="14521" t="12638" r="13870" b="14170"/>
          <a:stretch/>
        </p:blipFill>
        <p:spPr bwMode="auto">
          <a:xfrm flipH="0" flipV="0">
            <a:off x="369140" y="4520345"/>
            <a:ext cx="1285094" cy="1313525"/>
          </a:xfrm>
          <a:prstGeom prst="rect">
            <a:avLst/>
          </a:prstGeom>
        </p:spPr>
      </p:pic>
      <p:pic>
        <p:nvPicPr>
          <p:cNvPr id="1556022349" name=""/>
          <p:cNvPicPr>
            <a:picLocks noChangeAspect="1"/>
          </p:cNvPicPr>
          <p:nvPr/>
        </p:nvPicPr>
        <p:blipFill>
          <a:blip r:embed="rId9"/>
          <a:srcRect l="14521" t="12638" r="13870" b="14170"/>
          <a:stretch/>
        </p:blipFill>
        <p:spPr bwMode="auto">
          <a:xfrm flipH="0" flipV="0">
            <a:off x="9364972" y="4520345"/>
            <a:ext cx="1285094" cy="131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726402" name="Freeform 26"/>
          <p:cNvSpPr/>
          <p:nvPr/>
        </p:nvSpPr>
        <p:spPr bwMode="auto">
          <a:xfrm>
            <a:off x="596778" y="158739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367186" name="Freeform 27"/>
          <p:cNvSpPr/>
          <p:nvPr/>
        </p:nvSpPr>
        <p:spPr bwMode="auto">
          <a:xfrm>
            <a:off x="9518059" y="158739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91524" name="AutoShape 28"/>
          <p:cNvSpPr/>
          <p:nvPr/>
        </p:nvSpPr>
        <p:spPr bwMode="auto">
          <a:xfrm>
            <a:off x="3501316" y="2950156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02568" name="Freeform 29"/>
          <p:cNvSpPr/>
          <p:nvPr/>
        </p:nvSpPr>
        <p:spPr bwMode="auto">
          <a:xfrm>
            <a:off x="4924445" y="4130148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170196" name="Freeform 30"/>
          <p:cNvSpPr/>
          <p:nvPr/>
        </p:nvSpPr>
        <p:spPr bwMode="auto">
          <a:xfrm>
            <a:off x="4602973" y="1242694"/>
            <a:ext cx="1423473" cy="935933"/>
          </a:xfrm>
          <a:custGeom>
            <a:avLst/>
            <a:gdLst/>
            <a:ahLst/>
            <a:cxnLst/>
            <a:rect l="l" t="t" r="r" b="b"/>
            <a:pathLst>
              <a:path w="1423475" h="935935" fill="norm" stroke="1" extrusionOk="0">
                <a:moveTo>
                  <a:pt x="0" y="0"/>
                </a:moveTo>
                <a:lnTo>
                  <a:pt x="1423475" y="0"/>
                </a:lnTo>
                <a:lnTo>
                  <a:pt x="1423475" y="935935"/>
                </a:lnTo>
                <a:lnTo>
                  <a:pt x="0" y="935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4673343" name="TextBox 31"/>
          <p:cNvSpPr txBox="1"/>
          <p:nvPr/>
        </p:nvSpPr>
        <p:spPr bwMode="auto">
          <a:xfrm>
            <a:off x="6314229" y="1359825"/>
            <a:ext cx="1092118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0298807" name="TextBox 32"/>
          <p:cNvSpPr txBox="1"/>
          <p:nvPr/>
        </p:nvSpPr>
        <p:spPr bwMode="auto">
          <a:xfrm>
            <a:off x="797369" y="3919833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- 10 €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92241318" name="TextBox 33"/>
          <p:cNvSpPr txBox="1"/>
          <p:nvPr/>
        </p:nvSpPr>
        <p:spPr bwMode="auto">
          <a:xfrm>
            <a:off x="9718650" y="3919833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+ 10 €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861017" name="TextBox 26"/>
          <p:cNvSpPr txBox="1"/>
          <p:nvPr/>
        </p:nvSpPr>
        <p:spPr bwMode="auto">
          <a:xfrm>
            <a:off x="704677" y="2175635"/>
            <a:ext cx="1004012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銀行システムの機密性モデル：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89695126" name="Freeform 28"/>
          <p:cNvSpPr/>
          <p:nvPr/>
        </p:nvSpPr>
        <p:spPr bwMode="auto">
          <a:xfrm rot="0" flipH="0" flipV="0">
            <a:off x="7167780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10052483" name="TextBox 29"/>
          <p:cNvSpPr txBox="1"/>
          <p:nvPr/>
        </p:nvSpPr>
        <p:spPr bwMode="auto">
          <a:xfrm rot="0" flipH="0" flipV="0">
            <a:off x="7167780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カウンターパート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1456846" name="Freeform 31"/>
          <p:cNvSpPr/>
          <p:nvPr/>
        </p:nvSpPr>
        <p:spPr bwMode="auto">
          <a:xfrm rot="0" flipH="0" flipV="0">
            <a:off x="9598446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05003550" name="TextBox 32"/>
          <p:cNvSpPr txBox="1"/>
          <p:nvPr/>
        </p:nvSpPr>
        <p:spPr bwMode="auto">
          <a:xfrm rot="0" flipH="0" flipV="0">
            <a:off x="9598446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パブリック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7540183" name="Freeform 34"/>
          <p:cNvSpPr/>
          <p:nvPr/>
        </p:nvSpPr>
        <p:spPr bwMode="auto">
          <a:xfrm rot="0" flipH="0" flipV="0">
            <a:off x="501254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102368305" name="TextBox 35"/>
          <p:cNvSpPr txBox="1"/>
          <p:nvPr/>
        </p:nvSpPr>
        <p:spPr bwMode="auto">
          <a:xfrm rot="0" flipH="0" flipV="0">
            <a:off x="501254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銀行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82103393" name="Freeform 37"/>
          <p:cNvSpPr/>
          <p:nvPr/>
        </p:nvSpPr>
        <p:spPr bwMode="auto">
          <a:xfrm rot="0" flipH="0" flipV="0">
            <a:off x="2857314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28435137" name="TextBox 38"/>
          <p:cNvSpPr txBox="1"/>
          <p:nvPr/>
        </p:nvSpPr>
        <p:spPr bwMode="auto">
          <a:xfrm rot="0" flipH="0" flipV="0">
            <a:off x="2857314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トランザクション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2210237" name="Freeform 40"/>
          <p:cNvSpPr/>
          <p:nvPr/>
        </p:nvSpPr>
        <p:spPr bwMode="auto">
          <a:xfrm rot="0" flipH="0" flipV="0">
            <a:off x="70467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01263873" name="TextBox 41"/>
          <p:cNvSpPr txBox="1"/>
          <p:nvPr/>
        </p:nvSpPr>
        <p:spPr bwMode="auto">
          <a:xfrm rot="0" flipH="0" flipV="0">
            <a:off x="70467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アイデンティティ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50001442" name="AutoShape 42"/>
          <p:cNvSpPr/>
          <p:nvPr/>
        </p:nvSpPr>
        <p:spPr bwMode="auto">
          <a:xfrm>
            <a:off x="9346164" y="2996226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46710417" name="AutoShape 43"/>
          <p:cNvSpPr/>
          <p:nvPr/>
        </p:nvSpPr>
        <p:spPr bwMode="auto">
          <a:xfrm>
            <a:off x="2631310" y="3798645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3517972" name="AutoShape 44"/>
          <p:cNvSpPr/>
          <p:nvPr/>
        </p:nvSpPr>
        <p:spPr bwMode="auto">
          <a:xfrm>
            <a:off x="4783948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56720541" name="AutoShape 45"/>
          <p:cNvSpPr/>
          <p:nvPr/>
        </p:nvSpPr>
        <p:spPr bwMode="auto">
          <a:xfrm>
            <a:off x="6939181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343637" name="Freeform 26"/>
          <p:cNvSpPr/>
          <p:nvPr/>
        </p:nvSpPr>
        <p:spPr bwMode="auto">
          <a:xfrm>
            <a:off x="2654583" y="4091194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828481" name="Freeform 28"/>
          <p:cNvSpPr/>
          <p:nvPr/>
        </p:nvSpPr>
        <p:spPr bwMode="auto">
          <a:xfrm>
            <a:off x="8246405" y="4091194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196913" name="AutoShape 29"/>
          <p:cNvSpPr/>
          <p:nvPr/>
        </p:nvSpPr>
        <p:spPr bwMode="auto">
          <a:xfrm>
            <a:off x="4475134" y="4635754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98106" name="AutoShape 30"/>
          <p:cNvSpPr/>
          <p:nvPr/>
        </p:nvSpPr>
        <p:spPr bwMode="auto">
          <a:xfrm>
            <a:off x="4475134" y="5031919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3188045" name="Freeform 31"/>
          <p:cNvSpPr/>
          <p:nvPr/>
        </p:nvSpPr>
        <p:spPr bwMode="auto">
          <a:xfrm>
            <a:off x="5655454" y="3835800"/>
            <a:ext cx="776857" cy="510783"/>
          </a:xfrm>
          <a:custGeom>
            <a:avLst/>
            <a:gdLst/>
            <a:ahLst/>
            <a:cxnLst/>
            <a:rect l="l" t="t" r="r" b="b"/>
            <a:pathLst>
              <a:path w="776859" h="510785" fill="norm" stroke="1" extrusionOk="0">
                <a:moveTo>
                  <a:pt x="0" y="0"/>
                </a:moveTo>
                <a:lnTo>
                  <a:pt x="776860" y="0"/>
                </a:lnTo>
                <a:lnTo>
                  <a:pt x="776860" y="510785"/>
                </a:lnTo>
                <a:lnTo>
                  <a:pt x="0" y="510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964782" name="Freeform 32"/>
          <p:cNvSpPr/>
          <p:nvPr/>
        </p:nvSpPr>
        <p:spPr bwMode="auto">
          <a:xfrm>
            <a:off x="2376917" y="248106"/>
            <a:ext cx="1361786" cy="1302363"/>
          </a:xfrm>
          <a:custGeom>
            <a:avLst/>
            <a:gdLst/>
            <a:ahLst/>
            <a:cxnLst/>
            <a:rect l="l" t="t" r="r" b="b"/>
            <a:pathLst>
              <a:path w="1361788" h="1302365" fill="norm" stroke="1" extrusionOk="0">
                <a:moveTo>
                  <a:pt x="0" y="0"/>
                </a:moveTo>
                <a:lnTo>
                  <a:pt x="1361788" y="0"/>
                </a:lnTo>
                <a:lnTo>
                  <a:pt x="1361788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475820" name="Freeform 33"/>
          <p:cNvSpPr/>
          <p:nvPr/>
        </p:nvSpPr>
        <p:spPr bwMode="auto">
          <a:xfrm>
            <a:off x="8436567" y="237482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9894125" name="AutoShape 34"/>
          <p:cNvSpPr/>
          <p:nvPr/>
        </p:nvSpPr>
        <p:spPr bwMode="auto">
          <a:xfrm>
            <a:off x="3738705" y="2251990"/>
            <a:ext cx="1817857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17746" name="AutoShape 35"/>
          <p:cNvSpPr/>
          <p:nvPr/>
        </p:nvSpPr>
        <p:spPr bwMode="auto">
          <a:xfrm flipH="1">
            <a:off x="6531204" y="2251990"/>
            <a:ext cx="1824921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59890" name="Freeform 36"/>
          <p:cNvSpPr/>
          <p:nvPr/>
        </p:nvSpPr>
        <p:spPr bwMode="auto">
          <a:xfrm>
            <a:off x="3406536" y="2735732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243110" name="TextBox 37"/>
          <p:cNvSpPr txBox="1"/>
          <p:nvPr/>
        </p:nvSpPr>
        <p:spPr bwMode="auto">
          <a:xfrm flipH="0" flipV="0">
            <a:off x="1068749" y="5464099"/>
            <a:ext cx="4494541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お客様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207674" name="TextBox 38"/>
          <p:cNvSpPr txBox="1"/>
          <p:nvPr/>
        </p:nvSpPr>
        <p:spPr bwMode="auto">
          <a:xfrm flipH="0" flipV="0">
            <a:off x="6447436" y="5464098"/>
            <a:ext cx="5005003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ベーカー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72962996" name="TextBox 39"/>
          <p:cNvSpPr txBox="1"/>
          <p:nvPr/>
        </p:nvSpPr>
        <p:spPr bwMode="auto">
          <a:xfrm flipH="0" flipV="0">
            <a:off x="7041942" y="1621011"/>
            <a:ext cx="4277147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隣人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1983422" name="TextBox 40"/>
          <p:cNvSpPr txBox="1"/>
          <p:nvPr/>
        </p:nvSpPr>
        <p:spPr bwMode="auto">
          <a:xfrm flipH="0" flipV="0">
            <a:off x="1316399" y="1621012"/>
            <a:ext cx="3770259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i="0" u="none" lang="en-US">
                <a:solidFill>
                  <a:srgbClr val="000000"/>
                </a:solidFill>
                <a:latin typeface="IBM Plex Sans"/>
              </a:rPr>
              <a:t>バンカー</a:t>
            </a:r>
            <a:endParaRPr/>
          </a:p>
        </p:txBody>
      </p:sp>
      <p:sp>
        <p:nvSpPr>
          <p:cNvPr id="1316655843" name="Freeform 41"/>
          <p:cNvSpPr/>
          <p:nvPr/>
        </p:nvSpPr>
        <p:spPr bwMode="auto">
          <a:xfrm>
            <a:off x="7811580" y="2735732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057668" name="Freeform 42"/>
          <p:cNvSpPr/>
          <p:nvPr/>
        </p:nvSpPr>
        <p:spPr bwMode="auto">
          <a:xfrm>
            <a:off x="2971637" y="2542704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154206" name="Freeform 43"/>
          <p:cNvSpPr/>
          <p:nvPr/>
        </p:nvSpPr>
        <p:spPr bwMode="auto">
          <a:xfrm>
            <a:off x="8681231" y="2518282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67250913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43" flipH="0" flipV="0">
            <a:off x="5339862" y="5521253"/>
            <a:ext cx="1632129" cy="820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92164" name=""/>
          <p:cNvSpPr/>
          <p:nvPr/>
        </p:nvSpPr>
        <p:spPr bwMode="auto">
          <a:xfrm rot="0" flipH="0" flipV="0">
            <a:off x="100098" y="4015291"/>
            <a:ext cx="8643935" cy="52387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66048113" name="TextBox 26"/>
          <p:cNvSpPr txBox="1"/>
          <p:nvPr/>
        </p:nvSpPr>
        <p:spPr bwMode="auto">
          <a:xfrm>
            <a:off x="488357" y="658952"/>
            <a:ext cx="1004156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銀行システムの機密性モデル：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8296615" name="TextBox 27"/>
          <p:cNvSpPr txBox="1"/>
          <p:nvPr/>
        </p:nvSpPr>
        <p:spPr bwMode="auto">
          <a:xfrm>
            <a:off x="488358" y="3840123"/>
            <a:ext cx="1003976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ビットコインのプライバシーモデル：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898143" name="Freeform 29"/>
          <p:cNvSpPr/>
          <p:nvPr/>
        </p:nvSpPr>
        <p:spPr bwMode="auto">
          <a:xfrm rot="0" flipH="0" flipV="0">
            <a:off x="6951460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27283531" name="TextBox 30"/>
          <p:cNvSpPr txBox="1"/>
          <p:nvPr/>
        </p:nvSpPr>
        <p:spPr bwMode="auto">
          <a:xfrm rot="0" flipH="0" flipV="0">
            <a:off x="6951460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カウンターパート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6735413" name="Freeform 32"/>
          <p:cNvSpPr/>
          <p:nvPr/>
        </p:nvSpPr>
        <p:spPr bwMode="auto">
          <a:xfrm rot="0" flipH="0" flipV="0">
            <a:off x="9382125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545230259" name="TextBox 33"/>
          <p:cNvSpPr txBox="1"/>
          <p:nvPr/>
        </p:nvSpPr>
        <p:spPr bwMode="auto">
          <a:xfrm rot="0" flipH="0" flipV="0">
            <a:off x="9382125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パブリック</a:t>
            </a:r>
            <a:endParaRPr sz="1600"/>
          </a:p>
        </p:txBody>
      </p:sp>
      <p:sp>
        <p:nvSpPr>
          <p:cNvPr id="606348025" name="Freeform 35"/>
          <p:cNvSpPr/>
          <p:nvPr/>
        </p:nvSpPr>
        <p:spPr bwMode="auto">
          <a:xfrm rot="0" flipH="0" flipV="0">
            <a:off x="4796227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41606026" name="TextBox 36"/>
          <p:cNvSpPr txBox="1"/>
          <p:nvPr/>
        </p:nvSpPr>
        <p:spPr bwMode="auto">
          <a:xfrm rot="0" flipH="0" flipV="0">
            <a:off x="4796227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銀行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3637234" name="Freeform 38"/>
          <p:cNvSpPr/>
          <p:nvPr/>
        </p:nvSpPr>
        <p:spPr bwMode="auto">
          <a:xfrm rot="0" flipH="0" flipV="0">
            <a:off x="2640996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42879750" name="TextBox 39"/>
          <p:cNvSpPr txBox="1"/>
          <p:nvPr/>
        </p:nvSpPr>
        <p:spPr bwMode="auto">
          <a:xfrm rot="0" flipH="0" flipV="0">
            <a:off x="2640996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トランザクション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05964979" name="Freeform 41"/>
          <p:cNvSpPr/>
          <p:nvPr/>
        </p:nvSpPr>
        <p:spPr bwMode="auto">
          <a:xfrm rot="0" flipH="0" flipV="0">
            <a:off x="488358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65870520" name="TextBox 42"/>
          <p:cNvSpPr txBox="1"/>
          <p:nvPr/>
        </p:nvSpPr>
        <p:spPr bwMode="auto">
          <a:xfrm rot="0" flipH="0" flipV="0">
            <a:off x="488358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アイデンティティ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46597616" name="AutoShape 43"/>
          <p:cNvSpPr/>
          <p:nvPr/>
        </p:nvSpPr>
        <p:spPr bwMode="auto">
          <a:xfrm>
            <a:off x="9129844" y="1479544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07136043" name="Freeform 45"/>
          <p:cNvSpPr/>
          <p:nvPr/>
        </p:nvSpPr>
        <p:spPr bwMode="auto">
          <a:xfrm rot="0" flipH="0" flipV="0">
            <a:off x="5062927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85204618" name="TextBox 46"/>
          <p:cNvSpPr txBox="1"/>
          <p:nvPr/>
        </p:nvSpPr>
        <p:spPr bwMode="auto">
          <a:xfrm rot="0" flipH="0" flipV="0">
            <a:off x="5062927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パブリック</a:t>
            </a:r>
            <a:endParaRPr sz="1600"/>
          </a:p>
        </p:txBody>
      </p:sp>
      <p:sp>
        <p:nvSpPr>
          <p:cNvPr id="69467122" name="Freeform 48"/>
          <p:cNvSpPr/>
          <p:nvPr/>
        </p:nvSpPr>
        <p:spPr bwMode="auto">
          <a:xfrm rot="0" flipH="0" flipV="0">
            <a:off x="2907696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59585247" name="TextBox 49"/>
          <p:cNvSpPr txBox="1"/>
          <p:nvPr/>
        </p:nvSpPr>
        <p:spPr bwMode="auto">
          <a:xfrm rot="0" flipH="0" flipV="0">
            <a:off x="2907696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トランザクション</a:t>
            </a:r>
            <a:endParaRPr sz="1600"/>
          </a:p>
        </p:txBody>
      </p:sp>
      <p:sp>
        <p:nvSpPr>
          <p:cNvPr id="1574016115" name="Freeform 51"/>
          <p:cNvSpPr/>
          <p:nvPr/>
        </p:nvSpPr>
        <p:spPr bwMode="auto">
          <a:xfrm rot="0" flipH="0" flipV="0">
            <a:off x="488358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00213114" name="TextBox 52"/>
          <p:cNvSpPr txBox="1"/>
          <p:nvPr/>
        </p:nvSpPr>
        <p:spPr bwMode="auto">
          <a:xfrm rot="0" flipH="0" flipV="0">
            <a:off x="488358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アイデンティティ</a:t>
            </a:r>
            <a:endParaRPr sz="1600"/>
          </a:p>
        </p:txBody>
      </p:sp>
      <p:sp>
        <p:nvSpPr>
          <p:cNvPr id="1806136254" name="AutoShape 53"/>
          <p:cNvSpPr/>
          <p:nvPr/>
        </p:nvSpPr>
        <p:spPr bwMode="auto">
          <a:xfrm>
            <a:off x="2660046" y="4656547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43675079" name="AutoShape 54"/>
          <p:cNvSpPr/>
          <p:nvPr/>
        </p:nvSpPr>
        <p:spPr bwMode="auto">
          <a:xfrm>
            <a:off x="2414990" y="2281962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31124275" name="AutoShape 55"/>
          <p:cNvSpPr/>
          <p:nvPr/>
        </p:nvSpPr>
        <p:spPr bwMode="auto">
          <a:xfrm>
            <a:off x="4567628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20172741" name="AutoShape 56"/>
          <p:cNvSpPr/>
          <p:nvPr/>
        </p:nvSpPr>
        <p:spPr bwMode="auto">
          <a:xfrm>
            <a:off x="6722861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3633577" name="AutoShape 57"/>
          <p:cNvSpPr/>
          <p:nvPr/>
        </p:nvSpPr>
        <p:spPr bwMode="auto">
          <a:xfrm>
            <a:off x="4834327" y="5458964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797719" name="Freeform 26"/>
          <p:cNvSpPr/>
          <p:nvPr/>
        </p:nvSpPr>
        <p:spPr bwMode="auto">
          <a:xfrm>
            <a:off x="1577465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744474" name="Freeform 28"/>
          <p:cNvSpPr/>
          <p:nvPr/>
        </p:nvSpPr>
        <p:spPr bwMode="auto">
          <a:xfrm>
            <a:off x="9669170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568972" name="AutoShape 29"/>
          <p:cNvSpPr/>
          <p:nvPr/>
        </p:nvSpPr>
        <p:spPr bwMode="auto">
          <a:xfrm>
            <a:off x="4725796" y="4177692"/>
            <a:ext cx="2847385" cy="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9603005" name="AutoShape 30"/>
          <p:cNvSpPr/>
          <p:nvPr/>
        </p:nvSpPr>
        <p:spPr bwMode="auto">
          <a:xfrm>
            <a:off x="3463240" y="4900565"/>
            <a:ext cx="537249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278409" name="Freeform 31"/>
          <p:cNvSpPr/>
          <p:nvPr/>
        </p:nvSpPr>
        <p:spPr bwMode="auto">
          <a:xfrm>
            <a:off x="5797495" y="3138816"/>
            <a:ext cx="784109" cy="784109"/>
          </a:xfrm>
          <a:custGeom>
            <a:avLst/>
            <a:gdLst/>
            <a:ahLst/>
            <a:cxnLst/>
            <a:rect l="l" t="t" r="r" b="b"/>
            <a:pathLst>
              <a:path w="784111" h="784111" fill="norm" stroke="1" extrusionOk="0">
                <a:moveTo>
                  <a:pt x="0" y="0"/>
                </a:moveTo>
                <a:lnTo>
                  <a:pt x="784111" y="0"/>
                </a:lnTo>
                <a:lnTo>
                  <a:pt x="784111" y="784110"/>
                </a:lnTo>
                <a:lnTo>
                  <a:pt x="0" y="784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848594" name="Freeform 32"/>
          <p:cNvSpPr/>
          <p:nvPr/>
        </p:nvSpPr>
        <p:spPr bwMode="auto">
          <a:xfrm>
            <a:off x="384087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1" y="0"/>
                </a:lnTo>
                <a:lnTo>
                  <a:pt x="627621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948963" name="Freeform 33"/>
          <p:cNvSpPr/>
          <p:nvPr/>
        </p:nvSpPr>
        <p:spPr bwMode="auto">
          <a:xfrm>
            <a:off x="783048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0" y="0"/>
                </a:lnTo>
                <a:lnTo>
                  <a:pt x="627620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699550" name="AutoShape 34"/>
          <p:cNvSpPr/>
          <p:nvPr/>
        </p:nvSpPr>
        <p:spPr bwMode="auto">
          <a:xfrm flipH="1">
            <a:off x="2629808" y="4111899"/>
            <a:ext cx="995104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66701" name="AutoShape 35"/>
          <p:cNvSpPr/>
          <p:nvPr/>
        </p:nvSpPr>
        <p:spPr bwMode="auto">
          <a:xfrm>
            <a:off x="8676803" y="4111899"/>
            <a:ext cx="992367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28863" name="Freeform 36"/>
          <p:cNvSpPr/>
          <p:nvPr/>
        </p:nvSpPr>
        <p:spPr bwMode="auto">
          <a:xfrm>
            <a:off x="3538999" y="185380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5"/>
                </a:lnTo>
                <a:lnTo>
                  <a:pt x="0" y="11548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694897" name="AutoShape 37"/>
          <p:cNvSpPr/>
          <p:nvPr/>
        </p:nvSpPr>
        <p:spPr bwMode="auto">
          <a:xfrm>
            <a:off x="4065173" y="1865609"/>
            <a:ext cx="1691740" cy="121124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754705" name="Freeform 38"/>
          <p:cNvSpPr/>
          <p:nvPr/>
        </p:nvSpPr>
        <p:spPr bwMode="auto">
          <a:xfrm>
            <a:off x="4992715" y="1939251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6"/>
                </a:lnTo>
                <a:lnTo>
                  <a:pt x="0" y="4289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4151925" name="Freeform 39"/>
          <p:cNvSpPr/>
          <p:nvPr/>
        </p:nvSpPr>
        <p:spPr bwMode="auto">
          <a:xfrm>
            <a:off x="5763854" y="1746434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2961853" name="Freeform 40"/>
          <p:cNvSpPr/>
          <p:nvPr/>
        </p:nvSpPr>
        <p:spPr bwMode="auto">
          <a:xfrm>
            <a:off x="1869956" y="2255928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823498" name="AutoShape 41"/>
          <p:cNvSpPr/>
          <p:nvPr/>
        </p:nvSpPr>
        <p:spPr bwMode="auto">
          <a:xfrm>
            <a:off x="4065173" y="1865609"/>
            <a:ext cx="0" cy="165681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840515" name="AutoShape 42"/>
          <p:cNvSpPr/>
          <p:nvPr/>
        </p:nvSpPr>
        <p:spPr bwMode="auto">
          <a:xfrm flipH="1">
            <a:off x="2397666" y="1865609"/>
            <a:ext cx="1667503" cy="194600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6178132" name="Freeform 43"/>
          <p:cNvSpPr/>
          <p:nvPr/>
        </p:nvSpPr>
        <p:spPr bwMode="auto">
          <a:xfrm>
            <a:off x="2255590" y="2448745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7"/>
                </a:lnTo>
                <a:lnTo>
                  <a:pt x="0" y="4289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0182956" name="Freeform 44"/>
          <p:cNvSpPr/>
          <p:nvPr/>
        </p:nvSpPr>
        <p:spPr bwMode="auto">
          <a:xfrm>
            <a:off x="4154683" y="2610959"/>
            <a:ext cx="524214" cy="465894"/>
          </a:xfrm>
          <a:custGeom>
            <a:avLst/>
            <a:gdLst/>
            <a:ahLst/>
            <a:cxnLst/>
            <a:rect l="l" t="t" r="r" b="b"/>
            <a:pathLst>
              <a:path w="524215" h="465896" fill="norm" stroke="1" extrusionOk="0">
                <a:moveTo>
                  <a:pt x="0" y="0"/>
                </a:moveTo>
                <a:lnTo>
                  <a:pt x="524216" y="0"/>
                </a:lnTo>
                <a:lnTo>
                  <a:pt x="524216" y="465897"/>
                </a:lnTo>
                <a:lnTo>
                  <a:pt x="0" y="4658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859543" name="TextBox 45"/>
          <p:cNvSpPr txBox="1"/>
          <p:nvPr/>
        </p:nvSpPr>
        <p:spPr bwMode="auto">
          <a:xfrm>
            <a:off x="2705570" y="1405817"/>
            <a:ext cx="272496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隣人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04215451" name="TextBox 46"/>
          <p:cNvSpPr txBox="1"/>
          <p:nvPr/>
        </p:nvSpPr>
        <p:spPr bwMode="auto">
          <a:xfrm flipH="0" flipV="0">
            <a:off x="1224139" y="5180444"/>
            <a:ext cx="1687478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お客様</a:t>
            </a:r>
            <a:endParaRPr sz="2000"/>
          </a:p>
        </p:txBody>
      </p:sp>
      <p:sp>
        <p:nvSpPr>
          <p:cNvPr id="310614365" name="TextBox 47"/>
          <p:cNvSpPr txBox="1"/>
          <p:nvPr/>
        </p:nvSpPr>
        <p:spPr bwMode="auto">
          <a:xfrm>
            <a:off x="8835740" y="5180444"/>
            <a:ext cx="272064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ベーカー</a:t>
            </a:r>
            <a:endParaRPr sz="2000"/>
          </a:p>
        </p:txBody>
      </p:sp>
      <p:pic>
        <p:nvPicPr>
          <p:cNvPr id="525843370" name=""/>
          <p:cNvPicPr>
            <a:picLocks noChangeAspect="1"/>
          </p:cNvPicPr>
          <p:nvPr/>
        </p:nvPicPr>
        <p:blipFill>
          <a:blip r:embed="rId14"/>
          <a:srcRect l="0" t="22164" r="4849" b="29991"/>
          <a:stretch/>
        </p:blipFill>
        <p:spPr bwMode="auto">
          <a:xfrm rot="2570643" flipH="0" flipV="0">
            <a:off x="5437643" y="5438337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697149" name="Freeform 26"/>
          <p:cNvSpPr/>
          <p:nvPr/>
        </p:nvSpPr>
        <p:spPr bwMode="auto">
          <a:xfrm>
            <a:off x="480051" y="260639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8118883" name="AutoShape 27"/>
          <p:cNvSpPr/>
          <p:nvPr/>
        </p:nvSpPr>
        <p:spPr bwMode="auto">
          <a:xfrm>
            <a:off x="6054094" y="564764"/>
            <a:ext cx="2538931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016233" name="Freeform 29"/>
          <p:cNvSpPr/>
          <p:nvPr/>
        </p:nvSpPr>
        <p:spPr bwMode="auto">
          <a:xfrm rot="0" flipH="0" flipV="0">
            <a:off x="5388890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7348455" name="TextBox 30"/>
          <p:cNvSpPr txBox="1"/>
          <p:nvPr/>
        </p:nvSpPr>
        <p:spPr bwMode="auto">
          <a:xfrm rot="0" flipH="0" flipV="0">
            <a:off x="5388890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84116231" name="Freeform 31"/>
          <p:cNvSpPr/>
          <p:nvPr/>
        </p:nvSpPr>
        <p:spPr bwMode="auto">
          <a:xfrm>
            <a:off x="5482962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921925" name="Freeform 33"/>
          <p:cNvSpPr/>
          <p:nvPr/>
        </p:nvSpPr>
        <p:spPr bwMode="auto">
          <a:xfrm rot="0" flipH="0" flipV="0">
            <a:off x="6424155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27447791" name="TextBox 34"/>
          <p:cNvSpPr txBox="1"/>
          <p:nvPr/>
        </p:nvSpPr>
        <p:spPr bwMode="auto">
          <a:xfrm rot="0" flipH="0" flipV="0">
            <a:off x="6424155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8472128" name="Freeform 35"/>
          <p:cNvSpPr/>
          <p:nvPr/>
        </p:nvSpPr>
        <p:spPr bwMode="auto">
          <a:xfrm>
            <a:off x="6518226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0" y="0"/>
                </a:lnTo>
                <a:lnTo>
                  <a:pt x="571130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143526" name="Freeform 37"/>
          <p:cNvSpPr/>
          <p:nvPr/>
        </p:nvSpPr>
        <p:spPr bwMode="auto">
          <a:xfrm rot="0" flipH="0" flipV="0">
            <a:off x="7461553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51092683" name="TextBox 38"/>
          <p:cNvSpPr txBox="1"/>
          <p:nvPr/>
        </p:nvSpPr>
        <p:spPr bwMode="auto">
          <a:xfrm rot="0" flipH="0" flipV="0">
            <a:off x="7461553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00159109" name="Freeform 39"/>
          <p:cNvSpPr/>
          <p:nvPr/>
        </p:nvSpPr>
        <p:spPr bwMode="auto">
          <a:xfrm>
            <a:off x="75556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373394" name="Freeform 41"/>
          <p:cNvSpPr/>
          <p:nvPr/>
        </p:nvSpPr>
        <p:spPr bwMode="auto">
          <a:xfrm rot="0" flipH="0" flipV="0">
            <a:off x="8498954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70165401" name="TextBox 42"/>
          <p:cNvSpPr txBox="1"/>
          <p:nvPr/>
        </p:nvSpPr>
        <p:spPr bwMode="auto">
          <a:xfrm rot="0" flipH="0" flipV="0">
            <a:off x="8498954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47174071" name="Freeform 43"/>
          <p:cNvSpPr/>
          <p:nvPr/>
        </p:nvSpPr>
        <p:spPr bwMode="auto">
          <a:xfrm>
            <a:off x="85930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67532" name="Freeform 44"/>
          <p:cNvSpPr/>
          <p:nvPr/>
        </p:nvSpPr>
        <p:spPr bwMode="auto">
          <a:xfrm>
            <a:off x="5486482" y="4972626"/>
            <a:ext cx="1474115" cy="418802"/>
          </a:xfrm>
          <a:custGeom>
            <a:avLst/>
            <a:gdLst/>
            <a:ahLst/>
            <a:cxnLst/>
            <a:rect l="l" t="t" r="r" b="b"/>
            <a:pathLst>
              <a:path w="1474117" h="418804" fill="norm" stroke="1" extrusionOk="0">
                <a:moveTo>
                  <a:pt x="0" y="0"/>
                </a:moveTo>
                <a:lnTo>
                  <a:pt x="1474117" y="0"/>
                </a:lnTo>
                <a:lnTo>
                  <a:pt x="1474117" y="418804"/>
                </a:lnTo>
                <a:lnTo>
                  <a:pt x="0" y="418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561575" name="Freeform 46"/>
          <p:cNvSpPr/>
          <p:nvPr/>
        </p:nvSpPr>
        <p:spPr bwMode="auto">
          <a:xfrm rot="0" flipH="0" flipV="0">
            <a:off x="5388890" y="4806216"/>
            <a:ext cx="751621" cy="7516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2639129" name="TextBox 47"/>
          <p:cNvSpPr txBox="1"/>
          <p:nvPr/>
        </p:nvSpPr>
        <p:spPr bwMode="auto">
          <a:xfrm rot="0" flipH="0" flipV="0">
            <a:off x="5459352" y="4832641"/>
            <a:ext cx="610691" cy="6547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73273481" name="Freeform 48"/>
          <p:cNvSpPr/>
          <p:nvPr/>
        </p:nvSpPr>
        <p:spPr bwMode="auto">
          <a:xfrm>
            <a:off x="5486482" y="4903809"/>
            <a:ext cx="556439" cy="556439"/>
          </a:xfrm>
          <a:custGeom>
            <a:avLst/>
            <a:gdLst/>
            <a:ahLst/>
            <a:cxnLst/>
            <a:rect l="l" t="t" r="r" b="b"/>
            <a:pathLst>
              <a:path w="556441" h="556441" fill="norm" stroke="1" extrusionOk="0">
                <a:moveTo>
                  <a:pt x="0" y="0"/>
                </a:moveTo>
                <a:lnTo>
                  <a:pt x="556441" y="0"/>
                </a:lnTo>
                <a:lnTo>
                  <a:pt x="556441" y="556441"/>
                </a:lnTo>
                <a:lnTo>
                  <a:pt x="0" y="5564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3949188" name="AutoShape 49"/>
          <p:cNvSpPr/>
          <p:nvPr/>
        </p:nvSpPr>
        <p:spPr bwMode="auto">
          <a:xfrm flipH="1">
            <a:off x="9164157" y="564764"/>
            <a:ext cx="361786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419525" name="Freeform 51"/>
          <p:cNvSpPr/>
          <p:nvPr/>
        </p:nvSpPr>
        <p:spPr bwMode="auto">
          <a:xfrm rot="0" flipH="0" flipV="0">
            <a:off x="5448527" y="1949317"/>
            <a:ext cx="4502808" cy="1573444"/>
          </a:xfrm>
          <a:custGeom>
            <a:avLst/>
            <a:gdLst/>
            <a:ahLst/>
            <a:cxnLst/>
            <a:rect l="l" t="t" r="r" b="b"/>
            <a:pathLst>
              <a:path w="2845795" h="994424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994424"/>
                </a:lnTo>
                <a:lnTo>
                  <a:pt x="0" y="99442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80122187" name="AutoShape 56"/>
          <p:cNvSpPr/>
          <p:nvPr/>
        </p:nvSpPr>
        <p:spPr bwMode="auto">
          <a:xfrm>
            <a:off x="7640296" y="2068402"/>
            <a:ext cx="0" cy="11864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4639114" name="Freeform 64"/>
          <p:cNvSpPr/>
          <p:nvPr/>
        </p:nvSpPr>
        <p:spPr bwMode="auto">
          <a:xfrm rot="0" flipH="0" flipV="0">
            <a:off x="8782897" y="4408227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96331857" name="TextBox 65"/>
          <p:cNvSpPr txBox="1"/>
          <p:nvPr/>
        </p:nvSpPr>
        <p:spPr bwMode="auto">
          <a:xfrm rot="0" flipH="0" flipV="0">
            <a:off x="8838768" y="4429180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55541106" name="Freeform 66"/>
          <p:cNvSpPr/>
          <p:nvPr/>
        </p:nvSpPr>
        <p:spPr bwMode="auto">
          <a:xfrm>
            <a:off x="8860280" y="4485610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0" y="0"/>
                </a:lnTo>
                <a:lnTo>
                  <a:pt x="441210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969977" name="Freeform 68"/>
          <p:cNvSpPr/>
          <p:nvPr/>
        </p:nvSpPr>
        <p:spPr bwMode="auto">
          <a:xfrm rot="0" flipH="0" flipV="0">
            <a:off x="8880354" y="5480015"/>
            <a:ext cx="401058" cy="40105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132142" name="TextBox 69"/>
          <p:cNvSpPr txBox="1"/>
          <p:nvPr/>
        </p:nvSpPr>
        <p:spPr bwMode="auto">
          <a:xfrm rot="0" flipH="0" flipV="0">
            <a:off x="8917953" y="5494115"/>
            <a:ext cx="325858" cy="3493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66673626" name="Freeform 70"/>
          <p:cNvSpPr/>
          <p:nvPr/>
        </p:nvSpPr>
        <p:spPr bwMode="auto">
          <a:xfrm>
            <a:off x="8932429" y="5532090"/>
            <a:ext cx="296910" cy="296910"/>
          </a:xfrm>
          <a:custGeom>
            <a:avLst/>
            <a:gdLst/>
            <a:ahLst/>
            <a:cxnLst/>
            <a:rect l="l" t="t" r="r" b="b"/>
            <a:pathLst>
              <a:path w="296912" h="296912" fill="norm" stroke="1" extrusionOk="0">
                <a:moveTo>
                  <a:pt x="0" y="0"/>
                </a:moveTo>
                <a:lnTo>
                  <a:pt x="296912" y="0"/>
                </a:lnTo>
                <a:lnTo>
                  <a:pt x="296912" y="296912"/>
                </a:lnTo>
                <a:lnTo>
                  <a:pt x="0" y="296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0472482" name="Freeform 71"/>
          <p:cNvSpPr/>
          <p:nvPr/>
        </p:nvSpPr>
        <p:spPr bwMode="auto">
          <a:xfrm rot="-1043046">
            <a:off x="7274539" y="4847563"/>
            <a:ext cx="1341884" cy="381234"/>
          </a:xfrm>
          <a:custGeom>
            <a:avLst/>
            <a:gdLst/>
            <a:ahLst/>
            <a:cxnLst/>
            <a:rect l="l" t="t" r="r" b="b"/>
            <a:pathLst>
              <a:path w="1341886" h="381237" fill="norm" stroke="1" extrusionOk="0">
                <a:moveTo>
                  <a:pt x="0" y="0"/>
                </a:moveTo>
                <a:lnTo>
                  <a:pt x="1341885" y="0"/>
                </a:lnTo>
                <a:lnTo>
                  <a:pt x="1341885" y="381237"/>
                </a:lnTo>
                <a:lnTo>
                  <a:pt x="0" y="381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469773" name="Freeform 73"/>
          <p:cNvSpPr/>
          <p:nvPr/>
        </p:nvSpPr>
        <p:spPr bwMode="auto">
          <a:xfrm rot="0" flipH="0" flipV="0">
            <a:off x="7162313" y="4884041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3634603" name="TextBox 74"/>
          <p:cNvSpPr txBox="1"/>
          <p:nvPr/>
        </p:nvSpPr>
        <p:spPr bwMode="auto">
          <a:xfrm rot="0" flipH="0" flipV="0">
            <a:off x="7218184" y="4904993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33659493" name="Freeform 75"/>
          <p:cNvSpPr/>
          <p:nvPr/>
        </p:nvSpPr>
        <p:spPr bwMode="auto">
          <a:xfrm>
            <a:off x="7239696" y="4961424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1" y="0"/>
                </a:lnTo>
                <a:lnTo>
                  <a:pt x="441211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918289" name="AutoShape 76"/>
          <p:cNvSpPr/>
          <p:nvPr/>
        </p:nvSpPr>
        <p:spPr bwMode="auto">
          <a:xfrm>
            <a:off x="6042924" y="5182030"/>
            <a:ext cx="1196770" cy="0"/>
          </a:xfrm>
          <a:prstGeom prst="line">
            <a:avLst/>
          </a:prstGeom>
          <a:ln w="2190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1273934" name="AutoShape 77"/>
          <p:cNvSpPr/>
          <p:nvPr/>
        </p:nvSpPr>
        <p:spPr bwMode="auto">
          <a:xfrm flipH="1">
            <a:off x="7680907" y="4770986"/>
            <a:ext cx="1179371" cy="346269"/>
          </a:xfrm>
          <a:prstGeom prst="line">
            <a:avLst/>
          </a:prstGeom>
          <a:ln w="1809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375157" name="AutoShape 78"/>
          <p:cNvSpPr/>
          <p:nvPr/>
        </p:nvSpPr>
        <p:spPr bwMode="auto">
          <a:xfrm flipH="1" flipV="1">
            <a:off x="7680907" y="5249890"/>
            <a:ext cx="1251522" cy="3849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370715" name="Freeform 79"/>
          <p:cNvSpPr/>
          <p:nvPr/>
        </p:nvSpPr>
        <p:spPr bwMode="auto">
          <a:xfrm rot="1008186">
            <a:off x="7980410" y="5352019"/>
            <a:ext cx="528859" cy="150250"/>
          </a:xfrm>
          <a:custGeom>
            <a:avLst/>
            <a:gdLst/>
            <a:ahLst/>
            <a:cxnLst/>
            <a:rect l="l" t="t" r="r" b="b"/>
            <a:pathLst>
              <a:path w="528861" h="150252" fill="norm" stroke="1" extrusionOk="0">
                <a:moveTo>
                  <a:pt x="0" y="0"/>
                </a:moveTo>
                <a:lnTo>
                  <a:pt x="528861" y="0"/>
                </a:lnTo>
                <a:lnTo>
                  <a:pt x="528861" y="150252"/>
                </a:lnTo>
                <a:lnTo>
                  <a:pt x="0" y="1502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68347" name="AutoShape 80"/>
          <p:cNvSpPr/>
          <p:nvPr/>
        </p:nvSpPr>
        <p:spPr bwMode="auto">
          <a:xfrm flipV="1">
            <a:off x="1666829" y="1121160"/>
            <a:ext cx="3062731" cy="213641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0333835" name="AutoShape 81"/>
          <p:cNvSpPr/>
          <p:nvPr/>
        </p:nvSpPr>
        <p:spPr bwMode="auto">
          <a:xfrm>
            <a:off x="1666829" y="3257573"/>
            <a:ext cx="3062731" cy="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3193557" name="AutoShape 82"/>
          <p:cNvSpPr/>
          <p:nvPr/>
        </p:nvSpPr>
        <p:spPr bwMode="auto">
          <a:xfrm>
            <a:off x="1666829" y="3257573"/>
            <a:ext cx="3062731" cy="213385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080310" name="Freeform 83"/>
          <p:cNvSpPr/>
          <p:nvPr/>
        </p:nvSpPr>
        <p:spPr bwMode="auto">
          <a:xfrm>
            <a:off x="2702757" y="4508279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3" y="0"/>
                </a:lnTo>
                <a:lnTo>
                  <a:pt x="591183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243619" name="Freeform 84"/>
          <p:cNvSpPr/>
          <p:nvPr/>
        </p:nvSpPr>
        <p:spPr bwMode="auto">
          <a:xfrm>
            <a:off x="3265365" y="2426920"/>
            <a:ext cx="649914" cy="674361"/>
          </a:xfrm>
          <a:custGeom>
            <a:avLst/>
            <a:gdLst/>
            <a:ahLst/>
            <a:cxnLst/>
            <a:rect l="l" t="t" r="r" b="b"/>
            <a:pathLst>
              <a:path w="649916" h="674362" fill="norm" stroke="1" extrusionOk="0">
                <a:moveTo>
                  <a:pt x="0" y="0"/>
                </a:moveTo>
                <a:lnTo>
                  <a:pt x="649916" y="0"/>
                </a:lnTo>
                <a:lnTo>
                  <a:pt x="649916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851349" name="Freeform 85"/>
          <p:cNvSpPr/>
          <p:nvPr/>
        </p:nvSpPr>
        <p:spPr bwMode="auto">
          <a:xfrm>
            <a:off x="2650293" y="1394040"/>
            <a:ext cx="696114" cy="674361"/>
          </a:xfrm>
          <a:custGeom>
            <a:avLst/>
            <a:gdLst/>
            <a:ahLst/>
            <a:cxnLst/>
            <a:rect l="l" t="t" r="r" b="b"/>
            <a:pathLst>
              <a:path w="696115" h="674362" fill="norm" stroke="1" extrusionOk="0">
                <a:moveTo>
                  <a:pt x="0" y="0"/>
                </a:moveTo>
                <a:lnTo>
                  <a:pt x="696115" y="0"/>
                </a:lnTo>
                <a:lnTo>
                  <a:pt x="696115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860576" name="TextBox 86"/>
          <p:cNvSpPr txBox="1"/>
          <p:nvPr/>
        </p:nvSpPr>
        <p:spPr bwMode="auto">
          <a:xfrm flipH="0" flipV="0">
            <a:off x="5388889" y="1073532"/>
            <a:ext cx="6011704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ブロックチェーン・モニタリング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96000189" name="TextBox 87"/>
          <p:cNvSpPr txBox="1"/>
          <p:nvPr/>
        </p:nvSpPr>
        <p:spPr bwMode="auto">
          <a:xfrm>
            <a:off x="5813376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7056901" name="TextBox 88"/>
          <p:cNvSpPr txBox="1"/>
          <p:nvPr/>
        </p:nvSpPr>
        <p:spPr bwMode="auto">
          <a:xfrm>
            <a:off x="8076951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4631057" name="TextBox 89"/>
          <p:cNvSpPr txBox="1"/>
          <p:nvPr/>
        </p:nvSpPr>
        <p:spPr bwMode="auto">
          <a:xfrm>
            <a:off x="5388890" y="3772198"/>
            <a:ext cx="657027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特徴識別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42059839" name="TextBox 90"/>
          <p:cNvSpPr txBox="1"/>
          <p:nvPr/>
        </p:nvSpPr>
        <p:spPr bwMode="auto">
          <a:xfrm>
            <a:off x="5388890" y="6043002"/>
            <a:ext cx="656235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仮説の推論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589340370" name=""/>
          <p:cNvGrpSpPr/>
          <p:nvPr/>
        </p:nvGrpSpPr>
        <p:grpSpPr bwMode="auto">
          <a:xfrm>
            <a:off x="5814000" y="2364984"/>
            <a:ext cx="3751511" cy="1018032"/>
            <a:chOff x="0" y="0"/>
            <a:chExt cx="3751511" cy="1018032"/>
          </a:xfrm>
        </p:grpSpPr>
        <p:sp>
          <p:nvSpPr>
            <p:cNvPr id="396558271" name=""/>
            <p:cNvSpPr txBox="1"/>
            <p:nvPr/>
          </p:nvSpPr>
          <p:spPr bwMode="auto">
            <a:xfrm rot="0" flipH="0" flipV="0">
              <a:off x="0" y="18297"/>
              <a:ext cx="154921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0020980" name=""/>
            <p:cNvSpPr txBox="1"/>
            <p:nvPr/>
          </p:nvSpPr>
          <p:spPr bwMode="auto">
            <a:xfrm rot="0" flipH="0" flipV="0">
              <a:off x="2181569" y="551279"/>
              <a:ext cx="1550656" cy="466753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7233015" name=""/>
            <p:cNvSpPr txBox="1"/>
            <p:nvPr/>
          </p:nvSpPr>
          <p:spPr bwMode="auto">
            <a:xfrm rot="0" flipH="0" flipV="0">
              <a:off x="2199416" y="0"/>
              <a:ext cx="1552095" cy="466753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102093" name="Freeform 28"/>
          <p:cNvSpPr/>
          <p:nvPr/>
        </p:nvSpPr>
        <p:spPr bwMode="auto">
          <a:xfrm rot="0" flipH="0" flipV="0">
            <a:off x="2285275" y="223174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75168079" name="TextBox 29"/>
          <p:cNvSpPr txBox="1"/>
          <p:nvPr/>
        </p:nvSpPr>
        <p:spPr bwMode="auto">
          <a:xfrm rot="0" flipH="0" flipV="0">
            <a:off x="2361508" y="226032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17028552" name="Freeform 30"/>
          <p:cNvSpPr/>
          <p:nvPr/>
        </p:nvSpPr>
        <p:spPr bwMode="auto">
          <a:xfrm rot="0" flipH="0" flipV="0">
            <a:off x="2390859" y="233732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20739779" name="AutoShape 31"/>
          <p:cNvSpPr/>
          <p:nvPr/>
        </p:nvSpPr>
        <p:spPr bwMode="auto">
          <a:xfrm flipH="1" flipV="1">
            <a:off x="3904164" y="1302639"/>
            <a:ext cx="2146674" cy="1095102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783680" name="Freeform 34"/>
          <p:cNvSpPr/>
          <p:nvPr/>
        </p:nvSpPr>
        <p:spPr bwMode="auto">
          <a:xfrm rot="0" flipH="0" flipV="0">
            <a:off x="3361158" y="892631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7155202" name="TextBox 35"/>
          <p:cNvSpPr txBox="1"/>
          <p:nvPr/>
        </p:nvSpPr>
        <p:spPr bwMode="auto">
          <a:xfrm rot="0" flipH="0" flipV="0">
            <a:off x="3412064" y="911721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2131877" name="Freeform 36"/>
          <p:cNvSpPr/>
          <p:nvPr/>
        </p:nvSpPr>
        <p:spPr bwMode="auto">
          <a:xfrm rot="0" flipH="0" flipV="0">
            <a:off x="3431663" y="963135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710284790" name="AutoShape 37"/>
          <p:cNvSpPr/>
          <p:nvPr/>
        </p:nvSpPr>
        <p:spPr bwMode="auto">
          <a:xfrm flipV="1">
            <a:off x="6864015" y="1518382"/>
            <a:ext cx="961065" cy="76368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9142780" name="Freeform 40"/>
          <p:cNvSpPr/>
          <p:nvPr/>
        </p:nvSpPr>
        <p:spPr bwMode="auto">
          <a:xfrm rot="0" flipH="0" flipV="0">
            <a:off x="6050838" y="219857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3687570" name="TextBox 41"/>
          <p:cNvSpPr txBox="1"/>
          <p:nvPr/>
        </p:nvSpPr>
        <p:spPr bwMode="auto">
          <a:xfrm rot="0" flipH="0" flipV="0">
            <a:off x="6127071" y="222715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5900796" name="Freeform 42"/>
          <p:cNvSpPr/>
          <p:nvPr/>
        </p:nvSpPr>
        <p:spPr bwMode="auto">
          <a:xfrm rot="0" flipH="0" flipV="0">
            <a:off x="6156422" y="230415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3391672" name="Freeform 45"/>
          <p:cNvSpPr/>
          <p:nvPr/>
        </p:nvSpPr>
        <p:spPr bwMode="auto">
          <a:xfrm rot="0" flipH="0" flipV="0">
            <a:off x="7825080" y="1031139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8724844" name="TextBox 46"/>
          <p:cNvSpPr txBox="1"/>
          <p:nvPr/>
        </p:nvSpPr>
        <p:spPr bwMode="auto">
          <a:xfrm rot="0" flipH="0" flipV="0">
            <a:off x="7875986" y="1050229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81800179" name="Freeform 47"/>
          <p:cNvSpPr/>
          <p:nvPr/>
        </p:nvSpPr>
        <p:spPr bwMode="auto">
          <a:xfrm rot="0" flipH="0" flipV="0">
            <a:off x="7895584" y="1101643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90815320" name="AutoShape 48"/>
          <p:cNvSpPr/>
          <p:nvPr/>
        </p:nvSpPr>
        <p:spPr bwMode="auto">
          <a:xfrm flipH="1">
            <a:off x="2951339" y="1435637"/>
            <a:ext cx="508053" cy="796104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201559" name="Freeform 51"/>
          <p:cNvSpPr/>
          <p:nvPr/>
        </p:nvSpPr>
        <p:spPr bwMode="auto">
          <a:xfrm rot="0" flipH="0" flipV="0">
            <a:off x="1605855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8330316" name="TextBox 52"/>
          <p:cNvSpPr txBox="1"/>
          <p:nvPr/>
        </p:nvSpPr>
        <p:spPr bwMode="auto">
          <a:xfrm rot="0" flipH="0" flipV="0">
            <a:off x="1656761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1235883" name="Freeform 53"/>
          <p:cNvSpPr/>
          <p:nvPr/>
        </p:nvSpPr>
        <p:spPr bwMode="auto">
          <a:xfrm rot="0" flipH="0" flipV="0">
            <a:off x="1676359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790042429" name="AutoShape 54"/>
          <p:cNvSpPr/>
          <p:nvPr/>
        </p:nvSpPr>
        <p:spPr bwMode="auto">
          <a:xfrm>
            <a:off x="2012805" y="1277164"/>
            <a:ext cx="476218" cy="95457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071422" name="Freeform 57"/>
          <p:cNvSpPr/>
          <p:nvPr/>
        </p:nvSpPr>
        <p:spPr bwMode="auto">
          <a:xfrm rot="0" flipH="0" flipV="0">
            <a:off x="637979" y="10753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61116104" name="TextBox 58"/>
          <p:cNvSpPr txBox="1"/>
          <p:nvPr/>
        </p:nvSpPr>
        <p:spPr bwMode="auto">
          <a:xfrm rot="0" flipH="0" flipV="0">
            <a:off x="688884" y="1094446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79690442" name="Freeform 59"/>
          <p:cNvSpPr/>
          <p:nvPr/>
        </p:nvSpPr>
        <p:spPr bwMode="auto">
          <a:xfrm rot="0" flipH="0" flipV="0">
            <a:off x="708483" y="114586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210992615" name="AutoShape 60"/>
          <p:cNvSpPr/>
          <p:nvPr/>
        </p:nvSpPr>
        <p:spPr bwMode="auto">
          <a:xfrm>
            <a:off x="1180984" y="1543582"/>
            <a:ext cx="1104291" cy="800145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440499" name="Freeform 63"/>
          <p:cNvSpPr/>
          <p:nvPr/>
        </p:nvSpPr>
        <p:spPr bwMode="auto">
          <a:xfrm rot="0" flipH="0" flipV="0">
            <a:off x="637979" y="2231740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89851205" name="TextBox 64"/>
          <p:cNvSpPr txBox="1"/>
          <p:nvPr/>
        </p:nvSpPr>
        <p:spPr bwMode="auto">
          <a:xfrm rot="0" flipH="0" flipV="0">
            <a:off x="688884" y="2250830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7756294" name="Freeform 65"/>
          <p:cNvSpPr/>
          <p:nvPr/>
        </p:nvSpPr>
        <p:spPr bwMode="auto">
          <a:xfrm rot="0" flipH="0" flipV="0">
            <a:off x="708483" y="2302244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17893641" name="AutoShape 66"/>
          <p:cNvSpPr/>
          <p:nvPr/>
        </p:nvSpPr>
        <p:spPr bwMode="auto">
          <a:xfrm>
            <a:off x="1180984" y="2523821"/>
            <a:ext cx="1104291" cy="8369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219891" name="AutoShape 67"/>
          <p:cNvSpPr/>
          <p:nvPr/>
        </p:nvSpPr>
        <p:spPr bwMode="auto">
          <a:xfrm flipH="1">
            <a:off x="2100396" y="3044917"/>
            <a:ext cx="503516" cy="2327706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807250" name="Freeform 70"/>
          <p:cNvSpPr/>
          <p:nvPr/>
        </p:nvSpPr>
        <p:spPr bwMode="auto">
          <a:xfrm rot="0" flipH="0" flipV="0">
            <a:off x="1605855" y="5372624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30749583" name="TextBox 71"/>
          <p:cNvSpPr txBox="1"/>
          <p:nvPr/>
        </p:nvSpPr>
        <p:spPr bwMode="auto">
          <a:xfrm rot="0" flipH="0" flipV="0">
            <a:off x="1682088" y="54012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06357585" name="Freeform 72"/>
          <p:cNvSpPr/>
          <p:nvPr/>
        </p:nvSpPr>
        <p:spPr bwMode="auto">
          <a:xfrm rot="0" flipH="0" flipV="0">
            <a:off x="1711439" y="5478208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74642402" name="AutoShape 73"/>
          <p:cNvSpPr/>
          <p:nvPr/>
        </p:nvSpPr>
        <p:spPr bwMode="auto">
          <a:xfrm flipV="1">
            <a:off x="2419033" y="5602785"/>
            <a:ext cx="4159008" cy="160713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560873" name="Freeform 76"/>
          <p:cNvSpPr/>
          <p:nvPr/>
        </p:nvSpPr>
        <p:spPr bwMode="auto">
          <a:xfrm rot="0" flipH="0" flipV="0">
            <a:off x="6578042" y="5180485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69571346" name="TextBox 77"/>
          <p:cNvSpPr txBox="1"/>
          <p:nvPr/>
        </p:nvSpPr>
        <p:spPr bwMode="auto">
          <a:xfrm rot="0" flipH="0" flipV="0">
            <a:off x="6654276" y="5209073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92133259" name="Freeform 78"/>
          <p:cNvSpPr/>
          <p:nvPr/>
        </p:nvSpPr>
        <p:spPr bwMode="auto">
          <a:xfrm rot="0" flipH="0" flipV="0">
            <a:off x="6683626" y="5286069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79728889" name="Freeform 81"/>
          <p:cNvSpPr/>
          <p:nvPr/>
        </p:nvSpPr>
        <p:spPr bwMode="auto">
          <a:xfrm rot="0" flipH="0" flipV="0">
            <a:off x="3774123" y="3907334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2343327" name="TextBox 82"/>
          <p:cNvSpPr txBox="1"/>
          <p:nvPr/>
        </p:nvSpPr>
        <p:spPr bwMode="auto">
          <a:xfrm rot="0" flipH="0" flipV="0">
            <a:off x="3825029" y="3926424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49713173" name="Freeform 83"/>
          <p:cNvSpPr/>
          <p:nvPr/>
        </p:nvSpPr>
        <p:spPr bwMode="auto">
          <a:xfrm rot="0" flipH="0" flipV="0">
            <a:off x="3844627" y="3977838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424588815" name="AutoShape 84"/>
          <p:cNvSpPr/>
          <p:nvPr/>
        </p:nvSpPr>
        <p:spPr bwMode="auto">
          <a:xfrm flipV="1">
            <a:off x="2419033" y="4392545"/>
            <a:ext cx="1355089" cy="10666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497513" name="Freeform 87"/>
          <p:cNvSpPr/>
          <p:nvPr/>
        </p:nvSpPr>
        <p:spPr bwMode="auto">
          <a:xfrm rot="0" flipH="0" flipV="0">
            <a:off x="5517533" y="3635833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4133775" name="TextBox 88"/>
          <p:cNvSpPr txBox="1"/>
          <p:nvPr/>
        </p:nvSpPr>
        <p:spPr bwMode="auto">
          <a:xfrm rot="0" flipH="0" flipV="0">
            <a:off x="5568438" y="3654923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38773265" name="Freeform 89"/>
          <p:cNvSpPr/>
          <p:nvPr/>
        </p:nvSpPr>
        <p:spPr bwMode="auto">
          <a:xfrm rot="0" flipH="0" flipV="0">
            <a:off x="5588037" y="3706337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67815012" name="AutoShape 90"/>
          <p:cNvSpPr/>
          <p:nvPr/>
        </p:nvSpPr>
        <p:spPr bwMode="auto">
          <a:xfrm flipH="1" flipV="1">
            <a:off x="5982284" y="4178837"/>
            <a:ext cx="712946" cy="100164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843876" name="Freeform 93"/>
          <p:cNvSpPr/>
          <p:nvPr/>
        </p:nvSpPr>
        <p:spPr bwMode="auto">
          <a:xfrm rot="0" flipH="0" flipV="0">
            <a:off x="9193140" y="1794339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40185613" name="TextBox 94"/>
          <p:cNvSpPr txBox="1"/>
          <p:nvPr/>
        </p:nvSpPr>
        <p:spPr bwMode="auto">
          <a:xfrm rot="0" flipH="0" flipV="0">
            <a:off x="9269373" y="1822928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3628650" name="Freeform 95"/>
          <p:cNvSpPr/>
          <p:nvPr/>
        </p:nvSpPr>
        <p:spPr bwMode="auto">
          <a:xfrm rot="0" flipH="0" flipV="0">
            <a:off x="9298724" y="1899923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221468856" name="AutoShape 96"/>
          <p:cNvSpPr/>
          <p:nvPr/>
        </p:nvSpPr>
        <p:spPr bwMode="auto">
          <a:xfrm flipV="1">
            <a:off x="7298636" y="2607514"/>
            <a:ext cx="1987085" cy="2572969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357143" name="Freeform 99"/>
          <p:cNvSpPr/>
          <p:nvPr/>
        </p:nvSpPr>
        <p:spPr bwMode="auto">
          <a:xfrm rot="0" flipH="0" flipV="0">
            <a:off x="10402069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4916809" name="TextBox 100"/>
          <p:cNvSpPr txBox="1"/>
          <p:nvPr/>
        </p:nvSpPr>
        <p:spPr bwMode="auto">
          <a:xfrm rot="0" flipH="0" flipV="0">
            <a:off x="10452975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26183029" name="Freeform 101"/>
          <p:cNvSpPr/>
          <p:nvPr/>
        </p:nvSpPr>
        <p:spPr bwMode="auto">
          <a:xfrm rot="0" flipH="0" flipV="0">
            <a:off x="10472574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98329991" name="AutoShape 102"/>
          <p:cNvSpPr/>
          <p:nvPr/>
        </p:nvSpPr>
        <p:spPr bwMode="auto">
          <a:xfrm flipV="1">
            <a:off x="9965013" y="1277164"/>
            <a:ext cx="464637" cy="5171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175744" name="Freeform 105"/>
          <p:cNvSpPr/>
          <p:nvPr/>
        </p:nvSpPr>
        <p:spPr bwMode="auto">
          <a:xfrm rot="0" flipH="0" flipV="0">
            <a:off x="10945074" y="1769697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7415080" name="TextBox 106"/>
          <p:cNvSpPr txBox="1"/>
          <p:nvPr/>
        </p:nvSpPr>
        <p:spPr bwMode="auto">
          <a:xfrm rot="0" flipH="0" flipV="0">
            <a:off x="10995980" y="178878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3748671" name="Freeform 107"/>
          <p:cNvSpPr/>
          <p:nvPr/>
        </p:nvSpPr>
        <p:spPr bwMode="auto">
          <a:xfrm rot="0" flipH="0" flipV="0">
            <a:off x="11015578" y="184020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788328086" name="AutoShape 108"/>
          <p:cNvSpPr/>
          <p:nvPr/>
        </p:nvSpPr>
        <p:spPr bwMode="auto">
          <a:xfrm flipV="1">
            <a:off x="10006317" y="2068022"/>
            <a:ext cx="938756" cy="927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207347" name="Freeform 111"/>
          <p:cNvSpPr/>
          <p:nvPr/>
        </p:nvSpPr>
        <p:spPr bwMode="auto">
          <a:xfrm rot="0" flipH="0" flipV="0">
            <a:off x="10673572" y="3266978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6444898" name="TextBox 112"/>
          <p:cNvSpPr txBox="1"/>
          <p:nvPr/>
        </p:nvSpPr>
        <p:spPr bwMode="auto">
          <a:xfrm rot="0" flipH="0" flipV="0">
            <a:off x="10724478" y="3286068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36543945" name="Freeform 113"/>
          <p:cNvSpPr/>
          <p:nvPr/>
        </p:nvSpPr>
        <p:spPr bwMode="auto">
          <a:xfrm rot="0" flipH="0" flipV="0">
            <a:off x="10744076" y="3337482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262855842" name="AutoShape 114"/>
          <p:cNvSpPr/>
          <p:nvPr/>
        </p:nvSpPr>
        <p:spPr bwMode="auto">
          <a:xfrm>
            <a:off x="10006317" y="2605158"/>
            <a:ext cx="667255" cy="66339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177619" name="Freeform 117"/>
          <p:cNvSpPr/>
          <p:nvPr/>
        </p:nvSpPr>
        <p:spPr bwMode="auto">
          <a:xfrm rot="0" flipH="0" flipV="0">
            <a:off x="9860396" y="4932423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62891409" name="TextBox 118"/>
          <p:cNvSpPr txBox="1"/>
          <p:nvPr/>
        </p:nvSpPr>
        <p:spPr bwMode="auto">
          <a:xfrm rot="0" flipH="0" flipV="0">
            <a:off x="9936630" y="49610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29063783" name="Freeform 119"/>
          <p:cNvSpPr/>
          <p:nvPr/>
        </p:nvSpPr>
        <p:spPr bwMode="auto">
          <a:xfrm rot="0" flipH="0" flipV="0">
            <a:off x="9965980" y="5038006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932291434" name="AutoShape 120"/>
          <p:cNvSpPr/>
          <p:nvPr/>
        </p:nvSpPr>
        <p:spPr bwMode="auto">
          <a:xfrm>
            <a:off x="9686181" y="2607514"/>
            <a:ext cx="494348" cy="232490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557939" name="Freeform 28"/>
          <p:cNvSpPr/>
          <p:nvPr/>
        </p:nvSpPr>
        <p:spPr bwMode="auto">
          <a:xfrm rot="0" flipH="0" flipV="0">
            <a:off x="2088390" y="158222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08520521" name="TextBox 29"/>
          <p:cNvSpPr txBox="1"/>
          <p:nvPr/>
        </p:nvSpPr>
        <p:spPr bwMode="auto">
          <a:xfrm rot="0" flipH="0" flipV="0">
            <a:off x="2132263" y="159867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72396860" name="Freeform 30"/>
          <p:cNvSpPr/>
          <p:nvPr/>
        </p:nvSpPr>
        <p:spPr bwMode="auto">
          <a:xfrm rot="0" flipH="0" flipV="0">
            <a:off x="2149154" y="164299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051354363" name="AutoShape 31"/>
          <p:cNvSpPr/>
          <p:nvPr/>
        </p:nvSpPr>
        <p:spPr bwMode="auto">
          <a:xfrm flipH="1" flipV="1">
            <a:off x="3020074" y="1047520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402640" name="Freeform 34"/>
          <p:cNvSpPr/>
          <p:nvPr/>
        </p:nvSpPr>
        <p:spPr bwMode="auto">
          <a:xfrm rot="0" flipH="0" flipV="0">
            <a:off x="2707570" y="81155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40042173" name="TextBox 35"/>
          <p:cNvSpPr txBox="1"/>
          <p:nvPr/>
        </p:nvSpPr>
        <p:spPr bwMode="auto">
          <a:xfrm rot="0" flipH="0" flipV="0">
            <a:off x="2736865" y="82254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81960354" name="Freeform 36"/>
          <p:cNvSpPr/>
          <p:nvPr/>
        </p:nvSpPr>
        <p:spPr bwMode="auto">
          <a:xfrm rot="0" flipH="0" flipV="0">
            <a:off x="2748144" y="85213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839002984" name="AutoShape 37"/>
          <p:cNvSpPr/>
          <p:nvPr/>
        </p:nvSpPr>
        <p:spPr bwMode="auto">
          <a:xfrm flipV="1">
            <a:off x="4723494" y="1171683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428339" name="Freeform 40"/>
          <p:cNvSpPr/>
          <p:nvPr/>
        </p:nvSpPr>
        <p:spPr bwMode="auto">
          <a:xfrm rot="0" flipH="0" flipV="0">
            <a:off x="4255503" y="1563138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41890489" name="TextBox 41"/>
          <p:cNvSpPr txBox="1"/>
          <p:nvPr/>
        </p:nvSpPr>
        <p:spPr bwMode="auto">
          <a:xfrm rot="0" flipH="0" flipV="0">
            <a:off x="4299376" y="157959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57581768" name="Freeform 42"/>
          <p:cNvSpPr/>
          <p:nvPr/>
        </p:nvSpPr>
        <p:spPr bwMode="auto">
          <a:xfrm rot="0" flipH="0" flipV="0">
            <a:off x="4316267" y="162390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49288673" name="Freeform 45"/>
          <p:cNvSpPr/>
          <p:nvPr/>
        </p:nvSpPr>
        <p:spPr bwMode="auto">
          <a:xfrm rot="0" flipH="0" flipV="0">
            <a:off x="5276595" y="89126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0937317" name="TextBox 46"/>
          <p:cNvSpPr txBox="1"/>
          <p:nvPr/>
        </p:nvSpPr>
        <p:spPr bwMode="auto">
          <a:xfrm rot="0" flipH="0" flipV="0">
            <a:off x="5305892" y="90225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253664" name="Freeform 47"/>
          <p:cNvSpPr/>
          <p:nvPr/>
        </p:nvSpPr>
        <p:spPr bwMode="auto">
          <a:xfrm rot="0" flipH="0" flipV="0">
            <a:off x="5317170" y="931842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650157969" name="AutoShape 48"/>
          <p:cNvSpPr/>
          <p:nvPr/>
        </p:nvSpPr>
        <p:spPr bwMode="auto">
          <a:xfrm flipH="1">
            <a:off x="2471717" y="1124062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9314789" name="Freeform 51"/>
          <p:cNvSpPr/>
          <p:nvPr/>
        </p:nvSpPr>
        <p:spPr bwMode="auto">
          <a:xfrm rot="0" flipH="0" flipV="0">
            <a:off x="1697378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8893582" name="TextBox 52"/>
          <p:cNvSpPr txBox="1"/>
          <p:nvPr/>
        </p:nvSpPr>
        <p:spPr bwMode="auto">
          <a:xfrm rot="0" flipH="0" flipV="0">
            <a:off x="1726675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37447054" name="Freeform 53"/>
          <p:cNvSpPr/>
          <p:nvPr/>
        </p:nvSpPr>
        <p:spPr bwMode="auto">
          <a:xfrm rot="0" flipH="0" flipV="0">
            <a:off x="1737952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676006065" name="AutoShape 54"/>
          <p:cNvSpPr/>
          <p:nvPr/>
        </p:nvSpPr>
        <p:spPr bwMode="auto">
          <a:xfrm>
            <a:off x="1931582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393031" name="Freeform 57"/>
          <p:cNvSpPr/>
          <p:nvPr/>
        </p:nvSpPr>
        <p:spPr bwMode="auto">
          <a:xfrm rot="0" flipH="0" flipV="0">
            <a:off x="1140357" y="9167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2209207" name="TextBox 58"/>
          <p:cNvSpPr txBox="1"/>
          <p:nvPr/>
        </p:nvSpPr>
        <p:spPr bwMode="auto">
          <a:xfrm rot="0" flipH="0" flipV="0">
            <a:off x="1169654" y="9277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2743766" name="Freeform 59"/>
          <p:cNvSpPr/>
          <p:nvPr/>
        </p:nvSpPr>
        <p:spPr bwMode="auto">
          <a:xfrm rot="0" flipH="0" flipV="0">
            <a:off x="1180932" y="9572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08601910" name="AutoShape 60"/>
          <p:cNvSpPr/>
          <p:nvPr/>
        </p:nvSpPr>
        <p:spPr bwMode="auto">
          <a:xfrm>
            <a:off x="1452863" y="1186184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14071" name="Freeform 63"/>
          <p:cNvSpPr/>
          <p:nvPr/>
        </p:nvSpPr>
        <p:spPr bwMode="auto">
          <a:xfrm rot="0" flipH="0" flipV="0">
            <a:off x="1140357" y="158222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3235718" name="TextBox 64"/>
          <p:cNvSpPr txBox="1"/>
          <p:nvPr/>
        </p:nvSpPr>
        <p:spPr bwMode="auto">
          <a:xfrm rot="0" flipH="0" flipV="0">
            <a:off x="1169654" y="159321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8353139" name="Freeform 65"/>
          <p:cNvSpPr/>
          <p:nvPr/>
        </p:nvSpPr>
        <p:spPr bwMode="auto">
          <a:xfrm rot="0" flipH="0" flipV="0">
            <a:off x="1180932" y="162280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283779798" name="AutoShape 66"/>
          <p:cNvSpPr/>
          <p:nvPr/>
        </p:nvSpPr>
        <p:spPr bwMode="auto">
          <a:xfrm>
            <a:off x="1452863" y="1750320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099889" name="AutoShape 67"/>
          <p:cNvSpPr/>
          <p:nvPr/>
        </p:nvSpPr>
        <p:spPr bwMode="auto">
          <a:xfrm flipH="1">
            <a:off x="1981991" y="2050216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990311" name="Freeform 70"/>
          <p:cNvSpPr/>
          <p:nvPr/>
        </p:nvSpPr>
        <p:spPr bwMode="auto">
          <a:xfrm rot="0" flipH="0" flipV="0">
            <a:off x="1697378" y="3389832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1180681" name="TextBox 71"/>
          <p:cNvSpPr txBox="1"/>
          <p:nvPr/>
        </p:nvSpPr>
        <p:spPr bwMode="auto">
          <a:xfrm rot="0" flipH="0" flipV="0">
            <a:off x="1741251" y="340628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23737005" name="Freeform 72"/>
          <p:cNvSpPr/>
          <p:nvPr/>
        </p:nvSpPr>
        <p:spPr bwMode="auto">
          <a:xfrm rot="0" flipH="0" flipV="0">
            <a:off x="1758142" y="345059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05120267" name="AutoShape 73"/>
          <p:cNvSpPr/>
          <p:nvPr/>
        </p:nvSpPr>
        <p:spPr bwMode="auto">
          <a:xfrm flipV="1">
            <a:off x="2165369" y="3522291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407038" name="Freeform 76"/>
          <p:cNvSpPr/>
          <p:nvPr/>
        </p:nvSpPr>
        <p:spPr bwMode="auto">
          <a:xfrm rot="0" flipH="0" flipV="0">
            <a:off x="4558915" y="327925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0991743" name="TextBox 77"/>
          <p:cNvSpPr txBox="1"/>
          <p:nvPr/>
        </p:nvSpPr>
        <p:spPr bwMode="auto">
          <a:xfrm rot="0" flipH="0" flipV="0">
            <a:off x="4602788" y="329570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4000426" name="Freeform 78"/>
          <p:cNvSpPr/>
          <p:nvPr/>
        </p:nvSpPr>
        <p:spPr bwMode="auto">
          <a:xfrm rot="0" flipH="0" flipV="0">
            <a:off x="4619679" y="334001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863432951" name="Freeform 81"/>
          <p:cNvSpPr/>
          <p:nvPr/>
        </p:nvSpPr>
        <p:spPr bwMode="auto">
          <a:xfrm rot="0" flipH="0" flipV="0">
            <a:off x="2945235" y="254654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2675882" name="TextBox 82"/>
          <p:cNvSpPr txBox="1"/>
          <p:nvPr/>
        </p:nvSpPr>
        <p:spPr bwMode="auto">
          <a:xfrm rot="0" flipH="0" flipV="0">
            <a:off x="2974532" y="255753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83195682" name="Freeform 83"/>
          <p:cNvSpPr/>
          <p:nvPr/>
        </p:nvSpPr>
        <p:spPr bwMode="auto">
          <a:xfrm rot="0" flipH="0" flipV="0">
            <a:off x="2985810" y="258711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34858523" name="AutoShape 84"/>
          <p:cNvSpPr/>
          <p:nvPr/>
        </p:nvSpPr>
        <p:spPr bwMode="auto">
          <a:xfrm flipV="1">
            <a:off x="2165369" y="2825787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4631348" name="Freeform 87"/>
          <p:cNvSpPr/>
          <p:nvPr/>
        </p:nvSpPr>
        <p:spPr bwMode="auto">
          <a:xfrm rot="0" flipH="0" flipV="0">
            <a:off x="3948582" y="239029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3967719" name="TextBox 88"/>
          <p:cNvSpPr txBox="1"/>
          <p:nvPr/>
        </p:nvSpPr>
        <p:spPr bwMode="auto">
          <a:xfrm rot="0" flipH="0" flipV="0">
            <a:off x="3977879" y="240127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74307000" name="Freeform 89"/>
          <p:cNvSpPr/>
          <p:nvPr/>
        </p:nvSpPr>
        <p:spPr bwMode="auto">
          <a:xfrm rot="0" flipH="0" flipV="0">
            <a:off x="3989157" y="243086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45383430" name="AutoShape 90"/>
          <p:cNvSpPr/>
          <p:nvPr/>
        </p:nvSpPr>
        <p:spPr bwMode="auto">
          <a:xfrm flipH="1" flipV="1">
            <a:off x="4216050" y="2702797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940028" name="Freeform 93"/>
          <p:cNvSpPr/>
          <p:nvPr/>
        </p:nvSpPr>
        <p:spPr bwMode="auto">
          <a:xfrm rot="0" flipH="0" flipV="0">
            <a:off x="6063924" y="133049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65397467" name="TextBox 94"/>
          <p:cNvSpPr txBox="1"/>
          <p:nvPr/>
        </p:nvSpPr>
        <p:spPr bwMode="auto">
          <a:xfrm rot="0" flipH="0" flipV="0">
            <a:off x="6107798" y="134694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73584966" name="Freeform 95"/>
          <p:cNvSpPr/>
          <p:nvPr/>
        </p:nvSpPr>
        <p:spPr bwMode="auto">
          <a:xfrm rot="0" flipH="0" flipV="0">
            <a:off x="6124689" y="139126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67148707" name="AutoShape 96"/>
          <p:cNvSpPr/>
          <p:nvPr/>
        </p:nvSpPr>
        <p:spPr bwMode="auto">
          <a:xfrm flipV="1">
            <a:off x="4973622" y="1798488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580068" name="Freeform 99"/>
          <p:cNvSpPr/>
          <p:nvPr/>
        </p:nvSpPr>
        <p:spPr bwMode="auto">
          <a:xfrm rot="0" flipH="0" flipV="0">
            <a:off x="6759676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8833476" name="TextBox 100"/>
          <p:cNvSpPr txBox="1"/>
          <p:nvPr/>
        </p:nvSpPr>
        <p:spPr bwMode="auto">
          <a:xfrm rot="0" flipH="0" flipV="0">
            <a:off x="6788972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88359879" name="Freeform 101"/>
          <p:cNvSpPr/>
          <p:nvPr/>
        </p:nvSpPr>
        <p:spPr bwMode="auto">
          <a:xfrm rot="0" flipH="0" flipV="0">
            <a:off x="6800250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32308172" name="AutoShape 102"/>
          <p:cNvSpPr/>
          <p:nvPr/>
        </p:nvSpPr>
        <p:spPr bwMode="auto">
          <a:xfrm flipV="1">
            <a:off x="6508145" y="1032858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64175" name="Freeform 105"/>
          <p:cNvSpPr/>
          <p:nvPr/>
        </p:nvSpPr>
        <p:spPr bwMode="auto">
          <a:xfrm rot="0" flipH="0" flipV="0">
            <a:off x="7072178" y="131631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7707682" name="TextBox 106"/>
          <p:cNvSpPr txBox="1"/>
          <p:nvPr/>
        </p:nvSpPr>
        <p:spPr bwMode="auto">
          <a:xfrm rot="0" flipH="0" flipV="0">
            <a:off x="7101475" y="132730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43567776" name="Freeform 107"/>
          <p:cNvSpPr/>
          <p:nvPr/>
        </p:nvSpPr>
        <p:spPr bwMode="auto">
          <a:xfrm rot="0" flipH="0" flipV="0">
            <a:off x="7112752" y="135689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124741324" name="AutoShape 108"/>
          <p:cNvSpPr/>
          <p:nvPr/>
        </p:nvSpPr>
        <p:spPr bwMode="auto">
          <a:xfrm flipV="1">
            <a:off x="6531915" y="1488004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928998" name="Freeform 111"/>
          <p:cNvSpPr/>
          <p:nvPr/>
        </p:nvSpPr>
        <p:spPr bwMode="auto">
          <a:xfrm rot="0" flipH="0" flipV="0">
            <a:off x="6915926" y="21780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40481494" name="TextBox 112"/>
          <p:cNvSpPr txBox="1"/>
          <p:nvPr/>
        </p:nvSpPr>
        <p:spPr bwMode="auto">
          <a:xfrm rot="0" flipH="0" flipV="0">
            <a:off x="6945222" y="21890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69207358" name="Freeform 113"/>
          <p:cNvSpPr/>
          <p:nvPr/>
        </p:nvSpPr>
        <p:spPr bwMode="auto">
          <a:xfrm rot="0" flipH="0" flipV="0">
            <a:off x="6956501" y="22185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533739907" name="AutoShape 114"/>
          <p:cNvSpPr/>
          <p:nvPr/>
        </p:nvSpPr>
        <p:spPr bwMode="auto">
          <a:xfrm>
            <a:off x="6531915" y="1797132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369774" name="Freeform 117"/>
          <p:cNvSpPr/>
          <p:nvPr/>
        </p:nvSpPr>
        <p:spPr bwMode="auto">
          <a:xfrm rot="0" flipH="0" flipV="0">
            <a:off x="6447937" y="313649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0530547" name="TextBox 118"/>
          <p:cNvSpPr txBox="1"/>
          <p:nvPr/>
        </p:nvSpPr>
        <p:spPr bwMode="auto">
          <a:xfrm rot="0" flipH="0" flipV="0">
            <a:off x="6491810" y="315294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727760" name="Freeform 119"/>
          <p:cNvSpPr/>
          <p:nvPr/>
        </p:nvSpPr>
        <p:spPr bwMode="auto">
          <a:xfrm rot="0" flipH="0" flipV="0">
            <a:off x="6508701" y="319725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065975975" name="AutoShape 120"/>
          <p:cNvSpPr/>
          <p:nvPr/>
        </p:nvSpPr>
        <p:spPr bwMode="auto">
          <a:xfrm>
            <a:off x="6347675" y="1798488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5908374" name="Freeform 121"/>
          <p:cNvSpPr/>
          <p:nvPr/>
        </p:nvSpPr>
        <p:spPr bwMode="auto">
          <a:xfrm rot="-10799952">
            <a:off x="7470407" y="567671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929205" name="Freeform 123"/>
          <p:cNvSpPr/>
          <p:nvPr/>
        </p:nvSpPr>
        <p:spPr bwMode="auto">
          <a:xfrm rot="0" flipH="0" flipV="0">
            <a:off x="8768919" y="1424160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32774606" name="TextBox 124"/>
          <p:cNvSpPr txBox="1"/>
          <p:nvPr/>
        </p:nvSpPr>
        <p:spPr bwMode="auto">
          <a:xfrm rot="0" flipH="0" flipV="0">
            <a:off x="8768919" y="1394020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856956699" name="Freeform 125"/>
          <p:cNvSpPr/>
          <p:nvPr/>
        </p:nvSpPr>
        <p:spPr bwMode="auto">
          <a:xfrm>
            <a:off x="10213292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14890" name="Freeform 126"/>
          <p:cNvSpPr/>
          <p:nvPr/>
        </p:nvSpPr>
        <p:spPr bwMode="auto">
          <a:xfrm>
            <a:off x="9616840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957582" name="Freeform 127"/>
          <p:cNvSpPr/>
          <p:nvPr/>
        </p:nvSpPr>
        <p:spPr bwMode="auto">
          <a:xfrm>
            <a:off x="9015869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224135" name="Freeform 128"/>
          <p:cNvSpPr/>
          <p:nvPr/>
        </p:nvSpPr>
        <p:spPr bwMode="auto">
          <a:xfrm>
            <a:off x="10213292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152133" name="Freeform 129"/>
          <p:cNvSpPr/>
          <p:nvPr/>
        </p:nvSpPr>
        <p:spPr bwMode="auto">
          <a:xfrm>
            <a:off x="9616840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074939" name="Freeform 130"/>
          <p:cNvSpPr/>
          <p:nvPr/>
        </p:nvSpPr>
        <p:spPr bwMode="auto">
          <a:xfrm>
            <a:off x="9015869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214721" name="Freeform 131"/>
          <p:cNvSpPr/>
          <p:nvPr/>
        </p:nvSpPr>
        <p:spPr bwMode="auto">
          <a:xfrm rot="7235047">
            <a:off x="8420391" y="4186046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389625" name="Freeform 132"/>
          <p:cNvSpPr/>
          <p:nvPr/>
        </p:nvSpPr>
        <p:spPr bwMode="auto">
          <a:xfrm>
            <a:off x="6489094" y="4572482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213597" name="Freeform 133"/>
          <p:cNvSpPr/>
          <p:nvPr/>
        </p:nvSpPr>
        <p:spPr bwMode="auto">
          <a:xfrm>
            <a:off x="7023415" y="4761667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995568" name="Freeform 28"/>
          <p:cNvSpPr/>
          <p:nvPr/>
        </p:nvSpPr>
        <p:spPr bwMode="auto">
          <a:xfrm rot="0" flipH="0" flipV="0">
            <a:off x="2311632" y="158222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24137081" name="TextBox 29"/>
          <p:cNvSpPr txBox="1"/>
          <p:nvPr/>
        </p:nvSpPr>
        <p:spPr bwMode="auto">
          <a:xfrm rot="0" flipH="0" flipV="0">
            <a:off x="2355504" y="159867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747425011" name="Freeform 30"/>
          <p:cNvSpPr/>
          <p:nvPr/>
        </p:nvSpPr>
        <p:spPr bwMode="auto">
          <a:xfrm rot="0" flipH="0" flipV="0">
            <a:off x="2372396" y="164299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361081092" name="AutoShape 31"/>
          <p:cNvSpPr/>
          <p:nvPr/>
        </p:nvSpPr>
        <p:spPr bwMode="auto">
          <a:xfrm flipH="1" flipV="1">
            <a:off x="3243315" y="1047519"/>
            <a:ext cx="1235430" cy="63023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459450" name="Freeform 34"/>
          <p:cNvSpPr/>
          <p:nvPr/>
        </p:nvSpPr>
        <p:spPr bwMode="auto">
          <a:xfrm rot="0" flipH="0" flipV="0">
            <a:off x="2930814" y="81155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30608120" name="TextBox 35"/>
          <p:cNvSpPr txBox="1"/>
          <p:nvPr/>
        </p:nvSpPr>
        <p:spPr bwMode="auto">
          <a:xfrm rot="0" flipH="0" flipV="0">
            <a:off x="2960109" y="82254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911840412" name="Freeform 36"/>
          <p:cNvSpPr/>
          <p:nvPr/>
        </p:nvSpPr>
        <p:spPr bwMode="auto">
          <a:xfrm rot="0" flipH="0" flipV="0">
            <a:off x="2971387" y="85213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30483636" name="AutoShape 37"/>
          <p:cNvSpPr/>
          <p:nvPr/>
        </p:nvSpPr>
        <p:spPr bwMode="auto">
          <a:xfrm flipV="1">
            <a:off x="4946735" y="1171683"/>
            <a:ext cx="553099" cy="4395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376337" name="Freeform 40"/>
          <p:cNvSpPr/>
          <p:nvPr/>
        </p:nvSpPr>
        <p:spPr bwMode="auto">
          <a:xfrm rot="0" flipH="0" flipV="0">
            <a:off x="4478744" y="1563138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617503" name="TextBox 41"/>
          <p:cNvSpPr txBox="1"/>
          <p:nvPr/>
        </p:nvSpPr>
        <p:spPr bwMode="auto">
          <a:xfrm rot="0" flipH="0" flipV="0">
            <a:off x="4522617" y="1579590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76111250" name="Freeform 42"/>
          <p:cNvSpPr/>
          <p:nvPr/>
        </p:nvSpPr>
        <p:spPr bwMode="auto">
          <a:xfrm rot="0" flipH="0" flipV="0">
            <a:off x="4539508" y="1623901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682892629" name="Freeform 45"/>
          <p:cNvSpPr/>
          <p:nvPr/>
        </p:nvSpPr>
        <p:spPr bwMode="auto">
          <a:xfrm rot="0" flipH="0" flipV="0">
            <a:off x="5499836" y="89126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7811632" name="TextBox 46"/>
          <p:cNvSpPr txBox="1"/>
          <p:nvPr/>
        </p:nvSpPr>
        <p:spPr bwMode="auto">
          <a:xfrm rot="0" flipH="0" flipV="0">
            <a:off x="5529132" y="902254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93302147" name="Freeform 47"/>
          <p:cNvSpPr/>
          <p:nvPr/>
        </p:nvSpPr>
        <p:spPr bwMode="auto">
          <a:xfrm rot="0" flipH="0" flipV="0">
            <a:off x="5540410" y="931842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996314034" name="AutoShape 48"/>
          <p:cNvSpPr/>
          <p:nvPr/>
        </p:nvSpPr>
        <p:spPr bwMode="auto">
          <a:xfrm flipH="1">
            <a:off x="2694960" y="1124062"/>
            <a:ext cx="292386" cy="4581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862326" name="Freeform 51"/>
          <p:cNvSpPr/>
          <p:nvPr/>
        </p:nvSpPr>
        <p:spPr bwMode="auto">
          <a:xfrm rot="0" flipH="0" flipV="0">
            <a:off x="1920619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25917964" name="TextBox 52"/>
          <p:cNvSpPr txBox="1"/>
          <p:nvPr/>
        </p:nvSpPr>
        <p:spPr bwMode="auto">
          <a:xfrm rot="0" flipH="0" flipV="0">
            <a:off x="19499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4996490" name="Freeform 53"/>
          <p:cNvSpPr/>
          <p:nvPr/>
        </p:nvSpPr>
        <p:spPr bwMode="auto">
          <a:xfrm rot="0" flipH="0" flipV="0">
            <a:off x="19611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525317752" name="AutoShape 54"/>
          <p:cNvSpPr/>
          <p:nvPr/>
        </p:nvSpPr>
        <p:spPr bwMode="auto">
          <a:xfrm>
            <a:off x="2154825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506398" name="Freeform 57"/>
          <p:cNvSpPr/>
          <p:nvPr/>
        </p:nvSpPr>
        <p:spPr bwMode="auto">
          <a:xfrm rot="0" flipH="0" flipV="0">
            <a:off x="1363599" y="916714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1796844" name="TextBox 58"/>
          <p:cNvSpPr txBox="1"/>
          <p:nvPr/>
        </p:nvSpPr>
        <p:spPr bwMode="auto">
          <a:xfrm rot="0" flipH="0" flipV="0">
            <a:off x="1392895" y="927701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06751075" name="Freeform 59"/>
          <p:cNvSpPr/>
          <p:nvPr/>
        </p:nvSpPr>
        <p:spPr bwMode="auto">
          <a:xfrm rot="0" flipH="0" flipV="0">
            <a:off x="1404173" y="95728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31795215" name="AutoShape 60"/>
          <p:cNvSpPr/>
          <p:nvPr/>
        </p:nvSpPr>
        <p:spPr bwMode="auto">
          <a:xfrm>
            <a:off x="1676106" y="1186182"/>
            <a:ext cx="635526" cy="46048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72139" name="Freeform 63"/>
          <p:cNvSpPr/>
          <p:nvPr/>
        </p:nvSpPr>
        <p:spPr bwMode="auto">
          <a:xfrm rot="0" flipH="0" flipV="0">
            <a:off x="1363599" y="158222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95995958" name="TextBox 64"/>
          <p:cNvSpPr txBox="1"/>
          <p:nvPr/>
        </p:nvSpPr>
        <p:spPr bwMode="auto">
          <a:xfrm rot="0" flipH="0" flipV="0">
            <a:off x="1392895" y="159321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80929106" name="Freeform 65"/>
          <p:cNvSpPr/>
          <p:nvPr/>
        </p:nvSpPr>
        <p:spPr bwMode="auto">
          <a:xfrm rot="0" flipH="0" flipV="0">
            <a:off x="1404173" y="162280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135125663" name="AutoShape 66"/>
          <p:cNvSpPr/>
          <p:nvPr/>
        </p:nvSpPr>
        <p:spPr bwMode="auto">
          <a:xfrm>
            <a:off x="1676106" y="1750320"/>
            <a:ext cx="635526" cy="4816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587417" name="AutoShape 67"/>
          <p:cNvSpPr/>
          <p:nvPr/>
        </p:nvSpPr>
        <p:spPr bwMode="auto">
          <a:xfrm flipH="1">
            <a:off x="2205234" y="2050216"/>
            <a:ext cx="289776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864720" name="Freeform 70"/>
          <p:cNvSpPr/>
          <p:nvPr/>
        </p:nvSpPr>
        <p:spPr bwMode="auto">
          <a:xfrm rot="0" flipH="0" flipV="0">
            <a:off x="1920619" y="3389832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5404718" name="TextBox 71"/>
          <p:cNvSpPr txBox="1"/>
          <p:nvPr/>
        </p:nvSpPr>
        <p:spPr bwMode="auto">
          <a:xfrm rot="0" flipH="0" flipV="0">
            <a:off x="1964491" y="340628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92953544" name="Freeform 72"/>
          <p:cNvSpPr/>
          <p:nvPr/>
        </p:nvSpPr>
        <p:spPr bwMode="auto">
          <a:xfrm rot="0" flipH="0" flipV="0">
            <a:off x="1981383" y="3450595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179758813" name="AutoShape 73"/>
          <p:cNvSpPr/>
          <p:nvPr/>
        </p:nvSpPr>
        <p:spPr bwMode="auto">
          <a:xfrm flipV="1">
            <a:off x="2388611" y="3522290"/>
            <a:ext cx="2393543" cy="92491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195306" name="Freeform 76"/>
          <p:cNvSpPr/>
          <p:nvPr/>
        </p:nvSpPr>
        <p:spPr bwMode="auto">
          <a:xfrm rot="0" flipH="0" flipV="0">
            <a:off x="4782159" y="327925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8992863" name="TextBox 77"/>
          <p:cNvSpPr txBox="1"/>
          <p:nvPr/>
        </p:nvSpPr>
        <p:spPr bwMode="auto">
          <a:xfrm rot="0" flipH="0" flipV="0">
            <a:off x="4826029" y="329570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12813337" name="Freeform 78"/>
          <p:cNvSpPr/>
          <p:nvPr/>
        </p:nvSpPr>
        <p:spPr bwMode="auto">
          <a:xfrm rot="0" flipH="0" flipV="0">
            <a:off x="4842922" y="334001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4746096" name="Freeform 81"/>
          <p:cNvSpPr/>
          <p:nvPr/>
        </p:nvSpPr>
        <p:spPr bwMode="auto">
          <a:xfrm rot="0" flipH="0" flipV="0">
            <a:off x="3168477" y="2546543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6901782" name="TextBox 82"/>
          <p:cNvSpPr txBox="1"/>
          <p:nvPr/>
        </p:nvSpPr>
        <p:spPr bwMode="auto">
          <a:xfrm rot="0" flipH="0" flipV="0">
            <a:off x="3197773" y="2557530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90819697" name="Freeform 83"/>
          <p:cNvSpPr/>
          <p:nvPr/>
        </p:nvSpPr>
        <p:spPr bwMode="auto">
          <a:xfrm rot="0" flipH="0" flipV="0">
            <a:off x="3209051" y="258711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588119629" name="AutoShape 84"/>
          <p:cNvSpPr/>
          <p:nvPr/>
        </p:nvSpPr>
        <p:spPr bwMode="auto">
          <a:xfrm flipV="1">
            <a:off x="2388611" y="2825786"/>
            <a:ext cx="779864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475119" name="Freeform 87"/>
          <p:cNvSpPr/>
          <p:nvPr/>
        </p:nvSpPr>
        <p:spPr bwMode="auto">
          <a:xfrm rot="0" flipH="0" flipV="0">
            <a:off x="4171824" y="239029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1092863" name="TextBox 88"/>
          <p:cNvSpPr txBox="1"/>
          <p:nvPr/>
        </p:nvSpPr>
        <p:spPr bwMode="auto">
          <a:xfrm rot="0" flipH="0" flipV="0">
            <a:off x="4201120" y="2401278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46307435" name="Freeform 89"/>
          <p:cNvSpPr/>
          <p:nvPr/>
        </p:nvSpPr>
        <p:spPr bwMode="auto">
          <a:xfrm rot="0" flipH="0" flipV="0">
            <a:off x="4212398" y="2430865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463189189" name="AutoShape 90"/>
          <p:cNvSpPr/>
          <p:nvPr/>
        </p:nvSpPr>
        <p:spPr bwMode="auto">
          <a:xfrm flipH="1" flipV="1">
            <a:off x="4439292" y="2702797"/>
            <a:ext cx="410305" cy="57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5213854" name="Freeform 93"/>
          <p:cNvSpPr/>
          <p:nvPr/>
        </p:nvSpPr>
        <p:spPr bwMode="auto">
          <a:xfrm rot="0" flipH="0" flipV="0">
            <a:off x="6287167" y="133049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222395" name="TextBox 94"/>
          <p:cNvSpPr txBox="1"/>
          <p:nvPr/>
        </p:nvSpPr>
        <p:spPr bwMode="auto">
          <a:xfrm rot="0" flipH="0" flipV="0">
            <a:off x="6331039" y="134694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79118666" name="Freeform 95"/>
          <p:cNvSpPr/>
          <p:nvPr/>
        </p:nvSpPr>
        <p:spPr bwMode="auto">
          <a:xfrm rot="0" flipH="0" flipV="0">
            <a:off x="6347931" y="139126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871100567" name="AutoShape 96"/>
          <p:cNvSpPr/>
          <p:nvPr/>
        </p:nvSpPr>
        <p:spPr bwMode="auto">
          <a:xfrm flipV="1">
            <a:off x="5196863" y="1798488"/>
            <a:ext cx="1143585" cy="148076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986323" name="Freeform 99"/>
          <p:cNvSpPr/>
          <p:nvPr/>
        </p:nvSpPr>
        <p:spPr bwMode="auto">
          <a:xfrm rot="0" flipH="0" flipV="0">
            <a:off x="6982920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21242018" name="TextBox 100"/>
          <p:cNvSpPr txBox="1"/>
          <p:nvPr/>
        </p:nvSpPr>
        <p:spPr bwMode="auto">
          <a:xfrm rot="0" flipH="0" flipV="0">
            <a:off x="70122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765806223" name="Freeform 101"/>
          <p:cNvSpPr/>
          <p:nvPr/>
        </p:nvSpPr>
        <p:spPr bwMode="auto">
          <a:xfrm rot="0" flipH="0" flipV="0">
            <a:off x="70234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552466403" name="AutoShape 102"/>
          <p:cNvSpPr/>
          <p:nvPr/>
        </p:nvSpPr>
        <p:spPr bwMode="auto">
          <a:xfrm flipV="1">
            <a:off x="6731388" y="1032858"/>
            <a:ext cx="267401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549548" name="Freeform 105"/>
          <p:cNvSpPr/>
          <p:nvPr/>
        </p:nvSpPr>
        <p:spPr bwMode="auto">
          <a:xfrm rot="0" flipH="0" flipV="0">
            <a:off x="7295418" y="13163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2496367" name="TextBox 106"/>
          <p:cNvSpPr txBox="1"/>
          <p:nvPr/>
        </p:nvSpPr>
        <p:spPr bwMode="auto">
          <a:xfrm rot="0" flipH="0" flipV="0">
            <a:off x="7324714" y="13273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69273036" name="Freeform 107"/>
          <p:cNvSpPr/>
          <p:nvPr/>
        </p:nvSpPr>
        <p:spPr bwMode="auto">
          <a:xfrm rot="0" flipH="0" flipV="0">
            <a:off x="7335992" y="13568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482521949" name="AutoShape 108"/>
          <p:cNvSpPr/>
          <p:nvPr/>
        </p:nvSpPr>
        <p:spPr bwMode="auto">
          <a:xfrm flipV="1">
            <a:off x="6755155" y="1488004"/>
            <a:ext cx="540261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456903" name="Freeform 111"/>
          <p:cNvSpPr/>
          <p:nvPr/>
        </p:nvSpPr>
        <p:spPr bwMode="auto">
          <a:xfrm rot="0" flipH="0" flipV="0">
            <a:off x="7139169" y="21780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0484578" name="TextBox 112"/>
          <p:cNvSpPr txBox="1"/>
          <p:nvPr/>
        </p:nvSpPr>
        <p:spPr bwMode="auto">
          <a:xfrm rot="0" flipH="0" flipV="0">
            <a:off x="7168464" y="21890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4915061" name="Freeform 113"/>
          <p:cNvSpPr/>
          <p:nvPr/>
        </p:nvSpPr>
        <p:spPr bwMode="auto">
          <a:xfrm rot="0" flipH="0" flipV="0">
            <a:off x="7179742" y="22185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970401237" name="AutoShape 114"/>
          <p:cNvSpPr/>
          <p:nvPr/>
        </p:nvSpPr>
        <p:spPr bwMode="auto">
          <a:xfrm>
            <a:off x="6755155" y="1797131"/>
            <a:ext cx="384012" cy="3817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1724261" name="Freeform 117"/>
          <p:cNvSpPr/>
          <p:nvPr/>
        </p:nvSpPr>
        <p:spPr bwMode="auto">
          <a:xfrm rot="0" flipH="0" flipV="0">
            <a:off x="6671178" y="313649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0307440" name="TextBox 118"/>
          <p:cNvSpPr txBox="1"/>
          <p:nvPr/>
        </p:nvSpPr>
        <p:spPr bwMode="auto">
          <a:xfrm rot="0" flipH="0" flipV="0">
            <a:off x="6715051" y="3152943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000472423" name="Freeform 119"/>
          <p:cNvSpPr/>
          <p:nvPr/>
        </p:nvSpPr>
        <p:spPr bwMode="auto">
          <a:xfrm rot="0" flipH="0" flipV="0">
            <a:off x="6731943" y="319725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675402198" name="AutoShape 120"/>
          <p:cNvSpPr/>
          <p:nvPr/>
        </p:nvSpPr>
        <p:spPr bwMode="auto">
          <a:xfrm>
            <a:off x="6570918" y="1798488"/>
            <a:ext cx="284499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547702" name="Freeform 121"/>
          <p:cNvSpPr/>
          <p:nvPr/>
        </p:nvSpPr>
        <p:spPr bwMode="auto">
          <a:xfrm rot="-10799922">
            <a:off x="7693650" y="567669"/>
            <a:ext cx="774635" cy="3442833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295070" name="Freeform 123"/>
          <p:cNvSpPr/>
          <p:nvPr/>
        </p:nvSpPr>
        <p:spPr bwMode="auto">
          <a:xfrm rot="0" flipH="0" flipV="0">
            <a:off x="8992161" y="1424160"/>
            <a:ext cx="2175105" cy="1729854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2817146" name="TextBox 124"/>
          <p:cNvSpPr txBox="1"/>
          <p:nvPr/>
        </p:nvSpPr>
        <p:spPr bwMode="auto">
          <a:xfrm rot="0" flipH="0" flipV="0">
            <a:off x="8992161" y="1394022"/>
            <a:ext cx="2175105" cy="176000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869"/>
              </a:lnSpc>
              <a:defRPr/>
            </a:pPr>
            <a:endParaRPr/>
          </a:p>
        </p:txBody>
      </p:sp>
      <p:sp>
        <p:nvSpPr>
          <p:cNvPr id="1787252699" name="Freeform 125"/>
          <p:cNvSpPr/>
          <p:nvPr/>
        </p:nvSpPr>
        <p:spPr bwMode="auto">
          <a:xfrm>
            <a:off x="10436535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987059" name="Freeform 126"/>
          <p:cNvSpPr/>
          <p:nvPr/>
        </p:nvSpPr>
        <p:spPr bwMode="auto">
          <a:xfrm>
            <a:off x="9840080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5186183" name="Freeform 127"/>
          <p:cNvSpPr/>
          <p:nvPr/>
        </p:nvSpPr>
        <p:spPr bwMode="auto">
          <a:xfrm>
            <a:off x="9239112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122591" name="Freeform 128"/>
          <p:cNvSpPr/>
          <p:nvPr/>
        </p:nvSpPr>
        <p:spPr bwMode="auto">
          <a:xfrm>
            <a:off x="10436535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411168" name="Freeform 129"/>
          <p:cNvSpPr/>
          <p:nvPr/>
        </p:nvSpPr>
        <p:spPr bwMode="auto">
          <a:xfrm>
            <a:off x="9840080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031285" name="Freeform 130"/>
          <p:cNvSpPr/>
          <p:nvPr/>
        </p:nvSpPr>
        <p:spPr bwMode="auto">
          <a:xfrm>
            <a:off x="9239112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923507" name="Freeform 131"/>
          <p:cNvSpPr/>
          <p:nvPr/>
        </p:nvSpPr>
        <p:spPr bwMode="auto">
          <a:xfrm rot="7235011">
            <a:off x="8643632" y="4186045"/>
            <a:ext cx="1983807" cy="709209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904230" name="Freeform 132"/>
          <p:cNvSpPr/>
          <p:nvPr/>
        </p:nvSpPr>
        <p:spPr bwMode="auto">
          <a:xfrm>
            <a:off x="6712336" y="4572480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477861" name="Freeform 133"/>
          <p:cNvSpPr/>
          <p:nvPr/>
        </p:nvSpPr>
        <p:spPr bwMode="auto">
          <a:xfrm>
            <a:off x="7246657" y="4761666"/>
            <a:ext cx="591183" cy="525411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334378" name="Freeform 134"/>
          <p:cNvSpPr/>
          <p:nvPr/>
        </p:nvSpPr>
        <p:spPr bwMode="auto">
          <a:xfrm>
            <a:off x="3062442" y="4381981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90512" name="Freeform 135"/>
          <p:cNvSpPr/>
          <p:nvPr/>
        </p:nvSpPr>
        <p:spPr bwMode="auto">
          <a:xfrm rot="-8195860" flipH="1">
            <a:off x="1903231" y="4158308"/>
            <a:ext cx="1251307" cy="447340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252105" name="Freeform 136"/>
          <p:cNvSpPr/>
          <p:nvPr/>
        </p:nvSpPr>
        <p:spPr bwMode="auto">
          <a:xfrm>
            <a:off x="5285556" y="5125439"/>
            <a:ext cx="863492" cy="518094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6378045" name="TextBox 138"/>
          <p:cNvSpPr txBox="1"/>
          <p:nvPr/>
        </p:nvSpPr>
        <p:spPr bwMode="auto">
          <a:xfrm>
            <a:off x="3020610" y="3919563"/>
            <a:ext cx="1744923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ボブ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510668" name="Freeform 28"/>
          <p:cNvSpPr/>
          <p:nvPr/>
        </p:nvSpPr>
        <p:spPr bwMode="auto">
          <a:xfrm rot="0" flipH="0" flipV="0">
            <a:off x="2162804" y="154055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7843628" name="TextBox 29"/>
          <p:cNvSpPr txBox="1"/>
          <p:nvPr/>
        </p:nvSpPr>
        <p:spPr bwMode="auto">
          <a:xfrm rot="0" flipH="0" flipV="0">
            <a:off x="2206677" y="155700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69753547" name="Freeform 30"/>
          <p:cNvSpPr/>
          <p:nvPr/>
        </p:nvSpPr>
        <p:spPr bwMode="auto">
          <a:xfrm rot="0" flipH="0" flipV="0">
            <a:off x="2223568" y="160131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576309410" name="AutoShape 31"/>
          <p:cNvSpPr/>
          <p:nvPr/>
        </p:nvSpPr>
        <p:spPr bwMode="auto">
          <a:xfrm flipH="1" flipV="1">
            <a:off x="3094488" y="1005849"/>
            <a:ext cx="1235430" cy="63024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59233" name="Freeform 34"/>
          <p:cNvSpPr/>
          <p:nvPr/>
        </p:nvSpPr>
        <p:spPr bwMode="auto">
          <a:xfrm rot="0" flipH="0" flipV="0">
            <a:off x="2781985" y="76988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7452358" name="TextBox 35"/>
          <p:cNvSpPr txBox="1"/>
          <p:nvPr/>
        </p:nvSpPr>
        <p:spPr bwMode="auto">
          <a:xfrm rot="0" flipH="0" flipV="0">
            <a:off x="2811282" y="78087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45298386" name="Freeform 36"/>
          <p:cNvSpPr/>
          <p:nvPr/>
        </p:nvSpPr>
        <p:spPr bwMode="auto">
          <a:xfrm rot="0" flipH="0" flipV="0">
            <a:off x="2822559" y="81046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36032816" name="AutoShape 37"/>
          <p:cNvSpPr/>
          <p:nvPr/>
        </p:nvSpPr>
        <p:spPr bwMode="auto">
          <a:xfrm flipV="1">
            <a:off x="4797909" y="1130011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103014" name="Freeform 40"/>
          <p:cNvSpPr/>
          <p:nvPr/>
        </p:nvSpPr>
        <p:spPr bwMode="auto">
          <a:xfrm rot="0" flipH="0" flipV="0">
            <a:off x="4329918" y="1521465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19674843" name="TextBox 41"/>
          <p:cNvSpPr txBox="1"/>
          <p:nvPr/>
        </p:nvSpPr>
        <p:spPr bwMode="auto">
          <a:xfrm rot="0" flipH="0" flipV="0">
            <a:off x="4373790" y="1537918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31763608" name="Freeform 42"/>
          <p:cNvSpPr/>
          <p:nvPr/>
        </p:nvSpPr>
        <p:spPr bwMode="auto">
          <a:xfrm rot="0" flipH="0" flipV="0">
            <a:off x="4390681" y="1582229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897540052" name="Freeform 45"/>
          <p:cNvSpPr/>
          <p:nvPr/>
        </p:nvSpPr>
        <p:spPr bwMode="auto">
          <a:xfrm rot="0" flipH="0" flipV="0">
            <a:off x="5351009" y="849596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4836927" name="TextBox 46"/>
          <p:cNvSpPr txBox="1"/>
          <p:nvPr/>
        </p:nvSpPr>
        <p:spPr bwMode="auto">
          <a:xfrm rot="0" flipH="0" flipV="0">
            <a:off x="5380306" y="86058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2558904" name="Freeform 47"/>
          <p:cNvSpPr/>
          <p:nvPr/>
        </p:nvSpPr>
        <p:spPr bwMode="auto">
          <a:xfrm rot="0" flipH="0" flipV="0">
            <a:off x="5391583" y="89017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879624043" name="AutoShape 48"/>
          <p:cNvSpPr/>
          <p:nvPr/>
        </p:nvSpPr>
        <p:spPr bwMode="auto">
          <a:xfrm flipH="1">
            <a:off x="2546132" y="1082391"/>
            <a:ext cx="292387" cy="458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14880" name="Freeform 51"/>
          <p:cNvSpPr/>
          <p:nvPr/>
        </p:nvSpPr>
        <p:spPr bwMode="auto">
          <a:xfrm rot="0" flipH="0" flipV="0">
            <a:off x="1771794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1871625" name="TextBox 52"/>
          <p:cNvSpPr txBox="1"/>
          <p:nvPr/>
        </p:nvSpPr>
        <p:spPr bwMode="auto">
          <a:xfrm rot="0" flipH="0" flipV="0">
            <a:off x="1801090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22399152" name="Freeform 53"/>
          <p:cNvSpPr/>
          <p:nvPr/>
        </p:nvSpPr>
        <p:spPr bwMode="auto">
          <a:xfrm rot="0" flipH="0" flipV="0">
            <a:off x="1812367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812614555" name="AutoShape 54"/>
          <p:cNvSpPr/>
          <p:nvPr/>
        </p:nvSpPr>
        <p:spPr bwMode="auto">
          <a:xfrm>
            <a:off x="2005997" y="991186"/>
            <a:ext cx="274068" cy="549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136193" name="Freeform 57"/>
          <p:cNvSpPr/>
          <p:nvPr/>
        </p:nvSpPr>
        <p:spPr bwMode="auto">
          <a:xfrm rot="0" flipH="0" flipV="0">
            <a:off x="1214771" y="8750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9550333" name="TextBox 58"/>
          <p:cNvSpPr txBox="1"/>
          <p:nvPr/>
        </p:nvSpPr>
        <p:spPr bwMode="auto">
          <a:xfrm rot="0" flipH="0" flipV="0">
            <a:off x="1244068" y="8860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43055718" name="Freeform 59"/>
          <p:cNvSpPr/>
          <p:nvPr/>
        </p:nvSpPr>
        <p:spPr bwMode="auto">
          <a:xfrm rot="0" flipH="0" flipV="0">
            <a:off x="1255345" y="9156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61670099" name="AutoShape 60"/>
          <p:cNvSpPr/>
          <p:nvPr/>
        </p:nvSpPr>
        <p:spPr bwMode="auto">
          <a:xfrm>
            <a:off x="1527278" y="1144513"/>
            <a:ext cx="635527" cy="4604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790874" name="Freeform 63"/>
          <p:cNvSpPr/>
          <p:nvPr/>
        </p:nvSpPr>
        <p:spPr bwMode="auto">
          <a:xfrm rot="0" flipH="0" flipV="0">
            <a:off x="1214771" y="15405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9933455" name="TextBox 64"/>
          <p:cNvSpPr txBox="1"/>
          <p:nvPr/>
        </p:nvSpPr>
        <p:spPr bwMode="auto">
          <a:xfrm rot="0" flipH="0" flipV="0">
            <a:off x="1244068" y="15515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2003387" name="Freeform 65"/>
          <p:cNvSpPr/>
          <p:nvPr/>
        </p:nvSpPr>
        <p:spPr bwMode="auto">
          <a:xfrm rot="0" flipH="0" flipV="0">
            <a:off x="1255345" y="15811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997738766" name="AutoShape 66"/>
          <p:cNvSpPr/>
          <p:nvPr/>
        </p:nvSpPr>
        <p:spPr bwMode="auto">
          <a:xfrm>
            <a:off x="1527278" y="1708648"/>
            <a:ext cx="635527" cy="481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7444332" name="AutoShape 67"/>
          <p:cNvSpPr/>
          <p:nvPr/>
        </p:nvSpPr>
        <p:spPr bwMode="auto">
          <a:xfrm flipH="1">
            <a:off x="2056406" y="2008544"/>
            <a:ext cx="289777" cy="1339614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551090" name="Freeform 70"/>
          <p:cNvSpPr/>
          <p:nvPr/>
        </p:nvSpPr>
        <p:spPr bwMode="auto">
          <a:xfrm rot="0" flipH="0" flipV="0">
            <a:off x="1771794" y="3348159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96862067" name="TextBox 71"/>
          <p:cNvSpPr txBox="1"/>
          <p:nvPr/>
        </p:nvSpPr>
        <p:spPr bwMode="auto">
          <a:xfrm rot="0" flipH="0" flipV="0">
            <a:off x="1815666" y="336461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51518240" name="Freeform 72"/>
          <p:cNvSpPr/>
          <p:nvPr/>
        </p:nvSpPr>
        <p:spPr bwMode="auto">
          <a:xfrm rot="0" flipH="0" flipV="0">
            <a:off x="1832556" y="340892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102297255" name="AutoShape 73"/>
          <p:cNvSpPr/>
          <p:nvPr/>
        </p:nvSpPr>
        <p:spPr bwMode="auto">
          <a:xfrm flipV="1">
            <a:off x="2239783" y="3480620"/>
            <a:ext cx="2393544" cy="924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17200" name="Freeform 76"/>
          <p:cNvSpPr/>
          <p:nvPr/>
        </p:nvSpPr>
        <p:spPr bwMode="auto">
          <a:xfrm rot="0" flipH="0" flipV="0">
            <a:off x="4633330" y="323758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0510256" name="TextBox 77"/>
          <p:cNvSpPr txBox="1"/>
          <p:nvPr/>
        </p:nvSpPr>
        <p:spPr bwMode="auto">
          <a:xfrm rot="0" flipH="0" flipV="0">
            <a:off x="4677203" y="325403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99317467" name="Freeform 78"/>
          <p:cNvSpPr/>
          <p:nvPr/>
        </p:nvSpPr>
        <p:spPr bwMode="auto">
          <a:xfrm rot="0" flipH="0" flipV="0">
            <a:off x="4694094" y="329834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47629481" name="Freeform 81"/>
          <p:cNvSpPr/>
          <p:nvPr/>
        </p:nvSpPr>
        <p:spPr bwMode="auto">
          <a:xfrm rot="0" flipH="0" flipV="0">
            <a:off x="3019649" y="250487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7325043" name="TextBox 82"/>
          <p:cNvSpPr txBox="1"/>
          <p:nvPr/>
        </p:nvSpPr>
        <p:spPr bwMode="auto">
          <a:xfrm rot="0" flipH="0" flipV="0">
            <a:off x="3048946" y="251585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4982179" name="Freeform 83"/>
          <p:cNvSpPr/>
          <p:nvPr/>
        </p:nvSpPr>
        <p:spPr bwMode="auto">
          <a:xfrm rot="0" flipH="0" flipV="0">
            <a:off x="3060223" y="254544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564960407" name="AutoShape 84"/>
          <p:cNvSpPr/>
          <p:nvPr/>
        </p:nvSpPr>
        <p:spPr bwMode="auto">
          <a:xfrm flipV="1">
            <a:off x="2239783" y="2784115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882785" name="Freeform 87"/>
          <p:cNvSpPr/>
          <p:nvPr/>
        </p:nvSpPr>
        <p:spPr bwMode="auto">
          <a:xfrm rot="0" flipH="0" flipV="0">
            <a:off x="4022996" y="234862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3036564" name="TextBox 88"/>
          <p:cNvSpPr txBox="1"/>
          <p:nvPr/>
        </p:nvSpPr>
        <p:spPr bwMode="auto">
          <a:xfrm rot="0" flipH="0" flipV="0">
            <a:off x="4052293" y="235960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2853024" name="Freeform 89"/>
          <p:cNvSpPr/>
          <p:nvPr/>
        </p:nvSpPr>
        <p:spPr bwMode="auto">
          <a:xfrm rot="0" flipH="0" flipV="0">
            <a:off x="4063570" y="238919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2027717515" name="AutoShape 90"/>
          <p:cNvSpPr/>
          <p:nvPr/>
        </p:nvSpPr>
        <p:spPr bwMode="auto">
          <a:xfrm flipH="1" flipV="1">
            <a:off x="4290464" y="2661125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433129" name="Freeform 93"/>
          <p:cNvSpPr/>
          <p:nvPr/>
        </p:nvSpPr>
        <p:spPr bwMode="auto">
          <a:xfrm rot="0" flipH="0" flipV="0">
            <a:off x="6138339" y="12888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9729060" name="TextBox 94"/>
          <p:cNvSpPr txBox="1"/>
          <p:nvPr/>
        </p:nvSpPr>
        <p:spPr bwMode="auto">
          <a:xfrm rot="0" flipH="0" flipV="0">
            <a:off x="6182212" y="13052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53622842" name="Freeform 95"/>
          <p:cNvSpPr/>
          <p:nvPr/>
        </p:nvSpPr>
        <p:spPr bwMode="auto">
          <a:xfrm rot="0" flipH="0" flipV="0">
            <a:off x="6199103" y="13495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45839673" name="AutoShape 96"/>
          <p:cNvSpPr/>
          <p:nvPr/>
        </p:nvSpPr>
        <p:spPr bwMode="auto">
          <a:xfrm flipV="1">
            <a:off x="5048037" y="1756816"/>
            <a:ext cx="1143585" cy="1480765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295290" name="Freeform 99"/>
          <p:cNvSpPr/>
          <p:nvPr/>
        </p:nvSpPr>
        <p:spPr bwMode="auto">
          <a:xfrm rot="0" flipH="0" flipV="0">
            <a:off x="6834091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4179875" name="TextBox 100"/>
          <p:cNvSpPr txBox="1"/>
          <p:nvPr/>
        </p:nvSpPr>
        <p:spPr bwMode="auto">
          <a:xfrm rot="0" flipH="0" flipV="0">
            <a:off x="6863388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68223110" name="Freeform 101"/>
          <p:cNvSpPr/>
          <p:nvPr/>
        </p:nvSpPr>
        <p:spPr bwMode="auto">
          <a:xfrm rot="0" flipH="0" flipV="0">
            <a:off x="6874665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608015117" name="AutoShape 102"/>
          <p:cNvSpPr/>
          <p:nvPr/>
        </p:nvSpPr>
        <p:spPr bwMode="auto">
          <a:xfrm flipV="1">
            <a:off x="6582560" y="991186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17650" name="Freeform 105"/>
          <p:cNvSpPr/>
          <p:nvPr/>
        </p:nvSpPr>
        <p:spPr bwMode="auto">
          <a:xfrm rot="0" flipH="0" flipV="0">
            <a:off x="7146594" y="1274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5735058" name="TextBox 106"/>
          <p:cNvSpPr txBox="1"/>
          <p:nvPr/>
        </p:nvSpPr>
        <p:spPr bwMode="auto">
          <a:xfrm rot="0" flipH="0" flipV="0">
            <a:off x="7175890" y="1285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57809980" name="Freeform 107"/>
          <p:cNvSpPr/>
          <p:nvPr/>
        </p:nvSpPr>
        <p:spPr bwMode="auto">
          <a:xfrm rot="0" flipH="0" flipV="0">
            <a:off x="7187167" y="1315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2041842103" name="AutoShape 108"/>
          <p:cNvSpPr/>
          <p:nvPr/>
        </p:nvSpPr>
        <p:spPr bwMode="auto">
          <a:xfrm flipV="1">
            <a:off x="6606329" y="1446333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079123" name="Freeform 111"/>
          <p:cNvSpPr/>
          <p:nvPr/>
        </p:nvSpPr>
        <p:spPr bwMode="auto">
          <a:xfrm rot="0" flipH="0" flipV="0">
            <a:off x="6990340" y="213634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1216980" name="TextBox 112"/>
          <p:cNvSpPr txBox="1"/>
          <p:nvPr/>
        </p:nvSpPr>
        <p:spPr bwMode="auto">
          <a:xfrm rot="0" flipH="0" flipV="0">
            <a:off x="7019637" y="214733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8771999" name="Freeform 113"/>
          <p:cNvSpPr/>
          <p:nvPr/>
        </p:nvSpPr>
        <p:spPr bwMode="auto">
          <a:xfrm rot="0" flipH="0" flipV="0">
            <a:off x="7030914" y="217691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36377699" name="AutoShape 114"/>
          <p:cNvSpPr/>
          <p:nvPr/>
        </p:nvSpPr>
        <p:spPr bwMode="auto">
          <a:xfrm>
            <a:off x="6606329" y="1755461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411627" name="Freeform 117"/>
          <p:cNvSpPr/>
          <p:nvPr/>
        </p:nvSpPr>
        <p:spPr bwMode="auto">
          <a:xfrm rot="0" flipH="0" flipV="0">
            <a:off x="6522351" y="309482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3956663" name="TextBox 118"/>
          <p:cNvSpPr txBox="1"/>
          <p:nvPr/>
        </p:nvSpPr>
        <p:spPr bwMode="auto">
          <a:xfrm rot="0" flipH="0" flipV="0">
            <a:off x="6566224" y="311127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3321771" name="Freeform 119"/>
          <p:cNvSpPr/>
          <p:nvPr/>
        </p:nvSpPr>
        <p:spPr bwMode="auto">
          <a:xfrm rot="0" flipH="0" flipV="0">
            <a:off x="6583115" y="315558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237557171" name="AutoShape 120"/>
          <p:cNvSpPr/>
          <p:nvPr/>
        </p:nvSpPr>
        <p:spPr bwMode="auto">
          <a:xfrm>
            <a:off x="6422090" y="1756816"/>
            <a:ext cx="284500" cy="133800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446484" name="Freeform 121"/>
          <p:cNvSpPr/>
          <p:nvPr/>
        </p:nvSpPr>
        <p:spPr bwMode="auto">
          <a:xfrm rot="-10799952">
            <a:off x="7544822" y="525998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639904" name="Freeform 123"/>
          <p:cNvSpPr/>
          <p:nvPr/>
        </p:nvSpPr>
        <p:spPr bwMode="auto">
          <a:xfrm rot="0" flipH="0" flipV="0">
            <a:off x="8843333" y="1382487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61886528" name="TextBox 124"/>
          <p:cNvSpPr txBox="1"/>
          <p:nvPr/>
        </p:nvSpPr>
        <p:spPr bwMode="auto">
          <a:xfrm rot="0" flipH="0" flipV="0">
            <a:off x="8843333" y="1352348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74016853" name="Freeform 125"/>
          <p:cNvSpPr/>
          <p:nvPr/>
        </p:nvSpPr>
        <p:spPr bwMode="auto">
          <a:xfrm>
            <a:off x="10287707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849502" name="Freeform 126"/>
          <p:cNvSpPr/>
          <p:nvPr/>
        </p:nvSpPr>
        <p:spPr bwMode="auto">
          <a:xfrm>
            <a:off x="969125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44249" name="Freeform 127"/>
          <p:cNvSpPr/>
          <p:nvPr/>
        </p:nvSpPr>
        <p:spPr bwMode="auto">
          <a:xfrm>
            <a:off x="909028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61453" name="Freeform 128"/>
          <p:cNvSpPr/>
          <p:nvPr/>
        </p:nvSpPr>
        <p:spPr bwMode="auto">
          <a:xfrm>
            <a:off x="10287707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4347384" name="Freeform 129"/>
          <p:cNvSpPr/>
          <p:nvPr/>
        </p:nvSpPr>
        <p:spPr bwMode="auto">
          <a:xfrm>
            <a:off x="969125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477800" name="Freeform 130"/>
          <p:cNvSpPr/>
          <p:nvPr/>
        </p:nvSpPr>
        <p:spPr bwMode="auto">
          <a:xfrm>
            <a:off x="909028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86005" name="Freeform 131"/>
          <p:cNvSpPr/>
          <p:nvPr/>
        </p:nvSpPr>
        <p:spPr bwMode="auto">
          <a:xfrm rot="7235047">
            <a:off x="8494804" y="4144375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7833383" name="Freeform 132"/>
          <p:cNvSpPr/>
          <p:nvPr/>
        </p:nvSpPr>
        <p:spPr bwMode="auto">
          <a:xfrm>
            <a:off x="6563508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9709089" name="Freeform 133"/>
          <p:cNvSpPr/>
          <p:nvPr/>
        </p:nvSpPr>
        <p:spPr bwMode="auto">
          <a:xfrm>
            <a:off x="7097829" y="4719996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960384" name="Freeform 134"/>
          <p:cNvSpPr/>
          <p:nvPr/>
        </p:nvSpPr>
        <p:spPr bwMode="auto">
          <a:xfrm>
            <a:off x="2913615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6362606" name="Freeform 135"/>
          <p:cNvSpPr/>
          <p:nvPr/>
        </p:nvSpPr>
        <p:spPr bwMode="auto">
          <a:xfrm rot="-8195896" flipH="1">
            <a:off x="1754402" y="4307137"/>
            <a:ext cx="1251308" cy="447341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55593" name="Freeform 136"/>
          <p:cNvSpPr/>
          <p:nvPr/>
        </p:nvSpPr>
        <p:spPr bwMode="auto">
          <a:xfrm>
            <a:off x="5136728" y="5274268"/>
            <a:ext cx="863493" cy="518095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768285" name="Freeform 137"/>
          <p:cNvSpPr/>
          <p:nvPr/>
        </p:nvSpPr>
        <p:spPr bwMode="auto">
          <a:xfrm>
            <a:off x="3199968" y="3272605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891104" name="TextBox 138"/>
          <p:cNvSpPr txBox="1"/>
          <p:nvPr/>
        </p:nvSpPr>
        <p:spPr bwMode="auto">
          <a:xfrm>
            <a:off x="2871783" y="4068392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ボブ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4678859" name="Freeform 139"/>
          <p:cNvSpPr/>
          <p:nvPr/>
        </p:nvSpPr>
        <p:spPr bwMode="auto">
          <a:xfrm>
            <a:off x="1984145" y="2363249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62595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3" y="152089"/>
            <a:ext cx="8594397" cy="586732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926399989" name=""/>
          <p:cNvSpPr txBox="1"/>
          <p:nvPr/>
        </p:nvSpPr>
        <p:spPr bwMode="auto">
          <a:xfrm rot="0" flipH="0" flipV="0">
            <a:off x="860285" y="6165365"/>
            <a:ext cx="10222267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Satoshi.(2008).Bitcoin: A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Peer-to-Peer Electronic Cash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System, Section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10: Privacy.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利用可能な場所: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341884152" name=""/>
          <p:cNvSpPr/>
          <p:nvPr/>
        </p:nvSpPr>
        <p:spPr bwMode="auto">
          <a:xfrm rot="0" flipH="0" flipV="0">
            <a:off x="2262895" y="4520819"/>
            <a:ext cx="8188654" cy="75347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512474" name="Freeform 30"/>
          <p:cNvSpPr/>
          <p:nvPr/>
        </p:nvSpPr>
        <p:spPr bwMode="auto">
          <a:xfrm rot="0" flipH="0" flipV="0">
            <a:off x="965839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4369033" name="TextBox 31"/>
          <p:cNvSpPr txBox="1"/>
          <p:nvPr/>
        </p:nvSpPr>
        <p:spPr bwMode="auto">
          <a:xfrm rot="0" flipH="0" flipV="0">
            <a:off x="965839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724978963" name="TextBox 32"/>
          <p:cNvSpPr txBox="1"/>
          <p:nvPr/>
        </p:nvSpPr>
        <p:spPr bwMode="auto">
          <a:xfrm flipH="0" flipV="0">
            <a:off x="515549" y="1206310"/>
            <a:ext cx="3368414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453409196" name="TextBox 33"/>
          <p:cNvSpPr txBox="1"/>
          <p:nvPr/>
        </p:nvSpPr>
        <p:spPr bwMode="auto">
          <a:xfrm flipH="0" flipV="0">
            <a:off x="592498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0725411" name="AutoShape 34"/>
          <p:cNvSpPr/>
          <p:nvPr/>
        </p:nvSpPr>
        <p:spPr bwMode="auto">
          <a:xfrm>
            <a:off x="2226873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3162131" name="TextBox 35"/>
          <p:cNvSpPr txBox="1"/>
          <p:nvPr/>
        </p:nvSpPr>
        <p:spPr bwMode="auto">
          <a:xfrm flipH="0" flipV="0">
            <a:off x="2133154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63588370" name="Freeform 37"/>
          <p:cNvSpPr/>
          <p:nvPr/>
        </p:nvSpPr>
        <p:spPr bwMode="auto">
          <a:xfrm rot="0" flipH="0" flipV="0">
            <a:off x="2506494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8298175" name="TextBox 38"/>
          <p:cNvSpPr txBox="1"/>
          <p:nvPr/>
        </p:nvSpPr>
        <p:spPr bwMode="auto">
          <a:xfrm rot="0" flipH="0" flipV="0">
            <a:off x="2506494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2101241687" name="Freeform 40"/>
          <p:cNvSpPr/>
          <p:nvPr/>
        </p:nvSpPr>
        <p:spPr bwMode="auto">
          <a:xfrm rot="0" flipH="0" flipV="0">
            <a:off x="2506494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942598" name="TextBox 41"/>
          <p:cNvSpPr txBox="1"/>
          <p:nvPr/>
        </p:nvSpPr>
        <p:spPr bwMode="auto">
          <a:xfrm rot="0" flipH="0" flipV="0">
            <a:off x="2506494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78811035" name="Freeform 46"/>
          <p:cNvSpPr/>
          <p:nvPr/>
        </p:nvSpPr>
        <p:spPr bwMode="auto">
          <a:xfrm rot="0" flipH="0" flipV="0">
            <a:off x="4843669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2857387" name="TextBox 47"/>
          <p:cNvSpPr txBox="1"/>
          <p:nvPr/>
        </p:nvSpPr>
        <p:spPr bwMode="auto">
          <a:xfrm rot="0" flipH="0" flipV="0">
            <a:off x="4843669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344700708" name="TextBox 48"/>
          <p:cNvSpPr txBox="1"/>
          <p:nvPr/>
        </p:nvSpPr>
        <p:spPr bwMode="auto">
          <a:xfrm flipH="0" flipV="0">
            <a:off x="4433645" y="1206310"/>
            <a:ext cx="3368411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205916544" name="TextBox 49"/>
          <p:cNvSpPr txBox="1"/>
          <p:nvPr/>
        </p:nvSpPr>
        <p:spPr bwMode="auto">
          <a:xfrm flipH="0" flipV="0">
            <a:off x="4470327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/>
          </a:p>
        </p:txBody>
      </p:sp>
      <p:sp>
        <p:nvSpPr>
          <p:cNvPr id="11121165" name="AutoShape 50"/>
          <p:cNvSpPr/>
          <p:nvPr/>
        </p:nvSpPr>
        <p:spPr bwMode="auto">
          <a:xfrm>
            <a:off x="6104701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948895" name="TextBox 51"/>
          <p:cNvSpPr txBox="1"/>
          <p:nvPr/>
        </p:nvSpPr>
        <p:spPr bwMode="auto">
          <a:xfrm flipH="0" flipV="0">
            <a:off x="6010982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/>
          </a:p>
        </p:txBody>
      </p:sp>
      <p:sp>
        <p:nvSpPr>
          <p:cNvPr id="529488450" name="Freeform 53"/>
          <p:cNvSpPr/>
          <p:nvPr/>
        </p:nvSpPr>
        <p:spPr bwMode="auto">
          <a:xfrm rot="0" flipH="0" flipV="0">
            <a:off x="6384321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5111636" name="TextBox 54"/>
          <p:cNvSpPr txBox="1"/>
          <p:nvPr/>
        </p:nvSpPr>
        <p:spPr bwMode="auto">
          <a:xfrm rot="0" flipH="0" flipV="0">
            <a:off x="6384321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05138694" name="Freeform 56"/>
          <p:cNvSpPr/>
          <p:nvPr/>
        </p:nvSpPr>
        <p:spPr bwMode="auto">
          <a:xfrm rot="0" flipH="0" flipV="0">
            <a:off x="4843669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3157599" name="TextBox 57"/>
          <p:cNvSpPr txBox="1"/>
          <p:nvPr/>
        </p:nvSpPr>
        <p:spPr bwMode="auto">
          <a:xfrm rot="0" flipH="0" flipV="0">
            <a:off x="4843669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941823777" name="Freeform 59"/>
          <p:cNvSpPr/>
          <p:nvPr/>
        </p:nvSpPr>
        <p:spPr bwMode="auto">
          <a:xfrm rot="0" flipH="0" flipV="0">
            <a:off x="4843669" y="3010014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16805208" name="TextBox 60"/>
          <p:cNvSpPr txBox="1"/>
          <p:nvPr/>
        </p:nvSpPr>
        <p:spPr bwMode="auto">
          <a:xfrm rot="0" flipH="0" flipV="0">
            <a:off x="4843669" y="2887240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618308912" name="Freeform 62"/>
          <p:cNvSpPr/>
          <p:nvPr/>
        </p:nvSpPr>
        <p:spPr bwMode="auto">
          <a:xfrm rot="0" flipH="0" flipV="0">
            <a:off x="4843669" y="3337947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3445643" name="TextBox 63"/>
          <p:cNvSpPr txBox="1"/>
          <p:nvPr/>
        </p:nvSpPr>
        <p:spPr bwMode="auto">
          <a:xfrm rot="0" flipH="0" flipV="0">
            <a:off x="4843669" y="3215173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330636110" name="Freeform 65"/>
          <p:cNvSpPr/>
          <p:nvPr/>
        </p:nvSpPr>
        <p:spPr bwMode="auto">
          <a:xfrm rot="0" flipH="0" flipV="0">
            <a:off x="4843669" y="3665882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7269728" name="TextBox 66"/>
          <p:cNvSpPr txBox="1"/>
          <p:nvPr/>
        </p:nvSpPr>
        <p:spPr bwMode="auto">
          <a:xfrm rot="0" flipH="0" flipV="0">
            <a:off x="4843669" y="3543108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75662127" name="Freeform 68"/>
          <p:cNvSpPr/>
          <p:nvPr/>
        </p:nvSpPr>
        <p:spPr bwMode="auto">
          <a:xfrm rot="0" flipH="0" flipV="0">
            <a:off x="4843669" y="3993816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95707830" name="TextBox 69"/>
          <p:cNvSpPr txBox="1"/>
          <p:nvPr/>
        </p:nvSpPr>
        <p:spPr bwMode="auto">
          <a:xfrm rot="0" flipH="0" flipV="0">
            <a:off x="4843669" y="3871042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799896171" name="Freeform 74"/>
          <p:cNvSpPr/>
          <p:nvPr/>
        </p:nvSpPr>
        <p:spPr bwMode="auto">
          <a:xfrm rot="0" flipH="0" flipV="0">
            <a:off x="8721495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26151397" name="TextBox 75"/>
          <p:cNvSpPr txBox="1"/>
          <p:nvPr/>
        </p:nvSpPr>
        <p:spPr bwMode="auto">
          <a:xfrm rot="0" flipH="0" flipV="0">
            <a:off x="8721495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78989387" name="TextBox 76"/>
          <p:cNvSpPr txBox="1"/>
          <p:nvPr/>
        </p:nvSpPr>
        <p:spPr bwMode="auto">
          <a:xfrm flipH="0" flipV="0">
            <a:off x="8351743" y="1206310"/>
            <a:ext cx="3368411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399248388" name="TextBox 77"/>
          <p:cNvSpPr txBox="1"/>
          <p:nvPr/>
        </p:nvSpPr>
        <p:spPr bwMode="auto">
          <a:xfrm flipH="0" flipV="0">
            <a:off x="8348157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72182367" name="AutoShape 78"/>
          <p:cNvSpPr/>
          <p:nvPr/>
        </p:nvSpPr>
        <p:spPr bwMode="auto">
          <a:xfrm>
            <a:off x="9982528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910390" name="TextBox 79"/>
          <p:cNvSpPr txBox="1"/>
          <p:nvPr/>
        </p:nvSpPr>
        <p:spPr bwMode="auto">
          <a:xfrm flipH="0" flipV="0">
            <a:off x="9888808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/>
          </a:p>
        </p:txBody>
      </p:sp>
      <p:sp>
        <p:nvSpPr>
          <p:cNvPr id="902476566" name="Freeform 81"/>
          <p:cNvSpPr/>
          <p:nvPr/>
        </p:nvSpPr>
        <p:spPr bwMode="auto">
          <a:xfrm rot="0" flipH="0" flipV="0">
            <a:off x="10262151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7038624" name="TextBox 82"/>
          <p:cNvSpPr txBox="1"/>
          <p:nvPr/>
        </p:nvSpPr>
        <p:spPr bwMode="auto">
          <a:xfrm rot="0" flipH="0" flipV="0">
            <a:off x="10262151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271818983" name="Freeform 84"/>
          <p:cNvSpPr/>
          <p:nvPr/>
        </p:nvSpPr>
        <p:spPr bwMode="auto">
          <a:xfrm rot="0" flipH="0" flipV="0">
            <a:off x="10262151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0634879" name="TextBox 85"/>
          <p:cNvSpPr txBox="1"/>
          <p:nvPr/>
        </p:nvSpPr>
        <p:spPr bwMode="auto">
          <a:xfrm rot="0" flipH="0" flipV="0">
            <a:off x="10262151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50934488" name="Freeform 87"/>
          <p:cNvSpPr/>
          <p:nvPr/>
        </p:nvSpPr>
        <p:spPr bwMode="auto">
          <a:xfrm rot="0" flipH="0" flipV="0">
            <a:off x="10262151" y="3010014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6746867" name="TextBox 88"/>
          <p:cNvSpPr txBox="1"/>
          <p:nvPr/>
        </p:nvSpPr>
        <p:spPr bwMode="auto">
          <a:xfrm rot="0" flipH="0" flipV="0">
            <a:off x="10262151" y="2887240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50093638" name="Freeform 90"/>
          <p:cNvSpPr/>
          <p:nvPr/>
        </p:nvSpPr>
        <p:spPr bwMode="auto">
          <a:xfrm rot="0" flipH="0" flipV="0">
            <a:off x="10262151" y="3337947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8768669" name="TextBox 91"/>
          <p:cNvSpPr txBox="1"/>
          <p:nvPr/>
        </p:nvSpPr>
        <p:spPr bwMode="auto">
          <a:xfrm rot="0" flipH="0" flipV="0">
            <a:off x="10262151" y="3215173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113232286" name="Freeform 93"/>
          <p:cNvSpPr/>
          <p:nvPr/>
        </p:nvSpPr>
        <p:spPr bwMode="auto">
          <a:xfrm rot="0" flipH="0" flipV="0">
            <a:off x="10262151" y="3665882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1701535" name="TextBox 94"/>
          <p:cNvSpPr txBox="1"/>
          <p:nvPr/>
        </p:nvSpPr>
        <p:spPr bwMode="auto">
          <a:xfrm rot="0" flipH="0" flipV="0">
            <a:off x="10262151" y="3543108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7901824" name="Freeform 96"/>
          <p:cNvSpPr/>
          <p:nvPr/>
        </p:nvSpPr>
        <p:spPr bwMode="auto">
          <a:xfrm rot="0" flipH="0" flipV="0">
            <a:off x="10262151" y="3993816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3507540" name="TextBox 97"/>
          <p:cNvSpPr txBox="1"/>
          <p:nvPr/>
        </p:nvSpPr>
        <p:spPr bwMode="auto">
          <a:xfrm rot="0" flipH="0" flipV="0">
            <a:off x="10262151" y="3871042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230387464" name="Freeform 98"/>
          <p:cNvSpPr/>
          <p:nvPr/>
        </p:nvSpPr>
        <p:spPr bwMode="auto">
          <a:xfrm>
            <a:off x="1737439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69" y="0"/>
                </a:lnTo>
                <a:lnTo>
                  <a:pt x="978869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88243" name="Freeform 99"/>
          <p:cNvSpPr/>
          <p:nvPr/>
        </p:nvSpPr>
        <p:spPr bwMode="auto">
          <a:xfrm>
            <a:off x="5615267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69" y="0"/>
                </a:lnTo>
                <a:lnTo>
                  <a:pt x="978869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214869" name="Freeform 100"/>
          <p:cNvSpPr/>
          <p:nvPr/>
        </p:nvSpPr>
        <p:spPr bwMode="auto">
          <a:xfrm>
            <a:off x="9489736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70" y="0"/>
                </a:lnTo>
                <a:lnTo>
                  <a:pt x="978870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6977729" name="Rectangle: Rounded Corners 12"/>
          <p:cNvSpPr/>
          <p:nvPr/>
        </p:nvSpPr>
        <p:spPr bwMode="auto">
          <a:xfrm>
            <a:off x="515550" y="864240"/>
            <a:ext cx="3366975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69994501" name="Rectangle: Rounded Corners 12"/>
          <p:cNvSpPr/>
          <p:nvPr/>
        </p:nvSpPr>
        <p:spPr bwMode="auto">
          <a:xfrm>
            <a:off x="4433646" y="864240"/>
            <a:ext cx="3366973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19417605" name="Rectangle: Rounded Corners 12"/>
          <p:cNvSpPr/>
          <p:nvPr/>
        </p:nvSpPr>
        <p:spPr bwMode="auto">
          <a:xfrm>
            <a:off x="8351744" y="864240"/>
            <a:ext cx="3366973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902334" name="Freeform 30"/>
          <p:cNvSpPr/>
          <p:nvPr/>
        </p:nvSpPr>
        <p:spPr bwMode="auto">
          <a:xfrm rot="0" flipH="0" flipV="0">
            <a:off x="3043766" y="250811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0733692" name="TextBox 31"/>
          <p:cNvSpPr txBox="1"/>
          <p:nvPr/>
        </p:nvSpPr>
        <p:spPr bwMode="auto">
          <a:xfrm rot="0" flipH="0" flipV="0">
            <a:off x="3043766" y="23393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25761203" name="TextBox 32"/>
          <p:cNvSpPr txBox="1"/>
          <p:nvPr/>
        </p:nvSpPr>
        <p:spPr bwMode="auto">
          <a:xfrm flipH="0" flipV="0">
            <a:off x="2529574" y="529206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簡単な支払い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1603288" name="TextBox 33"/>
          <p:cNvSpPr txBox="1"/>
          <p:nvPr/>
        </p:nvSpPr>
        <p:spPr bwMode="auto">
          <a:xfrm>
            <a:off x="3085085" y="183119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73052367" name="AutoShape 34"/>
          <p:cNvSpPr/>
          <p:nvPr/>
        </p:nvSpPr>
        <p:spPr bwMode="auto">
          <a:xfrm flipH="0" flipV="0">
            <a:off x="6007720" y="1903191"/>
            <a:ext cx="0" cy="41541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877645" name="TextBox 35"/>
          <p:cNvSpPr txBox="1"/>
          <p:nvPr/>
        </p:nvSpPr>
        <p:spPr bwMode="auto">
          <a:xfrm>
            <a:off x="6706263" y="183119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/>
          </a:p>
        </p:txBody>
      </p:sp>
      <p:sp>
        <p:nvSpPr>
          <p:cNvPr id="1966763492" name="Freeform 37"/>
          <p:cNvSpPr/>
          <p:nvPr/>
        </p:nvSpPr>
        <p:spPr bwMode="auto">
          <a:xfrm rot="0" flipH="0" flipV="0">
            <a:off x="6664945" y="250811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5035963" name="TextBox 38"/>
          <p:cNvSpPr txBox="1"/>
          <p:nvPr/>
        </p:nvSpPr>
        <p:spPr bwMode="auto">
          <a:xfrm rot="0" flipH="0" flipV="0">
            <a:off x="6664945" y="23393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28508904" name="Freeform 40"/>
          <p:cNvSpPr/>
          <p:nvPr/>
        </p:nvSpPr>
        <p:spPr bwMode="auto">
          <a:xfrm rot="0" flipH="0" flipV="0">
            <a:off x="6664945" y="347402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1788337" name="TextBox 41"/>
          <p:cNvSpPr txBox="1"/>
          <p:nvPr/>
        </p:nvSpPr>
        <p:spPr bwMode="auto">
          <a:xfrm rot="0" flipH="0" flipV="0">
            <a:off x="6664945" y="330526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374512852" name="Rectangle: Rounded Corners 12"/>
          <p:cNvSpPr/>
          <p:nvPr/>
        </p:nvSpPr>
        <p:spPr bwMode="auto">
          <a:xfrm>
            <a:off x="2529575" y="197975"/>
            <a:ext cx="6955463" cy="64420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7579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62998"/>
            <a:ext cx="12191999" cy="63320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813541" name="Freeform 30"/>
          <p:cNvSpPr/>
          <p:nvPr/>
        </p:nvSpPr>
        <p:spPr bwMode="auto">
          <a:xfrm rot="0" flipH="0" flipV="0">
            <a:off x="3081838" y="246471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9683964" name="TextBox 31"/>
          <p:cNvSpPr txBox="1"/>
          <p:nvPr/>
        </p:nvSpPr>
        <p:spPr bwMode="auto">
          <a:xfrm rot="0" flipH="0" flipV="0">
            <a:off x="3081838" y="229594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77953332" name="TextBox 32"/>
          <p:cNvSpPr txBox="1"/>
          <p:nvPr/>
        </p:nvSpPr>
        <p:spPr bwMode="auto">
          <a:xfrm flipH="0" flipV="0">
            <a:off x="2567646" y="560219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掃除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8612544" name="TextBox 33"/>
          <p:cNvSpPr txBox="1"/>
          <p:nvPr/>
        </p:nvSpPr>
        <p:spPr bwMode="auto">
          <a:xfrm>
            <a:off x="3123157" y="178779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12596570" name="AutoShape 34"/>
          <p:cNvSpPr/>
          <p:nvPr/>
        </p:nvSpPr>
        <p:spPr bwMode="auto">
          <a:xfrm flipH="0" flipV="0">
            <a:off x="6045792" y="1859787"/>
            <a:ext cx="0" cy="41379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559549" name="TextBox 35"/>
          <p:cNvSpPr txBox="1"/>
          <p:nvPr/>
        </p:nvSpPr>
        <p:spPr bwMode="auto">
          <a:xfrm>
            <a:off x="6744335" y="178779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9700794" name="Freeform 37"/>
          <p:cNvSpPr/>
          <p:nvPr/>
        </p:nvSpPr>
        <p:spPr bwMode="auto">
          <a:xfrm rot="0" flipH="0" flipV="0">
            <a:off x="6703016" y="246471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8470931" name="TextBox 38"/>
          <p:cNvSpPr txBox="1"/>
          <p:nvPr/>
        </p:nvSpPr>
        <p:spPr bwMode="auto">
          <a:xfrm rot="0" flipH="0" flipV="0">
            <a:off x="6703016" y="229594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623687469" name="Rectangle: Rounded Corners 12"/>
          <p:cNvSpPr/>
          <p:nvPr/>
        </p:nvSpPr>
        <p:spPr bwMode="auto">
          <a:xfrm>
            <a:off x="2567647" y="87217"/>
            <a:ext cx="6955463" cy="66224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28373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46043"/>
            <a:ext cx="12191999" cy="5365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616374" name="Freeform 30"/>
          <p:cNvSpPr/>
          <p:nvPr/>
        </p:nvSpPr>
        <p:spPr bwMode="auto">
          <a:xfrm rot="0" flipH="0" flipV="0">
            <a:off x="3209830" y="237479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8648300" name="TextBox 31"/>
          <p:cNvSpPr txBox="1"/>
          <p:nvPr/>
        </p:nvSpPr>
        <p:spPr bwMode="auto">
          <a:xfrm rot="0" flipH="0" flipV="0">
            <a:off x="3209830" y="220602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104204792" name="TextBox 32"/>
          <p:cNvSpPr txBox="1"/>
          <p:nvPr/>
        </p:nvSpPr>
        <p:spPr bwMode="auto">
          <a:xfrm flipH="0" flipV="0">
            <a:off x="2605719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統合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4178257" name="TextBox 33"/>
          <p:cNvSpPr txBox="1"/>
          <p:nvPr/>
        </p:nvSpPr>
        <p:spPr bwMode="auto">
          <a:xfrm>
            <a:off x="3251149" y="169787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8670716" name="AutoShape 34"/>
          <p:cNvSpPr/>
          <p:nvPr/>
        </p:nvSpPr>
        <p:spPr bwMode="auto">
          <a:xfrm flipH="0" flipV="0">
            <a:off x="6173784" y="1769867"/>
            <a:ext cx="0" cy="42209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188825" name="Freeform 36"/>
          <p:cNvSpPr/>
          <p:nvPr/>
        </p:nvSpPr>
        <p:spPr bwMode="auto">
          <a:xfrm rot="0" flipH="0" flipV="0">
            <a:off x="3209830" y="319187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1586126" name="TextBox 37"/>
          <p:cNvSpPr txBox="1"/>
          <p:nvPr/>
        </p:nvSpPr>
        <p:spPr bwMode="auto">
          <a:xfrm rot="0" flipH="0" flipV="0">
            <a:off x="3209830" y="317193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237727386" name="TextBox 38"/>
          <p:cNvSpPr txBox="1"/>
          <p:nvPr/>
        </p:nvSpPr>
        <p:spPr bwMode="auto">
          <a:xfrm>
            <a:off x="6872328" y="169787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1523995" name="Freeform 40"/>
          <p:cNvSpPr/>
          <p:nvPr/>
        </p:nvSpPr>
        <p:spPr bwMode="auto">
          <a:xfrm rot="0" flipH="0" flipV="0">
            <a:off x="3210017" y="400896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8249909" name="TextBox 41"/>
          <p:cNvSpPr txBox="1"/>
          <p:nvPr/>
        </p:nvSpPr>
        <p:spPr bwMode="auto">
          <a:xfrm rot="0" flipH="0" flipV="0">
            <a:off x="3210017" y="41378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52844373" name="Freeform 43"/>
          <p:cNvSpPr/>
          <p:nvPr/>
        </p:nvSpPr>
        <p:spPr bwMode="auto">
          <a:xfrm rot="0" flipH="0" flipV="0">
            <a:off x="3210017" y="482604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6016893" name="TextBox 44"/>
          <p:cNvSpPr txBox="1"/>
          <p:nvPr/>
        </p:nvSpPr>
        <p:spPr bwMode="auto">
          <a:xfrm rot="0" flipH="0" flipV="0">
            <a:off x="3210017" y="465727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49144767" name="Freeform 46"/>
          <p:cNvSpPr/>
          <p:nvPr/>
        </p:nvSpPr>
        <p:spPr bwMode="auto">
          <a:xfrm rot="0" flipH="0" flipV="0">
            <a:off x="6831009" y="237479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8859314" name="TextBox 47"/>
          <p:cNvSpPr txBox="1"/>
          <p:nvPr/>
        </p:nvSpPr>
        <p:spPr bwMode="auto">
          <a:xfrm rot="0" flipH="0" flipV="0">
            <a:off x="6831009" y="228044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626504273" name="Freeform 49"/>
          <p:cNvSpPr/>
          <p:nvPr/>
        </p:nvSpPr>
        <p:spPr bwMode="auto">
          <a:xfrm rot="0" flipH="0" flipV="0">
            <a:off x="3210017" y="564312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010072" name="TextBox 50"/>
          <p:cNvSpPr txBox="1"/>
          <p:nvPr/>
        </p:nvSpPr>
        <p:spPr bwMode="auto">
          <a:xfrm rot="0" flipH="0" flipV="0">
            <a:off x="3135602" y="539994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46284862" name="Rectangle: Rounded Corners 12"/>
          <p:cNvSpPr/>
          <p:nvPr/>
        </p:nvSpPr>
        <p:spPr bwMode="auto">
          <a:xfrm>
            <a:off x="2605720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71636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060" y="378"/>
            <a:ext cx="10918902" cy="68616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000335" name="Freeform 30"/>
          <p:cNvSpPr/>
          <p:nvPr/>
        </p:nvSpPr>
        <p:spPr bwMode="auto">
          <a:xfrm rot="0" flipH="0" flipV="0">
            <a:off x="3676906" y="237479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4232878" name="TextBox 31"/>
          <p:cNvSpPr txBox="1"/>
          <p:nvPr/>
        </p:nvSpPr>
        <p:spPr bwMode="auto">
          <a:xfrm rot="0" flipH="0" flipV="0">
            <a:off x="3676906" y="146188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036352107" name="TextBox 32"/>
          <p:cNvSpPr txBox="1"/>
          <p:nvPr/>
        </p:nvSpPr>
        <p:spPr bwMode="auto">
          <a:xfrm flipH="0" flipV="0">
            <a:off x="3086814" y="619128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統合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0092276" name="TextBox 33"/>
          <p:cNvSpPr txBox="1"/>
          <p:nvPr/>
        </p:nvSpPr>
        <p:spPr bwMode="auto">
          <a:xfrm>
            <a:off x="3718224" y="169787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/>
          </a:p>
        </p:txBody>
      </p:sp>
      <p:sp>
        <p:nvSpPr>
          <p:cNvPr id="788087104" name="AutoShape 34"/>
          <p:cNvSpPr/>
          <p:nvPr/>
        </p:nvSpPr>
        <p:spPr bwMode="auto">
          <a:xfrm flipH="0" flipV="0">
            <a:off x="6640858" y="1993111"/>
            <a:ext cx="0" cy="42998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675159" name="Freeform 36"/>
          <p:cNvSpPr/>
          <p:nvPr/>
        </p:nvSpPr>
        <p:spPr bwMode="auto">
          <a:xfrm rot="0" flipH="0" flipV="0">
            <a:off x="3676906" y="319187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9389928" name="TextBox 37"/>
          <p:cNvSpPr txBox="1"/>
          <p:nvPr/>
        </p:nvSpPr>
        <p:spPr bwMode="auto">
          <a:xfrm rot="0" flipH="0" flipV="0">
            <a:off x="3676906" y="302310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29174234" name="TextBox 38"/>
          <p:cNvSpPr txBox="1"/>
          <p:nvPr/>
        </p:nvSpPr>
        <p:spPr bwMode="auto">
          <a:xfrm>
            <a:off x="7339402" y="169787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14773354" name="Freeform 40"/>
          <p:cNvSpPr/>
          <p:nvPr/>
        </p:nvSpPr>
        <p:spPr bwMode="auto">
          <a:xfrm rot="0" flipH="0" flipV="0">
            <a:off x="3677091" y="400896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2811490" name="TextBox 41"/>
          <p:cNvSpPr txBox="1"/>
          <p:nvPr/>
        </p:nvSpPr>
        <p:spPr bwMode="auto">
          <a:xfrm rot="0" flipH="0" flipV="0">
            <a:off x="3677091" y="384019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5262685" name="Freeform 43"/>
          <p:cNvSpPr/>
          <p:nvPr/>
        </p:nvSpPr>
        <p:spPr bwMode="auto">
          <a:xfrm rot="0" flipH="0" flipV="0">
            <a:off x="3677091" y="482604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5680787" name="TextBox 44"/>
          <p:cNvSpPr txBox="1"/>
          <p:nvPr/>
        </p:nvSpPr>
        <p:spPr bwMode="auto">
          <a:xfrm rot="0" flipH="0" flipV="0">
            <a:off x="3677091" y="465727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45466248" name="Freeform 46"/>
          <p:cNvSpPr/>
          <p:nvPr/>
        </p:nvSpPr>
        <p:spPr bwMode="auto">
          <a:xfrm rot="0" flipH="0" flipV="0">
            <a:off x="7298083" y="237479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954893" name="TextBox 47"/>
          <p:cNvSpPr txBox="1"/>
          <p:nvPr/>
        </p:nvSpPr>
        <p:spPr bwMode="auto">
          <a:xfrm rot="0" flipH="0" flipV="0">
            <a:off x="7298083" y="146188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439194237" name="Freeform 49"/>
          <p:cNvSpPr/>
          <p:nvPr/>
        </p:nvSpPr>
        <p:spPr bwMode="auto">
          <a:xfrm rot="0" flipH="0" flipV="0">
            <a:off x="3677091" y="564312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38047622" name="TextBox 50"/>
          <p:cNvSpPr txBox="1"/>
          <p:nvPr/>
        </p:nvSpPr>
        <p:spPr bwMode="auto">
          <a:xfrm rot="0" flipH="0" flipV="0">
            <a:off x="3677091" y="532553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14641336" name="Freeform 51"/>
          <p:cNvSpPr/>
          <p:nvPr/>
        </p:nvSpPr>
        <p:spPr bwMode="auto">
          <a:xfrm>
            <a:off x="1230660" y="4642473"/>
            <a:ext cx="989073" cy="1085401"/>
          </a:xfrm>
          <a:custGeom>
            <a:avLst/>
            <a:gdLst/>
            <a:ahLst/>
            <a:cxnLst/>
            <a:rect l="l" t="t" r="r" b="b"/>
            <a:pathLst>
              <a:path w="989074" h="1085403" fill="norm" stroke="1" extrusionOk="0">
                <a:moveTo>
                  <a:pt x="0" y="0"/>
                </a:moveTo>
                <a:lnTo>
                  <a:pt x="989074" y="0"/>
                </a:lnTo>
                <a:lnTo>
                  <a:pt x="989074" y="1085403"/>
                </a:lnTo>
                <a:lnTo>
                  <a:pt x="0" y="108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4768" name="TextBox 52"/>
          <p:cNvSpPr txBox="1"/>
          <p:nvPr/>
        </p:nvSpPr>
        <p:spPr bwMode="auto">
          <a:xfrm>
            <a:off x="853453" y="5744331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アリス</a:t>
            </a:r>
            <a:endParaRPr/>
          </a:p>
        </p:txBody>
      </p:sp>
      <p:sp>
        <p:nvSpPr>
          <p:cNvPr id="150324358" name="AutoShape 53"/>
          <p:cNvSpPr/>
          <p:nvPr/>
        </p:nvSpPr>
        <p:spPr bwMode="auto">
          <a:xfrm flipH="0" flipV="0">
            <a:off x="2219733" y="5185175"/>
            <a:ext cx="120483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253390" name="Rectangle: Rounded Corners 12"/>
          <p:cNvSpPr/>
          <p:nvPr/>
        </p:nvSpPr>
        <p:spPr bwMode="auto">
          <a:xfrm>
            <a:off x="3086815" y="161632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051479" name="Freeform 30"/>
          <p:cNvSpPr/>
          <p:nvPr/>
        </p:nvSpPr>
        <p:spPr bwMode="auto">
          <a:xfrm rot="0" flipH="0" flipV="0">
            <a:off x="3045497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9117638" name="TextBox 31"/>
          <p:cNvSpPr txBox="1"/>
          <p:nvPr/>
        </p:nvSpPr>
        <p:spPr bwMode="auto">
          <a:xfrm rot="0" flipH="0" flipV="0">
            <a:off x="3045497" y="220602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662686393" name="TextBox 32"/>
          <p:cNvSpPr txBox="1"/>
          <p:nvPr/>
        </p:nvSpPr>
        <p:spPr bwMode="auto">
          <a:xfrm flipH="0" flipV="0">
            <a:off x="2642060" y="544713"/>
            <a:ext cx="68461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グループ支出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4905910" name="TextBox 33"/>
          <p:cNvSpPr txBox="1"/>
          <p:nvPr/>
        </p:nvSpPr>
        <p:spPr bwMode="auto">
          <a:xfrm>
            <a:off x="3086816" y="1623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/>
          </a:p>
        </p:txBody>
      </p:sp>
      <p:sp>
        <p:nvSpPr>
          <p:cNvPr id="999454995" name="AutoShape 34"/>
          <p:cNvSpPr/>
          <p:nvPr/>
        </p:nvSpPr>
        <p:spPr bwMode="auto">
          <a:xfrm flipH="0" flipV="0">
            <a:off x="6009451" y="2290767"/>
            <a:ext cx="0" cy="3855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9155256" name="TextBox 35"/>
          <p:cNvSpPr txBox="1"/>
          <p:nvPr/>
        </p:nvSpPr>
        <p:spPr bwMode="auto">
          <a:xfrm>
            <a:off x="6707994" y="1623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/>
          </a:p>
        </p:txBody>
      </p:sp>
      <p:sp>
        <p:nvSpPr>
          <p:cNvPr id="67260618" name="Freeform 37"/>
          <p:cNvSpPr/>
          <p:nvPr/>
        </p:nvSpPr>
        <p:spPr bwMode="auto">
          <a:xfrm rot="0" flipH="0" flipV="0">
            <a:off x="6666676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5773540" name="TextBox 38"/>
          <p:cNvSpPr txBox="1"/>
          <p:nvPr/>
        </p:nvSpPr>
        <p:spPr bwMode="auto">
          <a:xfrm rot="0" flipH="0" flipV="0">
            <a:off x="6666676" y="153630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90074265" name="Freeform 40"/>
          <p:cNvSpPr/>
          <p:nvPr/>
        </p:nvSpPr>
        <p:spPr bwMode="auto">
          <a:xfrm rot="0" flipH="0" flipV="0">
            <a:off x="6666676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812761" name="TextBox 41"/>
          <p:cNvSpPr txBox="1"/>
          <p:nvPr/>
        </p:nvSpPr>
        <p:spPr bwMode="auto">
          <a:xfrm rot="0" flipH="0" flipV="0">
            <a:off x="6666676" y="250221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579074936" name="Freeform 43"/>
          <p:cNvSpPr/>
          <p:nvPr/>
        </p:nvSpPr>
        <p:spPr bwMode="auto">
          <a:xfrm rot="0" flipH="0" flipV="0">
            <a:off x="6666862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4478061" name="TextBox 44"/>
          <p:cNvSpPr txBox="1"/>
          <p:nvPr/>
        </p:nvSpPr>
        <p:spPr bwMode="auto">
          <a:xfrm rot="0" flipH="0" flipV="0">
            <a:off x="6666862" y="346812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18948152" name="Freeform 46"/>
          <p:cNvSpPr/>
          <p:nvPr/>
        </p:nvSpPr>
        <p:spPr bwMode="auto">
          <a:xfrm rot="0" flipH="0" flipV="0">
            <a:off x="6666862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7908269" name="TextBox 47"/>
          <p:cNvSpPr txBox="1"/>
          <p:nvPr/>
        </p:nvSpPr>
        <p:spPr bwMode="auto">
          <a:xfrm rot="0" flipH="0" flipV="0">
            <a:off x="6666862" y="443403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86932827" name="Freeform 49"/>
          <p:cNvSpPr/>
          <p:nvPr/>
        </p:nvSpPr>
        <p:spPr bwMode="auto">
          <a:xfrm rot="0" flipH="0" flipV="0">
            <a:off x="6666862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2339241" name="TextBox 50"/>
          <p:cNvSpPr txBox="1"/>
          <p:nvPr/>
        </p:nvSpPr>
        <p:spPr bwMode="auto">
          <a:xfrm rot="0" flipH="0" flipV="0">
            <a:off x="6666862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317875978" name="Rectangle: Rounded Corners 12"/>
          <p:cNvSpPr/>
          <p:nvPr/>
        </p:nvSpPr>
        <p:spPr bwMode="auto">
          <a:xfrm>
            <a:off x="2642061" y="87217"/>
            <a:ext cx="6844708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87363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79372" y="0"/>
            <a:ext cx="11233253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874025" name="Freeform 30"/>
          <p:cNvSpPr/>
          <p:nvPr/>
        </p:nvSpPr>
        <p:spPr bwMode="auto">
          <a:xfrm rot="0" flipH="0" flipV="0">
            <a:off x="3045497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7778031" name="TextBox 31"/>
          <p:cNvSpPr txBox="1"/>
          <p:nvPr/>
        </p:nvSpPr>
        <p:spPr bwMode="auto">
          <a:xfrm rot="0" flipH="0" flipV="0">
            <a:off x="3045497" y="2131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70962780" name="TextBox 32"/>
          <p:cNvSpPr txBox="1"/>
          <p:nvPr/>
        </p:nvSpPr>
        <p:spPr bwMode="auto">
          <a:xfrm flipH="0" flipV="0">
            <a:off x="2531305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共同取引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8996013" name="TextBox 33"/>
          <p:cNvSpPr txBox="1"/>
          <p:nvPr/>
        </p:nvSpPr>
        <p:spPr bwMode="auto">
          <a:xfrm>
            <a:off x="3086816" y="1549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/>
          </a:p>
        </p:txBody>
      </p:sp>
      <p:sp>
        <p:nvSpPr>
          <p:cNvPr id="1660281072" name="AutoShape 34"/>
          <p:cNvSpPr/>
          <p:nvPr/>
        </p:nvSpPr>
        <p:spPr bwMode="auto">
          <a:xfrm flipH="0" flipV="0">
            <a:off x="6009451" y="2067525"/>
            <a:ext cx="0" cy="41386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7438286" name="Freeform 36"/>
          <p:cNvSpPr/>
          <p:nvPr/>
        </p:nvSpPr>
        <p:spPr bwMode="auto">
          <a:xfrm rot="0" flipH="0" flipV="0">
            <a:off x="3045497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5996337" name="TextBox 37"/>
          <p:cNvSpPr txBox="1"/>
          <p:nvPr/>
        </p:nvSpPr>
        <p:spPr bwMode="auto">
          <a:xfrm rot="0" flipH="0" flipV="0">
            <a:off x="3045497" y="294869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68323535" name="TextBox 38"/>
          <p:cNvSpPr txBox="1"/>
          <p:nvPr/>
        </p:nvSpPr>
        <p:spPr bwMode="auto">
          <a:xfrm>
            <a:off x="6707994" y="1549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20455909" name="Freeform 40"/>
          <p:cNvSpPr/>
          <p:nvPr/>
        </p:nvSpPr>
        <p:spPr bwMode="auto">
          <a:xfrm rot="0" flipH="0" flipV="0">
            <a:off x="3045684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0463688" name="TextBox 41"/>
          <p:cNvSpPr txBox="1"/>
          <p:nvPr/>
        </p:nvSpPr>
        <p:spPr bwMode="auto">
          <a:xfrm rot="0" flipH="0" flipV="0">
            <a:off x="3045684" y="376578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777277901" name="Freeform 43"/>
          <p:cNvSpPr/>
          <p:nvPr/>
        </p:nvSpPr>
        <p:spPr bwMode="auto">
          <a:xfrm rot="0" flipH="0" flipV="0">
            <a:off x="3045684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7620363" name="TextBox 44"/>
          <p:cNvSpPr txBox="1"/>
          <p:nvPr/>
        </p:nvSpPr>
        <p:spPr bwMode="auto">
          <a:xfrm rot="0" flipH="0" flipV="0">
            <a:off x="3045684" y="458286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137464650" name="Freeform 46"/>
          <p:cNvSpPr/>
          <p:nvPr/>
        </p:nvSpPr>
        <p:spPr bwMode="auto">
          <a:xfrm rot="0" flipH="0" flipV="0">
            <a:off x="3045684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5446798" name="TextBox 47"/>
          <p:cNvSpPr txBox="1"/>
          <p:nvPr/>
        </p:nvSpPr>
        <p:spPr bwMode="auto">
          <a:xfrm rot="0" flipH="0" flipV="0">
            <a:off x="3045684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836798439" name="Freeform 49"/>
          <p:cNvSpPr/>
          <p:nvPr/>
        </p:nvSpPr>
        <p:spPr bwMode="auto">
          <a:xfrm rot="0" flipH="0" flipV="0">
            <a:off x="6666676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3834944" name="TextBox 50"/>
          <p:cNvSpPr txBox="1"/>
          <p:nvPr/>
        </p:nvSpPr>
        <p:spPr bwMode="auto">
          <a:xfrm rot="0" flipH="0" flipV="0">
            <a:off x="6666676" y="2131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85767466" name="Freeform 52"/>
          <p:cNvSpPr/>
          <p:nvPr/>
        </p:nvSpPr>
        <p:spPr bwMode="auto">
          <a:xfrm rot="0" flipH="0" flipV="0">
            <a:off x="6666676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8214294" name="TextBox 53"/>
          <p:cNvSpPr txBox="1"/>
          <p:nvPr/>
        </p:nvSpPr>
        <p:spPr bwMode="auto">
          <a:xfrm rot="0" flipH="0" flipV="0">
            <a:off x="6666676" y="294869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813400950" name="Freeform 55"/>
          <p:cNvSpPr/>
          <p:nvPr/>
        </p:nvSpPr>
        <p:spPr bwMode="auto">
          <a:xfrm rot="0" flipH="0" flipV="0">
            <a:off x="6666862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3684634" name="TextBox 56"/>
          <p:cNvSpPr txBox="1"/>
          <p:nvPr/>
        </p:nvSpPr>
        <p:spPr bwMode="auto">
          <a:xfrm rot="0" flipH="0" flipV="0">
            <a:off x="6666862" y="376578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934362083" name="Freeform 58"/>
          <p:cNvSpPr/>
          <p:nvPr/>
        </p:nvSpPr>
        <p:spPr bwMode="auto">
          <a:xfrm rot="0" flipH="0" flipV="0">
            <a:off x="6666862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627634" name="TextBox 59"/>
          <p:cNvSpPr txBox="1"/>
          <p:nvPr/>
        </p:nvSpPr>
        <p:spPr bwMode="auto">
          <a:xfrm rot="0" flipH="0" flipV="0">
            <a:off x="6666862" y="458286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069712765" name="Freeform 61"/>
          <p:cNvSpPr/>
          <p:nvPr/>
        </p:nvSpPr>
        <p:spPr bwMode="auto">
          <a:xfrm rot="0" flipH="0" flipV="0">
            <a:off x="6666862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87409166" name="TextBox 62"/>
          <p:cNvSpPr txBox="1"/>
          <p:nvPr/>
        </p:nvSpPr>
        <p:spPr bwMode="auto">
          <a:xfrm rot="0" flipH="0" flipV="0">
            <a:off x="6666862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2420284" name="Rectangle: Rounded Corners 12"/>
          <p:cNvSpPr/>
          <p:nvPr/>
        </p:nvSpPr>
        <p:spPr bwMode="auto">
          <a:xfrm>
            <a:off x="2531306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99309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85561" y="0"/>
            <a:ext cx="982087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418109" name="Freeform 30"/>
          <p:cNvSpPr/>
          <p:nvPr/>
        </p:nvSpPr>
        <p:spPr bwMode="auto">
          <a:xfrm rot="0" flipH="0" flipV="0">
            <a:off x="3403026" y="2566576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44835504" name="TextBox 31"/>
          <p:cNvSpPr txBox="1"/>
          <p:nvPr/>
        </p:nvSpPr>
        <p:spPr bwMode="auto">
          <a:xfrm rot="0" flipH="0" flipV="0">
            <a:off x="3403026" y="2419595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41626352" name="AutoShape 32"/>
          <p:cNvSpPr/>
          <p:nvPr/>
        </p:nvSpPr>
        <p:spPr bwMode="auto">
          <a:xfrm flipH="0" flipV="0">
            <a:off x="5984370" y="2039739"/>
            <a:ext cx="0" cy="366037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781614" name="Freeform 34"/>
          <p:cNvSpPr/>
          <p:nvPr/>
        </p:nvSpPr>
        <p:spPr bwMode="auto">
          <a:xfrm rot="0" flipH="0" flipV="0">
            <a:off x="6556755" y="2566576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9459585" name="TextBox 35"/>
          <p:cNvSpPr txBox="1"/>
          <p:nvPr/>
        </p:nvSpPr>
        <p:spPr bwMode="auto">
          <a:xfrm rot="0" flipH="0" flipV="0">
            <a:off x="6556755" y="2419595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228223287" name="Freeform 37"/>
          <p:cNvSpPr/>
          <p:nvPr/>
        </p:nvSpPr>
        <p:spPr bwMode="auto">
          <a:xfrm rot="0" flipH="0" flipV="0">
            <a:off x="6556755" y="3407800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5024705" name="TextBox 38"/>
          <p:cNvSpPr txBox="1"/>
          <p:nvPr/>
        </p:nvSpPr>
        <p:spPr bwMode="auto">
          <a:xfrm rot="0" flipH="0" flipV="0">
            <a:off x="6556755" y="3260819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12646652" name="Freeform 39"/>
          <p:cNvSpPr/>
          <p:nvPr/>
        </p:nvSpPr>
        <p:spPr bwMode="auto">
          <a:xfrm rot="9078673" flipH="1">
            <a:off x="1380951" y="2265858"/>
            <a:ext cx="1169085" cy="330265"/>
          </a:xfrm>
          <a:custGeom>
            <a:avLst/>
            <a:gdLst/>
            <a:ahLst/>
            <a:cxnLst/>
            <a:rect l="l" t="t" r="r" b="b"/>
            <a:pathLst>
              <a:path w="1169087" h="330267" fill="norm" stroke="1" extrusionOk="0">
                <a:moveTo>
                  <a:pt x="1169087" y="0"/>
                </a:moveTo>
                <a:lnTo>
                  <a:pt x="0" y="0"/>
                </a:lnTo>
                <a:lnTo>
                  <a:pt x="0" y="330267"/>
                </a:lnTo>
                <a:lnTo>
                  <a:pt x="1169087" y="330267"/>
                </a:lnTo>
                <a:lnTo>
                  <a:pt x="1169087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093662" name="Freeform 40"/>
          <p:cNvSpPr/>
          <p:nvPr/>
        </p:nvSpPr>
        <p:spPr bwMode="auto">
          <a:xfrm>
            <a:off x="10198414" y="2204599"/>
            <a:ext cx="920493" cy="818086"/>
          </a:xfrm>
          <a:custGeom>
            <a:avLst/>
            <a:gdLst/>
            <a:ahLst/>
            <a:cxnLst/>
            <a:rect l="l" t="t" r="r" b="b"/>
            <a:pathLst>
              <a:path w="920493" h="818088" fill="norm" stroke="1" extrusionOk="0">
                <a:moveTo>
                  <a:pt x="0" y="0"/>
                </a:moveTo>
                <a:lnTo>
                  <a:pt x="920493" y="0"/>
                </a:lnTo>
                <a:lnTo>
                  <a:pt x="920493" y="818088"/>
                </a:lnTo>
                <a:lnTo>
                  <a:pt x="0" y="81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514595" name="TextBox 41"/>
          <p:cNvSpPr txBox="1"/>
          <p:nvPr/>
        </p:nvSpPr>
        <p:spPr bwMode="auto">
          <a:xfrm flipH="0" flipV="0">
            <a:off x="3056702" y="739605"/>
            <a:ext cx="6026553" cy="402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489407330" name="TextBox 42"/>
          <p:cNvSpPr txBox="1"/>
          <p:nvPr/>
        </p:nvSpPr>
        <p:spPr bwMode="auto">
          <a:xfrm>
            <a:off x="3439011" y="1979183"/>
            <a:ext cx="1938264" cy="40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33582164" name="TextBox 43"/>
          <p:cNvSpPr txBox="1"/>
          <p:nvPr/>
        </p:nvSpPr>
        <p:spPr bwMode="auto">
          <a:xfrm>
            <a:off x="6592739" y="1979183"/>
            <a:ext cx="1938264" cy="40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38394544" name="TextBox 44"/>
          <p:cNvSpPr txBox="1"/>
          <p:nvPr/>
        </p:nvSpPr>
        <p:spPr bwMode="auto">
          <a:xfrm flipH="0" flipV="0">
            <a:off x="350632" y="3101211"/>
            <a:ext cx="2182621" cy="65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追跡ユーザーのUTXO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39634141" name="TextBox 45"/>
          <p:cNvSpPr txBox="1"/>
          <p:nvPr/>
        </p:nvSpPr>
        <p:spPr bwMode="auto">
          <a:xfrm flipH="0" flipV="0">
            <a:off x="9622278" y="3239743"/>
            <a:ext cx="2159433" cy="97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どの出力が変化を表しているか？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9256198" name="Rectangle: Rounded Corners 12"/>
          <p:cNvSpPr/>
          <p:nvPr/>
        </p:nvSpPr>
        <p:spPr bwMode="auto">
          <a:xfrm>
            <a:off x="3056703" y="236046"/>
            <a:ext cx="6025114" cy="62881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464113" name="AutoShape 32"/>
          <p:cNvSpPr/>
          <p:nvPr/>
        </p:nvSpPr>
        <p:spPr bwMode="auto">
          <a:xfrm flipH="0" flipV="0">
            <a:off x="6232693" y="1972275"/>
            <a:ext cx="0" cy="39957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8556491" name="TextBox 39"/>
          <p:cNvSpPr txBox="1"/>
          <p:nvPr/>
        </p:nvSpPr>
        <p:spPr bwMode="auto">
          <a:xfrm flipH="0" flipV="0">
            <a:off x="2931756" y="672706"/>
            <a:ext cx="669108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内部アドレスの再利用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2701734" name="TextBox 40"/>
          <p:cNvSpPr txBox="1"/>
          <p:nvPr/>
        </p:nvSpPr>
        <p:spPr bwMode="auto">
          <a:xfrm>
            <a:off x="3310058" y="190027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/>
          </a:p>
        </p:txBody>
      </p:sp>
      <p:sp>
        <p:nvSpPr>
          <p:cNvPr id="552865978" name="TextBox 41"/>
          <p:cNvSpPr txBox="1"/>
          <p:nvPr/>
        </p:nvSpPr>
        <p:spPr bwMode="auto">
          <a:xfrm>
            <a:off x="6931236" y="190027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/>
          </a:p>
        </p:txBody>
      </p:sp>
      <p:sp>
        <p:nvSpPr>
          <p:cNvPr id="1560759055" name="Rectangle: Rounded Corners 12"/>
          <p:cNvSpPr/>
          <p:nvPr/>
        </p:nvSpPr>
        <p:spPr bwMode="auto">
          <a:xfrm>
            <a:off x="2931757" y="161631"/>
            <a:ext cx="6689650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77266113" name="Rectangle 1100602255"/>
          <p:cNvSpPr txBox="1"/>
          <p:nvPr/>
        </p:nvSpPr>
        <p:spPr bwMode="auto">
          <a:xfrm rot="0" flipH="0" flipV="0">
            <a:off x="3390119" y="2577201"/>
            <a:ext cx="232380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960791391" name="Rectangle 1100602255"/>
          <p:cNvSpPr txBox="1"/>
          <p:nvPr/>
        </p:nvSpPr>
        <p:spPr bwMode="auto">
          <a:xfrm rot="0" flipH="0" flipV="0">
            <a:off x="6832059" y="3589702"/>
            <a:ext cx="2324519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021515301" name="Rectangle 1100602255"/>
          <p:cNvSpPr txBox="1"/>
          <p:nvPr/>
        </p:nvSpPr>
        <p:spPr bwMode="auto">
          <a:xfrm rot="0" flipH="0" flipV="0">
            <a:off x="6835631" y="2625891"/>
            <a:ext cx="232524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27242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66025"/>
            <a:ext cx="12191999" cy="632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663795" name="AutoShape 32"/>
          <p:cNvSpPr/>
          <p:nvPr/>
        </p:nvSpPr>
        <p:spPr bwMode="auto">
          <a:xfrm flipH="0" flipV="0">
            <a:off x="6095999" y="1951440"/>
            <a:ext cx="0" cy="38379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940899" name="TextBox 39"/>
          <p:cNvSpPr txBox="1"/>
          <p:nvPr/>
        </p:nvSpPr>
        <p:spPr bwMode="auto">
          <a:xfrm flipH="0" flipV="0">
            <a:off x="2782927" y="65187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バージョニングの再利用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3760139" name="TextBox 40"/>
          <p:cNvSpPr txBox="1"/>
          <p:nvPr/>
        </p:nvSpPr>
        <p:spPr bwMode="auto">
          <a:xfrm flipH="0" flipV="0">
            <a:off x="3173364" y="1879441"/>
            <a:ext cx="238016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/>
          </a:p>
        </p:txBody>
      </p:sp>
      <p:sp>
        <p:nvSpPr>
          <p:cNvPr id="1405685365" name="TextBox 41"/>
          <p:cNvSpPr txBox="1"/>
          <p:nvPr/>
        </p:nvSpPr>
        <p:spPr bwMode="auto">
          <a:xfrm flipH="0" flipV="0">
            <a:off x="6639257" y="1879441"/>
            <a:ext cx="238098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05465162" name="Rectangle: Rounded Corners 12"/>
          <p:cNvSpPr/>
          <p:nvPr/>
        </p:nvSpPr>
        <p:spPr bwMode="auto">
          <a:xfrm>
            <a:off x="2782928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813329265" name="Rectangle 1100602255"/>
          <p:cNvSpPr txBox="1"/>
          <p:nvPr/>
        </p:nvSpPr>
        <p:spPr bwMode="auto">
          <a:xfrm rot="0" flipH="0" flipV="0">
            <a:off x="3173364" y="2651614"/>
            <a:ext cx="2324519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89386716" name="Rectangle 1100602255"/>
          <p:cNvSpPr txBox="1"/>
          <p:nvPr/>
        </p:nvSpPr>
        <p:spPr bwMode="auto">
          <a:xfrm rot="0" flipH="0" flipV="0">
            <a:off x="6694645" y="2655186"/>
            <a:ext cx="232524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77377910" name="Rectangle 1100602255"/>
          <p:cNvSpPr txBox="1"/>
          <p:nvPr/>
        </p:nvSpPr>
        <p:spPr bwMode="auto">
          <a:xfrm rot="0" flipH="0" flipV="0">
            <a:off x="6693565" y="3819617"/>
            <a:ext cx="232596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bc1p...jjj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541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302036"/>
            <a:ext cx="12191999" cy="62539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28591" name="AutoShape 32"/>
          <p:cNvSpPr/>
          <p:nvPr/>
        </p:nvSpPr>
        <p:spPr bwMode="auto">
          <a:xfrm flipH="0" flipV="0">
            <a:off x="6063030" y="1897860"/>
            <a:ext cx="0" cy="33557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537153" name="TextBox 39"/>
          <p:cNvSpPr txBox="1"/>
          <p:nvPr/>
        </p:nvSpPr>
        <p:spPr bwMode="auto">
          <a:xfrm flipH="0" flipV="0">
            <a:off x="2746584" y="523878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ラウンド数の支払い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01923166" name="TextBox 40"/>
          <p:cNvSpPr txBox="1"/>
          <p:nvPr/>
        </p:nvSpPr>
        <p:spPr bwMode="auto">
          <a:xfrm>
            <a:off x="3140394" y="182586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/>
          </a:p>
        </p:txBody>
      </p:sp>
      <p:sp>
        <p:nvSpPr>
          <p:cNvPr id="157727996" name="TextBox 41"/>
          <p:cNvSpPr txBox="1"/>
          <p:nvPr/>
        </p:nvSpPr>
        <p:spPr bwMode="auto">
          <a:xfrm>
            <a:off x="6761572" y="182586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/>
          </a:p>
        </p:txBody>
      </p:sp>
      <p:sp>
        <p:nvSpPr>
          <p:cNvPr id="1364574447" name="Rectangle: Rounded Corners 12"/>
          <p:cNvSpPr/>
          <p:nvPr/>
        </p:nvSpPr>
        <p:spPr bwMode="auto">
          <a:xfrm>
            <a:off x="2746586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037876205" name="Rectangle 1100602255"/>
          <p:cNvSpPr txBox="1"/>
          <p:nvPr/>
        </p:nvSpPr>
        <p:spPr bwMode="auto">
          <a:xfrm rot="0" flipH="0" flipV="0">
            <a:off x="3098950" y="2502786"/>
            <a:ext cx="232524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451 458 サッツ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976494881" name="Rectangle 1100602255"/>
          <p:cNvSpPr txBox="1"/>
          <p:nvPr/>
        </p:nvSpPr>
        <p:spPr bwMode="auto">
          <a:xfrm rot="0" flipH="0" flipV="0">
            <a:off x="6660955" y="2521241"/>
            <a:ext cx="232596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248 607 サッツ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45095519" name="Rectangle 1100602255"/>
          <p:cNvSpPr txBox="1"/>
          <p:nvPr/>
        </p:nvSpPr>
        <p:spPr bwMode="auto">
          <a:xfrm rot="0" flipH="0" flipV="0">
            <a:off x="6660235" y="3626140"/>
            <a:ext cx="232668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200,000サット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545201" name="Freeform 30"/>
          <p:cNvSpPr/>
          <p:nvPr/>
        </p:nvSpPr>
        <p:spPr bwMode="auto">
          <a:xfrm rot="0" flipH="0" flipV="0">
            <a:off x="3247903" y="246111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22991957" name="TextBox 31"/>
          <p:cNvSpPr txBox="1"/>
          <p:nvPr/>
        </p:nvSpPr>
        <p:spPr bwMode="auto">
          <a:xfrm rot="0" flipH="0" flipV="0">
            <a:off x="3247903" y="22923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62,76 €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64451377" name="AutoShape 32"/>
          <p:cNvSpPr/>
          <p:nvPr/>
        </p:nvSpPr>
        <p:spPr bwMode="auto">
          <a:xfrm flipH="0" flipV="0">
            <a:off x="6211858" y="1856189"/>
            <a:ext cx="0" cy="372486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772913" name="Freeform 34"/>
          <p:cNvSpPr/>
          <p:nvPr/>
        </p:nvSpPr>
        <p:spPr bwMode="auto">
          <a:xfrm rot="0" flipH="0" flipV="0">
            <a:off x="6869083" y="246111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55248796" name="TextBox 35"/>
          <p:cNvSpPr txBox="1"/>
          <p:nvPr/>
        </p:nvSpPr>
        <p:spPr bwMode="auto">
          <a:xfrm rot="0" flipH="0" flipV="0">
            <a:off x="6869083" y="22923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41,27 €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4435935" name="Freeform 37"/>
          <p:cNvSpPr/>
          <p:nvPr/>
        </p:nvSpPr>
        <p:spPr bwMode="auto">
          <a:xfrm rot="0" flipH="0" flipV="0">
            <a:off x="6869083" y="342702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4911647" name="TextBox 38"/>
          <p:cNvSpPr txBox="1"/>
          <p:nvPr/>
        </p:nvSpPr>
        <p:spPr bwMode="auto">
          <a:xfrm rot="0" flipH="0" flipV="0">
            <a:off x="6869083" y="325825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20 €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5756488" name="TextBox 39"/>
          <p:cNvSpPr txBox="1"/>
          <p:nvPr/>
        </p:nvSpPr>
        <p:spPr bwMode="auto">
          <a:xfrm flipH="0" flipV="0">
            <a:off x="2895413" y="55662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ラウンド数の支払い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13701779" name="TextBox 40"/>
          <p:cNvSpPr txBox="1"/>
          <p:nvPr/>
        </p:nvSpPr>
        <p:spPr bwMode="auto">
          <a:xfrm>
            <a:off x="3289222" y="17841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/>
          </a:p>
        </p:txBody>
      </p:sp>
      <p:sp>
        <p:nvSpPr>
          <p:cNvPr id="54144722" name="TextBox 41"/>
          <p:cNvSpPr txBox="1"/>
          <p:nvPr/>
        </p:nvSpPr>
        <p:spPr bwMode="auto">
          <a:xfrm>
            <a:off x="6910402" y="17841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/>
          </a:p>
        </p:txBody>
      </p:sp>
      <p:sp>
        <p:nvSpPr>
          <p:cNvPr id="844191675" name="Rectangle: Rounded Corners 12"/>
          <p:cNvSpPr/>
          <p:nvPr/>
        </p:nvSpPr>
        <p:spPr bwMode="auto">
          <a:xfrm>
            <a:off x="2895414" y="12529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29097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82217"/>
            <a:ext cx="12191999" cy="6493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839111" name="Freeform 30"/>
          <p:cNvSpPr/>
          <p:nvPr/>
        </p:nvSpPr>
        <p:spPr bwMode="auto">
          <a:xfrm rot="0" flipH="0" flipV="0">
            <a:off x="3227067" y="2681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80661135" name="TextBox 31"/>
          <p:cNvSpPr txBox="1"/>
          <p:nvPr/>
        </p:nvSpPr>
        <p:spPr bwMode="auto">
          <a:xfrm rot="0" flipH="0" flipV="0">
            <a:off x="3227067" y="2512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451 458 サッツ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59543" name="AutoShape 32"/>
          <p:cNvSpPr/>
          <p:nvPr/>
        </p:nvSpPr>
        <p:spPr bwMode="auto">
          <a:xfrm flipH="0" flipV="0">
            <a:off x="6191023" y="2076455"/>
            <a:ext cx="0" cy="36831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675223" name="Freeform 34"/>
          <p:cNvSpPr/>
          <p:nvPr/>
        </p:nvSpPr>
        <p:spPr bwMode="auto">
          <a:xfrm rot="0" flipH="0" flipV="0">
            <a:off x="6848248" y="2681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81518642" name="Freeform 37"/>
          <p:cNvSpPr/>
          <p:nvPr/>
        </p:nvSpPr>
        <p:spPr bwMode="auto">
          <a:xfrm rot="0" flipH="0" flipV="0">
            <a:off x="6848248" y="364729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32843009" name="TextBox 39"/>
          <p:cNvSpPr txBox="1"/>
          <p:nvPr/>
        </p:nvSpPr>
        <p:spPr bwMode="auto">
          <a:xfrm flipH="0" flipV="0">
            <a:off x="2859072" y="702472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最大出力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36960560" name="TextBox 40"/>
          <p:cNvSpPr txBox="1"/>
          <p:nvPr/>
        </p:nvSpPr>
        <p:spPr bwMode="auto">
          <a:xfrm>
            <a:off x="3268387" y="2004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/>
          </a:p>
        </p:txBody>
      </p:sp>
      <p:sp>
        <p:nvSpPr>
          <p:cNvPr id="32132031" name="TextBox 41"/>
          <p:cNvSpPr txBox="1"/>
          <p:nvPr/>
        </p:nvSpPr>
        <p:spPr bwMode="auto">
          <a:xfrm>
            <a:off x="6889565" y="2004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21094500" name="Rectangle: Rounded Corners 12"/>
          <p:cNvSpPr/>
          <p:nvPr/>
        </p:nvSpPr>
        <p:spPr bwMode="auto">
          <a:xfrm>
            <a:off x="2859073" y="196242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03244357" name=""/>
          <p:cNvGrpSpPr/>
          <p:nvPr/>
        </p:nvGrpSpPr>
        <p:grpSpPr bwMode="auto">
          <a:xfrm>
            <a:off x="6848786" y="2512613"/>
            <a:ext cx="2306538" cy="1852941"/>
            <a:chOff x="0" y="0"/>
            <a:chExt cx="2306538" cy="1852941"/>
          </a:xfrm>
        </p:grpSpPr>
        <p:sp>
          <p:nvSpPr>
            <p:cNvPr id="1792357661" name="TextBox 35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57 814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816395" name="TextBox 38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390 987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4668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305655"/>
            <a:ext cx="12191999" cy="6246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992847" name="AutoShape 32"/>
          <p:cNvSpPr/>
          <p:nvPr/>
        </p:nvSpPr>
        <p:spPr bwMode="auto">
          <a:xfrm flipH="1">
            <a:off x="2802519" y="1191524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348745" name="TextBox 39"/>
          <p:cNvSpPr txBox="1"/>
          <p:nvPr/>
        </p:nvSpPr>
        <p:spPr bwMode="auto">
          <a:xfrm flipH="0" flipV="0">
            <a:off x="686527" y="693852"/>
            <a:ext cx="4409519" cy="27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25044255" name="TextBox 40"/>
          <p:cNvSpPr txBox="1"/>
          <p:nvPr/>
        </p:nvSpPr>
        <p:spPr bwMode="auto">
          <a:xfrm>
            <a:off x="1035724" y="1134923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0710333" name="TextBox 41"/>
          <p:cNvSpPr txBox="1"/>
          <p:nvPr/>
        </p:nvSpPr>
        <p:spPr bwMode="auto">
          <a:xfrm>
            <a:off x="3224803" y="1134923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98889766" name="AutoShape 48"/>
          <p:cNvSpPr/>
          <p:nvPr/>
        </p:nvSpPr>
        <p:spPr bwMode="auto">
          <a:xfrm>
            <a:off x="3508995" y="4111317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294246" name="TextBox 55"/>
          <p:cNvSpPr txBox="1"/>
          <p:nvPr/>
        </p:nvSpPr>
        <p:spPr bwMode="auto">
          <a:xfrm>
            <a:off x="1636612" y="3762473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030504823" name="TextBox 56"/>
          <p:cNvSpPr txBox="1"/>
          <p:nvPr/>
        </p:nvSpPr>
        <p:spPr bwMode="auto">
          <a:xfrm>
            <a:off x="1742203" y="4054716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50608448" name="TextBox 57"/>
          <p:cNvSpPr txBox="1"/>
          <p:nvPr/>
        </p:nvSpPr>
        <p:spPr bwMode="auto">
          <a:xfrm>
            <a:off x="3931281" y="4054716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95972673" name="AutoShape 67"/>
          <p:cNvSpPr/>
          <p:nvPr/>
        </p:nvSpPr>
        <p:spPr bwMode="auto">
          <a:xfrm>
            <a:off x="8945819" y="889373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118859" name="TextBox 74"/>
          <p:cNvSpPr txBox="1"/>
          <p:nvPr/>
        </p:nvSpPr>
        <p:spPr bwMode="auto">
          <a:xfrm>
            <a:off x="7073434" y="540529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71708983" name="TextBox 75"/>
          <p:cNvSpPr txBox="1"/>
          <p:nvPr/>
        </p:nvSpPr>
        <p:spPr bwMode="auto">
          <a:xfrm>
            <a:off x="7179025" y="83277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43763165" name="TextBox 76"/>
          <p:cNvSpPr txBox="1"/>
          <p:nvPr/>
        </p:nvSpPr>
        <p:spPr bwMode="auto">
          <a:xfrm>
            <a:off x="9368103" y="83277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1600"/>
          </a:p>
        </p:txBody>
      </p:sp>
      <p:sp>
        <p:nvSpPr>
          <p:cNvPr id="430908842" name="Freeform 77"/>
          <p:cNvSpPr/>
          <p:nvPr/>
        </p:nvSpPr>
        <p:spPr bwMode="auto">
          <a:xfrm>
            <a:off x="8882796" y="366207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555976" name="AutoShape 78"/>
          <p:cNvSpPr/>
          <p:nvPr/>
        </p:nvSpPr>
        <p:spPr bwMode="auto">
          <a:xfrm flipH="0" flipV="0">
            <a:off x="4570637" y="1890117"/>
            <a:ext cx="4312155" cy="221402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191859" name="AutoShape 79"/>
          <p:cNvSpPr/>
          <p:nvPr/>
        </p:nvSpPr>
        <p:spPr bwMode="auto">
          <a:xfrm flipH="1">
            <a:off x="9806974" y="227318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222444" name="AutoShape 80"/>
          <p:cNvSpPr/>
          <p:nvPr/>
        </p:nvSpPr>
        <p:spPr bwMode="auto">
          <a:xfrm flipV="1">
            <a:off x="5297598" y="446892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485231" name="TextBox 81"/>
          <p:cNvSpPr txBox="1"/>
          <p:nvPr/>
        </p:nvSpPr>
        <p:spPr bwMode="auto">
          <a:xfrm flipH="0" flipV="0">
            <a:off x="7603139" y="5268603"/>
            <a:ext cx="399496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すべてのUTXOの共通オーナー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8735062" name="Rectangle: Rounded Corners 12"/>
          <p:cNvSpPr/>
          <p:nvPr/>
        </p:nvSpPr>
        <p:spPr bwMode="auto">
          <a:xfrm>
            <a:off x="686527" y="467133"/>
            <a:ext cx="4408080" cy="260441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85403144" name="Rectangle: Rounded Corners 12"/>
          <p:cNvSpPr/>
          <p:nvPr/>
        </p:nvSpPr>
        <p:spPr bwMode="auto">
          <a:xfrm>
            <a:off x="6730445" y="315588"/>
            <a:ext cx="4408079" cy="247762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91321026" name="Rectangle: Rounded Corners 12"/>
          <p:cNvSpPr/>
          <p:nvPr/>
        </p:nvSpPr>
        <p:spPr bwMode="auto">
          <a:xfrm>
            <a:off x="1409556" y="3546295"/>
            <a:ext cx="4253022" cy="296649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54853414" name=""/>
          <p:cNvSpPr txBox="1"/>
          <p:nvPr/>
        </p:nvSpPr>
        <p:spPr bwMode="auto">
          <a:xfrm rot="0" flipH="0" flipV="0">
            <a:off x="3112157" y="1563382"/>
            <a:ext cx="1549936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98555905" name=""/>
          <p:cNvSpPr txBox="1"/>
          <p:nvPr/>
        </p:nvSpPr>
        <p:spPr bwMode="auto">
          <a:xfrm rot="0" flipH="0" flipV="0">
            <a:off x="3115728" y="2087852"/>
            <a:ext cx="1550655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69139972" name=""/>
          <p:cNvSpPr txBox="1"/>
          <p:nvPr/>
        </p:nvSpPr>
        <p:spPr bwMode="auto">
          <a:xfrm rot="0" flipH="0" flipV="0">
            <a:off x="1035723" y="1593106"/>
            <a:ext cx="1551373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bc1q...0q5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61702806" name=""/>
          <p:cNvSpPr txBox="1"/>
          <p:nvPr/>
        </p:nvSpPr>
        <p:spPr bwMode="auto">
          <a:xfrm rot="0" flipH="0" flipV="0">
            <a:off x="7094342" y="1274738"/>
            <a:ext cx="1550655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bc1q...zmk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686215787" name=""/>
          <p:cNvSpPr txBox="1"/>
          <p:nvPr/>
        </p:nvSpPr>
        <p:spPr bwMode="auto">
          <a:xfrm rot="0" flipH="0" flipV="0">
            <a:off x="9265901" y="1777411"/>
            <a:ext cx="1551014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37216344" name=""/>
          <p:cNvSpPr txBox="1"/>
          <p:nvPr/>
        </p:nvSpPr>
        <p:spPr bwMode="auto">
          <a:xfrm rot="0" flipH="0" flipV="0">
            <a:off x="9269472" y="1260084"/>
            <a:ext cx="1551733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BC1Q...40L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702005606" name=""/>
          <p:cNvSpPr txBox="1"/>
          <p:nvPr/>
        </p:nvSpPr>
        <p:spPr bwMode="auto">
          <a:xfrm rot="0" flipH="0" flipV="0">
            <a:off x="3777714" y="4470796"/>
            <a:ext cx="1551733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64439302" name=""/>
          <p:cNvSpPr txBox="1"/>
          <p:nvPr/>
        </p:nvSpPr>
        <p:spPr bwMode="auto">
          <a:xfrm rot="0" flipH="0" flipV="0">
            <a:off x="3781285" y="4995266"/>
            <a:ext cx="1552092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bc1q...54u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98569122" name=""/>
          <p:cNvSpPr txBox="1"/>
          <p:nvPr/>
        </p:nvSpPr>
        <p:spPr bwMode="auto">
          <a:xfrm rot="0" flipH="0" flipV="0">
            <a:off x="3784857" y="5519736"/>
            <a:ext cx="1552452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bc1q...7xv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4312353" name=""/>
          <p:cNvSpPr txBox="1"/>
          <p:nvPr/>
        </p:nvSpPr>
        <p:spPr bwMode="auto">
          <a:xfrm rot="0" flipH="0" flipV="0">
            <a:off x="1630420" y="4481510"/>
            <a:ext cx="1553171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bc1q...j5w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5613046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53468411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Satoshi.(2008).Bitcoin: A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Peer-to-Peer Electronic Cash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System, Section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10: Privacy.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利用可能な場所: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571912828" name=""/>
          <p:cNvSpPr/>
          <p:nvPr/>
        </p:nvSpPr>
        <p:spPr bwMode="auto">
          <a:xfrm rot="0" flipH="0" flipV="0">
            <a:off x="2206029" y="4520819"/>
            <a:ext cx="8188654" cy="55444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1769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3030" y="201872"/>
            <a:ext cx="11419063" cy="64542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994954" name="Freeform 30"/>
          <p:cNvSpPr/>
          <p:nvPr/>
        </p:nvSpPr>
        <p:spPr bwMode="auto">
          <a:xfrm rot="0" flipH="0" flipV="0">
            <a:off x="989910" y="1598886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5547269" name="TextBox 31"/>
          <p:cNvSpPr txBox="1"/>
          <p:nvPr/>
        </p:nvSpPr>
        <p:spPr bwMode="auto">
          <a:xfrm rot="0" flipH="0" flipV="0">
            <a:off x="989910" y="154058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858420284" name="AutoShape 32"/>
          <p:cNvSpPr/>
          <p:nvPr/>
        </p:nvSpPr>
        <p:spPr bwMode="auto">
          <a:xfrm flipH="1">
            <a:off x="2781684" y="1233196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8527245" name="Freeform 34"/>
          <p:cNvSpPr/>
          <p:nvPr/>
        </p:nvSpPr>
        <p:spPr bwMode="auto">
          <a:xfrm rot="0" flipH="0" flipV="0">
            <a:off x="3178989" y="1598886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0694326" name="TextBox 35"/>
          <p:cNvSpPr txBox="1"/>
          <p:nvPr/>
        </p:nvSpPr>
        <p:spPr bwMode="auto">
          <a:xfrm rot="0" flipH="0" flipV="0">
            <a:off x="3178989" y="154058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0877967" name="Freeform 37"/>
          <p:cNvSpPr/>
          <p:nvPr/>
        </p:nvSpPr>
        <p:spPr bwMode="auto">
          <a:xfrm rot="0" flipH="0" flipV="0">
            <a:off x="3178989" y="218279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8042307" name="TextBox 38"/>
          <p:cNvSpPr txBox="1"/>
          <p:nvPr/>
        </p:nvSpPr>
        <p:spPr bwMode="auto">
          <a:xfrm rot="0" flipH="0" flipV="0">
            <a:off x="3178989" y="212450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837346903" name="TextBox 39"/>
          <p:cNvSpPr txBox="1"/>
          <p:nvPr/>
        </p:nvSpPr>
        <p:spPr bwMode="auto">
          <a:xfrm>
            <a:off x="909298" y="884352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261518268" name="TextBox 40"/>
          <p:cNvSpPr txBox="1"/>
          <p:nvPr/>
        </p:nvSpPr>
        <p:spPr bwMode="auto">
          <a:xfrm>
            <a:off x="1014889" y="1176597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1600"/>
          </a:p>
        </p:txBody>
      </p:sp>
      <p:sp>
        <p:nvSpPr>
          <p:cNvPr id="896831450" name="TextBox 41"/>
          <p:cNvSpPr txBox="1"/>
          <p:nvPr/>
        </p:nvSpPr>
        <p:spPr bwMode="auto">
          <a:xfrm>
            <a:off x="3203967" y="1176597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1600"/>
          </a:p>
        </p:txBody>
      </p:sp>
      <p:sp>
        <p:nvSpPr>
          <p:cNvPr id="1257835203" name="Freeform 46"/>
          <p:cNvSpPr/>
          <p:nvPr/>
        </p:nvSpPr>
        <p:spPr bwMode="auto">
          <a:xfrm rot="0" flipH="0" flipV="0">
            <a:off x="1696388" y="451867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6059449" name="TextBox 47"/>
          <p:cNvSpPr txBox="1"/>
          <p:nvPr/>
        </p:nvSpPr>
        <p:spPr bwMode="auto">
          <a:xfrm rot="0" flipH="0" flipV="0">
            <a:off x="1696388" y="446038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4105356" name="AutoShape 48"/>
          <p:cNvSpPr/>
          <p:nvPr/>
        </p:nvSpPr>
        <p:spPr bwMode="auto">
          <a:xfrm>
            <a:off x="3488160" y="4152988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9783742" name="Freeform 50"/>
          <p:cNvSpPr/>
          <p:nvPr/>
        </p:nvSpPr>
        <p:spPr bwMode="auto">
          <a:xfrm rot="0" flipH="0" flipV="0">
            <a:off x="3885464" y="451867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5496279" name="TextBox 51"/>
          <p:cNvSpPr txBox="1"/>
          <p:nvPr/>
        </p:nvSpPr>
        <p:spPr bwMode="auto">
          <a:xfrm rot="0" flipH="0" flipV="0">
            <a:off x="3885464" y="446038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697968268" name="Freeform 53"/>
          <p:cNvSpPr/>
          <p:nvPr/>
        </p:nvSpPr>
        <p:spPr bwMode="auto">
          <a:xfrm rot="0" flipH="0" flipV="0">
            <a:off x="3885464" y="510259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7126184" name="TextBox 54"/>
          <p:cNvSpPr txBox="1"/>
          <p:nvPr/>
        </p:nvSpPr>
        <p:spPr bwMode="auto">
          <a:xfrm rot="0" flipH="0" flipV="0">
            <a:off x="3885464" y="5044294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16638134" name="TextBox 55"/>
          <p:cNvSpPr txBox="1"/>
          <p:nvPr/>
        </p:nvSpPr>
        <p:spPr bwMode="auto">
          <a:xfrm>
            <a:off x="1615776" y="3804145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770392315" name="TextBox 56"/>
          <p:cNvSpPr txBox="1"/>
          <p:nvPr/>
        </p:nvSpPr>
        <p:spPr bwMode="auto">
          <a:xfrm>
            <a:off x="1721367" y="4096388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1600"/>
          </a:p>
        </p:txBody>
      </p:sp>
      <p:sp>
        <p:nvSpPr>
          <p:cNvPr id="335317634" name="TextBox 57"/>
          <p:cNvSpPr txBox="1"/>
          <p:nvPr/>
        </p:nvSpPr>
        <p:spPr bwMode="auto">
          <a:xfrm>
            <a:off x="3910446" y="4096388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1600"/>
          </a:p>
        </p:txBody>
      </p:sp>
      <p:sp>
        <p:nvSpPr>
          <p:cNvPr id="2032930650" name="Freeform 59"/>
          <p:cNvSpPr/>
          <p:nvPr/>
        </p:nvSpPr>
        <p:spPr bwMode="auto">
          <a:xfrm rot="0" flipH="0" flipV="0">
            <a:off x="3885464" y="568919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83049" name="TextBox 60"/>
          <p:cNvSpPr txBox="1"/>
          <p:nvPr/>
        </p:nvSpPr>
        <p:spPr bwMode="auto">
          <a:xfrm rot="0" flipH="0" flipV="0">
            <a:off x="3885464" y="5630899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372786177" name="Freeform 65"/>
          <p:cNvSpPr/>
          <p:nvPr/>
        </p:nvSpPr>
        <p:spPr bwMode="auto">
          <a:xfrm rot="0" flipH="0" flipV="0">
            <a:off x="7133211" y="129673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7975776" name="TextBox 66"/>
          <p:cNvSpPr txBox="1"/>
          <p:nvPr/>
        </p:nvSpPr>
        <p:spPr bwMode="auto">
          <a:xfrm rot="0" flipH="0" flipV="0">
            <a:off x="7133211" y="123843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965582081" name="AutoShape 67"/>
          <p:cNvSpPr/>
          <p:nvPr/>
        </p:nvSpPr>
        <p:spPr bwMode="auto">
          <a:xfrm>
            <a:off x="8924983" y="931044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6363454" name="Freeform 69"/>
          <p:cNvSpPr/>
          <p:nvPr/>
        </p:nvSpPr>
        <p:spPr bwMode="auto">
          <a:xfrm rot="0" flipH="0" flipV="0">
            <a:off x="9322287" y="129673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7289971" name="TextBox 70"/>
          <p:cNvSpPr txBox="1"/>
          <p:nvPr/>
        </p:nvSpPr>
        <p:spPr bwMode="auto">
          <a:xfrm rot="0" flipH="0" flipV="0">
            <a:off x="9322287" y="123843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614158771" name="Freeform 72"/>
          <p:cNvSpPr/>
          <p:nvPr/>
        </p:nvSpPr>
        <p:spPr bwMode="auto">
          <a:xfrm rot="0" flipH="0" flipV="0">
            <a:off x="9322287" y="188064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49262534" name="TextBox 73"/>
          <p:cNvSpPr txBox="1"/>
          <p:nvPr/>
        </p:nvSpPr>
        <p:spPr bwMode="auto">
          <a:xfrm rot="0" flipH="0" flipV="0">
            <a:off x="9322287" y="1822351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2399202" name="TextBox 74"/>
          <p:cNvSpPr txBox="1"/>
          <p:nvPr/>
        </p:nvSpPr>
        <p:spPr bwMode="auto">
          <a:xfrm>
            <a:off x="7052598" y="582200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384399840" name="TextBox 75"/>
          <p:cNvSpPr txBox="1"/>
          <p:nvPr/>
        </p:nvSpPr>
        <p:spPr bwMode="auto">
          <a:xfrm>
            <a:off x="7158189" y="87444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1600"/>
          </a:p>
        </p:txBody>
      </p:sp>
      <p:sp>
        <p:nvSpPr>
          <p:cNvPr id="1396705550" name="TextBox 76"/>
          <p:cNvSpPr txBox="1"/>
          <p:nvPr/>
        </p:nvSpPr>
        <p:spPr bwMode="auto">
          <a:xfrm>
            <a:off x="9347267" y="87444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1600"/>
          </a:p>
        </p:txBody>
      </p:sp>
      <p:sp>
        <p:nvSpPr>
          <p:cNvPr id="954938788" name="Freeform 77"/>
          <p:cNvSpPr/>
          <p:nvPr/>
        </p:nvSpPr>
        <p:spPr bwMode="auto">
          <a:xfrm>
            <a:off x="8861960" y="3703743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6372289" name="AutoShape 78"/>
          <p:cNvSpPr/>
          <p:nvPr/>
        </p:nvSpPr>
        <p:spPr bwMode="auto">
          <a:xfrm>
            <a:off x="5044717" y="2740167"/>
            <a:ext cx="3817242" cy="14643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9599011" name="AutoShape 79"/>
          <p:cNvSpPr/>
          <p:nvPr/>
        </p:nvSpPr>
        <p:spPr bwMode="auto">
          <a:xfrm>
            <a:off x="9157739" y="2671660"/>
            <a:ext cx="234910" cy="94512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980527" name="AutoShape 80"/>
          <p:cNvSpPr/>
          <p:nvPr/>
        </p:nvSpPr>
        <p:spPr bwMode="auto">
          <a:xfrm flipV="1">
            <a:off x="5719743" y="4544849"/>
            <a:ext cx="3142216" cy="3187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4285393" name="TextBox 81"/>
          <p:cNvSpPr txBox="1"/>
          <p:nvPr/>
        </p:nvSpPr>
        <p:spPr bwMode="auto">
          <a:xfrm>
            <a:off x="7795930" y="5310276"/>
            <a:ext cx="3548214" cy="74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すべての取引に共通の送信者？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49965283" name="AutoShape 82"/>
          <p:cNvSpPr/>
          <p:nvPr/>
        </p:nvSpPr>
        <p:spPr bwMode="auto">
          <a:xfrm>
            <a:off x="1687087" y="2033091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1167596" name="TextBox 83"/>
          <p:cNvSpPr txBox="1"/>
          <p:nvPr/>
        </p:nvSpPr>
        <p:spPr bwMode="auto">
          <a:xfrm>
            <a:off x="888382" y="2206055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「シーケンス0x00000834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66834126" name="AutoShape 84"/>
          <p:cNvSpPr/>
          <p:nvPr/>
        </p:nvSpPr>
        <p:spPr bwMode="auto">
          <a:xfrm flipH="1">
            <a:off x="7830388" y="1731193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595172" name="TextBox 85"/>
          <p:cNvSpPr txBox="1"/>
          <p:nvPr/>
        </p:nvSpPr>
        <p:spPr bwMode="auto">
          <a:xfrm>
            <a:off x="7031681" y="1904157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「シーケンス0x00000834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21844362" name="AutoShape 86"/>
          <p:cNvSpPr/>
          <p:nvPr/>
        </p:nvSpPr>
        <p:spPr bwMode="auto">
          <a:xfrm flipH="1">
            <a:off x="2393565" y="4951977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004790" name="TextBox 87"/>
          <p:cNvSpPr txBox="1"/>
          <p:nvPr/>
        </p:nvSpPr>
        <p:spPr bwMode="auto">
          <a:xfrm>
            <a:off x="1594860" y="5124942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「シーケンス0x00000834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8067363" name="Rectangle: Rounded Corners 12"/>
          <p:cNvSpPr/>
          <p:nvPr/>
        </p:nvSpPr>
        <p:spPr bwMode="auto">
          <a:xfrm>
            <a:off x="664378" y="626807"/>
            <a:ext cx="4208718" cy="260441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282016076" name="Rectangle: Rounded Corners 12"/>
          <p:cNvSpPr/>
          <p:nvPr/>
        </p:nvSpPr>
        <p:spPr bwMode="auto">
          <a:xfrm>
            <a:off x="6797591" y="336183"/>
            <a:ext cx="4208717" cy="260441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40036386" name="Rectangle: Rounded Corners 12"/>
          <p:cNvSpPr/>
          <p:nvPr/>
        </p:nvSpPr>
        <p:spPr bwMode="auto">
          <a:xfrm>
            <a:off x="1483971" y="3658858"/>
            <a:ext cx="4038120" cy="282377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230471" name="TextBox 32"/>
          <p:cNvSpPr txBox="1"/>
          <p:nvPr/>
        </p:nvSpPr>
        <p:spPr bwMode="auto">
          <a:xfrm flipH="0" flipV="0">
            <a:off x="4469878" y="1002618"/>
            <a:ext cx="666821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617746735" name="TextBox 33"/>
          <p:cNvSpPr txBox="1"/>
          <p:nvPr/>
        </p:nvSpPr>
        <p:spPr bwMode="auto">
          <a:xfrm>
            <a:off x="4922676" y="17092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/>
          </a:p>
        </p:txBody>
      </p:sp>
      <p:sp>
        <p:nvSpPr>
          <p:cNvPr id="1233039106" name="AutoShape 34"/>
          <p:cNvSpPr/>
          <p:nvPr/>
        </p:nvSpPr>
        <p:spPr bwMode="auto">
          <a:xfrm>
            <a:off x="7845310" y="1781287"/>
            <a:ext cx="0" cy="43409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030985" name="TextBox 38"/>
          <p:cNvSpPr txBox="1"/>
          <p:nvPr/>
        </p:nvSpPr>
        <p:spPr bwMode="auto">
          <a:xfrm>
            <a:off x="8543854" y="17092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8366018" name="Freeform 48"/>
          <p:cNvSpPr/>
          <p:nvPr/>
        </p:nvSpPr>
        <p:spPr bwMode="auto">
          <a:xfrm>
            <a:off x="3126521" y="1902437"/>
            <a:ext cx="931060" cy="4138050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079016" name="TextBox 49"/>
          <p:cNvSpPr txBox="1"/>
          <p:nvPr/>
        </p:nvSpPr>
        <p:spPr bwMode="auto">
          <a:xfrm>
            <a:off x="565929" y="3272790"/>
            <a:ext cx="2430837" cy="146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i="1" u="none" lang="en-US">
                <a:solidFill>
                  <a:srgbClr val="000000"/>
                </a:solidFill>
                <a:latin typeface="IBM Plex Sans"/>
              </a:rPr>
              <a:t>共通入力所有ヒューリスティック</a:t>
            </a:r>
            <a:endParaRPr lang="en-US" sz="2600" b="1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668546470" name="Rectangle: Rounded Corners 12"/>
          <p:cNvSpPr/>
          <p:nvPr/>
        </p:nvSpPr>
        <p:spPr bwMode="auto">
          <a:xfrm>
            <a:off x="4469878" y="658649"/>
            <a:ext cx="6667499" cy="56519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20359400" name=""/>
          <p:cNvGrpSpPr/>
          <p:nvPr/>
        </p:nvGrpSpPr>
        <p:grpSpPr bwMode="auto">
          <a:xfrm>
            <a:off x="4849175" y="2340231"/>
            <a:ext cx="5915720" cy="3729737"/>
            <a:chOff x="0" y="0"/>
            <a:chExt cx="5915720" cy="3729737"/>
          </a:xfrm>
        </p:grpSpPr>
        <p:sp>
          <p:nvSpPr>
            <p:cNvPr id="629231680" name="Rectangle 1100602255"/>
            <p:cNvSpPr txBox="1"/>
            <p:nvPr/>
          </p:nvSpPr>
          <p:spPr bwMode="auto">
            <a:xfrm rot="0" flipH="0" flipV="0">
              <a:off x="0" y="0"/>
              <a:ext cx="232668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266107183" name="Rectangle 1100602255"/>
            <p:cNvSpPr txBox="1"/>
            <p:nvPr/>
          </p:nvSpPr>
          <p:spPr bwMode="auto">
            <a:xfrm rot="0" flipH="0" flipV="0">
              <a:off x="3571" y="970954"/>
              <a:ext cx="23274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27229816" name="Rectangle 1100602255"/>
            <p:cNvSpPr txBox="1"/>
            <p:nvPr/>
          </p:nvSpPr>
          <p:spPr bwMode="auto">
            <a:xfrm rot="0" flipH="0" flipV="0">
              <a:off x="7142" y="1941908"/>
              <a:ext cx="232812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4007692" name="Rectangle 1100602255"/>
            <p:cNvSpPr txBox="1"/>
            <p:nvPr/>
          </p:nvSpPr>
          <p:spPr bwMode="auto">
            <a:xfrm rot="0" flipH="0" flipV="0">
              <a:off x="10713" y="2912862"/>
              <a:ext cx="23288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85039765" name="Rectangle 1100602255"/>
            <p:cNvSpPr txBox="1"/>
            <p:nvPr/>
          </p:nvSpPr>
          <p:spPr bwMode="auto">
            <a:xfrm rot="0" flipH="0" flipV="0">
              <a:off x="3586160" y="14285"/>
              <a:ext cx="23295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8 928 864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952131" name="Freeform 60"/>
          <p:cNvSpPr/>
          <p:nvPr/>
        </p:nvSpPr>
        <p:spPr bwMode="auto">
          <a:xfrm>
            <a:off x="2762569" y="1642610"/>
            <a:ext cx="1049656" cy="4665146"/>
          </a:xfrm>
          <a:custGeom>
            <a:avLst/>
            <a:gdLst/>
            <a:ahLst/>
            <a:cxnLst/>
            <a:rect l="l" t="t" r="r" b="b"/>
            <a:pathLst>
              <a:path w="1049658" h="4665148" fill="norm" stroke="1" extrusionOk="0">
                <a:moveTo>
                  <a:pt x="0" y="0"/>
                </a:moveTo>
                <a:lnTo>
                  <a:pt x="1049658" y="0"/>
                </a:lnTo>
                <a:lnTo>
                  <a:pt x="1049658" y="4665148"/>
                </a:lnTo>
                <a:lnTo>
                  <a:pt x="0" y="4665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9987948" name="Freeform 61"/>
          <p:cNvSpPr/>
          <p:nvPr/>
        </p:nvSpPr>
        <p:spPr bwMode="auto">
          <a:xfrm>
            <a:off x="915985" y="3667989"/>
            <a:ext cx="602867" cy="614387"/>
          </a:xfrm>
          <a:custGeom>
            <a:avLst/>
            <a:gdLst/>
            <a:ahLst/>
            <a:cxnLst/>
            <a:rect l="l" t="t" r="r" b="b"/>
            <a:pathLst>
              <a:path w="602869" h="614389" fill="norm" stroke="1" extrusionOk="0">
                <a:moveTo>
                  <a:pt x="0" y="0"/>
                </a:moveTo>
                <a:lnTo>
                  <a:pt x="602869" y="0"/>
                </a:lnTo>
                <a:lnTo>
                  <a:pt x="602869" y="614390"/>
                </a:lnTo>
                <a:lnTo>
                  <a:pt x="0" y="614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269674" name="TextBox 62"/>
          <p:cNvSpPr txBox="1"/>
          <p:nvPr/>
        </p:nvSpPr>
        <p:spPr bwMode="auto">
          <a:xfrm flipH="0" flipV="0">
            <a:off x="4199565" y="523878"/>
            <a:ext cx="67575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コインジョイン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9595854" name="TextBox 63"/>
          <p:cNvSpPr txBox="1"/>
          <p:nvPr/>
        </p:nvSpPr>
        <p:spPr bwMode="auto">
          <a:xfrm>
            <a:off x="4798837" y="1379378"/>
            <a:ext cx="2224982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2825907" name="TextBox 64"/>
          <p:cNvSpPr txBox="1"/>
          <p:nvPr/>
        </p:nvSpPr>
        <p:spPr bwMode="auto">
          <a:xfrm>
            <a:off x="8196773" y="1379378"/>
            <a:ext cx="2224982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22291359" name="TextBox 65"/>
          <p:cNvSpPr txBox="1"/>
          <p:nvPr/>
        </p:nvSpPr>
        <p:spPr bwMode="auto">
          <a:xfrm>
            <a:off x="1680779" y="3722455"/>
            <a:ext cx="92094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795024724" name="Rectangle: Rounded Corners 12"/>
          <p:cNvSpPr/>
          <p:nvPr/>
        </p:nvSpPr>
        <p:spPr bwMode="auto">
          <a:xfrm>
            <a:off x="4199566" y="139482"/>
            <a:ext cx="6756102" cy="660978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71332446" name=""/>
          <p:cNvGrpSpPr/>
          <p:nvPr/>
        </p:nvGrpSpPr>
        <p:grpSpPr bwMode="auto">
          <a:xfrm>
            <a:off x="4724438" y="2087653"/>
            <a:ext cx="5771542" cy="4428561"/>
            <a:chOff x="0" y="0"/>
            <a:chExt cx="5771542" cy="4428561"/>
          </a:xfrm>
        </p:grpSpPr>
        <p:sp>
          <p:nvSpPr>
            <p:cNvPr id="1243198938" name="AutoShape 32"/>
            <p:cNvSpPr/>
            <p:nvPr/>
          </p:nvSpPr>
          <p:spPr bwMode="auto">
            <a:xfrm flipH="0" flipV="0">
              <a:off x="2848203" y="54822"/>
              <a:ext cx="0" cy="429338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91736964" name="Rectangle 1100602255"/>
            <p:cNvSpPr txBox="1"/>
            <p:nvPr/>
          </p:nvSpPr>
          <p:spPr bwMode="auto">
            <a:xfrm rot="0" flipH="0" flipV="0">
              <a:off x="0" y="0"/>
              <a:ext cx="23274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083519365" name="Rectangle 1100602255"/>
            <p:cNvSpPr txBox="1"/>
            <p:nvPr/>
          </p:nvSpPr>
          <p:spPr bwMode="auto">
            <a:xfrm rot="0" flipH="0" flipV="0">
              <a:off x="3571" y="896539"/>
              <a:ext cx="232812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102 000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28828254" name="Rectangle 1100602255"/>
            <p:cNvSpPr txBox="1"/>
            <p:nvPr/>
          </p:nvSpPr>
          <p:spPr bwMode="auto">
            <a:xfrm rot="0" flipH="0" flipV="0">
              <a:off x="7142" y="1793079"/>
              <a:ext cx="23288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02749907" name="Rectangle 1100602255"/>
            <p:cNvSpPr txBox="1"/>
            <p:nvPr/>
          </p:nvSpPr>
          <p:spPr bwMode="auto">
            <a:xfrm rot="0" flipH="0" flipV="0">
              <a:off x="10713" y="2715147"/>
              <a:ext cx="232956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102 000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83728921" name="Rectangle 1100602255"/>
            <p:cNvSpPr txBox="1"/>
            <p:nvPr/>
          </p:nvSpPr>
          <p:spPr bwMode="auto">
            <a:xfrm rot="0" flipH="0" flipV="0">
              <a:off x="14284" y="3611686"/>
              <a:ext cx="233028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54223354" name="Rectangle 1100602255"/>
            <p:cNvSpPr txBox="1"/>
            <p:nvPr/>
          </p:nvSpPr>
          <p:spPr bwMode="auto">
            <a:xfrm rot="0" flipH="0" flipV="0">
              <a:off x="3437331" y="2689861"/>
              <a:ext cx="23302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0925399" name="Rectangle 1100602255"/>
            <p:cNvSpPr txBox="1"/>
            <p:nvPr/>
          </p:nvSpPr>
          <p:spPr bwMode="auto">
            <a:xfrm rot="0" flipH="0" flipV="0">
              <a:off x="3440902" y="3586401"/>
              <a:ext cx="23306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310990157" name="Rectangle 1100602255"/>
            <p:cNvSpPr txBox="1"/>
            <p:nvPr/>
          </p:nvSpPr>
          <p:spPr bwMode="auto">
            <a:xfrm rot="0" flipH="0" flipV="0">
              <a:off x="3426617" y="21375"/>
              <a:ext cx="23277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11030365" name="Rectangle 1100602255"/>
            <p:cNvSpPr txBox="1"/>
            <p:nvPr/>
          </p:nvSpPr>
          <p:spPr bwMode="auto">
            <a:xfrm rot="0" flipH="0" flipV="0">
              <a:off x="3430189" y="896539"/>
              <a:ext cx="23288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040782126" name="Rectangle 1100602255"/>
            <p:cNvSpPr txBox="1"/>
            <p:nvPr/>
          </p:nvSpPr>
          <p:spPr bwMode="auto">
            <a:xfrm rot="0" flipH="0" flipV="0">
              <a:off x="3433761" y="1793079"/>
              <a:ext cx="232920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473235" name="AutoShape 32"/>
          <p:cNvSpPr/>
          <p:nvPr/>
        </p:nvSpPr>
        <p:spPr bwMode="auto">
          <a:xfrm>
            <a:off x="9339930" y="1375432"/>
            <a:ext cx="0" cy="27738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495163" name="Freeform 46"/>
          <p:cNvSpPr/>
          <p:nvPr/>
        </p:nvSpPr>
        <p:spPr bwMode="auto">
          <a:xfrm rot="0" flipH="0" flipV="0">
            <a:off x="484617" y="417627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/>
        </p:txBody>
      </p:sp>
      <p:sp>
        <p:nvSpPr>
          <p:cNvPr id="1472085188" name="TextBox 47"/>
          <p:cNvSpPr txBox="1"/>
          <p:nvPr/>
        </p:nvSpPr>
        <p:spPr bwMode="auto">
          <a:xfrm rot="0" flipH="0" flipV="0">
            <a:off x="1058847" y="784750"/>
            <a:ext cx="4976699" cy="41140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66475495" name="Freeform 49"/>
          <p:cNvSpPr/>
          <p:nvPr/>
        </p:nvSpPr>
        <p:spPr bwMode="auto">
          <a:xfrm rot="0" flipH="0" flipV="0">
            <a:off x="2764220" y="1049656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89919338" name="TextBox 50"/>
          <p:cNvSpPr txBox="1"/>
          <p:nvPr/>
        </p:nvSpPr>
        <p:spPr bwMode="auto">
          <a:xfrm rot="0" flipH="0" flipV="0">
            <a:off x="2764220" y="957217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601256690" name="Freeform 52"/>
          <p:cNvSpPr/>
          <p:nvPr/>
        </p:nvSpPr>
        <p:spPr bwMode="auto">
          <a:xfrm rot="0" flipH="0" flipV="0">
            <a:off x="1086978" y="2314617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3115047" name="TextBox 53"/>
          <p:cNvSpPr txBox="1"/>
          <p:nvPr/>
        </p:nvSpPr>
        <p:spPr bwMode="auto">
          <a:xfrm rot="0" flipH="0" flipV="0">
            <a:off x="1086978" y="2222178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533423639" name="Freeform 55"/>
          <p:cNvSpPr/>
          <p:nvPr/>
        </p:nvSpPr>
        <p:spPr bwMode="auto">
          <a:xfrm rot="0" flipH="0" flipV="0">
            <a:off x="3993692" y="2838177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9529615" name="TextBox 56"/>
          <p:cNvSpPr txBox="1"/>
          <p:nvPr/>
        </p:nvSpPr>
        <p:spPr bwMode="auto">
          <a:xfrm rot="0" flipH="0" flipV="0">
            <a:off x="3993692" y="2745738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761731953" name="Freeform 58"/>
          <p:cNvSpPr/>
          <p:nvPr/>
        </p:nvSpPr>
        <p:spPr bwMode="auto">
          <a:xfrm rot="0" flipH="0" flipV="0">
            <a:off x="2399040" y="4072622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9959644" name="TextBox 59"/>
          <p:cNvSpPr txBox="1"/>
          <p:nvPr/>
        </p:nvSpPr>
        <p:spPr bwMode="auto">
          <a:xfrm rot="0" flipH="0" flipV="0">
            <a:off x="2399040" y="3980183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969013854" name="Freeform 60"/>
          <p:cNvSpPr/>
          <p:nvPr/>
        </p:nvSpPr>
        <p:spPr bwMode="auto">
          <a:xfrm>
            <a:off x="7038418" y="5152972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5795781" name="AutoShape 61"/>
          <p:cNvSpPr/>
          <p:nvPr/>
        </p:nvSpPr>
        <p:spPr bwMode="auto">
          <a:xfrm>
            <a:off x="5767023" y="3130517"/>
            <a:ext cx="1680884" cy="66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376841" name="AutoShape 62"/>
          <p:cNvSpPr/>
          <p:nvPr/>
        </p:nvSpPr>
        <p:spPr bwMode="auto">
          <a:xfrm>
            <a:off x="2860310" y="2577193"/>
            <a:ext cx="4585680" cy="27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852289" name="AutoShape 63"/>
          <p:cNvSpPr/>
          <p:nvPr/>
        </p:nvSpPr>
        <p:spPr bwMode="auto">
          <a:xfrm>
            <a:off x="4537551" y="1440901"/>
            <a:ext cx="2935017" cy="4432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5092325" name="AutoShape 64"/>
          <p:cNvSpPr/>
          <p:nvPr/>
        </p:nvSpPr>
        <p:spPr bwMode="auto">
          <a:xfrm flipV="1">
            <a:off x="4172369" y="3915237"/>
            <a:ext cx="3285316" cy="3265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1736512" name="TextBox 65"/>
          <p:cNvSpPr txBox="1"/>
          <p:nvPr/>
        </p:nvSpPr>
        <p:spPr bwMode="auto">
          <a:xfrm flipH="0" flipV="0">
            <a:off x="7038417" y="721275"/>
            <a:ext cx="4569352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1600"/>
          </a:p>
        </p:txBody>
      </p:sp>
      <p:sp>
        <p:nvSpPr>
          <p:cNvPr id="1918715806" name="TextBox 66"/>
          <p:cNvSpPr txBox="1"/>
          <p:nvPr/>
        </p:nvSpPr>
        <p:spPr bwMode="auto">
          <a:xfrm flipH="0" flipV="0">
            <a:off x="7472350" y="1327844"/>
            <a:ext cx="1592418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2864356" name="TextBox 67"/>
          <p:cNvSpPr txBox="1"/>
          <p:nvPr/>
        </p:nvSpPr>
        <p:spPr bwMode="auto">
          <a:xfrm flipH="0" flipV="0">
            <a:off x="9671738" y="1327844"/>
            <a:ext cx="1537808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09972039" name="AutoShape 68"/>
          <p:cNvSpPr/>
          <p:nvPr/>
        </p:nvSpPr>
        <p:spPr bwMode="auto">
          <a:xfrm>
            <a:off x="5767023" y="4587279"/>
            <a:ext cx="1271394" cy="86067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1431379" name="Rectangle: Rounded Corners 12"/>
          <p:cNvSpPr/>
          <p:nvPr/>
        </p:nvSpPr>
        <p:spPr bwMode="auto">
          <a:xfrm>
            <a:off x="7038416" y="492169"/>
            <a:ext cx="4568634" cy="4095106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403640656" name=""/>
          <p:cNvGrpSpPr/>
          <p:nvPr/>
        </p:nvGrpSpPr>
        <p:grpSpPr bwMode="auto">
          <a:xfrm>
            <a:off x="7499444" y="1717475"/>
            <a:ext cx="3726901" cy="2301223"/>
            <a:chOff x="0" y="0"/>
            <a:chExt cx="3726901" cy="2301223"/>
          </a:xfrm>
        </p:grpSpPr>
        <p:sp>
          <p:nvSpPr>
            <p:cNvPr id="855765366" name=""/>
            <p:cNvSpPr txBox="1"/>
            <p:nvPr/>
          </p:nvSpPr>
          <p:spPr bwMode="auto">
            <a:xfrm rot="0" flipH="0" flipV="0">
              <a:off x="0" y="0"/>
              <a:ext cx="1551733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5335215" name=""/>
            <p:cNvSpPr txBox="1"/>
            <p:nvPr/>
          </p:nvSpPr>
          <p:spPr bwMode="auto">
            <a:xfrm rot="0" flipH="0" flipV="0">
              <a:off x="3571" y="524469"/>
              <a:ext cx="1552452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5512759" name=""/>
            <p:cNvSpPr txBox="1"/>
            <p:nvPr/>
          </p:nvSpPr>
          <p:spPr bwMode="auto">
            <a:xfrm rot="0" flipH="0" flipV="0">
              <a:off x="7141" y="1048939"/>
              <a:ext cx="1553171" cy="700382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628828350" name=""/>
            <p:cNvSpPr txBox="1"/>
            <p:nvPr/>
          </p:nvSpPr>
          <p:spPr bwMode="auto">
            <a:xfrm rot="0" flipH="0" flipV="0">
              <a:off x="10712" y="1871066"/>
              <a:ext cx="155389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62354328" name=""/>
            <p:cNvSpPr txBox="1"/>
            <p:nvPr/>
          </p:nvSpPr>
          <p:spPr bwMode="auto">
            <a:xfrm rot="0" flipH="0" flipV="0">
              <a:off x="2172292" y="14286"/>
              <a:ext cx="1554609" cy="700382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8 928 864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28764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3772564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Satoshi.(2008).Bitcoin: A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Peer-to-Peer Electronic Cash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System, Section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10: Privacy.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利用可能な場所: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526033750" name=""/>
          <p:cNvSpPr/>
          <p:nvPr/>
        </p:nvSpPr>
        <p:spPr bwMode="auto">
          <a:xfrm rot="0" flipH="0" flipV="0">
            <a:off x="2206030" y="4862014"/>
            <a:ext cx="8188656" cy="909850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84843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52841" y="0"/>
            <a:ext cx="988631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474348" name="Freeform 26"/>
          <p:cNvSpPr/>
          <p:nvPr/>
        </p:nvSpPr>
        <p:spPr bwMode="auto">
          <a:xfrm rot="-10799952">
            <a:off x="7702132" y="629021"/>
            <a:ext cx="721670" cy="3207431"/>
          </a:xfrm>
          <a:custGeom>
            <a:avLst/>
            <a:gdLst/>
            <a:ahLst/>
            <a:cxnLst/>
            <a:rect l="l" t="t" r="r" b="b"/>
            <a:pathLst>
              <a:path w="721672" h="3207433" fill="norm" stroke="1" extrusionOk="0">
                <a:moveTo>
                  <a:pt x="0" y="0"/>
                </a:moveTo>
                <a:lnTo>
                  <a:pt x="721672" y="0"/>
                </a:lnTo>
                <a:lnTo>
                  <a:pt x="721672" y="3207433"/>
                </a:lnTo>
                <a:lnTo>
                  <a:pt x="0" y="3207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137680" name="Freeform 28"/>
          <p:cNvSpPr/>
          <p:nvPr/>
        </p:nvSpPr>
        <p:spPr bwMode="auto">
          <a:xfrm rot="0" flipH="0" flipV="0">
            <a:off x="8911858" y="1426946"/>
            <a:ext cx="2026386" cy="161157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983086197" name="TextBox 29"/>
          <p:cNvSpPr txBox="1"/>
          <p:nvPr/>
        </p:nvSpPr>
        <p:spPr bwMode="auto">
          <a:xfrm rot="0" flipH="0" flipV="0">
            <a:off x="8911858" y="1398868"/>
            <a:ext cx="2026386" cy="16396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85039972" name="Freeform 30"/>
          <p:cNvSpPr/>
          <p:nvPr/>
        </p:nvSpPr>
        <p:spPr bwMode="auto">
          <a:xfrm>
            <a:off x="1025747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196286" name="Freeform 31"/>
          <p:cNvSpPr/>
          <p:nvPr/>
        </p:nvSpPr>
        <p:spPr bwMode="auto">
          <a:xfrm>
            <a:off x="970180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197015" name="Freeform 32"/>
          <p:cNvSpPr/>
          <p:nvPr/>
        </p:nvSpPr>
        <p:spPr bwMode="auto">
          <a:xfrm>
            <a:off x="914192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4058346" name="Freeform 33"/>
          <p:cNvSpPr/>
          <p:nvPr/>
        </p:nvSpPr>
        <p:spPr bwMode="auto">
          <a:xfrm>
            <a:off x="1025747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780036" name="Freeform 34"/>
          <p:cNvSpPr/>
          <p:nvPr/>
        </p:nvSpPr>
        <p:spPr bwMode="auto">
          <a:xfrm>
            <a:off x="970180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070821" name="Freeform 35"/>
          <p:cNvSpPr/>
          <p:nvPr/>
        </p:nvSpPr>
        <p:spPr bwMode="auto">
          <a:xfrm>
            <a:off x="914192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2203833" name="Freeform 36"/>
          <p:cNvSpPr/>
          <p:nvPr/>
        </p:nvSpPr>
        <p:spPr bwMode="auto">
          <a:xfrm>
            <a:off x="9794541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6487624" name="Freeform 37"/>
          <p:cNvSpPr/>
          <p:nvPr/>
        </p:nvSpPr>
        <p:spPr bwMode="auto">
          <a:xfrm>
            <a:off x="10153327" y="4778734"/>
            <a:ext cx="396967" cy="352803"/>
          </a:xfrm>
          <a:custGeom>
            <a:avLst/>
            <a:gdLst/>
            <a:ahLst/>
            <a:cxnLst/>
            <a:rect l="l" t="t" r="r" b="b"/>
            <a:pathLst>
              <a:path w="396969" h="352806" fill="norm" stroke="1" extrusionOk="0">
                <a:moveTo>
                  <a:pt x="0" y="0"/>
                </a:moveTo>
                <a:lnTo>
                  <a:pt x="396969" y="0"/>
                </a:lnTo>
                <a:lnTo>
                  <a:pt x="396969" y="352806"/>
                </a:lnTo>
                <a:lnTo>
                  <a:pt x="0" y="3528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510373" name="Freeform 38"/>
          <p:cNvSpPr/>
          <p:nvPr/>
        </p:nvSpPr>
        <p:spPr bwMode="auto">
          <a:xfrm>
            <a:off x="7343705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841544" name="Freeform 39"/>
          <p:cNvSpPr/>
          <p:nvPr/>
        </p:nvSpPr>
        <p:spPr bwMode="auto">
          <a:xfrm rot="-5225546" flipH="1">
            <a:off x="1003360" y="371033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620158" name="Freeform 40"/>
          <p:cNvSpPr/>
          <p:nvPr/>
        </p:nvSpPr>
        <p:spPr bwMode="auto">
          <a:xfrm>
            <a:off x="8836483" y="5150917"/>
            <a:ext cx="579819" cy="347890"/>
          </a:xfrm>
          <a:custGeom>
            <a:avLst/>
            <a:gdLst/>
            <a:ahLst/>
            <a:cxnLst/>
            <a:rect l="l" t="t" r="r" b="b"/>
            <a:pathLst>
              <a:path w="579821" h="347892" fill="norm" stroke="1" extrusionOk="0">
                <a:moveTo>
                  <a:pt x="0" y="0"/>
                </a:moveTo>
                <a:lnTo>
                  <a:pt x="579821" y="0"/>
                </a:lnTo>
                <a:lnTo>
                  <a:pt x="579821" y="347893"/>
                </a:lnTo>
                <a:lnTo>
                  <a:pt x="0" y="34789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834696" name="Freeform 42"/>
          <p:cNvSpPr/>
          <p:nvPr/>
        </p:nvSpPr>
        <p:spPr bwMode="auto">
          <a:xfrm rot="0" flipH="0" flipV="0">
            <a:off x="1800373" y="310571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00765969" name="TextBox 43"/>
          <p:cNvSpPr txBox="1"/>
          <p:nvPr/>
        </p:nvSpPr>
        <p:spPr bwMode="auto">
          <a:xfrm rot="0" flipH="0" flipV="0">
            <a:off x="1800373" y="305140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1029162" name="Freeform 45"/>
          <p:cNvSpPr/>
          <p:nvPr/>
        </p:nvSpPr>
        <p:spPr bwMode="auto">
          <a:xfrm rot="0" flipH="0" flipV="0">
            <a:off x="1112374" y="629020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0707402" name="TextBox 46"/>
          <p:cNvSpPr txBox="1"/>
          <p:nvPr/>
        </p:nvSpPr>
        <p:spPr bwMode="auto">
          <a:xfrm rot="0" flipH="0" flipV="0">
            <a:off x="1112374" y="574709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bc1q...s3u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47445986" name="Freeform 48"/>
          <p:cNvSpPr/>
          <p:nvPr/>
        </p:nvSpPr>
        <p:spPr bwMode="auto">
          <a:xfrm rot="0" flipH="0" flipV="0">
            <a:off x="1021238" y="196513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1989266" name="TextBox 49"/>
          <p:cNvSpPr txBox="1"/>
          <p:nvPr/>
        </p:nvSpPr>
        <p:spPr bwMode="auto">
          <a:xfrm rot="0" flipH="0" flipV="0">
            <a:off x="1021238" y="191082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bc1q...rlt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20979383" name="AutoShape 50"/>
          <p:cNvSpPr/>
          <p:nvPr/>
        </p:nvSpPr>
        <p:spPr bwMode="auto">
          <a:xfrm flipH="0" flipV="1">
            <a:off x="1684541" y="1033535"/>
            <a:ext cx="63541" cy="93159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456335" name="AutoShape 51"/>
          <p:cNvSpPr/>
          <p:nvPr/>
        </p:nvSpPr>
        <p:spPr bwMode="auto">
          <a:xfrm flipH="0" flipV="0">
            <a:off x="1808909" y="2369648"/>
            <a:ext cx="460656" cy="67436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5580891" name="Freeform 53"/>
          <p:cNvSpPr/>
          <p:nvPr/>
        </p:nvSpPr>
        <p:spPr bwMode="auto">
          <a:xfrm rot="0" flipH="0" flipV="0">
            <a:off x="1191870" y="4500844"/>
            <a:ext cx="5211244" cy="1962733"/>
          </a:xfrm>
          <a:custGeom>
            <a:avLst/>
            <a:gdLst/>
            <a:ahLst/>
            <a:cxnLst/>
            <a:rect l="l" t="t" r="r" b="b"/>
            <a:pathLst>
              <a:path w="1299920" h="489595" fill="norm" stroke="1" extrusionOk="0">
                <a:moveTo>
                  <a:pt x="22284" y="0"/>
                </a:moveTo>
                <a:lnTo>
                  <a:pt x="1277635" y="0"/>
                </a:lnTo>
                <a:cubicBezTo>
                  <a:pt x="1283546" y="0"/>
                  <a:pt x="1289214" y="2348"/>
                  <a:pt x="1293393" y="6527"/>
                </a:cubicBezTo>
                <a:cubicBezTo>
                  <a:pt x="1297572" y="10706"/>
                  <a:pt x="1299920" y="16374"/>
                  <a:pt x="1299920" y="22284"/>
                </a:cubicBezTo>
                <a:lnTo>
                  <a:pt x="1299920" y="467310"/>
                </a:lnTo>
                <a:cubicBezTo>
                  <a:pt x="1299920" y="473221"/>
                  <a:pt x="1297572" y="478889"/>
                  <a:pt x="1293393" y="483068"/>
                </a:cubicBezTo>
                <a:cubicBezTo>
                  <a:pt x="1289214" y="487247"/>
                  <a:pt x="1283546" y="489595"/>
                  <a:pt x="1277635" y="489595"/>
                </a:cubicBezTo>
                <a:lnTo>
                  <a:pt x="22284" y="489595"/>
                </a:lnTo>
                <a:cubicBezTo>
                  <a:pt x="16374" y="489595"/>
                  <a:pt x="10706" y="487247"/>
                  <a:pt x="6527" y="483068"/>
                </a:cubicBezTo>
                <a:cubicBezTo>
                  <a:pt x="2348" y="478889"/>
                  <a:pt x="0" y="473221"/>
                  <a:pt x="0" y="467310"/>
                </a:cubicBezTo>
                <a:lnTo>
                  <a:pt x="0" y="22284"/>
                </a:lnTo>
                <a:cubicBezTo>
                  <a:pt x="0" y="16374"/>
                  <a:pt x="2348" y="10706"/>
                  <a:pt x="6527" y="6527"/>
                </a:cubicBezTo>
                <a:cubicBezTo>
                  <a:pt x="10706" y="2348"/>
                  <a:pt x="16374" y="0"/>
                  <a:pt x="22284" y="0"/>
                </a:cubicBezTo>
                <a:close/>
              </a:path>
            </a:pathLst>
          </a:custGeom>
          <a:blipFill>
            <a:blip r:embed="rId15"/>
            <a:srcRect l="0" t="2549" r="0" b="2549"/>
            <a:stretch/>
          </a:blipFill>
        </p:spPr>
        <p:txBody>
          <a:bodyPr/>
          <a:p/>
        </p:txBody>
      </p:sp>
      <p:sp>
        <p:nvSpPr>
          <p:cNvPr id="1896258440" name="TextBox 54"/>
          <p:cNvSpPr txBox="1"/>
          <p:nvPr/>
        </p:nvSpPr>
        <p:spPr bwMode="auto">
          <a:xfrm>
            <a:off x="7088839" y="5345200"/>
            <a:ext cx="1625715" cy="414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7"/>
              </a:lnSpc>
              <a:defRPr/>
            </a:pPr>
            <a:r>
              <a:rPr sz="2200" b="1" i="1" lang="en-US">
                <a:solidFill>
                  <a:srgbClr val="FFFFFF"/>
                </a:solidFill>
                <a:latin typeface="IBM Plex Sans"/>
              </a:rPr>
              <a:t>ロイック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84465987" name="Freeform 56"/>
          <p:cNvSpPr/>
          <p:nvPr/>
        </p:nvSpPr>
        <p:spPr bwMode="auto">
          <a:xfrm rot="0" flipH="0" flipV="0">
            <a:off x="2050998" y="123794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5693890" name="TextBox 57"/>
          <p:cNvSpPr txBox="1"/>
          <p:nvPr/>
        </p:nvSpPr>
        <p:spPr bwMode="auto">
          <a:xfrm rot="0" flipH="0" flipV="0">
            <a:off x="2050998" y="118363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bc1q...ygr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4820719" name="Freeform 59"/>
          <p:cNvSpPr/>
          <p:nvPr/>
        </p:nvSpPr>
        <p:spPr bwMode="auto">
          <a:xfrm rot="0" flipH="0" flipV="0">
            <a:off x="2833012" y="2043729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7461310" name="TextBox 60"/>
          <p:cNvSpPr txBox="1"/>
          <p:nvPr/>
        </p:nvSpPr>
        <p:spPr bwMode="auto">
          <a:xfrm rot="0" flipH="0" flipV="0">
            <a:off x="2833012" y="1989418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BC1Q...ZR9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3374064" name="AutoShape 61"/>
          <p:cNvSpPr/>
          <p:nvPr/>
        </p:nvSpPr>
        <p:spPr bwMode="auto">
          <a:xfrm flipH="1" flipV="0">
            <a:off x="2499531" y="1642457"/>
            <a:ext cx="173830" cy="12954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2421177" name="AutoShape 62"/>
          <p:cNvSpPr/>
          <p:nvPr/>
        </p:nvSpPr>
        <p:spPr bwMode="auto">
          <a:xfrm flipH="1" flipV="0">
            <a:off x="2776609" y="2448246"/>
            <a:ext cx="509239" cy="5957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060479" name="AutoShape 63"/>
          <p:cNvSpPr/>
          <p:nvPr/>
        </p:nvSpPr>
        <p:spPr bwMode="auto">
          <a:xfrm flipH="0" flipV="1">
            <a:off x="3007101" y="2737680"/>
            <a:ext cx="1289453" cy="40053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1895387" name="Freeform 65"/>
          <p:cNvSpPr/>
          <p:nvPr/>
        </p:nvSpPr>
        <p:spPr bwMode="auto">
          <a:xfrm rot="0" flipH="0" flipV="0">
            <a:off x="4385331" y="231824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81537614" name="TextBox 66"/>
          <p:cNvSpPr txBox="1"/>
          <p:nvPr/>
        </p:nvSpPr>
        <p:spPr bwMode="auto">
          <a:xfrm rot="0" flipH="0" flipV="0">
            <a:off x="4385331" y="226393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4924825" name="Freeform 68"/>
          <p:cNvSpPr/>
          <p:nvPr/>
        </p:nvSpPr>
        <p:spPr bwMode="auto">
          <a:xfrm rot="0" flipH="0" flipV="0">
            <a:off x="3910857" y="97540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45715388" name="TextBox 69"/>
          <p:cNvSpPr txBox="1"/>
          <p:nvPr/>
        </p:nvSpPr>
        <p:spPr bwMode="auto">
          <a:xfrm rot="0" flipH="0" flipV="0">
            <a:off x="3910857" y="92109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bc1q...sgq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19392652" name="Freeform 71"/>
          <p:cNvSpPr/>
          <p:nvPr/>
        </p:nvSpPr>
        <p:spPr bwMode="auto">
          <a:xfrm rot="0" flipH="0" flipV="0">
            <a:off x="6058010" y="1874784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44697386" name="TextBox 72"/>
          <p:cNvSpPr txBox="1"/>
          <p:nvPr/>
        </p:nvSpPr>
        <p:spPr bwMode="auto">
          <a:xfrm rot="0" flipH="0" flipV="0">
            <a:off x="6058010" y="1820473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bc1q...qrc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1135492" name="Freeform 74"/>
          <p:cNvSpPr/>
          <p:nvPr/>
        </p:nvSpPr>
        <p:spPr bwMode="auto">
          <a:xfrm rot="0" flipH="0" flipV="0">
            <a:off x="6403115" y="318465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940207" name="TextBox 75"/>
          <p:cNvSpPr txBox="1"/>
          <p:nvPr/>
        </p:nvSpPr>
        <p:spPr bwMode="auto">
          <a:xfrm rot="0" flipH="0" flipV="0">
            <a:off x="6403115" y="313034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bc1q...ce0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59391554" name="AutoShape 76"/>
          <p:cNvSpPr/>
          <p:nvPr/>
        </p:nvSpPr>
        <p:spPr bwMode="auto">
          <a:xfrm flipH="0" flipV="0">
            <a:off x="5037815" y="1377653"/>
            <a:ext cx="1001611" cy="38959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2847869" name="AutoShape 77"/>
          <p:cNvSpPr/>
          <p:nvPr/>
        </p:nvSpPr>
        <p:spPr bwMode="auto">
          <a:xfrm flipH="1" flipV="1">
            <a:off x="4641077" y="1442999"/>
            <a:ext cx="322291" cy="87524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3632934" name="AutoShape 78"/>
          <p:cNvSpPr/>
          <p:nvPr/>
        </p:nvSpPr>
        <p:spPr bwMode="auto">
          <a:xfrm flipH="0" flipV="0">
            <a:off x="6760807" y="2279299"/>
            <a:ext cx="190588" cy="82641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4786907" name="Freeform 80"/>
          <p:cNvSpPr/>
          <p:nvPr/>
        </p:nvSpPr>
        <p:spPr bwMode="auto">
          <a:xfrm rot="0" flipH="0" flipV="0">
            <a:off x="4560363" y="313821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9885308" name="TextBox 81"/>
          <p:cNvSpPr txBox="1"/>
          <p:nvPr/>
        </p:nvSpPr>
        <p:spPr bwMode="auto">
          <a:xfrm rot="0" flipH="0" flipV="0">
            <a:off x="4560363" y="308390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09059892" name="AutoShape 82"/>
          <p:cNvSpPr/>
          <p:nvPr/>
        </p:nvSpPr>
        <p:spPr bwMode="auto">
          <a:xfrm flipH="0" flipV="0">
            <a:off x="5078014" y="2722757"/>
            <a:ext cx="88680" cy="321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125513" name="Freeform 84"/>
          <p:cNvSpPr/>
          <p:nvPr/>
        </p:nvSpPr>
        <p:spPr bwMode="auto">
          <a:xfrm rot="0" flipH="0" flipV="0">
            <a:off x="5920548" y="773147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1936348" name="TextBox 85"/>
          <p:cNvSpPr txBox="1"/>
          <p:nvPr/>
        </p:nvSpPr>
        <p:spPr bwMode="auto">
          <a:xfrm rot="0" flipH="0" flipV="0">
            <a:off x="5920548" y="718836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BC1Q...6TR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2493496" name="AutoShape 86"/>
          <p:cNvSpPr/>
          <p:nvPr/>
        </p:nvSpPr>
        <p:spPr bwMode="auto">
          <a:xfrm flipH="1" flipV="1">
            <a:off x="6595293" y="1177663"/>
            <a:ext cx="86986" cy="697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151980" name="Freeform 87"/>
          <p:cNvSpPr/>
          <p:nvPr/>
        </p:nvSpPr>
        <p:spPr bwMode="auto">
          <a:xfrm rot="5399942">
            <a:off x="10290112" y="3675450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0" y="0"/>
                </a:moveTo>
                <a:lnTo>
                  <a:pt x="981041" y="0"/>
                </a:lnTo>
                <a:lnTo>
                  <a:pt x="981041" y="350722"/>
                </a:lnTo>
                <a:lnTo>
                  <a:pt x="0" y="35072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102976" name="Freeform 88"/>
          <p:cNvSpPr/>
          <p:nvPr/>
        </p:nvSpPr>
        <p:spPr bwMode="auto">
          <a:xfrm rot="10402106" flipH="1">
            <a:off x="6562105" y="596944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7468412" name=""/>
          <p:cNvPicPr>
            <a:picLocks noChangeAspect="1"/>
          </p:cNvPicPr>
          <p:nvPr/>
        </p:nvPicPr>
        <p:blipFill>
          <a:blip r:embed="rId3"/>
          <a:srcRect l="0" t="7561" r="0" b="7096"/>
          <a:stretch/>
        </p:blipFill>
        <p:spPr bwMode="auto">
          <a:xfrm flipH="0" flipV="0">
            <a:off x="6093" y="518583"/>
            <a:ext cx="12179808" cy="5852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77580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32213" y="1360257"/>
            <a:ext cx="7210073" cy="39880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841355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050052" name="TextBox 32"/>
          <p:cNvSpPr txBox="1"/>
          <p:nvPr/>
        </p:nvSpPr>
        <p:spPr bwMode="auto">
          <a:xfrm flipH="0" flipV="0">
            <a:off x="2605719" y="598293"/>
            <a:ext cx="6978333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トランザクション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6478907" name="TextBox 33"/>
          <p:cNvSpPr txBox="1"/>
          <p:nvPr/>
        </p:nvSpPr>
        <p:spPr bwMode="auto">
          <a:xfrm flipH="0" flipV="0">
            <a:off x="3065980" y="1900277"/>
            <a:ext cx="236155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6709146" name="AutoShape 34"/>
          <p:cNvSpPr/>
          <p:nvPr/>
        </p:nvSpPr>
        <p:spPr bwMode="auto">
          <a:xfrm flipH="0" flipV="0">
            <a:off x="5988615" y="1972275"/>
            <a:ext cx="0" cy="33408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054761" name="TextBox 35"/>
          <p:cNvSpPr txBox="1"/>
          <p:nvPr/>
        </p:nvSpPr>
        <p:spPr bwMode="auto">
          <a:xfrm flipH="0" flipV="0">
            <a:off x="6635230" y="1900277"/>
            <a:ext cx="2329920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01471732" name="Rectangle: Rounded Corners 12"/>
          <p:cNvSpPr/>
          <p:nvPr/>
        </p:nvSpPr>
        <p:spPr bwMode="auto">
          <a:xfrm>
            <a:off x="2605720" y="250237"/>
            <a:ext cx="6977614" cy="638827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86645840" name="Rectangle 1100602255"/>
          <p:cNvSpPr txBox="1"/>
          <p:nvPr/>
        </p:nvSpPr>
        <p:spPr bwMode="auto">
          <a:xfrm rot="0" flipH="0" flipV="0">
            <a:off x="3098333" y="2686538"/>
            <a:ext cx="232848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スクリプトシグ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21337295" name="Rectangle 1100602255"/>
          <p:cNvSpPr txBox="1"/>
          <p:nvPr/>
        </p:nvSpPr>
        <p:spPr bwMode="auto">
          <a:xfrm rot="0" flipH="0" flipV="0">
            <a:off x="6635230" y="2701910"/>
            <a:ext cx="232920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スクリプトパブキー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64052954" name="Freeform 40"/>
          <p:cNvSpPr/>
          <p:nvPr/>
        </p:nvSpPr>
        <p:spPr bwMode="auto">
          <a:xfrm>
            <a:off x="5129136" y="2384479"/>
            <a:ext cx="445806" cy="700676"/>
          </a:xfrm>
          <a:custGeom>
            <a:avLst/>
            <a:gdLst/>
            <a:ahLst/>
            <a:cxnLst/>
            <a:rect l="l" t="t" r="r" b="b"/>
            <a:pathLst>
              <a:path w="445807" h="700679" fill="norm" stroke="1" extrusionOk="0">
                <a:moveTo>
                  <a:pt x="0" y="0"/>
                </a:moveTo>
                <a:lnTo>
                  <a:pt x="445807" y="0"/>
                </a:lnTo>
                <a:lnTo>
                  <a:pt x="445807" y="700679"/>
                </a:lnTo>
                <a:lnTo>
                  <a:pt x="0" y="700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048535" name="Freeform 39"/>
          <p:cNvSpPr/>
          <p:nvPr/>
        </p:nvSpPr>
        <p:spPr bwMode="auto">
          <a:xfrm>
            <a:off x="8675900" y="2450558"/>
            <a:ext cx="445806" cy="634599"/>
          </a:xfrm>
          <a:custGeom>
            <a:avLst/>
            <a:gdLst/>
            <a:ahLst/>
            <a:cxnLst/>
            <a:rect l="l" t="t" r="r" b="b"/>
            <a:pathLst>
              <a:path w="445807" h="634601" fill="norm" stroke="1" extrusionOk="0">
                <a:moveTo>
                  <a:pt x="0" y="0"/>
                </a:moveTo>
                <a:lnTo>
                  <a:pt x="445807" y="0"/>
                </a:lnTo>
                <a:lnTo>
                  <a:pt x="445807" y="634601"/>
                </a:lnTo>
                <a:lnTo>
                  <a:pt x="0" y="634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61604" name="AutoShape 29"/>
          <p:cNvSpPr/>
          <p:nvPr/>
        </p:nvSpPr>
        <p:spPr bwMode="auto">
          <a:xfrm flipV="1">
            <a:off x="5110165" y="5491522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37450246" name="AutoShape 39"/>
          <p:cNvSpPr/>
          <p:nvPr/>
        </p:nvSpPr>
        <p:spPr bwMode="auto">
          <a:xfrm flipV="1">
            <a:off x="7010392" y="5491522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57928371" name="AutoShape 46"/>
          <p:cNvSpPr/>
          <p:nvPr/>
        </p:nvSpPr>
        <p:spPr bwMode="auto">
          <a:xfrm flipV="1">
            <a:off x="5110165" y="4609517"/>
            <a:ext cx="940754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64198455" name="AutoShape 47"/>
          <p:cNvSpPr/>
          <p:nvPr/>
        </p:nvSpPr>
        <p:spPr bwMode="auto">
          <a:xfrm flipH="1" flipV="1">
            <a:off x="6050921" y="4609517"/>
            <a:ext cx="959467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51019699" name="AutoShape 48"/>
          <p:cNvSpPr/>
          <p:nvPr/>
        </p:nvSpPr>
        <p:spPr bwMode="auto">
          <a:xfrm flipH="0" flipV="1">
            <a:off x="6050920" y="3537357"/>
            <a:ext cx="1636698" cy="4714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556148" name="AutoShape 52"/>
          <p:cNvSpPr/>
          <p:nvPr/>
        </p:nvSpPr>
        <p:spPr bwMode="auto">
          <a:xfrm flipH="1" flipV="1">
            <a:off x="8912371" y="5491522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34380943" name="AutoShape 62"/>
          <p:cNvSpPr/>
          <p:nvPr/>
        </p:nvSpPr>
        <p:spPr bwMode="auto">
          <a:xfrm flipV="1">
            <a:off x="10812597" y="5491522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94454218" name="AutoShape 66"/>
          <p:cNvSpPr/>
          <p:nvPr/>
        </p:nvSpPr>
        <p:spPr bwMode="auto">
          <a:xfrm flipV="1">
            <a:off x="8912371" y="4609517"/>
            <a:ext cx="940754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51266490" name="AutoShape 67"/>
          <p:cNvSpPr/>
          <p:nvPr/>
        </p:nvSpPr>
        <p:spPr bwMode="auto">
          <a:xfrm flipH="1" flipV="1">
            <a:off x="9853128" y="4609517"/>
            <a:ext cx="959467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38496722" name="AutoShape 68"/>
          <p:cNvSpPr/>
          <p:nvPr/>
        </p:nvSpPr>
        <p:spPr bwMode="auto">
          <a:xfrm flipH="1" flipV="1">
            <a:off x="8295598" y="3537357"/>
            <a:ext cx="1557526" cy="4714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920330" name="AutoShape 75"/>
          <p:cNvSpPr/>
          <p:nvPr/>
        </p:nvSpPr>
        <p:spPr bwMode="auto">
          <a:xfrm flipH="0" flipV="1">
            <a:off x="1993091" y="1794170"/>
            <a:ext cx="2674901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74200475" name="AutoShape 76"/>
          <p:cNvSpPr/>
          <p:nvPr/>
        </p:nvSpPr>
        <p:spPr bwMode="auto">
          <a:xfrm flipH="1" flipV="1">
            <a:off x="5296238" y="1794170"/>
            <a:ext cx="2673313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89361683" name=""/>
          <p:cNvSpPr txBox="1"/>
          <p:nvPr/>
        </p:nvSpPr>
        <p:spPr bwMode="auto">
          <a:xfrm rot="0" flipH="0" flipV="0">
            <a:off x="2484821" y="557285"/>
            <a:ext cx="4832186" cy="94267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720000" tIns="288000" rIns="720000" bIns="288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800" b="1" i="0" u="none" lang="en-US">
                <a:solidFill>
                  <a:schemeClr val="bg1"/>
                </a:solidFill>
                <a:latin typeface="IBM Plex Sans"/>
              </a:rPr>
              <a:t>微調整された公開鍵</a:t>
            </a:r>
            <a:endParaRPr sz="18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42233710" name="Rectangle 867144088"/>
          <p:cNvSpPr txBox="1"/>
          <p:nvPr/>
        </p:nvSpPr>
        <p:spPr bwMode="auto">
          <a:xfrm rot="0" flipH="0" flipV="0">
            <a:off x="402673" y="2360750"/>
            <a:ext cx="369486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古典的な支出公開鍵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17516644" name="Rectangle 867144088"/>
          <p:cNvSpPr txBox="1"/>
          <p:nvPr/>
        </p:nvSpPr>
        <p:spPr bwMode="auto">
          <a:xfrm rot="0" flipH="0" flipV="0">
            <a:off x="5976675" y="2377754"/>
            <a:ext cx="369558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メルクル・ルート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03728297" name=""/>
          <p:cNvSpPr txBox="1"/>
          <p:nvPr/>
        </p:nvSpPr>
        <p:spPr bwMode="auto">
          <a:xfrm rot="0" flipH="0" flipV="0">
            <a:off x="5258993" y="4008766"/>
            <a:ext cx="1552811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(A,B)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13748477" name=""/>
          <p:cNvSpPr txBox="1"/>
          <p:nvPr/>
        </p:nvSpPr>
        <p:spPr bwMode="auto">
          <a:xfrm rot="0" flipH="0" flipV="0">
            <a:off x="9132095" y="4012339"/>
            <a:ext cx="1553530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(C,D)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620484959" name=""/>
          <p:cNvSpPr txBox="1"/>
          <p:nvPr/>
        </p:nvSpPr>
        <p:spPr bwMode="auto">
          <a:xfrm rot="0" flipH="0" flipV="0">
            <a:off x="4333219" y="4958902"/>
            <a:ext cx="1554249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355272381" name=""/>
          <p:cNvSpPr txBox="1"/>
          <p:nvPr/>
        </p:nvSpPr>
        <p:spPr bwMode="auto">
          <a:xfrm rot="0" flipH="0" flipV="0">
            <a:off x="6232902" y="4958902"/>
            <a:ext cx="155532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(B)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45026082" name=""/>
          <p:cNvSpPr txBox="1"/>
          <p:nvPr/>
        </p:nvSpPr>
        <p:spPr bwMode="auto">
          <a:xfrm rot="0" flipH="0" flipV="0">
            <a:off x="4351673" y="5885388"/>
            <a:ext cx="155496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スクリプトA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62057242" name=""/>
          <p:cNvSpPr txBox="1"/>
          <p:nvPr/>
        </p:nvSpPr>
        <p:spPr bwMode="auto">
          <a:xfrm rot="0" flipH="0" flipV="0">
            <a:off x="6215596" y="5888959"/>
            <a:ext cx="155604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スクリプトB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47817578" name=""/>
          <p:cNvSpPr txBox="1"/>
          <p:nvPr/>
        </p:nvSpPr>
        <p:spPr bwMode="auto">
          <a:xfrm rot="0" flipH="0" flipV="0">
            <a:off x="8131907" y="4962474"/>
            <a:ext cx="155532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53906854" name=""/>
          <p:cNvSpPr txBox="1"/>
          <p:nvPr/>
        </p:nvSpPr>
        <p:spPr bwMode="auto">
          <a:xfrm rot="0" flipH="0" flipV="0">
            <a:off x="10031590" y="4962474"/>
            <a:ext cx="155640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(D)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76001791" name=""/>
          <p:cNvSpPr txBox="1"/>
          <p:nvPr/>
        </p:nvSpPr>
        <p:spPr bwMode="auto">
          <a:xfrm rot="0" flipH="0" flipV="0">
            <a:off x="8150361" y="5888959"/>
            <a:ext cx="155604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スクリプトC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6439077" name=""/>
          <p:cNvSpPr txBox="1"/>
          <p:nvPr/>
        </p:nvSpPr>
        <p:spPr bwMode="auto">
          <a:xfrm rot="0" flipH="0" flipV="0">
            <a:off x="10014284" y="5892529"/>
            <a:ext cx="1557126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スクリプトD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467973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323841082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Satoshi.(2008).Bitcoin: A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Peer-to-Peer Electronic Cash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System, Section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10: Privacy.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利用可能な場所: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202195972" name=""/>
          <p:cNvSpPr/>
          <p:nvPr/>
        </p:nvSpPr>
        <p:spPr bwMode="auto">
          <a:xfrm rot="0" flipH="0" flipV="0">
            <a:off x="2206029" y="4606119"/>
            <a:ext cx="8188654" cy="483357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880747" name="Freeform 30"/>
          <p:cNvSpPr/>
          <p:nvPr/>
        </p:nvSpPr>
        <p:spPr bwMode="auto">
          <a:xfrm rot="0" flipH="0" flipV="0">
            <a:off x="989910" y="163038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1539556" name="TextBox 31"/>
          <p:cNvSpPr txBox="1"/>
          <p:nvPr/>
        </p:nvSpPr>
        <p:spPr bwMode="auto">
          <a:xfrm rot="0" flipH="0" flipV="0">
            <a:off x="989910" y="1572085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bc1q...0q5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2631595" name="AutoShape 32"/>
          <p:cNvSpPr/>
          <p:nvPr/>
        </p:nvSpPr>
        <p:spPr bwMode="auto">
          <a:xfrm flipH="1">
            <a:off x="2781684" y="1264692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65084" name="Freeform 34"/>
          <p:cNvSpPr/>
          <p:nvPr/>
        </p:nvSpPr>
        <p:spPr bwMode="auto">
          <a:xfrm rot="0" flipH="0" flipV="0">
            <a:off x="3178989" y="163038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9551375" name="TextBox 35"/>
          <p:cNvSpPr txBox="1"/>
          <p:nvPr/>
        </p:nvSpPr>
        <p:spPr bwMode="auto">
          <a:xfrm rot="0" flipH="0" flipV="0">
            <a:off x="3178989" y="1572085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38898856" name="Freeform 37"/>
          <p:cNvSpPr/>
          <p:nvPr/>
        </p:nvSpPr>
        <p:spPr bwMode="auto">
          <a:xfrm rot="0" flipH="0" flipV="0">
            <a:off x="3178989" y="2214294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7149641" name="TextBox 38"/>
          <p:cNvSpPr txBox="1"/>
          <p:nvPr/>
        </p:nvSpPr>
        <p:spPr bwMode="auto">
          <a:xfrm rot="0" flipH="0" flipV="0">
            <a:off x="3178989" y="2155997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43512418" name="TextBox 39"/>
          <p:cNvSpPr txBox="1"/>
          <p:nvPr/>
        </p:nvSpPr>
        <p:spPr bwMode="auto">
          <a:xfrm>
            <a:off x="930497" y="915849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5702793" name="TextBox 40"/>
          <p:cNvSpPr txBox="1"/>
          <p:nvPr/>
        </p:nvSpPr>
        <p:spPr bwMode="auto">
          <a:xfrm>
            <a:off x="1036089" y="120809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1600"/>
          </a:p>
        </p:txBody>
      </p:sp>
      <p:sp>
        <p:nvSpPr>
          <p:cNvPr id="78702058" name="TextBox 41"/>
          <p:cNvSpPr txBox="1"/>
          <p:nvPr/>
        </p:nvSpPr>
        <p:spPr bwMode="auto">
          <a:xfrm>
            <a:off x="3225168" y="120809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44586450" name="Freeform 46"/>
          <p:cNvSpPr/>
          <p:nvPr/>
        </p:nvSpPr>
        <p:spPr bwMode="auto">
          <a:xfrm rot="0" flipH="0" flipV="0">
            <a:off x="1696388" y="455017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1551419" name="TextBox 47"/>
          <p:cNvSpPr txBox="1"/>
          <p:nvPr/>
        </p:nvSpPr>
        <p:spPr bwMode="auto">
          <a:xfrm rot="0" flipH="0" flipV="0">
            <a:off x="1696388" y="449187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bc1q...j5w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97157918" name="AutoShape 48"/>
          <p:cNvSpPr/>
          <p:nvPr/>
        </p:nvSpPr>
        <p:spPr bwMode="auto">
          <a:xfrm>
            <a:off x="3488160" y="4184483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870916" name="Freeform 50"/>
          <p:cNvSpPr/>
          <p:nvPr/>
        </p:nvSpPr>
        <p:spPr bwMode="auto">
          <a:xfrm rot="0" flipH="0" flipV="0">
            <a:off x="3885464" y="455017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65998618" name="TextBox 51"/>
          <p:cNvSpPr txBox="1"/>
          <p:nvPr/>
        </p:nvSpPr>
        <p:spPr bwMode="auto">
          <a:xfrm rot="0" flipH="0" flipV="0">
            <a:off x="3885464" y="449187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5955173" name="Freeform 53"/>
          <p:cNvSpPr/>
          <p:nvPr/>
        </p:nvSpPr>
        <p:spPr bwMode="auto">
          <a:xfrm rot="0" flipH="0" flipV="0">
            <a:off x="3885464" y="5134088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2253807" name="TextBox 54"/>
          <p:cNvSpPr txBox="1"/>
          <p:nvPr/>
        </p:nvSpPr>
        <p:spPr bwMode="auto">
          <a:xfrm rot="0" flipH="0" flipV="0">
            <a:off x="3885464" y="5075791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bc1q...54u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2342211" name="TextBox 55"/>
          <p:cNvSpPr txBox="1"/>
          <p:nvPr/>
        </p:nvSpPr>
        <p:spPr bwMode="auto">
          <a:xfrm>
            <a:off x="1636975" y="3835641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21890477" name="TextBox 56"/>
          <p:cNvSpPr txBox="1"/>
          <p:nvPr/>
        </p:nvSpPr>
        <p:spPr bwMode="auto">
          <a:xfrm>
            <a:off x="1742566" y="412788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1600"/>
          </a:p>
        </p:txBody>
      </p:sp>
      <p:sp>
        <p:nvSpPr>
          <p:cNvPr id="63568153" name="TextBox 57"/>
          <p:cNvSpPr txBox="1"/>
          <p:nvPr/>
        </p:nvSpPr>
        <p:spPr bwMode="auto">
          <a:xfrm>
            <a:off x="3931643" y="412788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1600"/>
          </a:p>
        </p:txBody>
      </p:sp>
      <p:sp>
        <p:nvSpPr>
          <p:cNvPr id="1585272412" name="Freeform 59"/>
          <p:cNvSpPr/>
          <p:nvPr/>
        </p:nvSpPr>
        <p:spPr bwMode="auto">
          <a:xfrm rot="0" flipH="0" flipV="0">
            <a:off x="3885464" y="5720693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813220" name="TextBox 60"/>
          <p:cNvSpPr txBox="1"/>
          <p:nvPr/>
        </p:nvSpPr>
        <p:spPr bwMode="auto">
          <a:xfrm rot="0" flipH="0" flipV="0">
            <a:off x="3885464" y="5662396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BC1Q...7XV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0820147" name="Freeform 65"/>
          <p:cNvSpPr/>
          <p:nvPr/>
        </p:nvSpPr>
        <p:spPr bwMode="auto">
          <a:xfrm rot="0" flipH="0" flipV="0">
            <a:off x="7133211" y="132822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9538154" name="TextBox 66"/>
          <p:cNvSpPr txBox="1"/>
          <p:nvPr/>
        </p:nvSpPr>
        <p:spPr bwMode="auto">
          <a:xfrm rot="0" flipH="0" flipV="0">
            <a:off x="7133211" y="1269932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bc1q...zmk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9162773" name="AutoShape 67"/>
          <p:cNvSpPr/>
          <p:nvPr/>
        </p:nvSpPr>
        <p:spPr bwMode="auto">
          <a:xfrm flipH="1">
            <a:off x="8924983" y="962542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659396" name="Freeform 69"/>
          <p:cNvSpPr/>
          <p:nvPr/>
        </p:nvSpPr>
        <p:spPr bwMode="auto">
          <a:xfrm rot="0" flipH="0" flipV="0">
            <a:off x="9322287" y="132822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4095362" name="TextBox 70"/>
          <p:cNvSpPr txBox="1"/>
          <p:nvPr/>
        </p:nvSpPr>
        <p:spPr bwMode="auto">
          <a:xfrm rot="0" flipH="0" flipV="0">
            <a:off x="9322287" y="1269932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BC1Q...40L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8967013" name="Freeform 72"/>
          <p:cNvSpPr/>
          <p:nvPr/>
        </p:nvSpPr>
        <p:spPr bwMode="auto">
          <a:xfrm rot="0" flipH="0" flipV="0">
            <a:off x="9322287" y="191214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47025153" name="TextBox 73"/>
          <p:cNvSpPr txBox="1"/>
          <p:nvPr/>
        </p:nvSpPr>
        <p:spPr bwMode="auto">
          <a:xfrm rot="0" flipH="0" flipV="0">
            <a:off x="9322287" y="185384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72499345" name="TextBox 74"/>
          <p:cNvSpPr txBox="1"/>
          <p:nvPr/>
        </p:nvSpPr>
        <p:spPr bwMode="auto">
          <a:xfrm>
            <a:off x="7073797" y="613698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1797099279" name="TextBox 75"/>
          <p:cNvSpPr txBox="1"/>
          <p:nvPr/>
        </p:nvSpPr>
        <p:spPr bwMode="auto">
          <a:xfrm>
            <a:off x="7179390" y="905941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11149708" name="TextBox 76"/>
          <p:cNvSpPr txBox="1"/>
          <p:nvPr/>
        </p:nvSpPr>
        <p:spPr bwMode="auto">
          <a:xfrm>
            <a:off x="9347267" y="905941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7908312" name="Freeform 77"/>
          <p:cNvSpPr/>
          <p:nvPr/>
        </p:nvSpPr>
        <p:spPr bwMode="auto">
          <a:xfrm>
            <a:off x="8861960" y="373524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039608" name="AutoShape 78"/>
          <p:cNvSpPr/>
          <p:nvPr/>
        </p:nvSpPr>
        <p:spPr bwMode="auto">
          <a:xfrm>
            <a:off x="4340760" y="2064588"/>
            <a:ext cx="4521198" cy="211272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2499351" name="AutoShape 79"/>
          <p:cNvSpPr/>
          <p:nvPr/>
        </p:nvSpPr>
        <p:spPr bwMode="auto">
          <a:xfrm flipH="1">
            <a:off x="9786138" y="234635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009073" name="AutoShape 80"/>
          <p:cNvSpPr/>
          <p:nvPr/>
        </p:nvSpPr>
        <p:spPr bwMode="auto">
          <a:xfrm flipV="1">
            <a:off x="5276763" y="454209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832797" name="TextBox 81"/>
          <p:cNvSpPr txBox="1"/>
          <p:nvPr/>
        </p:nvSpPr>
        <p:spPr bwMode="auto">
          <a:xfrm flipH="0" flipV="0">
            <a:off x="7421113" y="5341772"/>
            <a:ext cx="43254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すべてのUTXOの共通オーナー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78505322" name="Rectangle: Rounded Corners 12"/>
          <p:cNvSpPr/>
          <p:nvPr/>
        </p:nvSpPr>
        <p:spPr bwMode="auto">
          <a:xfrm>
            <a:off x="6911006" y="292809"/>
            <a:ext cx="4075812" cy="252148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24168054" name="Rectangle: Rounded Corners 12"/>
          <p:cNvSpPr/>
          <p:nvPr/>
        </p:nvSpPr>
        <p:spPr bwMode="auto">
          <a:xfrm>
            <a:off x="664378" y="555964"/>
            <a:ext cx="4275173" cy="252148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08648777" name="Rectangle: Rounded Corners 12"/>
          <p:cNvSpPr/>
          <p:nvPr/>
        </p:nvSpPr>
        <p:spPr bwMode="auto">
          <a:xfrm>
            <a:off x="1373215" y="3546371"/>
            <a:ext cx="4228211" cy="30555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172507" name="Freeform 30"/>
          <p:cNvSpPr/>
          <p:nvPr/>
        </p:nvSpPr>
        <p:spPr bwMode="auto">
          <a:xfrm rot="0" flipH="0" flipV="0">
            <a:off x="3003825" y="249794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9666123" name="TextBox 31"/>
          <p:cNvSpPr txBox="1"/>
          <p:nvPr/>
        </p:nvSpPr>
        <p:spPr bwMode="auto">
          <a:xfrm rot="0" flipH="0" flipV="0">
            <a:off x="3003825" y="232917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86487585" name="AutoShape 32"/>
          <p:cNvSpPr/>
          <p:nvPr/>
        </p:nvSpPr>
        <p:spPr bwMode="auto">
          <a:xfrm flipH="0" flipV="0">
            <a:off x="5967779" y="1893016"/>
            <a:ext cx="0" cy="392616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2818538" name="Freeform 34"/>
          <p:cNvSpPr/>
          <p:nvPr/>
        </p:nvSpPr>
        <p:spPr bwMode="auto">
          <a:xfrm rot="0" flipH="0" flipV="0">
            <a:off x="6625004" y="249794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1697203" name="TextBox 35"/>
          <p:cNvSpPr txBox="1"/>
          <p:nvPr/>
        </p:nvSpPr>
        <p:spPr bwMode="auto">
          <a:xfrm rot="0" flipH="0" flipV="0">
            <a:off x="6625004" y="232917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1913172" name="Freeform 37"/>
          <p:cNvSpPr/>
          <p:nvPr/>
        </p:nvSpPr>
        <p:spPr bwMode="auto">
          <a:xfrm rot="0" flipH="0" flipV="0">
            <a:off x="6625004" y="346385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5829804" name="TextBox 38"/>
          <p:cNvSpPr txBox="1"/>
          <p:nvPr/>
        </p:nvSpPr>
        <p:spPr bwMode="auto">
          <a:xfrm rot="0" flipH="0" flipV="0">
            <a:off x="6625004" y="329508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4419038" name="TextBox 39"/>
          <p:cNvSpPr txBox="1"/>
          <p:nvPr/>
        </p:nvSpPr>
        <p:spPr bwMode="auto">
          <a:xfrm flipH="0" flipV="0">
            <a:off x="2635830" y="593447"/>
            <a:ext cx="675682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内部アドレスの再利用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08793687" name="TextBox 40"/>
          <p:cNvSpPr txBox="1"/>
          <p:nvPr/>
        </p:nvSpPr>
        <p:spPr bwMode="auto">
          <a:xfrm>
            <a:off x="3045144" y="1821016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6019056" name="TextBox 41"/>
          <p:cNvSpPr txBox="1"/>
          <p:nvPr/>
        </p:nvSpPr>
        <p:spPr bwMode="auto">
          <a:xfrm>
            <a:off x="6666322" y="1821016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9961374" name="Rectangle: Rounded Corners 12"/>
          <p:cNvSpPr/>
          <p:nvPr/>
        </p:nvSpPr>
        <p:spPr bwMode="auto">
          <a:xfrm>
            <a:off x="2635831" y="256467"/>
            <a:ext cx="6756103" cy="63439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87750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453896"/>
            <a:ext cx="12191999" cy="5950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68914" name="Freeform 29"/>
          <p:cNvSpPr/>
          <p:nvPr/>
        </p:nvSpPr>
        <p:spPr bwMode="auto">
          <a:xfrm>
            <a:off x="5088981" y="303807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217625" name="Freeform 30"/>
          <p:cNvSpPr/>
          <p:nvPr/>
        </p:nvSpPr>
        <p:spPr bwMode="auto">
          <a:xfrm>
            <a:off x="7590807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090680" name="Freeform 31"/>
          <p:cNvSpPr/>
          <p:nvPr/>
        </p:nvSpPr>
        <p:spPr bwMode="auto">
          <a:xfrm>
            <a:off x="7933513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183182" name="Freeform 32"/>
          <p:cNvSpPr/>
          <p:nvPr/>
        </p:nvSpPr>
        <p:spPr bwMode="auto">
          <a:xfrm>
            <a:off x="7590807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932719" name="Freeform 33"/>
          <p:cNvSpPr/>
          <p:nvPr/>
        </p:nvSpPr>
        <p:spPr bwMode="auto">
          <a:xfrm>
            <a:off x="7933513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8391625" name="Freeform 34"/>
          <p:cNvSpPr/>
          <p:nvPr/>
        </p:nvSpPr>
        <p:spPr bwMode="auto">
          <a:xfrm>
            <a:off x="7590807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636915" name="Freeform 35"/>
          <p:cNvSpPr/>
          <p:nvPr/>
        </p:nvSpPr>
        <p:spPr bwMode="auto">
          <a:xfrm>
            <a:off x="7933513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711230" name="AutoShape 36"/>
          <p:cNvSpPr/>
          <p:nvPr/>
        </p:nvSpPr>
        <p:spPr bwMode="auto">
          <a:xfrm flipH="1">
            <a:off x="3658661" y="3493564"/>
            <a:ext cx="1270770" cy="0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4280791" name="AutoShape 37"/>
          <p:cNvSpPr/>
          <p:nvPr/>
        </p:nvSpPr>
        <p:spPr bwMode="auto">
          <a:xfrm flipH="1" flipV="1">
            <a:off x="5774391" y="3493564"/>
            <a:ext cx="1816416" cy="717462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653402" name="AutoShape 38"/>
          <p:cNvSpPr/>
          <p:nvPr/>
        </p:nvSpPr>
        <p:spPr bwMode="auto">
          <a:xfrm flipH="1">
            <a:off x="5774391" y="1764406"/>
            <a:ext cx="1816416" cy="1729157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0130018" name="AutoShape 39"/>
          <p:cNvSpPr/>
          <p:nvPr/>
        </p:nvSpPr>
        <p:spPr bwMode="auto">
          <a:xfrm flipH="1">
            <a:off x="5774391" y="2989699"/>
            <a:ext cx="1816416" cy="503865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986428" name="Freeform 40"/>
          <p:cNvSpPr/>
          <p:nvPr/>
        </p:nvSpPr>
        <p:spPr bwMode="auto">
          <a:xfrm>
            <a:off x="7590807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0496463" name="Freeform 41"/>
          <p:cNvSpPr/>
          <p:nvPr/>
        </p:nvSpPr>
        <p:spPr bwMode="auto">
          <a:xfrm>
            <a:off x="7933513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8746352" name="AutoShape 42"/>
          <p:cNvSpPr/>
          <p:nvPr/>
        </p:nvSpPr>
        <p:spPr bwMode="auto">
          <a:xfrm flipH="1">
            <a:off x="8921243" y="5436321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717651" name="TextBox 43"/>
          <p:cNvSpPr txBox="1"/>
          <p:nvPr/>
        </p:nvSpPr>
        <p:spPr bwMode="auto">
          <a:xfrm>
            <a:off x="10250306" y="519969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171389327" name="AutoShape 44"/>
          <p:cNvSpPr/>
          <p:nvPr/>
        </p:nvSpPr>
        <p:spPr bwMode="auto">
          <a:xfrm flipH="1">
            <a:off x="8921243" y="4211029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8156113" name="TextBox 45"/>
          <p:cNvSpPr txBox="1"/>
          <p:nvPr/>
        </p:nvSpPr>
        <p:spPr bwMode="auto">
          <a:xfrm>
            <a:off x="10250306" y="3974401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07713289" name="AutoShape 46"/>
          <p:cNvSpPr/>
          <p:nvPr/>
        </p:nvSpPr>
        <p:spPr bwMode="auto">
          <a:xfrm flipH="1">
            <a:off x="8921243" y="2985300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591846" name="TextBox 47"/>
          <p:cNvSpPr txBox="1"/>
          <p:nvPr/>
        </p:nvSpPr>
        <p:spPr bwMode="auto">
          <a:xfrm>
            <a:off x="10250306" y="274867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31421339" name="AutoShape 48"/>
          <p:cNvSpPr/>
          <p:nvPr/>
        </p:nvSpPr>
        <p:spPr bwMode="auto">
          <a:xfrm flipH="1">
            <a:off x="8921243" y="1764406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783463" name="TextBox 49"/>
          <p:cNvSpPr txBox="1"/>
          <p:nvPr/>
        </p:nvSpPr>
        <p:spPr bwMode="auto">
          <a:xfrm>
            <a:off x="10250306" y="1527779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513398654" name="AutoShape 50"/>
          <p:cNvSpPr/>
          <p:nvPr/>
        </p:nvSpPr>
        <p:spPr bwMode="auto">
          <a:xfrm flipH="1" flipV="1">
            <a:off x="5774391" y="3493564"/>
            <a:ext cx="1816416" cy="1942758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16764" name=""/>
          <p:cNvSpPr txBox="1"/>
          <p:nvPr/>
        </p:nvSpPr>
        <p:spPr bwMode="auto">
          <a:xfrm rot="0" flipH="0" flipV="0">
            <a:off x="433125" y="2158644"/>
            <a:ext cx="3025394" cy="2508153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0" rIns="91440" bIns="720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 i="0" u="none" lang="en-US">
                <a:solidFill>
                  <a:schemeClr val="bg1"/>
                </a:solidFill>
                <a:latin typeface="Arial"/>
              </a:rPr>
              <a:t>ウサギ サトシ ピザ 数学 笑顔の谷 卵 ピアノ 休日 秋 ハローヒル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454536" name="AutoShape 32"/>
          <p:cNvSpPr/>
          <p:nvPr/>
        </p:nvSpPr>
        <p:spPr bwMode="auto">
          <a:xfrm>
            <a:off x="9393507" y="1329087"/>
            <a:ext cx="0" cy="27738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952579" name="Freeform 34"/>
          <p:cNvSpPr/>
          <p:nvPr/>
        </p:nvSpPr>
        <p:spPr bwMode="auto">
          <a:xfrm rot="0" flipH="0" flipV="0">
            <a:off x="538195" y="100598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/>
        </p:txBody>
      </p:sp>
      <p:sp>
        <p:nvSpPr>
          <p:cNvPr id="2005050067" name="TextBox 35"/>
          <p:cNvSpPr txBox="1"/>
          <p:nvPr/>
        </p:nvSpPr>
        <p:spPr bwMode="auto">
          <a:xfrm rot="0" flipH="0" flipV="0">
            <a:off x="1112424" y="467721"/>
            <a:ext cx="4976699" cy="41140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750639491" name="AutoShape 48"/>
          <p:cNvSpPr/>
          <p:nvPr/>
        </p:nvSpPr>
        <p:spPr bwMode="auto">
          <a:xfrm flipH="0" flipV="0">
            <a:off x="5524042" y="1261841"/>
            <a:ext cx="1890270" cy="5158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339199" name="TextBox 49"/>
          <p:cNvSpPr txBox="1"/>
          <p:nvPr/>
        </p:nvSpPr>
        <p:spPr bwMode="auto">
          <a:xfrm flipH="0" flipV="0">
            <a:off x="7214890" y="823757"/>
            <a:ext cx="4409519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215338668" name="TextBox 50"/>
          <p:cNvSpPr txBox="1"/>
          <p:nvPr/>
        </p:nvSpPr>
        <p:spPr bwMode="auto">
          <a:xfrm flipH="0" flipV="0">
            <a:off x="7525929" y="1281500"/>
            <a:ext cx="1597753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/>
          </a:p>
        </p:txBody>
      </p:sp>
      <p:sp>
        <p:nvSpPr>
          <p:cNvPr id="246757144" name="TextBox 51"/>
          <p:cNvSpPr txBox="1"/>
          <p:nvPr/>
        </p:nvSpPr>
        <p:spPr bwMode="auto">
          <a:xfrm>
            <a:off x="9839880" y="1281501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76290672" name="TextBox 55"/>
          <p:cNvSpPr txBox="1"/>
          <p:nvPr/>
        </p:nvSpPr>
        <p:spPr bwMode="auto">
          <a:xfrm>
            <a:off x="2741940" y="313070"/>
            <a:ext cx="1718769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7736519" name="AutoShape 68"/>
          <p:cNvSpPr/>
          <p:nvPr/>
        </p:nvSpPr>
        <p:spPr bwMode="auto">
          <a:xfrm flipH="1" flipV="0">
            <a:off x="5229105" y="2759010"/>
            <a:ext cx="4679501" cy="142883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6387507" name="Rectangle: Rounded Corners 12"/>
          <p:cNvSpPr/>
          <p:nvPr/>
        </p:nvSpPr>
        <p:spPr bwMode="auto">
          <a:xfrm>
            <a:off x="7214890" y="562973"/>
            <a:ext cx="4408080" cy="390616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56250901" name=""/>
          <p:cNvGrpSpPr/>
          <p:nvPr/>
        </p:nvGrpSpPr>
        <p:grpSpPr bwMode="auto">
          <a:xfrm>
            <a:off x="7643854" y="1759871"/>
            <a:ext cx="3805081" cy="958196"/>
            <a:chOff x="0" y="0"/>
            <a:chExt cx="3805081" cy="958196"/>
          </a:xfrm>
        </p:grpSpPr>
        <p:sp>
          <p:nvSpPr>
            <p:cNvPr id="610192571" name=""/>
            <p:cNvSpPr txBox="1"/>
            <p:nvPr/>
          </p:nvSpPr>
          <p:spPr bwMode="auto">
            <a:xfrm rot="0" flipH="0" flipV="0">
              <a:off x="0" y="0"/>
              <a:ext cx="147910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928740" name=""/>
            <p:cNvSpPr txBox="1"/>
            <p:nvPr/>
          </p:nvSpPr>
          <p:spPr bwMode="auto">
            <a:xfrm rot="0" flipH="0" flipV="0">
              <a:off x="2161578" y="3569"/>
              <a:ext cx="164350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249 400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24161872" name=""/>
            <p:cNvSpPr txBox="1"/>
            <p:nvPr/>
          </p:nvSpPr>
          <p:spPr bwMode="auto">
            <a:xfrm rot="0" flipH="0" flipV="0">
              <a:off x="2165149" y="528039"/>
              <a:ext cx="163921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2129188587" name=""/>
          <p:cNvGrpSpPr/>
          <p:nvPr/>
        </p:nvGrpSpPr>
        <p:grpSpPr bwMode="auto">
          <a:xfrm>
            <a:off x="1012513" y="946047"/>
            <a:ext cx="5366966" cy="3523091"/>
            <a:chOff x="0" y="0"/>
            <a:chExt cx="5366966" cy="3523091"/>
          </a:xfrm>
        </p:grpSpPr>
        <p:sp>
          <p:nvSpPr>
            <p:cNvPr id="1141834351" name=""/>
            <p:cNvSpPr txBox="1"/>
            <p:nvPr/>
          </p:nvSpPr>
          <p:spPr bwMode="auto">
            <a:xfrm rot="0" flipH="0" flipV="0">
              <a:off x="2468408" y="3092934"/>
              <a:ext cx="1637031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249 400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92108625" name=""/>
            <p:cNvSpPr txBox="1"/>
            <p:nvPr/>
          </p:nvSpPr>
          <p:spPr bwMode="auto">
            <a:xfrm rot="0" flipH="0" flipV="0">
              <a:off x="666154" y="2605374"/>
              <a:ext cx="163775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190 000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27724743" name=""/>
            <p:cNvSpPr txBox="1"/>
            <p:nvPr/>
          </p:nvSpPr>
          <p:spPr bwMode="auto">
            <a:xfrm rot="0" flipH="0" flipV="0">
              <a:off x="0" y="1492734"/>
              <a:ext cx="163847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101 784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61630081" name=""/>
            <p:cNvSpPr txBox="1"/>
            <p:nvPr/>
          </p:nvSpPr>
          <p:spPr bwMode="auto">
            <a:xfrm rot="0" flipH="0" flipV="0">
              <a:off x="301225" y="156850"/>
              <a:ext cx="1639189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02484007" name=""/>
            <p:cNvSpPr txBox="1"/>
            <p:nvPr/>
          </p:nvSpPr>
          <p:spPr bwMode="auto">
            <a:xfrm rot="0" flipH="0" flipV="0">
              <a:off x="1867494" y="830150"/>
              <a:ext cx="1639908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77364773" name=""/>
            <p:cNvSpPr txBox="1"/>
            <p:nvPr/>
          </p:nvSpPr>
          <p:spPr bwMode="auto">
            <a:xfrm rot="0" flipH="0" flipV="0">
              <a:off x="2605838" y="2071720"/>
              <a:ext cx="164062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75 041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94395180" name=""/>
            <p:cNvSpPr txBox="1"/>
            <p:nvPr/>
          </p:nvSpPr>
          <p:spPr bwMode="auto">
            <a:xfrm rot="0" flipH="0" flipV="0">
              <a:off x="3725620" y="1331151"/>
              <a:ext cx="164134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59775194" name=""/>
            <p:cNvSpPr txBox="1"/>
            <p:nvPr/>
          </p:nvSpPr>
          <p:spPr bwMode="auto">
            <a:xfrm rot="0" flipH="0" flipV="0">
              <a:off x="2776692" y="0"/>
              <a:ext cx="1642785" cy="446346"/>
            </a:xfrm>
            <a:prstGeom prst="flowChartAlternateProcess">
              <a:avLst/>
            </a:prstGeom>
            <a:solidFill>
              <a:srgbClr val="FFAE8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034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>
                      <a:alpha val="49804"/>
                    </a:srgbClr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825446" name="Freeform 45"/>
          <p:cNvSpPr/>
          <p:nvPr/>
        </p:nvSpPr>
        <p:spPr bwMode="auto">
          <a:xfrm rot="0" flipH="0" flipV="0">
            <a:off x="467290" y="165911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5829317" name="TextBox 46"/>
          <p:cNvSpPr txBox="1"/>
          <p:nvPr/>
        </p:nvSpPr>
        <p:spPr bwMode="auto">
          <a:xfrm rot="0" flipH="0" flipV="0">
            <a:off x="467290" y="1562678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ソファ購入のための小銭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6991440" name="Freeform 48"/>
          <p:cNvSpPr/>
          <p:nvPr/>
        </p:nvSpPr>
        <p:spPr bwMode="auto">
          <a:xfrm rot="0" flipH="0" flipV="0">
            <a:off x="467290" y="2470542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6147549" name="TextBox 49"/>
          <p:cNvSpPr txBox="1"/>
          <p:nvPr/>
        </p:nvSpPr>
        <p:spPr bwMode="auto">
          <a:xfrm rot="0" flipH="0" flipV="0">
            <a:off x="467290" y="2374106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エクスチェンジ・ドットコム撤退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2956507" name="Freeform 51"/>
          <p:cNvSpPr/>
          <p:nvPr/>
        </p:nvSpPr>
        <p:spPr bwMode="auto">
          <a:xfrm rot="0" flipH="0" flipV="0">
            <a:off x="467290" y="3283612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319291" name="TextBox 52"/>
          <p:cNvSpPr txBox="1"/>
          <p:nvPr/>
        </p:nvSpPr>
        <p:spPr bwMode="auto">
          <a:xfrm rot="0" flipH="0" flipV="0">
            <a:off x="467290" y="3187177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クライアント </a:t>
            </a:r>
            <a:r>
              <a:rPr sz="1400" b="1" i="1" lang="en-US">
                <a:solidFill>
                  <a:srgbClr val="FFFFFF"/>
                </a:solidFill>
                <a:latin typeface="IBM Plex Sans"/>
              </a:rPr>
              <a:t>デビッド支払い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5812692" name="Freeform 54"/>
          <p:cNvSpPr/>
          <p:nvPr/>
        </p:nvSpPr>
        <p:spPr bwMode="auto">
          <a:xfrm rot="0" flipH="0" flipV="0">
            <a:off x="467290" y="4096684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193386" name="TextBox 55"/>
          <p:cNvSpPr txBox="1"/>
          <p:nvPr/>
        </p:nvSpPr>
        <p:spPr bwMode="auto">
          <a:xfrm rot="0" flipH="0" flipV="0">
            <a:off x="467290" y="4000247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コンピューター購入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33552904" name="Freeform 57"/>
          <p:cNvSpPr/>
          <p:nvPr/>
        </p:nvSpPr>
        <p:spPr bwMode="auto">
          <a:xfrm rot="0" flipH="0" flipV="0">
            <a:off x="467290" y="490975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019435" name="TextBox 58"/>
          <p:cNvSpPr txBox="1"/>
          <p:nvPr/>
        </p:nvSpPr>
        <p:spPr bwMode="auto">
          <a:xfrm rot="0" flipH="0" flipV="0">
            <a:off x="467290" y="481331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シャルルからのP2P購入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91496645" name="AutoShape 59"/>
          <p:cNvSpPr/>
          <p:nvPr/>
        </p:nvSpPr>
        <p:spPr bwMode="auto">
          <a:xfrm flipV="1">
            <a:off x="4055069" y="1855318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7030180" name="AutoShape 60"/>
          <p:cNvSpPr/>
          <p:nvPr/>
        </p:nvSpPr>
        <p:spPr bwMode="auto">
          <a:xfrm flipV="1">
            <a:off x="4055069" y="2666744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962002" name="AutoShape 61"/>
          <p:cNvSpPr/>
          <p:nvPr/>
        </p:nvSpPr>
        <p:spPr bwMode="auto">
          <a:xfrm flipV="1">
            <a:off x="4055069" y="3479816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013352" name="AutoShape 62"/>
          <p:cNvSpPr/>
          <p:nvPr/>
        </p:nvSpPr>
        <p:spPr bwMode="auto">
          <a:xfrm flipV="1">
            <a:off x="4055069" y="429288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882408" name="AutoShape 63"/>
          <p:cNvSpPr/>
          <p:nvPr/>
        </p:nvSpPr>
        <p:spPr bwMode="auto">
          <a:xfrm flipV="1">
            <a:off x="4055069" y="5105958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42755" name="TextBox 64"/>
          <p:cNvSpPr txBox="1"/>
          <p:nvPr/>
        </p:nvSpPr>
        <p:spPr bwMode="auto">
          <a:xfrm flipH="0" flipV="0">
            <a:off x="709281" y="292224"/>
            <a:ext cx="69735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財布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0463396" name="TextBox 65"/>
          <p:cNvSpPr txBox="1"/>
          <p:nvPr/>
        </p:nvSpPr>
        <p:spPr bwMode="auto">
          <a:xfrm flipH="0" flipV="0">
            <a:off x="781451" y="1045363"/>
            <a:ext cx="3275057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ラベル</a:t>
            </a:r>
            <a:endParaRPr/>
          </a:p>
        </p:txBody>
      </p:sp>
      <p:sp>
        <p:nvSpPr>
          <p:cNvPr id="1985615312" name="TextBox 66"/>
          <p:cNvSpPr txBox="1"/>
          <p:nvPr/>
        </p:nvSpPr>
        <p:spPr bwMode="auto">
          <a:xfrm flipH="0" flipV="0">
            <a:off x="4408507" y="1045363"/>
            <a:ext cx="3275042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133344621" name="Freeform 71"/>
          <p:cNvSpPr/>
          <p:nvPr/>
        </p:nvSpPr>
        <p:spPr bwMode="auto">
          <a:xfrm rot="0" flipH="0" flipV="0">
            <a:off x="467290" y="5722827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5793029" name="TextBox 72"/>
          <p:cNvSpPr txBox="1"/>
          <p:nvPr/>
        </p:nvSpPr>
        <p:spPr bwMode="auto">
          <a:xfrm rot="0" flipH="0" flipV="0">
            <a:off x="467290" y="562638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アリスからのP2P購入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4562226" name="AutoShape 73"/>
          <p:cNvSpPr/>
          <p:nvPr/>
        </p:nvSpPr>
        <p:spPr bwMode="auto">
          <a:xfrm flipV="1">
            <a:off x="4055069" y="591902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060186" name="Rectangle: Rounded Corners 12"/>
          <p:cNvSpPr/>
          <p:nvPr/>
        </p:nvSpPr>
        <p:spPr bwMode="auto">
          <a:xfrm flipH="0" flipV="0">
            <a:off x="87767" y="67805"/>
            <a:ext cx="8219414" cy="643432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13221206" name=""/>
          <p:cNvSpPr/>
          <p:nvPr/>
        </p:nvSpPr>
        <p:spPr bwMode="auto">
          <a:xfrm rot="0" flipH="0" flipV="0">
            <a:off x="850487" y="3386694"/>
            <a:ext cx="3048211" cy="2666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6756081" name="TextBox 55"/>
          <p:cNvSpPr txBox="1"/>
          <p:nvPr/>
        </p:nvSpPr>
        <p:spPr bwMode="auto">
          <a:xfrm flipH="0" flipV="0">
            <a:off x="961236" y="3397577"/>
            <a:ext cx="2634353" cy="197616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顧客デイビッドへの支払い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231969144" name=""/>
          <p:cNvGrpSpPr/>
          <p:nvPr/>
        </p:nvGrpSpPr>
        <p:grpSpPr bwMode="auto">
          <a:xfrm>
            <a:off x="4408506" y="1369026"/>
            <a:ext cx="3273601" cy="4867524"/>
            <a:chOff x="0" y="0"/>
            <a:chExt cx="3273601" cy="4867524"/>
          </a:xfrm>
        </p:grpSpPr>
        <p:sp>
          <p:nvSpPr>
            <p:cNvPr id="1839033302" name="Freeform 30"/>
            <p:cNvSpPr/>
            <p:nvPr/>
          </p:nvSpPr>
          <p:spPr bwMode="auto">
            <a:xfrm rot="0" flipH="0" flipV="0">
              <a:off x="0" y="168764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7844880" name="TextBox 31"/>
            <p:cNvSpPr txBox="1"/>
            <p:nvPr/>
          </p:nvSpPr>
          <p:spPr bwMode="auto">
            <a:xfrm rot="0" flipH="0" flipV="0">
              <a:off x="0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58586095" name="Freeform 33"/>
            <p:cNvSpPr/>
            <p:nvPr/>
          </p:nvSpPr>
          <p:spPr bwMode="auto">
            <a:xfrm rot="0" flipH="0" flipV="0">
              <a:off x="0" y="980190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31411174" name="TextBox 34"/>
            <p:cNvSpPr txBox="1"/>
            <p:nvPr/>
          </p:nvSpPr>
          <p:spPr bwMode="auto">
            <a:xfrm rot="0" flipH="0" flipV="0">
              <a:off x="0" y="811425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37125576" name="Freeform 36"/>
            <p:cNvSpPr/>
            <p:nvPr/>
          </p:nvSpPr>
          <p:spPr bwMode="auto">
            <a:xfrm rot="0" flipH="0" flipV="0">
              <a:off x="0" y="179326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4265768" name="TextBox 37"/>
            <p:cNvSpPr txBox="1"/>
            <p:nvPr/>
          </p:nvSpPr>
          <p:spPr bwMode="auto">
            <a:xfrm rot="0" flipH="0" flipV="0">
              <a:off x="0" y="162449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2418358" name="Freeform 39"/>
            <p:cNvSpPr/>
            <p:nvPr/>
          </p:nvSpPr>
          <p:spPr bwMode="auto">
            <a:xfrm rot="0" flipH="0" flipV="0">
              <a:off x="0" y="260633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67767283" name="TextBox 40"/>
            <p:cNvSpPr txBox="1"/>
            <p:nvPr/>
          </p:nvSpPr>
          <p:spPr bwMode="auto">
            <a:xfrm rot="0" flipH="0" flipV="0">
              <a:off x="0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72589800" name="Freeform 42"/>
            <p:cNvSpPr/>
            <p:nvPr/>
          </p:nvSpPr>
          <p:spPr bwMode="auto">
            <a:xfrm rot="0" flipH="0" flipV="0">
              <a:off x="0" y="341940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5522934" name="TextBox 43"/>
            <p:cNvSpPr txBox="1"/>
            <p:nvPr/>
          </p:nvSpPr>
          <p:spPr bwMode="auto">
            <a:xfrm rot="0" flipH="0" flipV="0">
              <a:off x="0" y="325063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38303706" name="Freeform 68"/>
            <p:cNvSpPr/>
            <p:nvPr/>
          </p:nvSpPr>
          <p:spPr bwMode="auto">
            <a:xfrm rot="0" flipH="0" flipV="0">
              <a:off x="0" y="423247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97149068" name="TextBox 69"/>
            <p:cNvSpPr txBox="1"/>
            <p:nvPr/>
          </p:nvSpPr>
          <p:spPr bwMode="auto">
            <a:xfrm rot="0" flipH="0" flipV="0">
              <a:off x="0" y="406371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675950" name="Freeform 45"/>
          <p:cNvSpPr/>
          <p:nvPr/>
        </p:nvSpPr>
        <p:spPr bwMode="auto">
          <a:xfrm rot="0" flipH="0" flipV="0">
            <a:off x="493749" y="1727537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19678903" name="TextBox 46"/>
          <p:cNvSpPr txBox="1"/>
          <p:nvPr/>
        </p:nvSpPr>
        <p:spPr bwMode="auto">
          <a:xfrm rot="0" flipH="0" flipV="0">
            <a:off x="493749" y="163110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- ソファー購入時の変更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52841891" name="Freeform 48"/>
          <p:cNvSpPr/>
          <p:nvPr/>
        </p:nvSpPr>
        <p:spPr bwMode="auto">
          <a:xfrm rot="0" flipH="0" flipV="0">
            <a:off x="493749" y="2538966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9898644" name="TextBox 49"/>
          <p:cNvSpPr txBox="1"/>
          <p:nvPr/>
        </p:nvSpPr>
        <p:spPr bwMode="auto">
          <a:xfrm rot="0" flipH="0" flipV="0">
            <a:off x="493749" y="244253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Exchange.com 出金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06752484" name="Freeform 51"/>
          <p:cNvSpPr/>
          <p:nvPr/>
        </p:nvSpPr>
        <p:spPr bwMode="auto">
          <a:xfrm rot="0" flipH="0" flipV="0">
            <a:off x="493749" y="3352035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99290207" name="TextBox 52"/>
          <p:cNvSpPr txBox="1"/>
          <p:nvPr/>
        </p:nvSpPr>
        <p:spPr bwMode="auto">
          <a:xfrm rot="0" flipH="0" flipV="0">
            <a:off x="493749" y="3255600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クライアント・デービッド支払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00120547" name="Freeform 54"/>
          <p:cNvSpPr/>
          <p:nvPr/>
        </p:nvSpPr>
        <p:spPr bwMode="auto">
          <a:xfrm rot="0" flipH="0" flipV="0">
            <a:off x="493749" y="416510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4078458" name="TextBox 55"/>
          <p:cNvSpPr txBox="1"/>
          <p:nvPr/>
        </p:nvSpPr>
        <p:spPr bwMode="auto">
          <a:xfrm rot="0" flipH="0" flipV="0">
            <a:off x="493749" y="406867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KYCなし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コンピュータ購入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0065717" name="Freeform 57"/>
          <p:cNvSpPr/>
          <p:nvPr/>
        </p:nvSpPr>
        <p:spPr bwMode="auto">
          <a:xfrm rot="0" flipH="0" flipV="0">
            <a:off x="493749" y="497817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5579731" name="TextBox 58"/>
          <p:cNvSpPr txBox="1"/>
          <p:nvPr/>
        </p:nvSpPr>
        <p:spPr bwMode="auto">
          <a:xfrm rot="0" flipH="0" flipV="0">
            <a:off x="493749" y="488174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KYCなし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チャールズからのP2P購入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73702110" name="TextBox 64"/>
          <p:cNvSpPr txBox="1"/>
          <p:nvPr/>
        </p:nvSpPr>
        <p:spPr bwMode="auto">
          <a:xfrm flipH="0" flipV="0">
            <a:off x="785350" y="360649"/>
            <a:ext cx="698219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財布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0754824" name="TextBox 65"/>
          <p:cNvSpPr txBox="1"/>
          <p:nvPr/>
        </p:nvSpPr>
        <p:spPr bwMode="auto">
          <a:xfrm flipH="0" flipV="0">
            <a:off x="446251" y="1113785"/>
            <a:ext cx="365718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ラベル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5759826" name="TextBox 66"/>
          <p:cNvSpPr txBox="1"/>
          <p:nvPr/>
        </p:nvSpPr>
        <p:spPr bwMode="auto">
          <a:xfrm flipH="0" flipV="0">
            <a:off x="4455429" y="1113786"/>
            <a:ext cx="331067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654154858" name="Freeform 71"/>
          <p:cNvSpPr/>
          <p:nvPr/>
        </p:nvSpPr>
        <p:spPr bwMode="auto">
          <a:xfrm rot="0" flipH="0" flipV="0">
            <a:off x="493749" y="5791251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6137166" name="TextBox 72"/>
          <p:cNvSpPr txBox="1"/>
          <p:nvPr/>
        </p:nvSpPr>
        <p:spPr bwMode="auto">
          <a:xfrm rot="0" flipH="0" flipV="0">
            <a:off x="493749" y="569481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KYCなし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-アリスからのP2P購入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03325449" name="Rectangle: Rounded Corners 12"/>
          <p:cNvSpPr/>
          <p:nvPr/>
        </p:nvSpPr>
        <p:spPr bwMode="auto">
          <a:xfrm flipH="0" flipV="0">
            <a:off x="119185" y="95910"/>
            <a:ext cx="8219413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70718575" name=""/>
          <p:cNvSpPr/>
          <p:nvPr/>
        </p:nvSpPr>
        <p:spPr bwMode="auto">
          <a:xfrm rot="0" flipH="0" flipV="0">
            <a:off x="939732" y="3449150"/>
            <a:ext cx="2792634" cy="20954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62649023" name="TextBox 55"/>
          <p:cNvSpPr txBox="1"/>
          <p:nvPr/>
        </p:nvSpPr>
        <p:spPr bwMode="auto">
          <a:xfrm flipH="0" flipV="0">
            <a:off x="797600" y="3348241"/>
            <a:ext cx="2869781" cy="420744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顧客デイビッドへの支払い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311388301" name=""/>
          <p:cNvGrpSpPr/>
          <p:nvPr/>
        </p:nvGrpSpPr>
        <p:grpSpPr bwMode="auto">
          <a:xfrm>
            <a:off x="4101993" y="1437448"/>
            <a:ext cx="3627040" cy="4867526"/>
            <a:chOff x="0" y="0"/>
            <a:chExt cx="3627040" cy="4867526"/>
          </a:xfrm>
        </p:grpSpPr>
        <p:sp>
          <p:nvSpPr>
            <p:cNvPr id="1829630538" name="Freeform 30"/>
            <p:cNvSpPr/>
            <p:nvPr/>
          </p:nvSpPr>
          <p:spPr bwMode="auto">
            <a:xfrm rot="0" flipH="0" flipV="0">
              <a:off x="353439" y="16876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5980440" name="TextBox 31"/>
            <p:cNvSpPr txBox="1"/>
            <p:nvPr/>
          </p:nvSpPr>
          <p:spPr bwMode="auto">
            <a:xfrm rot="0" flipH="0" flipV="0">
              <a:off x="353439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2194145" name="Freeform 33"/>
            <p:cNvSpPr/>
            <p:nvPr/>
          </p:nvSpPr>
          <p:spPr bwMode="auto">
            <a:xfrm rot="0" flipH="0" flipV="0">
              <a:off x="353439" y="98019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727888647" name="TextBox 34"/>
            <p:cNvSpPr txBox="1"/>
            <p:nvPr/>
          </p:nvSpPr>
          <p:spPr bwMode="auto">
            <a:xfrm rot="0" flipH="0" flipV="0">
              <a:off x="353439" y="81142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567225" name="Freeform 36"/>
            <p:cNvSpPr/>
            <p:nvPr/>
          </p:nvSpPr>
          <p:spPr bwMode="auto">
            <a:xfrm rot="0" flipH="0" flipV="0">
              <a:off x="353439" y="179326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23814907" name="TextBox 37"/>
            <p:cNvSpPr txBox="1"/>
            <p:nvPr/>
          </p:nvSpPr>
          <p:spPr bwMode="auto">
            <a:xfrm rot="0" flipH="0" flipV="0">
              <a:off x="353439" y="162449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3062420" name="Freeform 39"/>
            <p:cNvSpPr/>
            <p:nvPr/>
          </p:nvSpPr>
          <p:spPr bwMode="auto">
            <a:xfrm rot="0" flipH="0" flipV="0">
              <a:off x="353439" y="260633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05049058" name="TextBox 40"/>
            <p:cNvSpPr txBox="1"/>
            <p:nvPr/>
          </p:nvSpPr>
          <p:spPr bwMode="auto">
            <a:xfrm rot="0" flipH="0" flipV="0">
              <a:off x="353439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8387036" name="Freeform 42"/>
            <p:cNvSpPr/>
            <p:nvPr/>
          </p:nvSpPr>
          <p:spPr bwMode="auto">
            <a:xfrm rot="0" flipH="0" flipV="0">
              <a:off x="353439" y="341940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14149887" name="TextBox 43"/>
            <p:cNvSpPr txBox="1"/>
            <p:nvPr/>
          </p:nvSpPr>
          <p:spPr bwMode="auto">
            <a:xfrm rot="0" flipH="0" flipV="0">
              <a:off x="353439" y="325064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14130042" name="AutoShape 59"/>
            <p:cNvSpPr/>
            <p:nvPr/>
          </p:nvSpPr>
          <p:spPr bwMode="auto">
            <a:xfrm flipV="1">
              <a:off x="0" y="486291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46747730" name="AutoShape 60"/>
            <p:cNvSpPr/>
            <p:nvPr/>
          </p:nvSpPr>
          <p:spPr bwMode="auto">
            <a:xfrm flipV="1">
              <a:off x="0" y="1297717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18735572" name="AutoShape 61"/>
            <p:cNvSpPr/>
            <p:nvPr/>
          </p:nvSpPr>
          <p:spPr bwMode="auto">
            <a:xfrm flipV="1">
              <a:off x="0" y="211079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53420701" name="AutoShape 62"/>
            <p:cNvSpPr/>
            <p:nvPr/>
          </p:nvSpPr>
          <p:spPr bwMode="auto">
            <a:xfrm flipV="1">
              <a:off x="0" y="292386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6267123" name="AutoShape 63"/>
            <p:cNvSpPr/>
            <p:nvPr/>
          </p:nvSpPr>
          <p:spPr bwMode="auto">
            <a:xfrm flipV="1">
              <a:off x="0" y="373693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70249898" name="Freeform 68"/>
            <p:cNvSpPr/>
            <p:nvPr/>
          </p:nvSpPr>
          <p:spPr bwMode="auto">
            <a:xfrm rot="0" flipH="0" flipV="0">
              <a:off x="353439" y="4232477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2107002275" name="TextBox 69"/>
            <p:cNvSpPr txBox="1"/>
            <p:nvPr/>
          </p:nvSpPr>
          <p:spPr bwMode="auto">
            <a:xfrm rot="0" flipH="0" flipV="0">
              <a:off x="353439" y="406371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53155411" name="AutoShape 73"/>
            <p:cNvSpPr/>
            <p:nvPr/>
          </p:nvSpPr>
          <p:spPr bwMode="auto">
            <a:xfrm flipV="1">
              <a:off x="0" y="455000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550467" name="Freeform 26"/>
          <p:cNvSpPr/>
          <p:nvPr/>
        </p:nvSpPr>
        <p:spPr bwMode="auto">
          <a:xfrm>
            <a:off x="809951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111152" name="Freeform 28"/>
          <p:cNvSpPr/>
          <p:nvPr/>
        </p:nvSpPr>
        <p:spPr bwMode="auto">
          <a:xfrm>
            <a:off x="9935368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430125" name="AutoShape 29"/>
          <p:cNvSpPr/>
          <p:nvPr/>
        </p:nvSpPr>
        <p:spPr bwMode="auto">
          <a:xfrm>
            <a:off x="1757240" y="1517410"/>
            <a:ext cx="841761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841475" name="AutoShape 30"/>
          <p:cNvSpPr/>
          <p:nvPr/>
        </p:nvSpPr>
        <p:spPr bwMode="auto">
          <a:xfrm>
            <a:off x="1996731" y="4856376"/>
            <a:ext cx="79386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392727" name="Freeform 31"/>
          <p:cNvSpPr/>
          <p:nvPr/>
        </p:nvSpPr>
        <p:spPr bwMode="auto">
          <a:xfrm>
            <a:off x="5523324" y="375957"/>
            <a:ext cx="884278" cy="884278"/>
          </a:xfrm>
          <a:custGeom>
            <a:avLst/>
            <a:gdLst/>
            <a:ahLst/>
            <a:cxnLst/>
            <a:rect l="l" t="t" r="r" b="b"/>
            <a:pathLst>
              <a:path w="884280" h="884280" fill="norm" stroke="1" extrusionOk="0">
                <a:moveTo>
                  <a:pt x="0" y="0"/>
                </a:moveTo>
                <a:lnTo>
                  <a:pt x="884280" y="0"/>
                </a:lnTo>
                <a:lnTo>
                  <a:pt x="884280" y="884280"/>
                </a:lnTo>
                <a:lnTo>
                  <a:pt x="0" y="88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70911" name="Freeform 32"/>
          <p:cNvSpPr/>
          <p:nvPr/>
        </p:nvSpPr>
        <p:spPr bwMode="auto">
          <a:xfrm>
            <a:off x="1049442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185240" name="Freeform 33"/>
          <p:cNvSpPr/>
          <p:nvPr/>
        </p:nvSpPr>
        <p:spPr bwMode="auto">
          <a:xfrm>
            <a:off x="10174858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783767" name="AutoShape 34"/>
          <p:cNvSpPr/>
          <p:nvPr/>
        </p:nvSpPr>
        <p:spPr bwMode="auto">
          <a:xfrm>
            <a:off x="1403341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128061" name="AutoShape 35"/>
          <p:cNvSpPr/>
          <p:nvPr/>
        </p:nvSpPr>
        <p:spPr bwMode="auto">
          <a:xfrm flipH="1">
            <a:off x="10528758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338543" name="Freeform 36"/>
          <p:cNvSpPr/>
          <p:nvPr/>
        </p:nvSpPr>
        <p:spPr bwMode="auto">
          <a:xfrm>
            <a:off x="10303010" y="4599813"/>
            <a:ext cx="451494" cy="145041"/>
          </a:xfrm>
          <a:custGeom>
            <a:avLst/>
            <a:gdLst/>
            <a:ahLst/>
            <a:cxnLst/>
            <a:rect l="l" t="t" r="r" b="b"/>
            <a:pathLst>
              <a:path w="451495" h="145043" fill="norm" stroke="1" extrusionOk="0">
                <a:moveTo>
                  <a:pt x="0" y="0"/>
                </a:moveTo>
                <a:lnTo>
                  <a:pt x="451496" y="0"/>
                </a:lnTo>
                <a:lnTo>
                  <a:pt x="451496" y="145043"/>
                </a:lnTo>
                <a:lnTo>
                  <a:pt x="0" y="1450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387747" name="AutoShape 37"/>
          <p:cNvSpPr/>
          <p:nvPr/>
        </p:nvSpPr>
        <p:spPr bwMode="auto">
          <a:xfrm>
            <a:off x="1757240" y="1646902"/>
            <a:ext cx="8178125" cy="29923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590904" name="Freeform 38"/>
          <p:cNvSpPr/>
          <p:nvPr/>
        </p:nvSpPr>
        <p:spPr bwMode="auto">
          <a:xfrm>
            <a:off x="5531224" y="2456811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1433403" name=""/>
          <p:cNvPicPr>
            <a:picLocks noChangeAspect="1"/>
          </p:cNvPicPr>
          <p:nvPr/>
        </p:nvPicPr>
        <p:blipFill>
          <a:blip r:embed="rId10"/>
          <a:srcRect l="0" t="22164" r="4849" b="29991"/>
          <a:stretch/>
        </p:blipFill>
        <p:spPr bwMode="auto">
          <a:xfrm rot="2570643" flipH="0" flipV="0">
            <a:off x="4990909" y="5407566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421967" name="Freeform 26"/>
          <p:cNvSpPr/>
          <p:nvPr/>
        </p:nvSpPr>
        <p:spPr bwMode="auto">
          <a:xfrm>
            <a:off x="2524730" y="2111025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244839" name="Freeform 27"/>
          <p:cNvSpPr/>
          <p:nvPr/>
        </p:nvSpPr>
        <p:spPr bwMode="auto">
          <a:xfrm>
            <a:off x="702434" y="3142886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217668" name="AutoShape 34"/>
          <p:cNvSpPr/>
          <p:nvPr/>
        </p:nvSpPr>
        <p:spPr bwMode="auto">
          <a:xfrm>
            <a:off x="7346128" y="1805832"/>
            <a:ext cx="0" cy="43260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845658" name="TextBox 47"/>
          <p:cNvSpPr txBox="1"/>
          <p:nvPr/>
        </p:nvSpPr>
        <p:spPr bwMode="auto">
          <a:xfrm>
            <a:off x="4259459" y="805631"/>
            <a:ext cx="6174415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96637366" name="TextBox 48"/>
          <p:cNvSpPr txBox="1"/>
          <p:nvPr/>
        </p:nvSpPr>
        <p:spPr bwMode="auto">
          <a:xfrm>
            <a:off x="4433526" y="1733886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/>
          </a:p>
        </p:txBody>
      </p:sp>
      <p:sp>
        <p:nvSpPr>
          <p:cNvPr id="1202482253" name="TextBox 49"/>
          <p:cNvSpPr txBox="1"/>
          <p:nvPr/>
        </p:nvSpPr>
        <p:spPr bwMode="auto">
          <a:xfrm>
            <a:off x="8042272" y="1754650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/>
          </a:p>
        </p:txBody>
      </p:sp>
      <p:sp>
        <p:nvSpPr>
          <p:cNvPr id="407884009" name="Rectangle: Rounded Corners 12"/>
          <p:cNvSpPr/>
          <p:nvPr/>
        </p:nvSpPr>
        <p:spPr bwMode="auto">
          <a:xfrm>
            <a:off x="3637529" y="460327"/>
            <a:ext cx="7577030" cy="592390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47286971" name=""/>
          <p:cNvGrpSpPr/>
          <p:nvPr/>
        </p:nvGrpSpPr>
        <p:grpSpPr bwMode="auto">
          <a:xfrm>
            <a:off x="4392351" y="2285280"/>
            <a:ext cx="5907362" cy="3747741"/>
            <a:chOff x="0" y="0"/>
            <a:chExt cx="5907362" cy="3747741"/>
          </a:xfrm>
        </p:grpSpPr>
        <p:sp>
          <p:nvSpPr>
            <p:cNvPr id="1077671625" name="Freeform 32"/>
            <p:cNvSpPr/>
            <p:nvPr/>
          </p:nvSpPr>
          <p:spPr bwMode="auto">
            <a:xfrm rot="0" flipH="0" flipV="0">
              <a:off x="0" y="144164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854469286" name="TextBox 33"/>
            <p:cNvSpPr txBox="1"/>
            <p:nvPr/>
          </p:nvSpPr>
          <p:spPr bwMode="auto">
            <a:xfrm rot="0" flipH="0" flipV="0">
              <a:off x="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54551642" name="Freeform 36"/>
            <p:cNvSpPr/>
            <p:nvPr/>
          </p:nvSpPr>
          <p:spPr bwMode="auto">
            <a:xfrm rot="0" flipH="0" flipV="0">
              <a:off x="0" y="1106759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97144335" name="TextBox 37"/>
            <p:cNvSpPr txBox="1"/>
            <p:nvPr/>
          </p:nvSpPr>
          <p:spPr bwMode="auto">
            <a:xfrm rot="0" flipH="0" flipV="0">
              <a:off x="0" y="96259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39790401" name="Freeform 39"/>
            <p:cNvSpPr/>
            <p:nvPr/>
          </p:nvSpPr>
          <p:spPr bwMode="auto">
            <a:xfrm rot="0" flipH="0" flipV="0">
              <a:off x="184" y="206935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04539674" name="TextBox 40"/>
            <p:cNvSpPr txBox="1"/>
            <p:nvPr/>
          </p:nvSpPr>
          <p:spPr bwMode="auto">
            <a:xfrm rot="0" flipH="0" flipV="0">
              <a:off x="184" y="1925188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65752471" name="Freeform 42"/>
            <p:cNvSpPr/>
            <p:nvPr/>
          </p:nvSpPr>
          <p:spPr bwMode="auto">
            <a:xfrm rot="0" flipH="0" flipV="0">
              <a:off x="184" y="3031949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89117497" name="TextBox 43"/>
            <p:cNvSpPr txBox="1"/>
            <p:nvPr/>
          </p:nvSpPr>
          <p:spPr bwMode="auto">
            <a:xfrm rot="0" flipH="0" flipV="0">
              <a:off x="184" y="288778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81800784" name="Freeform 45"/>
            <p:cNvSpPr/>
            <p:nvPr/>
          </p:nvSpPr>
          <p:spPr bwMode="auto">
            <a:xfrm rot="0" flipH="0" flipV="0">
              <a:off x="3608743" y="144164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61339358" name="TextBox 46"/>
            <p:cNvSpPr txBox="1"/>
            <p:nvPr/>
          </p:nvSpPr>
          <p:spPr bwMode="auto">
            <a:xfrm rot="0" flipH="0" flipV="0">
              <a:off x="3608743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9109215" name="Freeform 51"/>
            <p:cNvSpPr/>
            <p:nvPr/>
          </p:nvSpPr>
          <p:spPr bwMode="auto">
            <a:xfrm rot="0" flipH="0" flipV="0">
              <a:off x="3608743" y="109995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9150590" name="TextBox 52"/>
            <p:cNvSpPr txBox="1"/>
            <p:nvPr/>
          </p:nvSpPr>
          <p:spPr bwMode="auto">
            <a:xfrm rot="0" flipH="0" flipV="0">
              <a:off x="3608743" y="955793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271313" name="AutoShape 32"/>
          <p:cNvSpPr/>
          <p:nvPr/>
        </p:nvSpPr>
        <p:spPr bwMode="auto">
          <a:xfrm flipH="0" flipV="0">
            <a:off x="9467921" y="1565933"/>
            <a:ext cx="0" cy="2556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549042" name="Freeform 46"/>
          <p:cNvSpPr/>
          <p:nvPr/>
        </p:nvSpPr>
        <p:spPr bwMode="auto">
          <a:xfrm rot="0" flipH="0" flipV="0">
            <a:off x="2361493" y="1016913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5387721" name="TextBox 47"/>
          <p:cNvSpPr txBox="1"/>
          <p:nvPr/>
        </p:nvSpPr>
        <p:spPr bwMode="auto">
          <a:xfrm rot="0" flipH="0" flipV="0">
            <a:off x="2361493" y="924474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トランザクション</a:t>
            </a:r>
            <a:endParaRPr/>
          </a:p>
        </p:txBody>
      </p:sp>
      <p:sp>
        <p:nvSpPr>
          <p:cNvPr id="585455175" name="Freeform 49"/>
          <p:cNvSpPr/>
          <p:nvPr/>
        </p:nvSpPr>
        <p:spPr bwMode="auto">
          <a:xfrm rot="0" flipH="0" flipV="0">
            <a:off x="684249" y="2281875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4635095" name="TextBox 50"/>
          <p:cNvSpPr txBox="1"/>
          <p:nvPr/>
        </p:nvSpPr>
        <p:spPr bwMode="auto">
          <a:xfrm rot="0" flipH="0" flipV="0">
            <a:off x="684249" y="2189436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トランザクション</a:t>
            </a:r>
            <a:endParaRPr/>
          </a:p>
        </p:txBody>
      </p:sp>
      <p:sp>
        <p:nvSpPr>
          <p:cNvPr id="1481562391" name="Freeform 52"/>
          <p:cNvSpPr/>
          <p:nvPr/>
        </p:nvSpPr>
        <p:spPr bwMode="auto">
          <a:xfrm rot="0" flipH="0" flipV="0">
            <a:off x="3590965" y="2805436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9299145" name="TextBox 53"/>
          <p:cNvSpPr txBox="1"/>
          <p:nvPr/>
        </p:nvSpPr>
        <p:spPr bwMode="auto">
          <a:xfrm rot="0" flipH="0" flipV="0">
            <a:off x="3590965" y="2712997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トランザクション</a:t>
            </a:r>
            <a:endParaRPr/>
          </a:p>
        </p:txBody>
      </p:sp>
      <p:sp>
        <p:nvSpPr>
          <p:cNvPr id="2045768930" name="Freeform 55"/>
          <p:cNvSpPr/>
          <p:nvPr/>
        </p:nvSpPr>
        <p:spPr bwMode="auto">
          <a:xfrm rot="0" flipH="0" flipV="0">
            <a:off x="1996309" y="4039880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9781023" name="TextBox 56"/>
          <p:cNvSpPr txBox="1"/>
          <p:nvPr/>
        </p:nvSpPr>
        <p:spPr bwMode="auto">
          <a:xfrm rot="0" flipH="0" flipV="0">
            <a:off x="1996309" y="3947441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トランザクション</a:t>
            </a:r>
            <a:endParaRPr/>
          </a:p>
        </p:txBody>
      </p:sp>
      <p:sp>
        <p:nvSpPr>
          <p:cNvPr id="1247407466" name="Freeform 57"/>
          <p:cNvSpPr/>
          <p:nvPr/>
        </p:nvSpPr>
        <p:spPr bwMode="auto">
          <a:xfrm>
            <a:off x="7091997" y="512023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27275" name="AutoShape 58"/>
          <p:cNvSpPr/>
          <p:nvPr/>
        </p:nvSpPr>
        <p:spPr bwMode="auto">
          <a:xfrm>
            <a:off x="5820602" y="3097776"/>
            <a:ext cx="1680884" cy="66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287095" name="AutoShape 59"/>
          <p:cNvSpPr/>
          <p:nvPr/>
        </p:nvSpPr>
        <p:spPr bwMode="auto">
          <a:xfrm>
            <a:off x="2913890" y="2544452"/>
            <a:ext cx="4585680" cy="27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843243" name="AutoShape 60"/>
          <p:cNvSpPr/>
          <p:nvPr/>
        </p:nvSpPr>
        <p:spPr bwMode="auto">
          <a:xfrm>
            <a:off x="4591130" y="1408159"/>
            <a:ext cx="2935017" cy="4432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375218" name="AutoShape 61"/>
          <p:cNvSpPr/>
          <p:nvPr/>
        </p:nvSpPr>
        <p:spPr bwMode="auto">
          <a:xfrm flipV="1">
            <a:off x="4225948" y="3882495"/>
            <a:ext cx="3285316" cy="3265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3758967" name="TextBox 62"/>
          <p:cNvSpPr txBox="1"/>
          <p:nvPr/>
        </p:nvSpPr>
        <p:spPr bwMode="auto">
          <a:xfrm>
            <a:off x="7414317" y="986190"/>
            <a:ext cx="3959822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2200"/>
          </a:p>
        </p:txBody>
      </p:sp>
      <p:sp>
        <p:nvSpPr>
          <p:cNvPr id="1247453736" name="TextBox 63"/>
          <p:cNvSpPr txBox="1"/>
          <p:nvPr/>
        </p:nvSpPr>
        <p:spPr bwMode="auto">
          <a:xfrm>
            <a:off x="7600344" y="1518346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2200"/>
          </a:p>
        </p:txBody>
      </p:sp>
      <p:sp>
        <p:nvSpPr>
          <p:cNvPr id="1346095663" name="TextBox 64"/>
          <p:cNvSpPr txBox="1"/>
          <p:nvPr/>
        </p:nvSpPr>
        <p:spPr bwMode="auto">
          <a:xfrm>
            <a:off x="9839880" y="1518346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63153624" name="AutoShape 65"/>
          <p:cNvSpPr/>
          <p:nvPr/>
        </p:nvSpPr>
        <p:spPr bwMode="auto">
          <a:xfrm>
            <a:off x="5820602" y="4554537"/>
            <a:ext cx="1271394" cy="86067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102375" name="Freeform 67"/>
          <p:cNvSpPr/>
          <p:nvPr/>
        </p:nvSpPr>
        <p:spPr bwMode="auto">
          <a:xfrm rot="0" flipH="0" flipV="0">
            <a:off x="538197" y="384887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22882031" name="Rectangle: Rounded Corners 12"/>
          <p:cNvSpPr/>
          <p:nvPr/>
        </p:nvSpPr>
        <p:spPr bwMode="auto">
          <a:xfrm>
            <a:off x="7192742" y="608070"/>
            <a:ext cx="4452382" cy="386957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2507010" name=""/>
          <p:cNvGrpSpPr/>
          <p:nvPr/>
        </p:nvGrpSpPr>
        <p:grpSpPr bwMode="auto">
          <a:xfrm>
            <a:off x="7573941" y="1890859"/>
            <a:ext cx="3713425" cy="2372268"/>
            <a:chOff x="0" y="0"/>
            <a:chExt cx="3713425" cy="2372268"/>
          </a:xfrm>
        </p:grpSpPr>
        <p:sp>
          <p:nvSpPr>
            <p:cNvPr id="1733468421" name="Freeform 30"/>
            <p:cNvSpPr/>
            <p:nvPr/>
          </p:nvSpPr>
          <p:spPr bwMode="auto">
            <a:xfrm rot="0" flipH="0" flipV="0">
              <a:off x="0" y="61623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02327741" name="TextBox 31"/>
            <p:cNvSpPr txBox="1"/>
            <p:nvPr/>
          </p:nvSpPr>
          <p:spPr bwMode="auto">
            <a:xfrm rot="0" flipH="0" flipV="0">
              <a:off x="0" y="0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1685038" name="Freeform 34"/>
            <p:cNvSpPr/>
            <p:nvPr/>
          </p:nvSpPr>
          <p:spPr bwMode="auto">
            <a:xfrm rot="0" flipH="0" flipV="0">
              <a:off x="0" y="678844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6073496" name="TextBox 35"/>
            <p:cNvSpPr txBox="1"/>
            <p:nvPr/>
          </p:nvSpPr>
          <p:spPr bwMode="auto">
            <a:xfrm rot="0" flipH="0" flipV="0">
              <a:off x="0" y="617221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540909" name="Freeform 37"/>
            <p:cNvSpPr/>
            <p:nvPr/>
          </p:nvSpPr>
          <p:spPr bwMode="auto">
            <a:xfrm rot="0" flipH="0" flipV="0">
              <a:off x="117" y="1296067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1084323" name="TextBox 38"/>
            <p:cNvSpPr txBox="1"/>
            <p:nvPr/>
          </p:nvSpPr>
          <p:spPr bwMode="auto">
            <a:xfrm rot="0" flipH="0" flipV="0">
              <a:off x="117" y="1234442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26235541" name="Freeform 40"/>
            <p:cNvSpPr/>
            <p:nvPr/>
          </p:nvSpPr>
          <p:spPr bwMode="auto">
            <a:xfrm rot="0" flipH="0" flipV="0">
              <a:off x="117" y="1913289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66420" name="TextBox 41"/>
            <p:cNvSpPr txBox="1"/>
            <p:nvPr/>
          </p:nvSpPr>
          <p:spPr bwMode="auto">
            <a:xfrm rot="0" flipH="0" flipV="0">
              <a:off x="117" y="1851666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5638069" name="Freeform 43"/>
            <p:cNvSpPr/>
            <p:nvPr/>
          </p:nvSpPr>
          <p:spPr bwMode="auto">
            <a:xfrm rot="0" flipH="0" flipV="0">
              <a:off x="2239536" y="61623"/>
              <a:ext cx="1473889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2506320" name="TextBox 44"/>
            <p:cNvSpPr txBox="1"/>
            <p:nvPr/>
          </p:nvSpPr>
          <p:spPr bwMode="auto">
            <a:xfrm rot="0" flipH="0" flipV="0">
              <a:off x="2239536" y="0"/>
              <a:ext cx="1473889" cy="5206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3980002" name="Freeform 70"/>
            <p:cNvSpPr/>
            <p:nvPr/>
          </p:nvSpPr>
          <p:spPr bwMode="auto">
            <a:xfrm rot="0" flipH="0" flipV="0">
              <a:off x="2239536" y="674483"/>
              <a:ext cx="1473889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1599959" name="TextBox 71"/>
            <p:cNvSpPr txBox="1"/>
            <p:nvPr/>
          </p:nvSpPr>
          <p:spPr bwMode="auto">
            <a:xfrm rot="0" flipH="0" flipV="0">
              <a:off x="2239536" y="612860"/>
              <a:ext cx="1473889" cy="5206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575428" name="AutoShape 32"/>
          <p:cNvSpPr/>
          <p:nvPr/>
        </p:nvSpPr>
        <p:spPr bwMode="auto">
          <a:xfrm>
            <a:off x="7570946" y="924744"/>
            <a:ext cx="0" cy="305096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111716" name="Freeform 40"/>
          <p:cNvSpPr/>
          <p:nvPr/>
        </p:nvSpPr>
        <p:spPr bwMode="auto">
          <a:xfrm rot="0" flipH="0" flipV="0">
            <a:off x="1384521" y="1321470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9669530" name="TextBox 41"/>
          <p:cNvSpPr txBox="1"/>
          <p:nvPr/>
        </p:nvSpPr>
        <p:spPr bwMode="auto">
          <a:xfrm rot="0" flipH="0" flipV="0">
            <a:off x="1384521" y="1219796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ビスク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33151135" name="Freeform 43"/>
          <p:cNvSpPr/>
          <p:nvPr/>
        </p:nvSpPr>
        <p:spPr bwMode="auto">
          <a:xfrm rot="0" flipH="0" flipV="0">
            <a:off x="1384521" y="1993367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3921021" name="TextBox 44"/>
          <p:cNvSpPr txBox="1"/>
          <p:nvPr/>
        </p:nvSpPr>
        <p:spPr bwMode="auto">
          <a:xfrm rot="0" flipH="0" flipV="0">
            <a:off x="1384521" y="1891693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Exchange.kyc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84477116" name="Freeform 45"/>
          <p:cNvSpPr/>
          <p:nvPr/>
        </p:nvSpPr>
        <p:spPr bwMode="auto">
          <a:xfrm>
            <a:off x="1588076" y="4417215"/>
            <a:ext cx="1543365" cy="1693677"/>
          </a:xfrm>
          <a:custGeom>
            <a:avLst/>
            <a:gdLst/>
            <a:ahLst/>
            <a:cxnLst/>
            <a:rect l="l" t="t" r="r" b="b"/>
            <a:pathLst>
              <a:path w="1543365" h="1693679" fill="norm" stroke="1" extrusionOk="0">
                <a:moveTo>
                  <a:pt x="0" y="0"/>
                </a:moveTo>
                <a:lnTo>
                  <a:pt x="1543366" y="0"/>
                </a:lnTo>
                <a:lnTo>
                  <a:pt x="1543366" y="1693680"/>
                </a:lnTo>
                <a:lnTo>
                  <a:pt x="0" y="169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246799" name="AutoShape 46"/>
          <p:cNvSpPr/>
          <p:nvPr/>
        </p:nvSpPr>
        <p:spPr bwMode="auto">
          <a:xfrm>
            <a:off x="3334997" y="2277588"/>
            <a:ext cx="2152774" cy="26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265336" name="AutoShape 47"/>
          <p:cNvSpPr/>
          <p:nvPr/>
        </p:nvSpPr>
        <p:spPr bwMode="auto">
          <a:xfrm flipV="1">
            <a:off x="3334997" y="1602768"/>
            <a:ext cx="2152773" cy="11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0223396" name="TextBox 48"/>
          <p:cNvSpPr txBox="1"/>
          <p:nvPr/>
        </p:nvSpPr>
        <p:spPr bwMode="auto">
          <a:xfrm>
            <a:off x="5394045" y="536435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1800"/>
          </a:p>
        </p:txBody>
      </p:sp>
      <p:sp>
        <p:nvSpPr>
          <p:cNvPr id="1537313014" name="TextBox 49"/>
          <p:cNvSpPr txBox="1"/>
          <p:nvPr/>
        </p:nvSpPr>
        <p:spPr bwMode="auto">
          <a:xfrm>
            <a:off x="5516809" y="87620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352615905" name="TextBox 50"/>
          <p:cNvSpPr txBox="1"/>
          <p:nvPr/>
        </p:nvSpPr>
        <p:spPr bwMode="auto">
          <a:xfrm>
            <a:off x="8061908" y="87620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038518972" name="AutoShape 51"/>
          <p:cNvSpPr/>
          <p:nvPr/>
        </p:nvSpPr>
        <p:spPr bwMode="auto">
          <a:xfrm flipH="1">
            <a:off x="2359759" y="2559434"/>
            <a:ext cx="0" cy="172736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011820" name="AutoShape 55"/>
          <p:cNvSpPr/>
          <p:nvPr/>
        </p:nvSpPr>
        <p:spPr bwMode="auto">
          <a:xfrm flipH="1">
            <a:off x="286391" y="1604503"/>
            <a:ext cx="1098130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683638" name="TextBox 56"/>
          <p:cNvSpPr txBox="1"/>
          <p:nvPr/>
        </p:nvSpPr>
        <p:spPr bwMode="auto">
          <a:xfrm>
            <a:off x="182859" y="914160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77355134" name="AutoShape 57"/>
          <p:cNvSpPr/>
          <p:nvPr/>
        </p:nvSpPr>
        <p:spPr bwMode="auto">
          <a:xfrm>
            <a:off x="286391" y="5264055"/>
            <a:ext cx="1301684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963737" name="AutoShape 58"/>
          <p:cNvSpPr/>
          <p:nvPr/>
        </p:nvSpPr>
        <p:spPr bwMode="auto">
          <a:xfrm>
            <a:off x="286391" y="1604503"/>
            <a:ext cx="0" cy="365955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435291" name="Rectangle: Rounded Corners 12"/>
          <p:cNvSpPr/>
          <p:nvPr/>
        </p:nvSpPr>
        <p:spPr bwMode="auto">
          <a:xfrm>
            <a:off x="4978278" y="158095"/>
            <a:ext cx="5116917" cy="425911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9358441" name=""/>
          <p:cNvGrpSpPr/>
          <p:nvPr/>
        </p:nvGrpSpPr>
        <p:grpSpPr bwMode="auto">
          <a:xfrm>
            <a:off x="5487770" y="1282128"/>
            <a:ext cx="4459493" cy="1251482"/>
            <a:chOff x="0" y="0"/>
            <a:chExt cx="4459493" cy="1251482"/>
          </a:xfrm>
        </p:grpSpPr>
        <p:sp>
          <p:nvSpPr>
            <p:cNvPr id="1954140277" name="Freeform 30"/>
            <p:cNvSpPr/>
            <p:nvPr/>
          </p:nvSpPr>
          <p:spPr bwMode="auto">
            <a:xfrm rot="0" flipH="0" flipV="0">
              <a:off x="0" y="67777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9993458" name="TextBox 31"/>
            <p:cNvSpPr txBox="1"/>
            <p:nvPr/>
          </p:nvSpPr>
          <p:spPr bwMode="auto">
            <a:xfrm rot="0" flipH="0" flipV="0">
              <a:off x="0" y="0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28019791" name="Freeform 34"/>
            <p:cNvSpPr/>
            <p:nvPr/>
          </p:nvSpPr>
          <p:spPr bwMode="auto">
            <a:xfrm rot="0" flipH="0" flipV="0">
              <a:off x="0" y="746656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113394" name="TextBox 35"/>
            <p:cNvSpPr txBox="1"/>
            <p:nvPr/>
          </p:nvSpPr>
          <p:spPr bwMode="auto">
            <a:xfrm rot="0" flipH="0" flipV="0">
              <a:off x="0" y="678878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9239213" name="Freeform 37"/>
            <p:cNvSpPr/>
            <p:nvPr/>
          </p:nvSpPr>
          <p:spPr bwMode="auto">
            <a:xfrm rot="0" flipH="0" flipV="0">
              <a:off x="2545097" y="67777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4452803" name="TextBox 38"/>
            <p:cNvSpPr txBox="1"/>
            <p:nvPr/>
          </p:nvSpPr>
          <p:spPr bwMode="auto">
            <a:xfrm rot="0" flipH="0" flipV="0">
              <a:off x="2545097" y="0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6819551" name="Freeform 53"/>
            <p:cNvSpPr/>
            <p:nvPr/>
          </p:nvSpPr>
          <p:spPr bwMode="auto">
            <a:xfrm rot="0" flipH="0" flipV="0">
              <a:off x="2545097" y="741859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23986938" name="TextBox 54"/>
            <p:cNvSpPr txBox="1"/>
            <p:nvPr/>
          </p:nvSpPr>
          <p:spPr bwMode="auto">
            <a:xfrm rot="0" flipH="0" flipV="0">
              <a:off x="2545097" y="674081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843679" name="Freeform 28"/>
          <p:cNvSpPr/>
          <p:nvPr/>
        </p:nvSpPr>
        <p:spPr bwMode="auto">
          <a:xfrm rot="0" flipH="0" flipV="0">
            <a:off x="1939563" y="169831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70428763" name="TextBox 29"/>
          <p:cNvSpPr txBox="1"/>
          <p:nvPr/>
        </p:nvSpPr>
        <p:spPr bwMode="auto">
          <a:xfrm rot="0" flipH="0" flipV="0">
            <a:off x="1983436" y="171476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76479738" name="Freeform 30"/>
          <p:cNvSpPr/>
          <p:nvPr/>
        </p:nvSpPr>
        <p:spPr bwMode="auto">
          <a:xfrm rot="0" flipH="0" flipV="0">
            <a:off x="2000327" y="175907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755704373" name="AutoShape 31"/>
          <p:cNvSpPr/>
          <p:nvPr/>
        </p:nvSpPr>
        <p:spPr bwMode="auto">
          <a:xfrm flipH="1" flipV="1">
            <a:off x="2871247" y="1163607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745499" name="Freeform 34"/>
          <p:cNvSpPr/>
          <p:nvPr/>
        </p:nvSpPr>
        <p:spPr bwMode="auto">
          <a:xfrm rot="0" flipH="0" flipV="0">
            <a:off x="2558743" y="927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9278514" name="TextBox 35"/>
          <p:cNvSpPr txBox="1"/>
          <p:nvPr/>
        </p:nvSpPr>
        <p:spPr bwMode="auto">
          <a:xfrm rot="0" flipH="0" flipV="0">
            <a:off x="2588040" y="938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22403225" name="Freeform 36"/>
          <p:cNvSpPr/>
          <p:nvPr/>
        </p:nvSpPr>
        <p:spPr bwMode="auto">
          <a:xfrm rot="0" flipH="0" flipV="0">
            <a:off x="2599317" y="968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1482547" name="AutoShape 37"/>
          <p:cNvSpPr/>
          <p:nvPr/>
        </p:nvSpPr>
        <p:spPr bwMode="auto">
          <a:xfrm flipV="1">
            <a:off x="4574666" y="1287770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169961" name="Freeform 40"/>
          <p:cNvSpPr/>
          <p:nvPr/>
        </p:nvSpPr>
        <p:spPr bwMode="auto">
          <a:xfrm rot="0" flipH="0" flipV="0">
            <a:off x="4106676" y="16792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4875702" name="TextBox 41"/>
          <p:cNvSpPr txBox="1"/>
          <p:nvPr/>
        </p:nvSpPr>
        <p:spPr bwMode="auto">
          <a:xfrm rot="0" flipH="0" flipV="0">
            <a:off x="4150549" y="16956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46070106" name="Freeform 42"/>
          <p:cNvSpPr/>
          <p:nvPr/>
        </p:nvSpPr>
        <p:spPr bwMode="auto">
          <a:xfrm rot="0" flipH="0" flipV="0">
            <a:off x="4167440" y="17399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39742719" name="Freeform 45"/>
          <p:cNvSpPr/>
          <p:nvPr/>
        </p:nvSpPr>
        <p:spPr bwMode="auto">
          <a:xfrm rot="0" flipH="0" flipV="0">
            <a:off x="5127768" y="10073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3033757" name="TextBox 46"/>
          <p:cNvSpPr txBox="1"/>
          <p:nvPr/>
        </p:nvSpPr>
        <p:spPr bwMode="auto">
          <a:xfrm rot="0" flipH="0" flipV="0">
            <a:off x="5157065" y="10183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1678549" name="Freeform 47"/>
          <p:cNvSpPr/>
          <p:nvPr/>
        </p:nvSpPr>
        <p:spPr bwMode="auto">
          <a:xfrm rot="0" flipH="0" flipV="0">
            <a:off x="5168342" y="10479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42672335" name="AutoShape 48"/>
          <p:cNvSpPr/>
          <p:nvPr/>
        </p:nvSpPr>
        <p:spPr bwMode="auto">
          <a:xfrm flipH="1">
            <a:off x="2322889" y="1240149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169364" name="Freeform 51"/>
          <p:cNvSpPr/>
          <p:nvPr/>
        </p:nvSpPr>
        <p:spPr bwMode="auto">
          <a:xfrm rot="0" flipH="0" flipV="0">
            <a:off x="1548551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65150381" name="TextBox 52"/>
          <p:cNvSpPr txBox="1"/>
          <p:nvPr/>
        </p:nvSpPr>
        <p:spPr bwMode="auto">
          <a:xfrm rot="0" flipH="0" flipV="0">
            <a:off x="1577847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7313377" name="Freeform 53"/>
          <p:cNvSpPr/>
          <p:nvPr/>
        </p:nvSpPr>
        <p:spPr bwMode="auto">
          <a:xfrm rot="0" flipH="0" flipV="0">
            <a:off x="1589126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688924315" name="AutoShape 54"/>
          <p:cNvSpPr/>
          <p:nvPr/>
        </p:nvSpPr>
        <p:spPr bwMode="auto">
          <a:xfrm>
            <a:off x="1782755" y="1148945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897357" name="Freeform 57"/>
          <p:cNvSpPr/>
          <p:nvPr/>
        </p:nvSpPr>
        <p:spPr bwMode="auto">
          <a:xfrm rot="0" flipH="0" flipV="0">
            <a:off x="991530" y="10328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8128103" name="TextBox 58"/>
          <p:cNvSpPr txBox="1"/>
          <p:nvPr/>
        </p:nvSpPr>
        <p:spPr bwMode="auto">
          <a:xfrm rot="0" flipH="0" flipV="0">
            <a:off x="1020827" y="10437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47068216" name="Freeform 59"/>
          <p:cNvSpPr/>
          <p:nvPr/>
        </p:nvSpPr>
        <p:spPr bwMode="auto">
          <a:xfrm rot="0" flipH="0" flipV="0">
            <a:off x="1032104" y="10733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84698440" name="AutoShape 60"/>
          <p:cNvSpPr/>
          <p:nvPr/>
        </p:nvSpPr>
        <p:spPr bwMode="auto">
          <a:xfrm>
            <a:off x="1304035" y="1302271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0244990" name="Freeform 63"/>
          <p:cNvSpPr/>
          <p:nvPr/>
        </p:nvSpPr>
        <p:spPr bwMode="auto">
          <a:xfrm rot="0" flipH="0" flipV="0">
            <a:off x="991530" y="169831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4557980" name="TextBox 64"/>
          <p:cNvSpPr txBox="1"/>
          <p:nvPr/>
        </p:nvSpPr>
        <p:spPr bwMode="auto">
          <a:xfrm rot="0" flipH="0" flipV="0">
            <a:off x="1020827" y="170930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8241542" name="Freeform 65"/>
          <p:cNvSpPr/>
          <p:nvPr/>
        </p:nvSpPr>
        <p:spPr bwMode="auto">
          <a:xfrm rot="0" flipH="0" flipV="0">
            <a:off x="1032104" y="173888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535509017" name="AutoShape 66"/>
          <p:cNvSpPr/>
          <p:nvPr/>
        </p:nvSpPr>
        <p:spPr bwMode="auto">
          <a:xfrm>
            <a:off x="1304035" y="1866407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664068" name="AutoShape 67"/>
          <p:cNvSpPr/>
          <p:nvPr/>
        </p:nvSpPr>
        <p:spPr bwMode="auto">
          <a:xfrm flipH="1">
            <a:off x="1833164" y="2166303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908501" name="Freeform 70"/>
          <p:cNvSpPr/>
          <p:nvPr/>
        </p:nvSpPr>
        <p:spPr bwMode="auto">
          <a:xfrm rot="0" flipH="0" flipV="0">
            <a:off x="1548551" y="350591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141465" name="TextBox 71"/>
          <p:cNvSpPr txBox="1"/>
          <p:nvPr/>
        </p:nvSpPr>
        <p:spPr bwMode="auto">
          <a:xfrm rot="0" flipH="0" flipV="0">
            <a:off x="1592424" y="352237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21467139" name="Freeform 72"/>
          <p:cNvSpPr/>
          <p:nvPr/>
        </p:nvSpPr>
        <p:spPr bwMode="auto">
          <a:xfrm rot="0" flipH="0" flipV="0">
            <a:off x="1609315" y="356668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720169277" name="AutoShape 73"/>
          <p:cNvSpPr/>
          <p:nvPr/>
        </p:nvSpPr>
        <p:spPr bwMode="auto">
          <a:xfrm flipV="1">
            <a:off x="2016540" y="3638378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416722" name="Freeform 76"/>
          <p:cNvSpPr/>
          <p:nvPr/>
        </p:nvSpPr>
        <p:spPr bwMode="auto">
          <a:xfrm rot="0" flipH="0" flipV="0">
            <a:off x="4410087" y="339534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621621" name="TextBox 77"/>
          <p:cNvSpPr txBox="1"/>
          <p:nvPr/>
        </p:nvSpPr>
        <p:spPr bwMode="auto">
          <a:xfrm rot="0" flipH="0" flipV="0">
            <a:off x="4453960" y="341179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5698338" name="Freeform 78"/>
          <p:cNvSpPr/>
          <p:nvPr/>
        </p:nvSpPr>
        <p:spPr bwMode="auto">
          <a:xfrm rot="0" flipH="0" flipV="0">
            <a:off x="4470851" y="345610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85161254" name="Freeform 81"/>
          <p:cNvSpPr/>
          <p:nvPr/>
        </p:nvSpPr>
        <p:spPr bwMode="auto">
          <a:xfrm rot="0" flipH="0" flipV="0">
            <a:off x="2796408" y="266263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0536260" name="TextBox 82"/>
          <p:cNvSpPr txBox="1"/>
          <p:nvPr/>
        </p:nvSpPr>
        <p:spPr bwMode="auto">
          <a:xfrm rot="0" flipH="0" flipV="0">
            <a:off x="2825704" y="267361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59515110" name="Freeform 83"/>
          <p:cNvSpPr/>
          <p:nvPr/>
        </p:nvSpPr>
        <p:spPr bwMode="auto">
          <a:xfrm rot="0" flipH="0" flipV="0">
            <a:off x="2836981" y="270320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888485364" name="AutoShape 84"/>
          <p:cNvSpPr/>
          <p:nvPr/>
        </p:nvSpPr>
        <p:spPr bwMode="auto">
          <a:xfrm flipV="1">
            <a:off x="2016540" y="2941874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162905" name="Freeform 87"/>
          <p:cNvSpPr/>
          <p:nvPr/>
        </p:nvSpPr>
        <p:spPr bwMode="auto">
          <a:xfrm rot="0" flipH="0" flipV="0">
            <a:off x="3799755" y="2506379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0531501" name="TextBox 88"/>
          <p:cNvSpPr txBox="1"/>
          <p:nvPr/>
        </p:nvSpPr>
        <p:spPr bwMode="auto">
          <a:xfrm rot="0" flipH="0" flipV="0">
            <a:off x="3829052" y="2517366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8549177" name="Freeform 89"/>
          <p:cNvSpPr/>
          <p:nvPr/>
        </p:nvSpPr>
        <p:spPr bwMode="auto">
          <a:xfrm rot="0" flipH="0" flipV="0">
            <a:off x="3840329" y="2546953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987919691" name="AutoShape 90"/>
          <p:cNvSpPr/>
          <p:nvPr/>
        </p:nvSpPr>
        <p:spPr bwMode="auto">
          <a:xfrm flipH="1" flipV="1">
            <a:off x="4067223" y="2818882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602471" name="Freeform 93"/>
          <p:cNvSpPr/>
          <p:nvPr/>
        </p:nvSpPr>
        <p:spPr bwMode="auto">
          <a:xfrm rot="0" flipH="0" flipV="0">
            <a:off x="5915098" y="144658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40619987" name="TextBox 94"/>
          <p:cNvSpPr txBox="1"/>
          <p:nvPr/>
        </p:nvSpPr>
        <p:spPr bwMode="auto">
          <a:xfrm rot="0" flipH="0" flipV="0">
            <a:off x="5958971" y="146303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44784566" name="Freeform 95"/>
          <p:cNvSpPr/>
          <p:nvPr/>
        </p:nvSpPr>
        <p:spPr bwMode="auto">
          <a:xfrm rot="0" flipH="0" flipV="0">
            <a:off x="5975861" y="150734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976865001" name="AutoShape 96"/>
          <p:cNvSpPr/>
          <p:nvPr/>
        </p:nvSpPr>
        <p:spPr bwMode="auto">
          <a:xfrm flipV="1">
            <a:off x="4824795" y="1914575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944018" name="Freeform 99"/>
          <p:cNvSpPr/>
          <p:nvPr/>
        </p:nvSpPr>
        <p:spPr bwMode="auto">
          <a:xfrm rot="0" flipH="0" flipV="0">
            <a:off x="6610848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1723752" name="TextBox 100"/>
          <p:cNvSpPr txBox="1"/>
          <p:nvPr/>
        </p:nvSpPr>
        <p:spPr bwMode="auto">
          <a:xfrm rot="0" flipH="0" flipV="0">
            <a:off x="6640144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878782" name="Freeform 101"/>
          <p:cNvSpPr/>
          <p:nvPr/>
        </p:nvSpPr>
        <p:spPr bwMode="auto">
          <a:xfrm rot="0" flipH="0" flipV="0">
            <a:off x="6651423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132846015" name="AutoShape 102"/>
          <p:cNvSpPr/>
          <p:nvPr/>
        </p:nvSpPr>
        <p:spPr bwMode="auto">
          <a:xfrm flipV="1">
            <a:off x="6359318" y="1148945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8893645" name="Freeform 105"/>
          <p:cNvSpPr/>
          <p:nvPr/>
        </p:nvSpPr>
        <p:spPr bwMode="auto">
          <a:xfrm rot="0" flipH="0" flipV="0">
            <a:off x="6923351" y="14324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8349109" name="TextBox 106"/>
          <p:cNvSpPr txBox="1"/>
          <p:nvPr/>
        </p:nvSpPr>
        <p:spPr bwMode="auto">
          <a:xfrm rot="0" flipH="0" flipV="0">
            <a:off x="6952647" y="14433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7529765" name="Freeform 107"/>
          <p:cNvSpPr/>
          <p:nvPr/>
        </p:nvSpPr>
        <p:spPr bwMode="auto">
          <a:xfrm rot="0" flipH="0" flipV="0">
            <a:off x="6963926" y="14729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438523413" name="AutoShape 108"/>
          <p:cNvSpPr/>
          <p:nvPr/>
        </p:nvSpPr>
        <p:spPr bwMode="auto">
          <a:xfrm flipV="1">
            <a:off x="6383088" y="1604091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497919" name="Freeform 111"/>
          <p:cNvSpPr/>
          <p:nvPr/>
        </p:nvSpPr>
        <p:spPr bwMode="auto">
          <a:xfrm rot="0" flipH="0" flipV="0">
            <a:off x="6767100" y="2294101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2248693" name="TextBox 112"/>
          <p:cNvSpPr txBox="1"/>
          <p:nvPr/>
        </p:nvSpPr>
        <p:spPr bwMode="auto">
          <a:xfrm rot="0" flipH="0" flipV="0">
            <a:off x="6796396" y="230508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5487414" name="Freeform 113"/>
          <p:cNvSpPr/>
          <p:nvPr/>
        </p:nvSpPr>
        <p:spPr bwMode="auto">
          <a:xfrm rot="0" flipH="0" flipV="0">
            <a:off x="6807673" y="233467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11127728" name="AutoShape 114"/>
          <p:cNvSpPr/>
          <p:nvPr/>
        </p:nvSpPr>
        <p:spPr bwMode="auto">
          <a:xfrm>
            <a:off x="6383088" y="1913219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3667652" name="Freeform 117"/>
          <p:cNvSpPr/>
          <p:nvPr/>
        </p:nvSpPr>
        <p:spPr bwMode="auto">
          <a:xfrm rot="0" flipH="0" flipV="0">
            <a:off x="6299110" y="325257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08533132" name="TextBox 118"/>
          <p:cNvSpPr txBox="1"/>
          <p:nvPr/>
        </p:nvSpPr>
        <p:spPr bwMode="auto">
          <a:xfrm rot="0" flipH="0" flipV="0">
            <a:off x="6342983" y="3269031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6404963" name="Freeform 119"/>
          <p:cNvSpPr/>
          <p:nvPr/>
        </p:nvSpPr>
        <p:spPr bwMode="auto">
          <a:xfrm rot="0" flipH="0" flipV="0">
            <a:off x="6359874" y="3313342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297594499" name="AutoShape 120"/>
          <p:cNvSpPr/>
          <p:nvPr/>
        </p:nvSpPr>
        <p:spPr bwMode="auto">
          <a:xfrm>
            <a:off x="6198848" y="1914575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953109" name="Freeform 121"/>
          <p:cNvSpPr/>
          <p:nvPr/>
        </p:nvSpPr>
        <p:spPr bwMode="auto">
          <a:xfrm rot="-10799952">
            <a:off x="7321580" y="683757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217253" name="Freeform 123"/>
          <p:cNvSpPr/>
          <p:nvPr/>
        </p:nvSpPr>
        <p:spPr bwMode="auto">
          <a:xfrm rot="0" flipH="0" flipV="0">
            <a:off x="8620092" y="1540246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16602340" name="TextBox 124"/>
          <p:cNvSpPr txBox="1"/>
          <p:nvPr/>
        </p:nvSpPr>
        <p:spPr bwMode="auto">
          <a:xfrm rot="0" flipH="0" flipV="0">
            <a:off x="8620092" y="1510107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7025296" name="Freeform 125"/>
          <p:cNvSpPr/>
          <p:nvPr/>
        </p:nvSpPr>
        <p:spPr bwMode="auto">
          <a:xfrm>
            <a:off x="10064465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41117" name="Freeform 126"/>
          <p:cNvSpPr/>
          <p:nvPr/>
        </p:nvSpPr>
        <p:spPr bwMode="auto">
          <a:xfrm>
            <a:off x="9468013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165311" name="Freeform 127"/>
          <p:cNvSpPr/>
          <p:nvPr/>
        </p:nvSpPr>
        <p:spPr bwMode="auto">
          <a:xfrm>
            <a:off x="8867041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958085" name="Freeform 128"/>
          <p:cNvSpPr/>
          <p:nvPr/>
        </p:nvSpPr>
        <p:spPr bwMode="auto">
          <a:xfrm>
            <a:off x="10064465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1457201" name="Freeform 129"/>
          <p:cNvSpPr/>
          <p:nvPr/>
        </p:nvSpPr>
        <p:spPr bwMode="auto">
          <a:xfrm>
            <a:off x="9468013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7113405" name="Freeform 130"/>
          <p:cNvSpPr/>
          <p:nvPr/>
        </p:nvSpPr>
        <p:spPr bwMode="auto">
          <a:xfrm>
            <a:off x="8867041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283112" name="Freeform 131"/>
          <p:cNvSpPr/>
          <p:nvPr/>
        </p:nvSpPr>
        <p:spPr bwMode="auto">
          <a:xfrm rot="7235047">
            <a:off x="8271563" y="4302133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993955" name="Freeform 132"/>
          <p:cNvSpPr/>
          <p:nvPr/>
        </p:nvSpPr>
        <p:spPr bwMode="auto">
          <a:xfrm>
            <a:off x="6340267" y="4688568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867387" name="Freeform 133"/>
          <p:cNvSpPr/>
          <p:nvPr/>
        </p:nvSpPr>
        <p:spPr bwMode="auto">
          <a:xfrm>
            <a:off x="6874587" y="4877754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404205" name="Freeform 28"/>
          <p:cNvSpPr/>
          <p:nvPr/>
        </p:nvSpPr>
        <p:spPr bwMode="auto">
          <a:xfrm rot="0" flipH="0" flipV="0">
            <a:off x="2642716" y="21518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18696602" name="TextBox 29"/>
          <p:cNvSpPr txBox="1"/>
          <p:nvPr/>
        </p:nvSpPr>
        <p:spPr bwMode="auto">
          <a:xfrm rot="0" flipH="0" flipV="0">
            <a:off x="2684734" y="21676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62583820" name="Freeform 30"/>
          <p:cNvSpPr/>
          <p:nvPr/>
        </p:nvSpPr>
        <p:spPr bwMode="auto">
          <a:xfrm rot="0" flipH="0" flipV="0">
            <a:off x="2700910" y="22100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98288752" name="AutoShape 31"/>
          <p:cNvSpPr/>
          <p:nvPr/>
        </p:nvSpPr>
        <p:spPr bwMode="auto">
          <a:xfrm flipV="1">
            <a:off x="1274186" y="953010"/>
            <a:ext cx="1069241" cy="8058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64898" name="Freeform 34"/>
          <p:cNvSpPr/>
          <p:nvPr/>
        </p:nvSpPr>
        <p:spPr bwMode="auto">
          <a:xfrm rot="0" flipH="0" flipV="0">
            <a:off x="2343427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5029986" name="TextBox 35"/>
          <p:cNvSpPr txBox="1"/>
          <p:nvPr/>
        </p:nvSpPr>
        <p:spPr bwMode="auto">
          <a:xfrm rot="0" flipH="0" flipV="0">
            <a:off x="2371485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4680454" name="Freeform 36"/>
          <p:cNvSpPr/>
          <p:nvPr/>
        </p:nvSpPr>
        <p:spPr bwMode="auto">
          <a:xfrm rot="0" flipH="0" flipV="0">
            <a:off x="2382287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63026351" name="Freeform 39"/>
          <p:cNvSpPr/>
          <p:nvPr/>
        </p:nvSpPr>
        <p:spPr bwMode="auto">
          <a:xfrm rot="0" flipH="0" flipV="0">
            <a:off x="825985" y="17036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3084154" name="TextBox 40"/>
          <p:cNvSpPr txBox="1"/>
          <p:nvPr/>
        </p:nvSpPr>
        <p:spPr bwMode="auto">
          <a:xfrm rot="0" flipH="0" flipV="0">
            <a:off x="868003" y="17194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5201549" name="Freeform 41"/>
          <p:cNvSpPr/>
          <p:nvPr/>
        </p:nvSpPr>
        <p:spPr bwMode="auto">
          <a:xfrm rot="0" flipH="0" flipV="0">
            <a:off x="884179" y="17618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362683243" name="AutoShape 42"/>
          <p:cNvSpPr/>
          <p:nvPr/>
        </p:nvSpPr>
        <p:spPr bwMode="auto">
          <a:xfrm>
            <a:off x="2529489" y="989868"/>
            <a:ext cx="282789" cy="116201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9728463" name="Freeform 45"/>
          <p:cNvSpPr/>
          <p:nvPr/>
        </p:nvSpPr>
        <p:spPr bwMode="auto">
          <a:xfrm rot="0" flipH="0" flipV="0">
            <a:off x="4571779" y="1095603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25609274" name="TextBox 46"/>
          <p:cNvSpPr txBox="1"/>
          <p:nvPr/>
        </p:nvSpPr>
        <p:spPr bwMode="auto">
          <a:xfrm rot="0" flipH="0" flipV="0">
            <a:off x="4599837" y="1106125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35358736" name="Freeform 47"/>
          <p:cNvSpPr/>
          <p:nvPr/>
        </p:nvSpPr>
        <p:spPr bwMode="auto">
          <a:xfrm rot="0" flipH="0" flipV="0">
            <a:off x="4610639" y="1134463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61656489" name="AutoShape 48"/>
          <p:cNvSpPr/>
          <p:nvPr/>
        </p:nvSpPr>
        <p:spPr bwMode="auto">
          <a:xfrm flipH="1">
            <a:off x="3090916" y="1336485"/>
            <a:ext cx="1480862" cy="90287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1767033" name="Freeform 51"/>
          <p:cNvSpPr/>
          <p:nvPr/>
        </p:nvSpPr>
        <p:spPr bwMode="auto">
          <a:xfrm rot="0" flipH="0" flipV="0">
            <a:off x="4011156" y="58717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49823097" name="TextBox 52"/>
          <p:cNvSpPr txBox="1"/>
          <p:nvPr/>
        </p:nvSpPr>
        <p:spPr bwMode="auto">
          <a:xfrm rot="0" flipH="0" flipV="0">
            <a:off x="4039213" y="59769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9650830" name="Freeform 53"/>
          <p:cNvSpPr/>
          <p:nvPr/>
        </p:nvSpPr>
        <p:spPr bwMode="auto">
          <a:xfrm rot="0" flipH="0" flipV="0">
            <a:off x="4050015" y="62603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775533086" name="AutoShape 54"/>
          <p:cNvSpPr/>
          <p:nvPr/>
        </p:nvSpPr>
        <p:spPr bwMode="auto">
          <a:xfrm flipH="1">
            <a:off x="3043724" y="886464"/>
            <a:ext cx="998943" cy="126542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335751" name="Freeform 57"/>
          <p:cNvSpPr/>
          <p:nvPr/>
        </p:nvSpPr>
        <p:spPr bwMode="auto">
          <a:xfrm rot="0" flipH="0" flipV="0">
            <a:off x="3200932" y="49418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1407653" name="TextBox 58"/>
          <p:cNvSpPr txBox="1"/>
          <p:nvPr/>
        </p:nvSpPr>
        <p:spPr bwMode="auto">
          <a:xfrm rot="0" flipH="0" flipV="0">
            <a:off x="3228990" y="50470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6934612" name="Freeform 59"/>
          <p:cNvSpPr/>
          <p:nvPr/>
        </p:nvSpPr>
        <p:spPr bwMode="auto">
          <a:xfrm rot="0" flipH="0" flipV="0">
            <a:off x="3239792" y="53304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012179979" name="AutoShape 60"/>
          <p:cNvSpPr/>
          <p:nvPr/>
        </p:nvSpPr>
        <p:spPr bwMode="auto">
          <a:xfrm flipH="1">
            <a:off x="2929403" y="793475"/>
            <a:ext cx="379377" cy="135841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5785986" name="AutoShape 61"/>
          <p:cNvSpPr/>
          <p:nvPr/>
        </p:nvSpPr>
        <p:spPr bwMode="auto">
          <a:xfrm>
            <a:off x="3090916" y="2461839"/>
            <a:ext cx="1406406" cy="5387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714533" name="Freeform 64"/>
          <p:cNvSpPr/>
          <p:nvPr/>
        </p:nvSpPr>
        <p:spPr bwMode="auto">
          <a:xfrm rot="0" flipH="0" flipV="0">
            <a:off x="4497323" y="286236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99464955" name="TextBox 65"/>
          <p:cNvSpPr txBox="1"/>
          <p:nvPr/>
        </p:nvSpPr>
        <p:spPr bwMode="auto">
          <a:xfrm rot="0" flipH="0" flipV="0">
            <a:off x="4539341" y="2878125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6927551" name="Freeform 66"/>
          <p:cNvSpPr/>
          <p:nvPr/>
        </p:nvSpPr>
        <p:spPr bwMode="auto">
          <a:xfrm rot="0" flipH="0" flipV="0">
            <a:off x="4555517" y="2920561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936429008" name="AutoShape 67"/>
          <p:cNvSpPr/>
          <p:nvPr/>
        </p:nvSpPr>
        <p:spPr bwMode="auto">
          <a:xfrm flipV="1">
            <a:off x="4841615" y="1445030"/>
            <a:ext cx="760153" cy="141733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646543" name="Freeform 70"/>
          <p:cNvSpPr/>
          <p:nvPr/>
        </p:nvSpPr>
        <p:spPr bwMode="auto">
          <a:xfrm rot="0" flipH="0" flipV="0">
            <a:off x="5497859" y="996831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33480239" name="TextBox 71"/>
          <p:cNvSpPr txBox="1"/>
          <p:nvPr/>
        </p:nvSpPr>
        <p:spPr bwMode="auto">
          <a:xfrm rot="0" flipH="0" flipV="0">
            <a:off x="5539877" y="1012587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9195612" name="Freeform 72"/>
          <p:cNvSpPr/>
          <p:nvPr/>
        </p:nvSpPr>
        <p:spPr bwMode="auto">
          <a:xfrm rot="0" flipH="0" flipV="0">
            <a:off x="5556052" y="1055023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957958023" name="Freeform 75"/>
          <p:cNvSpPr/>
          <p:nvPr/>
        </p:nvSpPr>
        <p:spPr bwMode="auto">
          <a:xfrm rot="0" flipH="0" flipV="0">
            <a:off x="5527648" y="3000618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2355823" name="TextBox 76"/>
          <p:cNvSpPr txBox="1"/>
          <p:nvPr/>
        </p:nvSpPr>
        <p:spPr bwMode="auto">
          <a:xfrm rot="0" flipH="0" flipV="0">
            <a:off x="5555706" y="3011140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37464481" name="Freeform 77"/>
          <p:cNvSpPr/>
          <p:nvPr/>
        </p:nvSpPr>
        <p:spPr bwMode="auto">
          <a:xfrm rot="0" flipH="0" flipV="0">
            <a:off x="5566508" y="3039478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5109707" name="AutoShape 78"/>
          <p:cNvSpPr/>
          <p:nvPr/>
        </p:nvSpPr>
        <p:spPr bwMode="auto">
          <a:xfrm>
            <a:off x="4945523" y="3101426"/>
            <a:ext cx="582125" cy="388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38581" name="Freeform 81"/>
          <p:cNvSpPr/>
          <p:nvPr/>
        </p:nvSpPr>
        <p:spPr bwMode="auto">
          <a:xfrm rot="0" flipH="0" flipV="0">
            <a:off x="6697518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5088384" name="TextBox 82"/>
          <p:cNvSpPr txBox="1"/>
          <p:nvPr/>
        </p:nvSpPr>
        <p:spPr bwMode="auto">
          <a:xfrm rot="0" flipH="0" flipV="0">
            <a:off x="6725576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15563108" name="Freeform 83"/>
          <p:cNvSpPr/>
          <p:nvPr/>
        </p:nvSpPr>
        <p:spPr bwMode="auto">
          <a:xfrm rot="0" flipH="0" flipV="0">
            <a:off x="6736378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870326427" name="AutoShape 84"/>
          <p:cNvSpPr/>
          <p:nvPr/>
        </p:nvSpPr>
        <p:spPr bwMode="auto">
          <a:xfrm flipV="1">
            <a:off x="5946059" y="890856"/>
            <a:ext cx="751458" cy="254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139975" name="Freeform 87"/>
          <p:cNvSpPr/>
          <p:nvPr/>
        </p:nvSpPr>
        <p:spPr bwMode="auto">
          <a:xfrm rot="0" flipH="0" flipV="0">
            <a:off x="6623064" y="2048584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14114536" name="TextBox 88"/>
          <p:cNvSpPr txBox="1"/>
          <p:nvPr/>
        </p:nvSpPr>
        <p:spPr bwMode="auto">
          <a:xfrm rot="0" flipH="0" flipV="0">
            <a:off x="6665081" y="2064341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19119951" name="Freeform 89"/>
          <p:cNvSpPr/>
          <p:nvPr/>
        </p:nvSpPr>
        <p:spPr bwMode="auto">
          <a:xfrm rot="0" flipH="0" flipV="0">
            <a:off x="6681256" y="2106777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17649549" name="AutoShape 90"/>
          <p:cNvSpPr/>
          <p:nvPr/>
        </p:nvSpPr>
        <p:spPr bwMode="auto">
          <a:xfrm>
            <a:off x="5946059" y="1430402"/>
            <a:ext cx="677003" cy="63280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156187" name="Freeform 93"/>
          <p:cNvSpPr/>
          <p:nvPr/>
        </p:nvSpPr>
        <p:spPr bwMode="auto">
          <a:xfrm rot="0" flipH="0" flipV="0">
            <a:off x="7690234" y="89085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5914662" name="TextBox 94"/>
          <p:cNvSpPr txBox="1"/>
          <p:nvPr/>
        </p:nvSpPr>
        <p:spPr bwMode="auto">
          <a:xfrm rot="0" flipH="0" flipV="0">
            <a:off x="7718292" y="90137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3636598" name="Freeform 95"/>
          <p:cNvSpPr/>
          <p:nvPr/>
        </p:nvSpPr>
        <p:spPr bwMode="auto">
          <a:xfrm rot="0" flipH="0" flipV="0">
            <a:off x="7729094" y="929715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774307381" name="AutoShape 96"/>
          <p:cNvSpPr/>
          <p:nvPr/>
        </p:nvSpPr>
        <p:spPr bwMode="auto">
          <a:xfrm flipV="1">
            <a:off x="7027711" y="1190145"/>
            <a:ext cx="691605" cy="858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899230" name="Freeform 99"/>
          <p:cNvSpPr/>
          <p:nvPr/>
        </p:nvSpPr>
        <p:spPr bwMode="auto">
          <a:xfrm rot="0" flipH="0" flipV="0">
            <a:off x="7989522" y="1394892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994412" name="TextBox 100"/>
          <p:cNvSpPr txBox="1"/>
          <p:nvPr/>
        </p:nvSpPr>
        <p:spPr bwMode="auto">
          <a:xfrm rot="0" flipH="0" flipV="0">
            <a:off x="8017580" y="140541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6958860" name="Freeform 101"/>
          <p:cNvSpPr/>
          <p:nvPr/>
        </p:nvSpPr>
        <p:spPr bwMode="auto">
          <a:xfrm rot="0" flipH="0" flipV="0">
            <a:off x="8028382" y="143375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181598762" name="AutoShape 102"/>
          <p:cNvSpPr/>
          <p:nvPr/>
        </p:nvSpPr>
        <p:spPr bwMode="auto">
          <a:xfrm flipV="1">
            <a:off x="7071264" y="1628872"/>
            <a:ext cx="918258" cy="5175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652358" name="Freeform 105"/>
          <p:cNvSpPr/>
          <p:nvPr/>
        </p:nvSpPr>
        <p:spPr bwMode="auto">
          <a:xfrm rot="0" flipH="0" flipV="0">
            <a:off x="8075529" y="225811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6656680" name="TextBox 106"/>
          <p:cNvSpPr txBox="1"/>
          <p:nvPr/>
        </p:nvSpPr>
        <p:spPr bwMode="auto">
          <a:xfrm rot="0" flipH="0" flipV="0">
            <a:off x="8103586" y="226863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2568239" name="Freeform 107"/>
          <p:cNvSpPr/>
          <p:nvPr/>
        </p:nvSpPr>
        <p:spPr bwMode="auto">
          <a:xfrm rot="0" flipH="0" flipV="0">
            <a:off x="8114388" y="229697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612965472" name="AutoShape 108"/>
          <p:cNvSpPr/>
          <p:nvPr/>
        </p:nvSpPr>
        <p:spPr bwMode="auto">
          <a:xfrm>
            <a:off x="7071264" y="2294652"/>
            <a:ext cx="1004265" cy="9843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173683" name="Freeform 111"/>
          <p:cNvSpPr/>
          <p:nvPr/>
        </p:nvSpPr>
        <p:spPr bwMode="auto">
          <a:xfrm rot="0" flipH="0" flipV="0">
            <a:off x="7627330" y="2975672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2916732" name="TextBox 112"/>
          <p:cNvSpPr txBox="1"/>
          <p:nvPr/>
        </p:nvSpPr>
        <p:spPr bwMode="auto">
          <a:xfrm rot="0" flipH="0" flipV="0">
            <a:off x="7669348" y="2991428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68731428" name="Freeform 113"/>
          <p:cNvSpPr/>
          <p:nvPr/>
        </p:nvSpPr>
        <p:spPr bwMode="auto">
          <a:xfrm rot="0" flipH="0" flipV="0">
            <a:off x="7685524" y="3033865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265468219" name="AutoShape 114"/>
          <p:cNvSpPr/>
          <p:nvPr/>
        </p:nvSpPr>
        <p:spPr bwMode="auto">
          <a:xfrm>
            <a:off x="7071264" y="2479562"/>
            <a:ext cx="556065" cy="51333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498877" name="Freeform 115"/>
          <p:cNvSpPr/>
          <p:nvPr/>
        </p:nvSpPr>
        <p:spPr bwMode="auto">
          <a:xfrm rot="-10799952">
            <a:off x="8302898" y="609496"/>
            <a:ext cx="741879" cy="3297241"/>
          </a:xfrm>
          <a:custGeom>
            <a:avLst/>
            <a:gdLst/>
            <a:ahLst/>
            <a:cxnLst/>
            <a:rect l="l" t="t" r="r" b="b"/>
            <a:pathLst>
              <a:path w="741880" h="3297243" fill="norm" stroke="1" extrusionOk="0">
                <a:moveTo>
                  <a:pt x="0" y="0"/>
                </a:moveTo>
                <a:lnTo>
                  <a:pt x="741879" y="0"/>
                </a:lnTo>
                <a:lnTo>
                  <a:pt x="741879" y="3297243"/>
                </a:lnTo>
                <a:lnTo>
                  <a:pt x="0" y="32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7516348" name="Freeform 117"/>
          <p:cNvSpPr/>
          <p:nvPr/>
        </p:nvSpPr>
        <p:spPr bwMode="auto">
          <a:xfrm rot="0" flipH="0" flipV="0">
            <a:off x="9394318" y="1429764"/>
            <a:ext cx="2083123" cy="1656702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98843443" name="TextBox 118"/>
          <p:cNvSpPr txBox="1"/>
          <p:nvPr/>
        </p:nvSpPr>
        <p:spPr bwMode="auto">
          <a:xfrm rot="0" flipH="0" flipV="0">
            <a:off x="9394318" y="1400900"/>
            <a:ext cx="2083123" cy="168557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019680838" name="Freeform 119"/>
          <p:cNvSpPr/>
          <p:nvPr/>
        </p:nvSpPr>
        <p:spPr bwMode="auto">
          <a:xfrm>
            <a:off x="1077761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060106" name="Freeform 120"/>
          <p:cNvSpPr/>
          <p:nvPr/>
        </p:nvSpPr>
        <p:spPr bwMode="auto">
          <a:xfrm>
            <a:off x="1020638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637389" name="Freeform 121"/>
          <p:cNvSpPr/>
          <p:nvPr/>
        </p:nvSpPr>
        <p:spPr bwMode="auto">
          <a:xfrm>
            <a:off x="9630823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5503905" name="Freeform 122"/>
          <p:cNvSpPr/>
          <p:nvPr/>
        </p:nvSpPr>
        <p:spPr bwMode="auto">
          <a:xfrm>
            <a:off x="1077761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119952" name="Freeform 123"/>
          <p:cNvSpPr/>
          <p:nvPr/>
        </p:nvSpPr>
        <p:spPr bwMode="auto">
          <a:xfrm>
            <a:off x="1020638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16670" name="Freeform 124"/>
          <p:cNvSpPr/>
          <p:nvPr/>
        </p:nvSpPr>
        <p:spPr bwMode="auto">
          <a:xfrm>
            <a:off x="9630823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847637" name="Freeform 125"/>
          <p:cNvSpPr/>
          <p:nvPr/>
        </p:nvSpPr>
        <p:spPr bwMode="auto">
          <a:xfrm rot="7235047">
            <a:off x="9060527" y="4074855"/>
            <a:ext cx="1899915" cy="679218"/>
          </a:xfrm>
          <a:custGeom>
            <a:avLst/>
            <a:gdLst/>
            <a:ahLst/>
            <a:cxnLst/>
            <a:rect l="l" t="t" r="r" b="b"/>
            <a:pathLst>
              <a:path w="1899917" h="679220" fill="norm" stroke="1" extrusionOk="0">
                <a:moveTo>
                  <a:pt x="0" y="0"/>
                </a:moveTo>
                <a:lnTo>
                  <a:pt x="1899917" y="0"/>
                </a:lnTo>
                <a:lnTo>
                  <a:pt x="1899917" y="679221"/>
                </a:lnTo>
                <a:lnTo>
                  <a:pt x="0" y="6792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358479" name="Freeform 126"/>
          <p:cNvSpPr/>
          <p:nvPr/>
        </p:nvSpPr>
        <p:spPr bwMode="auto">
          <a:xfrm>
            <a:off x="7210904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147098" name="Freeform 127"/>
          <p:cNvSpPr/>
          <p:nvPr/>
        </p:nvSpPr>
        <p:spPr bwMode="auto">
          <a:xfrm>
            <a:off x="7722628" y="4626134"/>
            <a:ext cx="566181" cy="503193"/>
          </a:xfrm>
          <a:custGeom>
            <a:avLst/>
            <a:gdLst/>
            <a:ahLst/>
            <a:cxnLst/>
            <a:rect l="l" t="t" r="r" b="b"/>
            <a:pathLst>
              <a:path w="566183" h="503195" fill="norm" stroke="1" extrusionOk="0">
                <a:moveTo>
                  <a:pt x="0" y="0"/>
                </a:moveTo>
                <a:lnTo>
                  <a:pt x="566183" y="0"/>
                </a:lnTo>
                <a:lnTo>
                  <a:pt x="566183" y="503196"/>
                </a:lnTo>
                <a:lnTo>
                  <a:pt x="0" y="50319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476556" name="Freeform 128"/>
          <p:cNvSpPr/>
          <p:nvPr/>
        </p:nvSpPr>
        <p:spPr bwMode="auto">
          <a:xfrm>
            <a:off x="3910651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768987" name="Freeform 129"/>
          <p:cNvSpPr/>
          <p:nvPr/>
        </p:nvSpPr>
        <p:spPr bwMode="auto">
          <a:xfrm>
            <a:off x="5946059" y="5069082"/>
            <a:ext cx="826977" cy="496185"/>
          </a:xfrm>
          <a:custGeom>
            <a:avLst/>
            <a:gdLst/>
            <a:ahLst/>
            <a:cxnLst/>
            <a:rect l="l" t="t" r="r" b="b"/>
            <a:pathLst>
              <a:path w="826979" h="496187" fill="norm" stroke="1" extrusionOk="0">
                <a:moveTo>
                  <a:pt x="0" y="0"/>
                </a:moveTo>
                <a:lnTo>
                  <a:pt x="826979" y="0"/>
                </a:lnTo>
                <a:lnTo>
                  <a:pt x="826979" y="496187"/>
                </a:lnTo>
                <a:lnTo>
                  <a:pt x="0" y="49618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778467" name="TextBox 130"/>
          <p:cNvSpPr txBox="1"/>
          <p:nvPr/>
        </p:nvSpPr>
        <p:spPr bwMode="auto">
          <a:xfrm>
            <a:off x="3857893" y="6203593"/>
            <a:ext cx="1670833" cy="35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ボブ</a:t>
            </a:r>
            <a:endParaRPr/>
          </a:p>
        </p:txBody>
      </p:sp>
      <p:sp>
        <p:nvSpPr>
          <p:cNvPr id="1120844682" name="Freeform 132"/>
          <p:cNvSpPr/>
          <p:nvPr/>
        </p:nvSpPr>
        <p:spPr bwMode="auto">
          <a:xfrm rot="0" flipH="0" flipV="0">
            <a:off x="606944" y="5008284"/>
            <a:ext cx="886279" cy="61777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4823" y="0"/>
                </a:moveTo>
                <a:lnTo>
                  <a:pt x="260774" y="0"/>
                </a:lnTo>
                <a:cubicBezTo>
                  <a:pt x="318666" y="0"/>
                  <a:pt x="365597" y="46931"/>
                  <a:pt x="365597" y="104823"/>
                </a:cubicBezTo>
                <a:lnTo>
                  <a:pt x="365597" y="150015"/>
                </a:lnTo>
                <a:cubicBezTo>
                  <a:pt x="365597" y="177816"/>
                  <a:pt x="354553" y="204478"/>
                  <a:pt x="334895" y="224137"/>
                </a:cubicBezTo>
                <a:cubicBezTo>
                  <a:pt x="315237" y="243795"/>
                  <a:pt x="288574" y="254839"/>
                  <a:pt x="260774" y="254839"/>
                </a:cubicBezTo>
                <a:lnTo>
                  <a:pt x="104823" y="254839"/>
                </a:lnTo>
                <a:cubicBezTo>
                  <a:pt x="77022" y="254839"/>
                  <a:pt x="50360" y="243795"/>
                  <a:pt x="30702" y="224137"/>
                </a:cubicBezTo>
                <a:cubicBezTo>
                  <a:pt x="11044" y="204478"/>
                  <a:pt x="0" y="177816"/>
                  <a:pt x="0" y="150015"/>
                </a:cubicBezTo>
                <a:lnTo>
                  <a:pt x="0" y="104823"/>
                </a:lnTo>
                <a:cubicBezTo>
                  <a:pt x="0" y="77022"/>
                  <a:pt x="11044" y="50360"/>
                  <a:pt x="30702" y="30702"/>
                </a:cubicBezTo>
                <a:cubicBezTo>
                  <a:pt x="50360" y="11044"/>
                  <a:pt x="77022" y="0"/>
                  <a:pt x="10482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6821024" name="TextBox 133"/>
          <p:cNvSpPr txBox="1"/>
          <p:nvPr/>
        </p:nvSpPr>
        <p:spPr bwMode="auto">
          <a:xfrm rot="0" flipH="0" flipV="0">
            <a:off x="606944" y="4846654"/>
            <a:ext cx="886279" cy="77941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745505524" name="AutoShape 134"/>
          <p:cNvSpPr/>
          <p:nvPr/>
        </p:nvSpPr>
        <p:spPr bwMode="auto">
          <a:xfrm flipH="1">
            <a:off x="1050086" y="2151890"/>
            <a:ext cx="0" cy="2856393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627951" name="AutoShape 135"/>
          <p:cNvSpPr/>
          <p:nvPr/>
        </p:nvSpPr>
        <p:spPr bwMode="auto">
          <a:xfrm flipH="1" flipV="1">
            <a:off x="1493228" y="5317174"/>
            <a:ext cx="2417422" cy="0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649435" name="AutoShape 26"/>
          <p:cNvSpPr/>
          <p:nvPr/>
        </p:nvSpPr>
        <p:spPr bwMode="auto">
          <a:xfrm flipV="1">
            <a:off x="1487747" y="1147624"/>
            <a:ext cx="1021349" cy="76978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267076" name="Freeform 29"/>
          <p:cNvSpPr/>
          <p:nvPr/>
        </p:nvSpPr>
        <p:spPr bwMode="auto">
          <a:xfrm rot="0" flipH="0" flipV="0">
            <a:off x="2509097" y="89694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08405355" name="TextBox 30"/>
          <p:cNvSpPr txBox="1"/>
          <p:nvPr/>
        </p:nvSpPr>
        <p:spPr bwMode="auto">
          <a:xfrm rot="0" flipH="0" flipV="0">
            <a:off x="2535898" y="906999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58040248" name="Freeform 31"/>
          <p:cNvSpPr/>
          <p:nvPr/>
        </p:nvSpPr>
        <p:spPr bwMode="auto">
          <a:xfrm rot="0" flipH="0" flipV="0">
            <a:off x="2546215" y="934066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766303148" name="Freeform 34"/>
          <p:cNvSpPr/>
          <p:nvPr/>
        </p:nvSpPr>
        <p:spPr bwMode="auto">
          <a:xfrm rot="0" flipH="0" flipV="0">
            <a:off x="1059624" y="186467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05923709" name="TextBox 35"/>
          <p:cNvSpPr txBox="1"/>
          <p:nvPr/>
        </p:nvSpPr>
        <p:spPr bwMode="auto">
          <a:xfrm rot="0" flipH="0" flipV="0">
            <a:off x="1099759" y="187973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58548829" name="Freeform 36"/>
          <p:cNvSpPr/>
          <p:nvPr/>
        </p:nvSpPr>
        <p:spPr bwMode="auto">
          <a:xfrm rot="0" flipH="0" flipV="0">
            <a:off x="1115210" y="1920265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118609629" name="AutoShape 37"/>
          <p:cNvSpPr/>
          <p:nvPr/>
        </p:nvSpPr>
        <p:spPr bwMode="auto">
          <a:xfrm>
            <a:off x="2770913" y="1182832"/>
            <a:ext cx="525105" cy="63142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67312" name="Freeform 40"/>
          <p:cNvSpPr/>
          <p:nvPr/>
        </p:nvSpPr>
        <p:spPr bwMode="auto">
          <a:xfrm rot="0" flipH="0" flipV="0">
            <a:off x="4521843" y="115312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291721" name="TextBox 41"/>
          <p:cNvSpPr txBox="1"/>
          <p:nvPr/>
        </p:nvSpPr>
        <p:spPr bwMode="auto">
          <a:xfrm rot="0" flipH="0" flipV="0">
            <a:off x="4548643" y="116317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70913871" name="Freeform 42"/>
          <p:cNvSpPr/>
          <p:nvPr/>
        </p:nvSpPr>
        <p:spPr bwMode="auto">
          <a:xfrm rot="0" flipH="0" flipV="0">
            <a:off x="4558960" y="119024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78481378" name="AutoShape 43"/>
          <p:cNvSpPr/>
          <p:nvPr/>
        </p:nvSpPr>
        <p:spPr bwMode="auto">
          <a:xfrm flipH="1">
            <a:off x="3824645" y="1384233"/>
            <a:ext cx="697196" cy="4300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484982" name="Freeform 46"/>
          <p:cNvSpPr/>
          <p:nvPr/>
        </p:nvSpPr>
        <p:spPr bwMode="auto">
          <a:xfrm rot="0" flipH="0" flipV="0">
            <a:off x="4102126" y="79817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0009940" name="TextBox 47"/>
          <p:cNvSpPr txBox="1"/>
          <p:nvPr/>
        </p:nvSpPr>
        <p:spPr bwMode="auto">
          <a:xfrm rot="0" flipH="0" flipV="0">
            <a:off x="4128927" y="80822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45201496" name="Freeform 48"/>
          <p:cNvSpPr/>
          <p:nvPr/>
        </p:nvSpPr>
        <p:spPr bwMode="auto">
          <a:xfrm rot="0" flipH="0" flipV="0">
            <a:off x="4139244" y="83529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599213181" name="AutoShape 49"/>
          <p:cNvSpPr/>
          <p:nvPr/>
        </p:nvSpPr>
        <p:spPr bwMode="auto">
          <a:xfrm flipH="1">
            <a:off x="3627636" y="1084058"/>
            <a:ext cx="516350" cy="73019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4282490" name="Freeform 52"/>
          <p:cNvSpPr/>
          <p:nvPr/>
        </p:nvSpPr>
        <p:spPr bwMode="auto">
          <a:xfrm rot="0" flipH="0" flipV="0">
            <a:off x="3328192" y="709350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6667091" name="TextBox 53"/>
          <p:cNvSpPr txBox="1"/>
          <p:nvPr/>
        </p:nvSpPr>
        <p:spPr bwMode="auto">
          <a:xfrm rot="0" flipH="0" flipV="0">
            <a:off x="3354993" y="719401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0613631" name="Freeform 54"/>
          <p:cNvSpPr/>
          <p:nvPr/>
        </p:nvSpPr>
        <p:spPr bwMode="auto">
          <a:xfrm rot="0" flipH="0" flipV="0">
            <a:off x="3365310" y="74646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02155006" name="AutoShape 55"/>
          <p:cNvSpPr/>
          <p:nvPr/>
        </p:nvSpPr>
        <p:spPr bwMode="auto">
          <a:xfrm>
            <a:off x="3471633" y="995234"/>
            <a:ext cx="2854" cy="8190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134773" name="AutoShape 56"/>
          <p:cNvSpPr/>
          <p:nvPr/>
        </p:nvSpPr>
        <p:spPr bwMode="auto">
          <a:xfrm>
            <a:off x="3718643" y="2245277"/>
            <a:ext cx="847874" cy="7507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455760" name="Freeform 59"/>
          <p:cNvSpPr/>
          <p:nvPr/>
        </p:nvSpPr>
        <p:spPr bwMode="auto">
          <a:xfrm rot="0" flipH="0" flipV="0">
            <a:off x="4566519" y="2971461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502295193" name="TextBox 60"/>
          <p:cNvSpPr txBox="1"/>
          <p:nvPr/>
        </p:nvSpPr>
        <p:spPr bwMode="auto">
          <a:xfrm rot="0" flipH="0" flipV="0">
            <a:off x="4606654" y="2986513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73922446" name="Freeform 61"/>
          <p:cNvSpPr/>
          <p:nvPr/>
        </p:nvSpPr>
        <p:spPr bwMode="auto">
          <a:xfrm rot="0" flipH="0" flipV="0">
            <a:off x="4622105" y="3027048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442748357" name="AutoShape 62"/>
          <p:cNvSpPr/>
          <p:nvPr/>
        </p:nvSpPr>
        <p:spPr bwMode="auto">
          <a:xfrm flipV="1">
            <a:off x="4895388" y="1617606"/>
            <a:ext cx="726105" cy="1353854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02694" name="Freeform 65"/>
          <p:cNvSpPr/>
          <p:nvPr/>
        </p:nvSpPr>
        <p:spPr bwMode="auto">
          <a:xfrm rot="0" flipH="0" flipV="0">
            <a:off x="5522239" y="1189481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485074253" name="TextBox 66"/>
          <p:cNvSpPr txBox="1"/>
          <p:nvPr/>
        </p:nvSpPr>
        <p:spPr bwMode="auto">
          <a:xfrm rot="0" flipH="0" flipV="0">
            <a:off x="5562375" y="1204533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846632446" name="Freeform 67"/>
          <p:cNvSpPr/>
          <p:nvPr/>
        </p:nvSpPr>
        <p:spPr bwMode="auto">
          <a:xfrm rot="0" flipH="0" flipV="0">
            <a:off x="5577825" y="1245067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29555043" name="Freeform 70"/>
          <p:cNvSpPr/>
          <p:nvPr/>
        </p:nvSpPr>
        <p:spPr bwMode="auto">
          <a:xfrm rot="0" flipH="0" flipV="0">
            <a:off x="5550696" y="310351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40722880" name="TextBox 71"/>
          <p:cNvSpPr txBox="1"/>
          <p:nvPr/>
        </p:nvSpPr>
        <p:spPr bwMode="auto">
          <a:xfrm rot="0" flipH="0" flipV="0">
            <a:off x="5577496" y="3113570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36500207" name="Freeform 72"/>
          <p:cNvSpPr/>
          <p:nvPr/>
        </p:nvSpPr>
        <p:spPr bwMode="auto">
          <a:xfrm rot="0" flipH="0" flipV="0">
            <a:off x="5587813" y="3140637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91513346" name="AutoShape 73"/>
          <p:cNvSpPr/>
          <p:nvPr/>
        </p:nvSpPr>
        <p:spPr bwMode="auto">
          <a:xfrm>
            <a:off x="4994644" y="3199810"/>
            <a:ext cx="556051" cy="37108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788872" name="Freeform 76"/>
          <p:cNvSpPr/>
          <p:nvPr/>
        </p:nvSpPr>
        <p:spPr bwMode="auto">
          <a:xfrm rot="0" flipH="0" flipV="0">
            <a:off x="6668166" y="89694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896081141" name="TextBox 77"/>
          <p:cNvSpPr txBox="1"/>
          <p:nvPr/>
        </p:nvSpPr>
        <p:spPr bwMode="auto">
          <a:xfrm rot="0" flipH="0" flipV="0">
            <a:off x="6694967" y="906999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0469025" name="Freeform 78"/>
          <p:cNvSpPr/>
          <p:nvPr/>
        </p:nvSpPr>
        <p:spPr bwMode="auto">
          <a:xfrm rot="0" flipH="0" flipV="0">
            <a:off x="6705284" y="934066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2005488522" name="AutoShape 79"/>
          <p:cNvSpPr/>
          <p:nvPr/>
        </p:nvSpPr>
        <p:spPr bwMode="auto">
          <a:xfrm flipV="1">
            <a:off x="5950365" y="1088254"/>
            <a:ext cx="717800" cy="24286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866717" name="Freeform 82"/>
          <p:cNvSpPr/>
          <p:nvPr/>
        </p:nvSpPr>
        <p:spPr bwMode="auto">
          <a:xfrm rot="0" flipH="0" flipV="0">
            <a:off x="6597046" y="2194126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352885917" name="TextBox 83"/>
          <p:cNvSpPr txBox="1"/>
          <p:nvPr/>
        </p:nvSpPr>
        <p:spPr bwMode="auto">
          <a:xfrm rot="0" flipH="0" flipV="0">
            <a:off x="6637182" y="2209178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54147966" name="Freeform 84"/>
          <p:cNvSpPr/>
          <p:nvPr/>
        </p:nvSpPr>
        <p:spPr bwMode="auto">
          <a:xfrm rot="0" flipH="0" flipV="0">
            <a:off x="6652632" y="2249713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88253542" name="AutoShape 85"/>
          <p:cNvSpPr/>
          <p:nvPr/>
        </p:nvSpPr>
        <p:spPr bwMode="auto">
          <a:xfrm>
            <a:off x="5950365" y="1603634"/>
            <a:ext cx="646679" cy="604467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067192" name="Freeform 88"/>
          <p:cNvSpPr/>
          <p:nvPr/>
        </p:nvSpPr>
        <p:spPr bwMode="auto">
          <a:xfrm rot="0" flipH="0" flipV="0">
            <a:off x="7616418" y="108825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650514644" name="TextBox 89"/>
          <p:cNvSpPr txBox="1"/>
          <p:nvPr/>
        </p:nvSpPr>
        <p:spPr bwMode="auto">
          <a:xfrm rot="0" flipH="0" flipV="0">
            <a:off x="7643219" y="109830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9435617" name="Freeform 90"/>
          <p:cNvSpPr/>
          <p:nvPr/>
        </p:nvSpPr>
        <p:spPr bwMode="auto">
          <a:xfrm rot="0" flipH="0" flipV="0">
            <a:off x="7653537" y="112537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669998042" name="AutoShape 91"/>
          <p:cNvSpPr/>
          <p:nvPr/>
        </p:nvSpPr>
        <p:spPr bwMode="auto">
          <a:xfrm flipV="1">
            <a:off x="6983570" y="1374136"/>
            <a:ext cx="660628" cy="819990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343640" name="Freeform 94"/>
          <p:cNvSpPr/>
          <p:nvPr/>
        </p:nvSpPr>
        <p:spPr bwMode="auto">
          <a:xfrm rot="0" flipH="0" flipV="0">
            <a:off x="7902301" y="1569711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396253823" name="TextBox 95"/>
          <p:cNvSpPr txBox="1"/>
          <p:nvPr/>
        </p:nvSpPr>
        <p:spPr bwMode="auto">
          <a:xfrm rot="0" flipH="0" flipV="0">
            <a:off x="7929102" y="1579762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1803582" name="Freeform 96"/>
          <p:cNvSpPr/>
          <p:nvPr/>
        </p:nvSpPr>
        <p:spPr bwMode="auto">
          <a:xfrm rot="0" flipH="0" flipV="0">
            <a:off x="7939418" y="160682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710867870" name="AutoShape 97"/>
          <p:cNvSpPr/>
          <p:nvPr/>
        </p:nvSpPr>
        <p:spPr bwMode="auto">
          <a:xfrm flipV="1">
            <a:off x="7025171" y="1793213"/>
            <a:ext cx="877131" cy="494334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982472" name="Freeform 100"/>
          <p:cNvSpPr/>
          <p:nvPr/>
        </p:nvSpPr>
        <p:spPr bwMode="auto">
          <a:xfrm rot="0" flipH="0" flipV="0">
            <a:off x="7984454" y="2394274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384303039" name="TextBox 101"/>
          <p:cNvSpPr txBox="1"/>
          <p:nvPr/>
        </p:nvSpPr>
        <p:spPr bwMode="auto">
          <a:xfrm rot="0" flipH="0" flipV="0">
            <a:off x="8011255" y="2404325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81173069" name="Freeform 102"/>
          <p:cNvSpPr/>
          <p:nvPr/>
        </p:nvSpPr>
        <p:spPr bwMode="auto">
          <a:xfrm rot="0" flipH="0" flipV="0">
            <a:off x="8021572" y="2431392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32789011" name="AutoShape 103"/>
          <p:cNvSpPr/>
          <p:nvPr/>
        </p:nvSpPr>
        <p:spPr bwMode="auto">
          <a:xfrm>
            <a:off x="7025171" y="2429172"/>
            <a:ext cx="959283" cy="9403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742724" name="Freeform 106"/>
          <p:cNvSpPr/>
          <p:nvPr/>
        </p:nvSpPr>
        <p:spPr bwMode="auto">
          <a:xfrm rot="0" flipH="0" flipV="0">
            <a:off x="7556330" y="307968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009956092" name="TextBox 107"/>
          <p:cNvSpPr txBox="1"/>
          <p:nvPr/>
        </p:nvSpPr>
        <p:spPr bwMode="auto">
          <a:xfrm rot="0" flipH="0" flipV="0">
            <a:off x="7596466" y="309474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80941593" name="Freeform 108"/>
          <p:cNvSpPr/>
          <p:nvPr/>
        </p:nvSpPr>
        <p:spPr bwMode="auto">
          <a:xfrm rot="0" flipH="0" flipV="0">
            <a:off x="7611917" y="3135276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142624070" name="AutoShape 109"/>
          <p:cNvSpPr/>
          <p:nvPr/>
        </p:nvSpPr>
        <p:spPr bwMode="auto">
          <a:xfrm>
            <a:off x="7025171" y="2605800"/>
            <a:ext cx="531158" cy="490338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533617" name="Freeform 110"/>
          <p:cNvSpPr/>
          <p:nvPr/>
        </p:nvSpPr>
        <p:spPr bwMode="auto">
          <a:xfrm rot="-10799952">
            <a:off x="8201640" y="819494"/>
            <a:ext cx="708651" cy="3149556"/>
          </a:xfrm>
          <a:custGeom>
            <a:avLst/>
            <a:gdLst/>
            <a:ahLst/>
            <a:cxnLst/>
            <a:rect l="l" t="t" r="r" b="b"/>
            <a:pathLst>
              <a:path w="708651" h="3149558" fill="norm" stroke="1" extrusionOk="0">
                <a:moveTo>
                  <a:pt x="0" y="0"/>
                </a:moveTo>
                <a:lnTo>
                  <a:pt x="708650" y="0"/>
                </a:lnTo>
                <a:lnTo>
                  <a:pt x="708650" y="3149558"/>
                </a:lnTo>
                <a:lnTo>
                  <a:pt x="0" y="314955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982397" name="Freeform 112"/>
          <p:cNvSpPr/>
          <p:nvPr/>
        </p:nvSpPr>
        <p:spPr bwMode="auto">
          <a:xfrm rot="0" flipH="0" flipV="0">
            <a:off x="9244174" y="1603022"/>
            <a:ext cx="1989819" cy="158249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84044546" name="TextBox 113"/>
          <p:cNvSpPr txBox="1"/>
          <p:nvPr/>
        </p:nvSpPr>
        <p:spPr bwMode="auto">
          <a:xfrm rot="0" flipH="0" flipV="0">
            <a:off x="9244174" y="1575451"/>
            <a:ext cx="1989819" cy="161007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580"/>
              </a:lnSpc>
              <a:defRPr/>
            </a:pPr>
            <a:endParaRPr/>
          </a:p>
        </p:txBody>
      </p:sp>
      <p:sp>
        <p:nvSpPr>
          <p:cNvPr id="1111120741" name="Freeform 114"/>
          <p:cNvSpPr/>
          <p:nvPr/>
        </p:nvSpPr>
        <p:spPr bwMode="auto">
          <a:xfrm>
            <a:off x="10565507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907287" name="Freeform 115"/>
          <p:cNvSpPr/>
          <p:nvPr/>
        </p:nvSpPr>
        <p:spPr bwMode="auto">
          <a:xfrm>
            <a:off x="10019864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671940" name="Freeform 116"/>
          <p:cNvSpPr/>
          <p:nvPr/>
        </p:nvSpPr>
        <p:spPr bwMode="auto">
          <a:xfrm>
            <a:off x="9470086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784274" name="Freeform 117"/>
          <p:cNvSpPr/>
          <p:nvPr/>
        </p:nvSpPr>
        <p:spPr bwMode="auto">
          <a:xfrm>
            <a:off x="10565507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95871" name="Freeform 118"/>
          <p:cNvSpPr/>
          <p:nvPr/>
        </p:nvSpPr>
        <p:spPr bwMode="auto">
          <a:xfrm>
            <a:off x="10019864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962989" name="Freeform 119"/>
          <p:cNvSpPr/>
          <p:nvPr/>
        </p:nvSpPr>
        <p:spPr bwMode="auto">
          <a:xfrm>
            <a:off x="9470086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96245" name="Freeform 120"/>
          <p:cNvSpPr/>
          <p:nvPr/>
        </p:nvSpPr>
        <p:spPr bwMode="auto">
          <a:xfrm rot="7235047">
            <a:off x="8925334" y="4129641"/>
            <a:ext cx="1814817" cy="648796"/>
          </a:xfrm>
          <a:custGeom>
            <a:avLst/>
            <a:gdLst/>
            <a:ahLst/>
            <a:cxnLst/>
            <a:rect l="l" t="t" r="r" b="b"/>
            <a:pathLst>
              <a:path w="1814819" h="648798" fill="norm" stroke="1" extrusionOk="0">
                <a:moveTo>
                  <a:pt x="0" y="0"/>
                </a:moveTo>
                <a:lnTo>
                  <a:pt x="1814819" y="0"/>
                </a:lnTo>
                <a:lnTo>
                  <a:pt x="1814819" y="648798"/>
                </a:lnTo>
                <a:lnTo>
                  <a:pt x="0" y="648798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374206" name="Freeform 121"/>
          <p:cNvSpPr/>
          <p:nvPr/>
        </p:nvSpPr>
        <p:spPr bwMode="auto">
          <a:xfrm>
            <a:off x="7158557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1" y="0"/>
                </a:lnTo>
                <a:lnTo>
                  <a:pt x="1518431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986296" name="Freeform 122"/>
          <p:cNvSpPr/>
          <p:nvPr/>
        </p:nvSpPr>
        <p:spPr bwMode="auto">
          <a:xfrm>
            <a:off x="7647361" y="4656227"/>
            <a:ext cx="540822" cy="480654"/>
          </a:xfrm>
          <a:custGeom>
            <a:avLst/>
            <a:gdLst/>
            <a:ahLst/>
            <a:cxnLst/>
            <a:rect l="l" t="t" r="r" b="b"/>
            <a:pathLst>
              <a:path w="540824" h="480657" fill="norm" stroke="1" extrusionOk="0">
                <a:moveTo>
                  <a:pt x="0" y="0"/>
                </a:moveTo>
                <a:lnTo>
                  <a:pt x="540823" y="0"/>
                </a:lnTo>
                <a:lnTo>
                  <a:pt x="540823" y="480657"/>
                </a:lnTo>
                <a:lnTo>
                  <a:pt x="0" y="48065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104828" name="Freeform 123"/>
          <p:cNvSpPr/>
          <p:nvPr/>
        </p:nvSpPr>
        <p:spPr bwMode="auto">
          <a:xfrm>
            <a:off x="4006122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2" y="0"/>
                </a:lnTo>
                <a:lnTo>
                  <a:pt x="1518432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776015" name="Freeform 124"/>
          <p:cNvSpPr/>
          <p:nvPr/>
        </p:nvSpPr>
        <p:spPr bwMode="auto">
          <a:xfrm>
            <a:off x="5950365" y="5079333"/>
            <a:ext cx="789936" cy="473961"/>
          </a:xfrm>
          <a:custGeom>
            <a:avLst/>
            <a:gdLst/>
            <a:ahLst/>
            <a:cxnLst/>
            <a:rect l="l" t="t" r="r" b="b"/>
            <a:pathLst>
              <a:path w="789938" h="473963" fill="norm" stroke="1" extrusionOk="0">
                <a:moveTo>
                  <a:pt x="0" y="0"/>
                </a:moveTo>
                <a:lnTo>
                  <a:pt x="789938" y="0"/>
                </a:lnTo>
                <a:lnTo>
                  <a:pt x="789938" y="473963"/>
                </a:lnTo>
                <a:lnTo>
                  <a:pt x="0" y="473963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5634" name="Freeform 126"/>
          <p:cNvSpPr/>
          <p:nvPr/>
        </p:nvSpPr>
        <p:spPr bwMode="auto">
          <a:xfrm rot="0" flipH="0" flipV="0">
            <a:off x="850392" y="5021257"/>
            <a:ext cx="846585" cy="59010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9739" y="0"/>
                </a:moveTo>
                <a:lnTo>
                  <a:pt x="255858" y="0"/>
                </a:lnTo>
                <a:cubicBezTo>
                  <a:pt x="316465" y="0"/>
                  <a:pt x="365597" y="49132"/>
                  <a:pt x="365597" y="109739"/>
                </a:cubicBezTo>
                <a:lnTo>
                  <a:pt x="365597" y="145100"/>
                </a:lnTo>
                <a:cubicBezTo>
                  <a:pt x="365597" y="174205"/>
                  <a:pt x="354035" y="202117"/>
                  <a:pt x="333455" y="222697"/>
                </a:cubicBezTo>
                <a:cubicBezTo>
                  <a:pt x="312875" y="243277"/>
                  <a:pt x="284963" y="254839"/>
                  <a:pt x="255858" y="254839"/>
                </a:cubicBezTo>
                <a:lnTo>
                  <a:pt x="109739" y="254839"/>
                </a:lnTo>
                <a:cubicBezTo>
                  <a:pt x="80634" y="254839"/>
                  <a:pt x="52722" y="243277"/>
                  <a:pt x="32142" y="222697"/>
                </a:cubicBezTo>
                <a:cubicBezTo>
                  <a:pt x="11562" y="202117"/>
                  <a:pt x="0" y="174205"/>
                  <a:pt x="0" y="145100"/>
                </a:cubicBezTo>
                <a:lnTo>
                  <a:pt x="0" y="109739"/>
                </a:lnTo>
                <a:cubicBezTo>
                  <a:pt x="0" y="80634"/>
                  <a:pt x="11562" y="52722"/>
                  <a:pt x="32142" y="32142"/>
                </a:cubicBezTo>
                <a:cubicBezTo>
                  <a:pt x="52722" y="11562"/>
                  <a:pt x="80634" y="0"/>
                  <a:pt x="1097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7787323" name="TextBox 127"/>
          <p:cNvSpPr txBox="1"/>
          <p:nvPr/>
        </p:nvSpPr>
        <p:spPr bwMode="auto">
          <a:xfrm rot="0" flipH="0" flipV="0">
            <a:off x="850392" y="4866867"/>
            <a:ext cx="846585" cy="7445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199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2074828929" name="AutoShape 128"/>
          <p:cNvSpPr/>
          <p:nvPr/>
        </p:nvSpPr>
        <p:spPr bwMode="auto">
          <a:xfrm>
            <a:off x="1273685" y="2292805"/>
            <a:ext cx="0" cy="2728453"/>
          </a:xfrm>
          <a:prstGeom prst="line">
            <a:avLst/>
          </a:prstGeom>
          <a:ln w="571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158025" name="AutoShape 129"/>
          <p:cNvSpPr/>
          <p:nvPr/>
        </p:nvSpPr>
        <p:spPr bwMode="auto">
          <a:xfrm flipH="1">
            <a:off x="1696979" y="5316315"/>
            <a:ext cx="2309144" cy="0"/>
          </a:xfrm>
          <a:prstGeom prst="line">
            <a:avLst/>
          </a:prstGeom>
          <a:ln w="571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5620612" name="Freeform 131"/>
          <p:cNvSpPr/>
          <p:nvPr/>
        </p:nvSpPr>
        <p:spPr bwMode="auto">
          <a:xfrm rot="0" flipH="0" flipV="0">
            <a:off x="2081248" y="1814256"/>
            <a:ext cx="1924871" cy="431019"/>
          </a:xfrm>
          <a:custGeom>
            <a:avLst/>
            <a:gdLst/>
            <a:ahLst/>
            <a:cxnLst/>
            <a:rect l="l" t="t" r="r" b="b"/>
            <a:pathLst>
              <a:path w="458522" h="186135" fill="norm" stroke="1" extrusionOk="0">
                <a:moveTo>
                  <a:pt x="87499" y="0"/>
                </a:moveTo>
                <a:lnTo>
                  <a:pt x="371024" y="0"/>
                </a:lnTo>
                <a:cubicBezTo>
                  <a:pt x="419348" y="0"/>
                  <a:pt x="458522" y="39174"/>
                  <a:pt x="458522" y="87499"/>
                </a:cubicBezTo>
                <a:lnTo>
                  <a:pt x="458522" y="98636"/>
                </a:lnTo>
                <a:cubicBezTo>
                  <a:pt x="458522" y="146960"/>
                  <a:pt x="419348" y="186135"/>
                  <a:pt x="371024" y="186135"/>
                </a:cubicBezTo>
                <a:lnTo>
                  <a:pt x="87499" y="186135"/>
                </a:lnTo>
                <a:cubicBezTo>
                  <a:pt x="39174" y="186135"/>
                  <a:pt x="0" y="146960"/>
                  <a:pt x="0" y="98636"/>
                </a:cubicBezTo>
                <a:lnTo>
                  <a:pt x="0" y="87499"/>
                </a:lnTo>
                <a:cubicBezTo>
                  <a:pt x="0" y="39174"/>
                  <a:pt x="39174" y="0"/>
                  <a:pt x="8749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8547644" name="TextBox 132"/>
          <p:cNvSpPr txBox="1"/>
          <p:nvPr/>
        </p:nvSpPr>
        <p:spPr bwMode="auto">
          <a:xfrm rot="0" flipH="0" flipV="0">
            <a:off x="2081248" y="1726035"/>
            <a:ext cx="1924871" cy="519248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180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コインジョイン</a:t>
            </a:r>
            <a:endParaRPr sz="1400"/>
          </a:p>
        </p:txBody>
      </p:sp>
      <p:sp>
        <p:nvSpPr>
          <p:cNvPr id="542394074" name="Freeform 135"/>
          <p:cNvSpPr/>
          <p:nvPr/>
        </p:nvSpPr>
        <p:spPr bwMode="auto">
          <a:xfrm rot="0" flipH="0" flipV="0">
            <a:off x="4609505" y="177012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13041482" name="TextBox 136"/>
          <p:cNvSpPr txBox="1"/>
          <p:nvPr/>
        </p:nvSpPr>
        <p:spPr bwMode="auto">
          <a:xfrm rot="0" flipH="0" flipV="0">
            <a:off x="4636306" y="178017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19582692" name="Freeform 137"/>
          <p:cNvSpPr/>
          <p:nvPr/>
        </p:nvSpPr>
        <p:spPr bwMode="auto">
          <a:xfrm rot="0" flipH="0" flipV="0">
            <a:off x="4646623" y="180724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p/>
        </p:txBody>
      </p:sp>
      <p:sp>
        <p:nvSpPr>
          <p:cNvPr id="1713653044" name="AutoShape 138"/>
          <p:cNvSpPr/>
          <p:nvPr/>
        </p:nvSpPr>
        <p:spPr bwMode="auto">
          <a:xfrm flipH="1">
            <a:off x="4006122" y="1926128"/>
            <a:ext cx="603380" cy="551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9628887" name="Freeform 141"/>
          <p:cNvSpPr/>
          <p:nvPr/>
        </p:nvSpPr>
        <p:spPr bwMode="auto">
          <a:xfrm rot="0" flipH="0" flipV="0">
            <a:off x="3565593" y="304957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2723331" name="TextBox 142"/>
          <p:cNvSpPr txBox="1"/>
          <p:nvPr/>
        </p:nvSpPr>
        <p:spPr bwMode="auto">
          <a:xfrm rot="0" flipH="0" flipV="0">
            <a:off x="3592393" y="305962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96365309" name="Freeform 143"/>
          <p:cNvSpPr/>
          <p:nvPr/>
        </p:nvSpPr>
        <p:spPr bwMode="auto">
          <a:xfrm rot="0" flipH="0" flipV="0">
            <a:off x="3602709" y="308669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p/>
        </p:txBody>
      </p:sp>
      <p:sp>
        <p:nvSpPr>
          <p:cNvPr id="2146190515" name="AutoShape 144"/>
          <p:cNvSpPr/>
          <p:nvPr/>
        </p:nvSpPr>
        <p:spPr bwMode="auto">
          <a:xfrm flipH="1" flipV="1">
            <a:off x="3518481" y="2245277"/>
            <a:ext cx="161372" cy="8042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749007" name="Freeform 147"/>
          <p:cNvSpPr/>
          <p:nvPr/>
        </p:nvSpPr>
        <p:spPr bwMode="auto">
          <a:xfrm rot="0" flipH="0" flipV="0">
            <a:off x="2718459" y="3039877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3159782" name="TextBox 148"/>
          <p:cNvSpPr txBox="1"/>
          <p:nvPr/>
        </p:nvSpPr>
        <p:spPr bwMode="auto">
          <a:xfrm rot="0" flipH="0" flipV="0">
            <a:off x="2745261" y="3049928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00817914" name="Freeform 149"/>
          <p:cNvSpPr/>
          <p:nvPr/>
        </p:nvSpPr>
        <p:spPr bwMode="auto">
          <a:xfrm rot="0" flipH="0" flipV="0">
            <a:off x="2755578" y="3076995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p/>
        </p:txBody>
      </p:sp>
      <p:sp>
        <p:nvSpPr>
          <p:cNvPr id="178739844" name="AutoShape 150"/>
          <p:cNvSpPr/>
          <p:nvPr/>
        </p:nvSpPr>
        <p:spPr bwMode="auto">
          <a:xfrm flipV="1">
            <a:off x="2937498" y="2245277"/>
            <a:ext cx="423013" cy="7946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6906344" name="Freeform 153"/>
          <p:cNvSpPr/>
          <p:nvPr/>
        </p:nvSpPr>
        <p:spPr bwMode="auto">
          <a:xfrm rot="0" flipH="0" flipV="0">
            <a:off x="2214736" y="2810257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8105770" name="TextBox 154"/>
          <p:cNvSpPr txBox="1"/>
          <p:nvPr/>
        </p:nvSpPr>
        <p:spPr bwMode="auto">
          <a:xfrm rot="0" flipH="0" flipV="0">
            <a:off x="2241537" y="2820308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2771496" name="Freeform 155"/>
          <p:cNvSpPr/>
          <p:nvPr/>
        </p:nvSpPr>
        <p:spPr bwMode="auto">
          <a:xfrm rot="0" flipH="0" flipV="0">
            <a:off x="2251854" y="2847375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p/>
        </p:txBody>
      </p:sp>
      <p:sp>
        <p:nvSpPr>
          <p:cNvPr id="2035836944" name="AutoShape 156"/>
          <p:cNvSpPr/>
          <p:nvPr/>
        </p:nvSpPr>
        <p:spPr bwMode="auto">
          <a:xfrm flipV="1">
            <a:off x="2500618" y="2245277"/>
            <a:ext cx="713804" cy="5898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965373" name="Freeform 159"/>
          <p:cNvSpPr/>
          <p:nvPr/>
        </p:nvSpPr>
        <p:spPr bwMode="auto">
          <a:xfrm rot="0" flipH="0" flipV="0">
            <a:off x="3189358" y="3612006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492808" name="TextBox 160"/>
          <p:cNvSpPr txBox="1"/>
          <p:nvPr/>
        </p:nvSpPr>
        <p:spPr bwMode="auto">
          <a:xfrm rot="0" flipH="0" flipV="0">
            <a:off x="3216159" y="362205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40506340" name="Freeform 161"/>
          <p:cNvSpPr/>
          <p:nvPr/>
        </p:nvSpPr>
        <p:spPr bwMode="auto">
          <a:xfrm rot="0" flipH="0" flipV="0">
            <a:off x="3226476" y="364912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p/>
        </p:txBody>
      </p:sp>
      <p:sp>
        <p:nvSpPr>
          <p:cNvPr id="2011066894" name="AutoShape 162"/>
          <p:cNvSpPr/>
          <p:nvPr/>
        </p:nvSpPr>
        <p:spPr bwMode="auto">
          <a:xfrm flipV="1">
            <a:off x="3344143" y="2245277"/>
            <a:ext cx="113240" cy="13667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035608" name="Freeform 163"/>
          <p:cNvSpPr/>
          <p:nvPr/>
        </p:nvSpPr>
        <p:spPr bwMode="auto">
          <a:xfrm>
            <a:off x="3969220" y="2408189"/>
            <a:ext cx="345458" cy="345458"/>
          </a:xfrm>
          <a:custGeom>
            <a:avLst/>
            <a:gdLst/>
            <a:ahLst/>
            <a:cxnLst/>
            <a:rect l="l" t="t" r="r" b="b"/>
            <a:pathLst>
              <a:path w="345460" h="345460" fill="norm" stroke="1" extrusionOk="0">
                <a:moveTo>
                  <a:pt x="0" y="0"/>
                </a:moveTo>
                <a:lnTo>
                  <a:pt x="345461" y="0"/>
                </a:lnTo>
                <a:lnTo>
                  <a:pt x="345461" y="345461"/>
                </a:lnTo>
                <a:lnTo>
                  <a:pt x="0" y="345461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522974" name="TextBox 164"/>
          <p:cNvSpPr txBox="1"/>
          <p:nvPr/>
        </p:nvSpPr>
        <p:spPr bwMode="auto">
          <a:xfrm>
            <a:off x="3955728" y="6170423"/>
            <a:ext cx="1596405" cy="325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9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ボブ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843288" name="Freeform 26"/>
          <p:cNvSpPr/>
          <p:nvPr/>
        </p:nvSpPr>
        <p:spPr bwMode="auto">
          <a:xfrm>
            <a:off x="2003294" y="4021492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504112" name="Freeform 28"/>
          <p:cNvSpPr/>
          <p:nvPr/>
        </p:nvSpPr>
        <p:spPr bwMode="auto">
          <a:xfrm rot="0" flipH="0" flipV="0">
            <a:off x="5090049" y="62263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105621658" name="Freeform 29"/>
          <p:cNvSpPr/>
          <p:nvPr/>
        </p:nvSpPr>
        <p:spPr bwMode="auto">
          <a:xfrm rot="0" flipH="0" flipV="0">
            <a:off x="5939478" y="711014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0090754" name="Freeform 30"/>
          <p:cNvSpPr/>
          <p:nvPr/>
        </p:nvSpPr>
        <p:spPr bwMode="auto">
          <a:xfrm>
            <a:off x="9535916" y="3714781"/>
            <a:ext cx="545177" cy="613422"/>
          </a:xfrm>
          <a:custGeom>
            <a:avLst/>
            <a:gdLst/>
            <a:ahLst/>
            <a:cxnLst/>
            <a:rect l="l" t="t" r="r" b="b"/>
            <a:pathLst>
              <a:path w="545179" h="613422" fill="norm" stroke="1" extrusionOk="0">
                <a:moveTo>
                  <a:pt x="0" y="0"/>
                </a:moveTo>
                <a:lnTo>
                  <a:pt x="545179" y="0"/>
                </a:lnTo>
                <a:lnTo>
                  <a:pt x="545179" y="613422"/>
                </a:lnTo>
                <a:lnTo>
                  <a:pt x="0" y="613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598390" name="Freeform 32"/>
          <p:cNvSpPr/>
          <p:nvPr/>
        </p:nvSpPr>
        <p:spPr bwMode="auto">
          <a:xfrm rot="0" flipH="0" flipV="0">
            <a:off x="8176803" y="402149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354686989" name="Freeform 33"/>
          <p:cNvSpPr/>
          <p:nvPr/>
        </p:nvSpPr>
        <p:spPr bwMode="auto">
          <a:xfrm rot="0" flipH="0" flipV="0">
            <a:off x="8945971" y="4094122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741119199" name="AutoShape 34"/>
          <p:cNvSpPr/>
          <p:nvPr/>
        </p:nvSpPr>
        <p:spPr bwMode="auto">
          <a:xfrm flipH="1" flipV="1">
            <a:off x="6994341" y="2690110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715232" name="Freeform 35"/>
          <p:cNvSpPr/>
          <p:nvPr/>
        </p:nvSpPr>
        <p:spPr bwMode="auto">
          <a:xfrm>
            <a:off x="7832270" y="2347755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8732783" name="AutoShape 36"/>
          <p:cNvSpPr/>
          <p:nvPr/>
        </p:nvSpPr>
        <p:spPr bwMode="auto">
          <a:xfrm>
            <a:off x="3662858" y="4932090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7102556" name="Freeform 37"/>
          <p:cNvSpPr/>
          <p:nvPr/>
        </p:nvSpPr>
        <p:spPr bwMode="auto">
          <a:xfrm>
            <a:off x="5613705" y="511888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6185079" name="AutoShape 38"/>
          <p:cNvSpPr/>
          <p:nvPr/>
        </p:nvSpPr>
        <p:spPr bwMode="auto">
          <a:xfrm flipV="1">
            <a:off x="2833076" y="1533230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312088" name="AutoShape 39"/>
          <p:cNvSpPr/>
          <p:nvPr/>
        </p:nvSpPr>
        <p:spPr bwMode="auto">
          <a:xfrm>
            <a:off x="2833076" y="1533230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915395" name="Freeform 41"/>
          <p:cNvSpPr/>
          <p:nvPr/>
        </p:nvSpPr>
        <p:spPr bwMode="auto">
          <a:xfrm rot="0" flipH="0" flipV="0">
            <a:off x="2370367" y="1210699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12385092" name="TextBox 42"/>
          <p:cNvSpPr txBox="1"/>
          <p:nvPr/>
        </p:nvSpPr>
        <p:spPr bwMode="auto">
          <a:xfrm rot="0" flipH="0" flipV="0">
            <a:off x="2370367" y="1041933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669113" name="Freeform 26"/>
          <p:cNvSpPr/>
          <p:nvPr/>
        </p:nvSpPr>
        <p:spPr bwMode="auto">
          <a:xfrm>
            <a:off x="2005722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965443" name="Freeform 28"/>
          <p:cNvSpPr/>
          <p:nvPr/>
        </p:nvSpPr>
        <p:spPr bwMode="auto">
          <a:xfrm rot="0" flipH="0" flipV="0">
            <a:off x="5092476" y="6970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07048400" name="Freeform 29"/>
          <p:cNvSpPr/>
          <p:nvPr/>
        </p:nvSpPr>
        <p:spPr bwMode="auto">
          <a:xfrm rot="0" flipH="0" flipV="0">
            <a:off x="5941906" y="785429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624063644" name="AutoShape 30"/>
          <p:cNvSpPr/>
          <p:nvPr/>
        </p:nvSpPr>
        <p:spPr bwMode="auto">
          <a:xfrm flipH="1" flipV="1">
            <a:off x="6996768" y="27645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86417" name="Freeform 31"/>
          <p:cNvSpPr/>
          <p:nvPr/>
        </p:nvSpPr>
        <p:spPr bwMode="auto">
          <a:xfrm>
            <a:off x="7834700" y="24221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765738" name="AutoShape 32"/>
          <p:cNvSpPr/>
          <p:nvPr/>
        </p:nvSpPr>
        <p:spPr bwMode="auto">
          <a:xfrm>
            <a:off x="3665288" y="50065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310045" name="Freeform 33"/>
          <p:cNvSpPr/>
          <p:nvPr/>
        </p:nvSpPr>
        <p:spPr bwMode="auto">
          <a:xfrm>
            <a:off x="5616133" y="5193293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773037" name="AutoShape 34"/>
          <p:cNvSpPr/>
          <p:nvPr/>
        </p:nvSpPr>
        <p:spPr bwMode="auto">
          <a:xfrm flipV="1">
            <a:off x="2835503" y="16076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928299" name="AutoShape 35"/>
          <p:cNvSpPr/>
          <p:nvPr/>
        </p:nvSpPr>
        <p:spPr bwMode="auto">
          <a:xfrm>
            <a:off x="2835503" y="16076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012321" name="Freeform 37"/>
          <p:cNvSpPr/>
          <p:nvPr/>
        </p:nvSpPr>
        <p:spPr bwMode="auto">
          <a:xfrm rot="0" flipH="0" flipV="0">
            <a:off x="2372796" y="1285113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9399774" name="TextBox 38"/>
          <p:cNvSpPr txBox="1"/>
          <p:nvPr/>
        </p:nvSpPr>
        <p:spPr bwMode="auto">
          <a:xfrm rot="0" flipH="0" flipV="0">
            <a:off x="2372796" y="1116347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807871" name="Freeform 39"/>
          <p:cNvSpPr/>
          <p:nvPr/>
        </p:nvSpPr>
        <p:spPr bwMode="auto">
          <a:xfrm>
            <a:off x="8419104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6981541" name="Freeform 40"/>
          <p:cNvSpPr/>
          <p:nvPr/>
        </p:nvSpPr>
        <p:spPr bwMode="auto">
          <a:xfrm>
            <a:off x="4936716" y="40465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829770" name="Freeform 26"/>
          <p:cNvSpPr/>
          <p:nvPr/>
        </p:nvSpPr>
        <p:spPr bwMode="auto">
          <a:xfrm>
            <a:off x="901544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677282" name="AutoShape 27"/>
          <p:cNvSpPr/>
          <p:nvPr/>
        </p:nvSpPr>
        <p:spPr bwMode="auto">
          <a:xfrm flipH="1">
            <a:off x="3517866" y="3370881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613411" name="Freeform 28"/>
          <p:cNvSpPr/>
          <p:nvPr/>
        </p:nvSpPr>
        <p:spPr bwMode="auto">
          <a:xfrm>
            <a:off x="5282105" y="1877158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07439" name="AutoShape 29"/>
          <p:cNvSpPr/>
          <p:nvPr/>
        </p:nvSpPr>
        <p:spPr bwMode="auto">
          <a:xfrm flipV="1">
            <a:off x="3517866" y="4162114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3087599" name="Freeform 30"/>
          <p:cNvSpPr/>
          <p:nvPr/>
        </p:nvSpPr>
        <p:spPr bwMode="auto">
          <a:xfrm>
            <a:off x="5429977" y="4538694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804274" name="Freeform 31"/>
          <p:cNvSpPr/>
          <p:nvPr/>
        </p:nvSpPr>
        <p:spPr bwMode="auto">
          <a:xfrm>
            <a:off x="8951073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105358" name="Freeform 26"/>
          <p:cNvSpPr/>
          <p:nvPr/>
        </p:nvSpPr>
        <p:spPr bwMode="auto">
          <a:xfrm>
            <a:off x="901543" y="2504616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1244744" name="AutoShape 27"/>
          <p:cNvSpPr/>
          <p:nvPr/>
        </p:nvSpPr>
        <p:spPr bwMode="auto">
          <a:xfrm flipH="1">
            <a:off x="3517866" y="3370880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318460" name="Freeform 28"/>
          <p:cNvSpPr/>
          <p:nvPr/>
        </p:nvSpPr>
        <p:spPr bwMode="auto">
          <a:xfrm>
            <a:off x="5282104" y="1877157"/>
            <a:ext cx="1371348" cy="1074791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7663344" name="AutoShape 29"/>
          <p:cNvSpPr/>
          <p:nvPr/>
        </p:nvSpPr>
        <p:spPr bwMode="auto">
          <a:xfrm flipV="1">
            <a:off x="3517866" y="416211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322661" name="Freeform 30"/>
          <p:cNvSpPr/>
          <p:nvPr/>
        </p:nvSpPr>
        <p:spPr bwMode="auto">
          <a:xfrm>
            <a:off x="5429976" y="4538693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740384" name="Freeform 31"/>
          <p:cNvSpPr/>
          <p:nvPr/>
        </p:nvSpPr>
        <p:spPr bwMode="auto">
          <a:xfrm>
            <a:off x="8951072" y="2504616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811791" name="Freeform 26"/>
          <p:cNvSpPr/>
          <p:nvPr/>
        </p:nvSpPr>
        <p:spPr bwMode="auto">
          <a:xfrm>
            <a:off x="993466" y="2355788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702402" name="AutoShape 27"/>
          <p:cNvSpPr/>
          <p:nvPr/>
        </p:nvSpPr>
        <p:spPr bwMode="auto">
          <a:xfrm flipH="1">
            <a:off x="3609789" y="322205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926652" name="Freeform 28"/>
          <p:cNvSpPr/>
          <p:nvPr/>
        </p:nvSpPr>
        <p:spPr bwMode="auto">
          <a:xfrm>
            <a:off x="5374027" y="1728330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8" y="0"/>
                </a:lnTo>
                <a:lnTo>
                  <a:pt x="1371348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697698" name="AutoShape 29"/>
          <p:cNvSpPr/>
          <p:nvPr/>
        </p:nvSpPr>
        <p:spPr bwMode="auto">
          <a:xfrm>
            <a:off x="3609789" y="4013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3273495" name="Freeform 30"/>
          <p:cNvSpPr/>
          <p:nvPr/>
        </p:nvSpPr>
        <p:spPr bwMode="auto">
          <a:xfrm>
            <a:off x="5521898" y="43898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199116" name="Freeform 31"/>
          <p:cNvSpPr/>
          <p:nvPr/>
        </p:nvSpPr>
        <p:spPr bwMode="auto">
          <a:xfrm>
            <a:off x="9066926" y="2355788"/>
            <a:ext cx="2000081" cy="2285807"/>
          </a:xfrm>
          <a:custGeom>
            <a:avLst/>
            <a:gdLst/>
            <a:ahLst/>
            <a:cxnLst/>
            <a:rect l="l" t="t" r="r" b="b"/>
            <a:pathLst>
              <a:path w="2000083" h="2285809" fill="norm" stroke="1" extrusionOk="0">
                <a:moveTo>
                  <a:pt x="0" y="0"/>
                </a:moveTo>
                <a:lnTo>
                  <a:pt x="2000084" y="0"/>
                </a:lnTo>
                <a:lnTo>
                  <a:pt x="200008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236384" name="Freeform 27"/>
          <p:cNvSpPr/>
          <p:nvPr/>
        </p:nvSpPr>
        <p:spPr bwMode="auto">
          <a:xfrm rot="0" flipH="0" flipV="0">
            <a:off x="3580861" y="1267921"/>
            <a:ext cx="2057400" cy="4091214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56447728" name="TextBox 28"/>
          <p:cNvSpPr txBox="1"/>
          <p:nvPr/>
        </p:nvSpPr>
        <p:spPr bwMode="auto">
          <a:xfrm rot="0" flipH="0" flipV="0">
            <a:off x="3580861" y="1171486"/>
            <a:ext cx="2057400" cy="418765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35224499" name="Freeform 30"/>
          <p:cNvSpPr/>
          <p:nvPr/>
        </p:nvSpPr>
        <p:spPr bwMode="auto">
          <a:xfrm rot="0" flipH="0" flipV="0">
            <a:off x="6640767" y="761592"/>
            <a:ext cx="2057400" cy="4597544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26540660" name="TextBox 31"/>
          <p:cNvSpPr txBox="1"/>
          <p:nvPr/>
        </p:nvSpPr>
        <p:spPr bwMode="auto">
          <a:xfrm rot="0" flipH="0" flipV="0">
            <a:off x="6640767" y="665157"/>
            <a:ext cx="2057400" cy="469398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98151216" name="TextBox 32"/>
          <p:cNvSpPr txBox="1"/>
          <p:nvPr/>
        </p:nvSpPr>
        <p:spPr bwMode="auto">
          <a:xfrm>
            <a:off x="3580862" y="7330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0070713" name="TextBox 33"/>
          <p:cNvSpPr txBox="1"/>
          <p:nvPr/>
        </p:nvSpPr>
        <p:spPr bwMode="auto">
          <a:xfrm>
            <a:off x="6640767" y="226423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8208398" name="Freeform 34"/>
          <p:cNvSpPr/>
          <p:nvPr/>
        </p:nvSpPr>
        <p:spPr bwMode="auto">
          <a:xfrm>
            <a:off x="4071758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254013" name="Freeform 35"/>
          <p:cNvSpPr/>
          <p:nvPr/>
        </p:nvSpPr>
        <p:spPr bwMode="auto">
          <a:xfrm>
            <a:off x="7131663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788188" name="Freeform 37"/>
          <p:cNvSpPr/>
          <p:nvPr/>
        </p:nvSpPr>
        <p:spPr bwMode="auto">
          <a:xfrm rot="0" flipH="0" flipV="0">
            <a:off x="458065" y="253747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26549992" name="Freeform 38"/>
          <p:cNvSpPr/>
          <p:nvPr/>
        </p:nvSpPr>
        <p:spPr bwMode="auto">
          <a:xfrm rot="0" flipH="0" flipV="0">
            <a:off x="1227233" y="2610107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152985920" name="AutoShape 39"/>
          <p:cNvSpPr/>
          <p:nvPr/>
        </p:nvSpPr>
        <p:spPr bwMode="auto">
          <a:xfrm flipH="0" flipV="1">
            <a:off x="2362357" y="3448073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188321" name="AutoShape 40"/>
          <p:cNvSpPr/>
          <p:nvPr/>
        </p:nvSpPr>
        <p:spPr bwMode="auto">
          <a:xfrm flipH="1" flipV="1">
            <a:off x="8795916" y="3481669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699900" name="Freeform 41"/>
          <p:cNvSpPr/>
          <p:nvPr/>
        </p:nvSpPr>
        <p:spPr bwMode="auto">
          <a:xfrm>
            <a:off x="9916669" y="257106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4460089" name="TextBox 42"/>
          <p:cNvSpPr txBox="1"/>
          <p:nvPr/>
        </p:nvSpPr>
        <p:spPr bwMode="auto">
          <a:xfrm>
            <a:off x="9717751" y="44573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81833" name="Freeform 26"/>
          <p:cNvSpPr/>
          <p:nvPr/>
        </p:nvSpPr>
        <p:spPr bwMode="auto">
          <a:xfrm>
            <a:off x="1856894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693187" name="Freeform 28"/>
          <p:cNvSpPr/>
          <p:nvPr/>
        </p:nvSpPr>
        <p:spPr bwMode="auto">
          <a:xfrm rot="0" flipH="0" flipV="0">
            <a:off x="4943648" y="54821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247389445" name="Freeform 29"/>
          <p:cNvSpPr/>
          <p:nvPr/>
        </p:nvSpPr>
        <p:spPr bwMode="auto">
          <a:xfrm rot="0" flipH="0" flipV="0">
            <a:off x="5793078" y="636600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946786888" name="AutoShape 30"/>
          <p:cNvSpPr/>
          <p:nvPr/>
        </p:nvSpPr>
        <p:spPr bwMode="auto">
          <a:xfrm flipH="1" flipV="1">
            <a:off x="6847940" y="2615696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14972" name="Freeform 31"/>
          <p:cNvSpPr/>
          <p:nvPr/>
        </p:nvSpPr>
        <p:spPr bwMode="auto">
          <a:xfrm>
            <a:off x="7685872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1615359" name="AutoShape 32"/>
          <p:cNvSpPr/>
          <p:nvPr/>
        </p:nvSpPr>
        <p:spPr bwMode="auto">
          <a:xfrm>
            <a:off x="3516460" y="4857676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752" name="Freeform 33"/>
          <p:cNvSpPr/>
          <p:nvPr/>
        </p:nvSpPr>
        <p:spPr bwMode="auto">
          <a:xfrm>
            <a:off x="5467305" y="504446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613967" name="Freeform 34"/>
          <p:cNvSpPr/>
          <p:nvPr/>
        </p:nvSpPr>
        <p:spPr bwMode="auto">
          <a:xfrm>
            <a:off x="8270275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101482" name="AutoShape 35"/>
          <p:cNvSpPr/>
          <p:nvPr/>
        </p:nvSpPr>
        <p:spPr bwMode="auto">
          <a:xfrm flipH="1">
            <a:off x="3516460" y="2615696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394187" name="Freeform 36"/>
          <p:cNvSpPr/>
          <p:nvPr/>
        </p:nvSpPr>
        <p:spPr bwMode="auto">
          <a:xfrm>
            <a:off x="3022886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112167" name="Freeform 26"/>
          <p:cNvSpPr/>
          <p:nvPr/>
        </p:nvSpPr>
        <p:spPr bwMode="auto">
          <a:xfrm>
            <a:off x="1959555" y="401789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76451" name="Freeform 28"/>
          <p:cNvSpPr/>
          <p:nvPr/>
        </p:nvSpPr>
        <p:spPr bwMode="auto">
          <a:xfrm rot="0" flipH="0" flipV="0">
            <a:off x="5046309" y="61903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007505022" name="Freeform 29"/>
          <p:cNvSpPr/>
          <p:nvPr/>
        </p:nvSpPr>
        <p:spPr bwMode="auto">
          <a:xfrm rot="0" flipH="0" flipV="0">
            <a:off x="5895739" y="707421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396691985" name="AutoShape 30"/>
          <p:cNvSpPr/>
          <p:nvPr/>
        </p:nvSpPr>
        <p:spPr bwMode="auto">
          <a:xfrm flipH="1" flipV="1">
            <a:off x="6950602" y="2686517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435053" name="Freeform 31"/>
          <p:cNvSpPr/>
          <p:nvPr/>
        </p:nvSpPr>
        <p:spPr bwMode="auto">
          <a:xfrm>
            <a:off x="7788531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596052" name="AutoShape 32"/>
          <p:cNvSpPr/>
          <p:nvPr/>
        </p:nvSpPr>
        <p:spPr bwMode="auto">
          <a:xfrm>
            <a:off x="3619119" y="4928497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5799523" name="Freeform 33"/>
          <p:cNvSpPr/>
          <p:nvPr/>
        </p:nvSpPr>
        <p:spPr bwMode="auto">
          <a:xfrm>
            <a:off x="5569966" y="542013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61033" name="AutoShape 34"/>
          <p:cNvSpPr/>
          <p:nvPr/>
        </p:nvSpPr>
        <p:spPr bwMode="auto">
          <a:xfrm flipH="1">
            <a:off x="3619119" y="2686517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797702" name="Freeform 35"/>
          <p:cNvSpPr/>
          <p:nvPr/>
        </p:nvSpPr>
        <p:spPr bwMode="auto">
          <a:xfrm>
            <a:off x="3125547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9" y="0"/>
                </a:lnTo>
                <a:lnTo>
                  <a:pt x="1092609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511788" name="Freeform 36"/>
          <p:cNvSpPr/>
          <p:nvPr/>
        </p:nvSpPr>
        <p:spPr bwMode="auto">
          <a:xfrm>
            <a:off x="5496491" y="4428961"/>
            <a:ext cx="999072" cy="999072"/>
          </a:xfrm>
          <a:custGeom>
            <a:avLst/>
            <a:gdLst/>
            <a:ahLst/>
            <a:cxnLst/>
            <a:rect l="l" t="t" r="r" b="b"/>
            <a:pathLst>
              <a:path w="999072" h="999072" fill="norm" stroke="1" extrusionOk="0">
                <a:moveTo>
                  <a:pt x="0" y="0"/>
                </a:moveTo>
                <a:lnTo>
                  <a:pt x="999072" y="0"/>
                </a:lnTo>
                <a:lnTo>
                  <a:pt x="999072" y="999072"/>
                </a:lnTo>
                <a:lnTo>
                  <a:pt x="0" y="9990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950393" name="Freeform 37"/>
          <p:cNvSpPr/>
          <p:nvPr/>
        </p:nvSpPr>
        <p:spPr bwMode="auto">
          <a:xfrm>
            <a:off x="8382460" y="4017899"/>
            <a:ext cx="1593544" cy="1821195"/>
          </a:xfrm>
          <a:custGeom>
            <a:avLst/>
            <a:gdLst/>
            <a:ahLst/>
            <a:cxnLst/>
            <a:rect l="l" t="t" r="r" b="b"/>
            <a:pathLst>
              <a:path w="1593546" h="1821195" fill="norm" stroke="1" extrusionOk="0">
                <a:moveTo>
                  <a:pt x="0" y="0"/>
                </a:moveTo>
                <a:lnTo>
                  <a:pt x="1593546" y="0"/>
                </a:lnTo>
                <a:lnTo>
                  <a:pt x="1593546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199074" name="Freeform 26"/>
          <p:cNvSpPr/>
          <p:nvPr/>
        </p:nvSpPr>
        <p:spPr bwMode="auto">
          <a:xfrm>
            <a:off x="834885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0210610" name="Freeform 28"/>
          <p:cNvSpPr/>
          <p:nvPr/>
        </p:nvSpPr>
        <p:spPr bwMode="auto">
          <a:xfrm rot="0" flipH="0" flipV="0">
            <a:off x="5091486" y="386953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5546551" name="Freeform 29"/>
          <p:cNvSpPr/>
          <p:nvPr/>
        </p:nvSpPr>
        <p:spPr bwMode="auto">
          <a:xfrm rot="0" flipH="0" flipV="0">
            <a:off x="5940916" y="475335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06237850" name="AutoShape 30"/>
          <p:cNvSpPr/>
          <p:nvPr/>
        </p:nvSpPr>
        <p:spPr bwMode="auto">
          <a:xfrm flipH="1" flipV="1">
            <a:off x="6995778" y="1824259"/>
            <a:ext cx="2393271" cy="132390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505187" name="Freeform 31"/>
          <p:cNvSpPr/>
          <p:nvPr/>
        </p:nvSpPr>
        <p:spPr bwMode="auto">
          <a:xfrm>
            <a:off x="7995904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357456" name="Freeform 32"/>
          <p:cNvSpPr/>
          <p:nvPr/>
        </p:nvSpPr>
        <p:spPr bwMode="auto">
          <a:xfrm>
            <a:off x="8231531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194267" name="Freeform 33"/>
          <p:cNvSpPr/>
          <p:nvPr/>
        </p:nvSpPr>
        <p:spPr bwMode="auto">
          <a:xfrm>
            <a:off x="9589941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305760" name="Freeform 34"/>
          <p:cNvSpPr/>
          <p:nvPr/>
        </p:nvSpPr>
        <p:spPr bwMode="auto">
          <a:xfrm>
            <a:off x="5110591" y="4491431"/>
            <a:ext cx="1835277" cy="633392"/>
          </a:xfrm>
          <a:custGeom>
            <a:avLst/>
            <a:gdLst/>
            <a:ahLst/>
            <a:cxnLst/>
            <a:rect l="l" t="t" r="r" b="b"/>
            <a:pathLst>
              <a:path w="1835279" h="633395" fill="norm" stroke="1" extrusionOk="0">
                <a:moveTo>
                  <a:pt x="0" y="0"/>
                </a:moveTo>
                <a:lnTo>
                  <a:pt x="1835279" y="0"/>
                </a:lnTo>
                <a:lnTo>
                  <a:pt x="1835279" y="633395"/>
                </a:lnTo>
                <a:lnTo>
                  <a:pt x="0" y="6333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831382" name="AutoShape 35"/>
          <p:cNvSpPr/>
          <p:nvPr/>
        </p:nvSpPr>
        <p:spPr bwMode="auto">
          <a:xfrm flipH="1">
            <a:off x="2704024" y="1825175"/>
            <a:ext cx="2387460" cy="13229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775402" name="Freeform 36"/>
          <p:cNvSpPr/>
          <p:nvPr/>
        </p:nvSpPr>
        <p:spPr bwMode="auto">
          <a:xfrm>
            <a:off x="2988839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240574" name="Freeform 37"/>
          <p:cNvSpPr/>
          <p:nvPr/>
        </p:nvSpPr>
        <p:spPr bwMode="auto">
          <a:xfrm>
            <a:off x="5000931" y="5045114"/>
            <a:ext cx="2106491" cy="865458"/>
          </a:xfrm>
          <a:custGeom>
            <a:avLst/>
            <a:gdLst/>
            <a:ahLst/>
            <a:cxnLst/>
            <a:rect l="l" t="t" r="r" b="b"/>
            <a:pathLst>
              <a:path w="2106493" h="865459" fill="norm" stroke="1" extrusionOk="0">
                <a:moveTo>
                  <a:pt x="0" y="0"/>
                </a:moveTo>
                <a:lnTo>
                  <a:pt x="2106493" y="0"/>
                </a:lnTo>
                <a:lnTo>
                  <a:pt x="2106493" y="865458"/>
                </a:lnTo>
                <a:lnTo>
                  <a:pt x="0" y="8654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568026" name="AutoShape 39"/>
          <p:cNvSpPr/>
          <p:nvPr/>
        </p:nvSpPr>
        <p:spPr bwMode="auto">
          <a:xfrm flipV="1">
            <a:off x="7107424" y="4082581"/>
            <a:ext cx="2281626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772356" name="AutoShape 40"/>
          <p:cNvSpPr/>
          <p:nvPr/>
        </p:nvSpPr>
        <p:spPr bwMode="auto">
          <a:xfrm>
            <a:off x="2704024" y="4082581"/>
            <a:ext cx="2296903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120903" name="Freeform 41"/>
          <p:cNvSpPr/>
          <p:nvPr/>
        </p:nvSpPr>
        <p:spPr bwMode="auto">
          <a:xfrm>
            <a:off x="3051812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004941837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110590" y="5866741"/>
            <a:ext cx="1996830" cy="629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243761" name="Freeform 26"/>
          <p:cNvSpPr/>
          <p:nvPr/>
        </p:nvSpPr>
        <p:spPr bwMode="auto">
          <a:xfrm>
            <a:off x="2080136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3868427" name="Freeform 28"/>
          <p:cNvSpPr/>
          <p:nvPr/>
        </p:nvSpPr>
        <p:spPr bwMode="auto">
          <a:xfrm rot="0" flipH="0" flipV="0">
            <a:off x="5166891" y="7992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860466765" name="Freeform 29"/>
          <p:cNvSpPr/>
          <p:nvPr/>
        </p:nvSpPr>
        <p:spPr bwMode="auto">
          <a:xfrm rot="0" flipH="0" flipV="0">
            <a:off x="6016320" y="887628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56535188" name="AutoShape 30"/>
          <p:cNvSpPr/>
          <p:nvPr/>
        </p:nvSpPr>
        <p:spPr bwMode="auto">
          <a:xfrm flipH="1" flipV="1">
            <a:off x="7071183" y="28667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4702406" name="Freeform 31"/>
          <p:cNvSpPr/>
          <p:nvPr/>
        </p:nvSpPr>
        <p:spPr bwMode="auto">
          <a:xfrm>
            <a:off x="7909115" y="25243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5425389" name="AutoShape 32"/>
          <p:cNvSpPr/>
          <p:nvPr/>
        </p:nvSpPr>
        <p:spPr bwMode="auto">
          <a:xfrm>
            <a:off x="3739702" y="51087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432791" name="Freeform 33"/>
          <p:cNvSpPr/>
          <p:nvPr/>
        </p:nvSpPr>
        <p:spPr bwMode="auto">
          <a:xfrm>
            <a:off x="5690547" y="5295494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2750355" name="AutoShape 34"/>
          <p:cNvSpPr/>
          <p:nvPr/>
        </p:nvSpPr>
        <p:spPr bwMode="auto">
          <a:xfrm flipV="1">
            <a:off x="2909917" y="17098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60043" name="AutoShape 35"/>
          <p:cNvSpPr/>
          <p:nvPr/>
        </p:nvSpPr>
        <p:spPr bwMode="auto">
          <a:xfrm>
            <a:off x="2909917" y="17098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340523" name="Freeform 37"/>
          <p:cNvSpPr/>
          <p:nvPr/>
        </p:nvSpPr>
        <p:spPr bwMode="auto">
          <a:xfrm rot="0" flipH="0" flipV="0">
            <a:off x="2447209" y="1387312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4600615" name="TextBox 38"/>
          <p:cNvSpPr txBox="1"/>
          <p:nvPr/>
        </p:nvSpPr>
        <p:spPr bwMode="auto">
          <a:xfrm rot="0" flipH="0" flipV="0">
            <a:off x="2447209" y="1218546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756443719" name="Freeform 39"/>
          <p:cNvSpPr/>
          <p:nvPr/>
        </p:nvSpPr>
        <p:spPr bwMode="auto">
          <a:xfrm>
            <a:off x="8493517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996654" name="Freeform 40"/>
          <p:cNvSpPr/>
          <p:nvPr/>
        </p:nvSpPr>
        <p:spPr bwMode="auto">
          <a:xfrm>
            <a:off x="5011129" y="41487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356121" name="Freeform 27"/>
          <p:cNvSpPr/>
          <p:nvPr/>
        </p:nvSpPr>
        <p:spPr bwMode="auto">
          <a:xfrm rot="0" flipH="0" flipV="0">
            <a:off x="3580860" y="1267920"/>
            <a:ext cx="2057400" cy="4091213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97658815" name="TextBox 28"/>
          <p:cNvSpPr txBox="1"/>
          <p:nvPr/>
        </p:nvSpPr>
        <p:spPr bwMode="auto">
          <a:xfrm rot="0" flipH="0" flipV="0">
            <a:off x="3580860" y="1171485"/>
            <a:ext cx="2057400" cy="418765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85560600" name="Freeform 30"/>
          <p:cNvSpPr/>
          <p:nvPr/>
        </p:nvSpPr>
        <p:spPr bwMode="auto">
          <a:xfrm rot="0" flipH="0" flipV="0">
            <a:off x="6640767" y="761590"/>
            <a:ext cx="2057400" cy="4597543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8323056" name="TextBox 31"/>
          <p:cNvSpPr txBox="1"/>
          <p:nvPr/>
        </p:nvSpPr>
        <p:spPr bwMode="auto">
          <a:xfrm rot="0" flipH="0" flipV="0">
            <a:off x="6640767" y="665156"/>
            <a:ext cx="2057400" cy="4693987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775327593" name="TextBox 32"/>
          <p:cNvSpPr txBox="1"/>
          <p:nvPr/>
        </p:nvSpPr>
        <p:spPr bwMode="auto">
          <a:xfrm>
            <a:off x="3580862" y="7330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48706494" name="TextBox 33"/>
          <p:cNvSpPr txBox="1"/>
          <p:nvPr/>
        </p:nvSpPr>
        <p:spPr bwMode="auto">
          <a:xfrm>
            <a:off x="6640767" y="226422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2764894" name="Freeform 34"/>
          <p:cNvSpPr/>
          <p:nvPr/>
        </p:nvSpPr>
        <p:spPr bwMode="auto">
          <a:xfrm>
            <a:off x="4071758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195670" name="Freeform 35"/>
          <p:cNvSpPr/>
          <p:nvPr/>
        </p:nvSpPr>
        <p:spPr bwMode="auto">
          <a:xfrm>
            <a:off x="7131663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773503" name="Freeform 37"/>
          <p:cNvSpPr/>
          <p:nvPr/>
        </p:nvSpPr>
        <p:spPr bwMode="auto">
          <a:xfrm rot="0" flipH="0" flipV="0">
            <a:off x="458064" y="2537475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894813850" name="Freeform 38"/>
          <p:cNvSpPr/>
          <p:nvPr/>
        </p:nvSpPr>
        <p:spPr bwMode="auto">
          <a:xfrm rot="0" flipH="0" flipV="0">
            <a:off x="1227232" y="2610106"/>
            <a:ext cx="365951" cy="365950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785821828" name="AutoShape 39"/>
          <p:cNvSpPr/>
          <p:nvPr/>
        </p:nvSpPr>
        <p:spPr bwMode="auto">
          <a:xfrm flipH="0" flipV="1">
            <a:off x="2362356" y="3448072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404647" name="AutoShape 40"/>
          <p:cNvSpPr/>
          <p:nvPr/>
        </p:nvSpPr>
        <p:spPr bwMode="auto">
          <a:xfrm flipH="1" flipV="1">
            <a:off x="8795916" y="3481668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182814" name="Freeform 41"/>
          <p:cNvSpPr/>
          <p:nvPr/>
        </p:nvSpPr>
        <p:spPr bwMode="auto">
          <a:xfrm>
            <a:off x="9916669" y="2571068"/>
            <a:ext cx="1659560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884849" name="TextBox 42"/>
          <p:cNvSpPr txBox="1"/>
          <p:nvPr/>
        </p:nvSpPr>
        <p:spPr bwMode="auto">
          <a:xfrm>
            <a:off x="9717751" y="44573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334784" name="Freeform 26"/>
          <p:cNvSpPr/>
          <p:nvPr/>
        </p:nvSpPr>
        <p:spPr bwMode="auto">
          <a:xfrm flipH="0" flipV="0">
            <a:off x="1086919" y="1417979"/>
            <a:ext cx="3273756" cy="1129844"/>
          </a:xfrm>
          <a:custGeom>
            <a:avLst/>
            <a:gdLst/>
            <a:ahLst/>
            <a:cxnLst/>
            <a:rect l="l" t="t" r="r" b="b"/>
            <a:pathLst>
              <a:path w="4078640" h="140762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407629"/>
                </a:lnTo>
                <a:lnTo>
                  <a:pt x="0" y="1407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476787" name="Freeform 27"/>
          <p:cNvSpPr/>
          <p:nvPr/>
        </p:nvSpPr>
        <p:spPr bwMode="auto">
          <a:xfrm flipH="0" flipV="0">
            <a:off x="6969912" y="4675924"/>
            <a:ext cx="3381095" cy="1053846"/>
          </a:xfrm>
          <a:custGeom>
            <a:avLst/>
            <a:gdLst/>
            <a:ahLst/>
            <a:cxnLst/>
            <a:rect l="l" t="t" r="r" b="b"/>
            <a:pathLst>
              <a:path w="4212368" h="1312946" fill="norm" stroke="1" extrusionOk="0">
                <a:moveTo>
                  <a:pt x="0" y="0"/>
                </a:moveTo>
                <a:lnTo>
                  <a:pt x="4212369" y="0"/>
                </a:lnTo>
                <a:lnTo>
                  <a:pt x="4212369" y="1312946"/>
                </a:lnTo>
                <a:lnTo>
                  <a:pt x="0" y="131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7528" t="18407" r="8114" b="1759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314833" name="Freeform 29"/>
          <p:cNvSpPr/>
          <p:nvPr/>
        </p:nvSpPr>
        <p:spPr bwMode="auto">
          <a:xfrm flipH="0" flipV="0">
            <a:off x="1442329" y="4623476"/>
            <a:ext cx="3273756" cy="1106294"/>
          </a:xfrm>
          <a:custGeom>
            <a:avLst/>
            <a:gdLst/>
            <a:ahLst/>
            <a:cxnLst/>
            <a:rect l="l" t="t" r="r" b="b"/>
            <a:pathLst>
              <a:path w="4078640" h="137828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378287"/>
                </a:lnTo>
                <a:lnTo>
                  <a:pt x="0" y="1378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28448" r="0" b="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2169129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884453" y="2668925"/>
            <a:ext cx="1860239" cy="1860239"/>
          </a:xfrm>
          <a:prstGeom prst="rect">
            <a:avLst/>
          </a:prstGeom>
        </p:spPr>
      </p:pic>
      <p:pic>
        <p:nvPicPr>
          <p:cNvPr id="85246860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6913047" y="1602754"/>
            <a:ext cx="3381094" cy="1066169"/>
          </a:xfrm>
          <a:prstGeom prst="rect">
            <a:avLst/>
          </a:prstGeom>
        </p:spPr>
      </p:pic>
      <p:sp>
        <p:nvSpPr>
          <p:cNvPr id="1841216400" name=""/>
          <p:cNvSpPr/>
          <p:nvPr/>
        </p:nvSpPr>
        <p:spPr bwMode="auto">
          <a:xfrm rot="0" flipH="0" flipV="0">
            <a:off x="399514" y="824551"/>
            <a:ext cx="10918208" cy="5515970"/>
          </a:xfrm>
          <a:prstGeom prst="rect">
            <a:avLst/>
          </a:prstGeom>
          <a:noFill/>
          <a:ln w="6349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094355" name="Freeform 26"/>
          <p:cNvSpPr/>
          <p:nvPr/>
        </p:nvSpPr>
        <p:spPr bwMode="auto">
          <a:xfrm>
            <a:off x="1006851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0988480" name="AutoShape 27"/>
          <p:cNvSpPr/>
          <p:nvPr/>
        </p:nvSpPr>
        <p:spPr bwMode="auto">
          <a:xfrm flipH="1">
            <a:off x="3623173" y="3370881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6150698" name="Freeform 28"/>
          <p:cNvSpPr/>
          <p:nvPr/>
        </p:nvSpPr>
        <p:spPr bwMode="auto">
          <a:xfrm>
            <a:off x="5387413" y="1877158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935459" name="AutoShape 29"/>
          <p:cNvSpPr/>
          <p:nvPr/>
        </p:nvSpPr>
        <p:spPr bwMode="auto">
          <a:xfrm flipV="1">
            <a:off x="3623173" y="4162114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079321" name="Freeform 30"/>
          <p:cNvSpPr/>
          <p:nvPr/>
        </p:nvSpPr>
        <p:spPr bwMode="auto">
          <a:xfrm>
            <a:off x="5535284" y="4538694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594841" name="Freeform 31"/>
          <p:cNvSpPr/>
          <p:nvPr/>
        </p:nvSpPr>
        <p:spPr bwMode="auto">
          <a:xfrm>
            <a:off x="9080312" y="2504617"/>
            <a:ext cx="1997226" cy="2285807"/>
          </a:xfrm>
          <a:custGeom>
            <a:avLst/>
            <a:gdLst/>
            <a:ahLst/>
            <a:cxnLst/>
            <a:rect l="l" t="t" r="r" b="b"/>
            <a:pathLst>
              <a:path w="1997226" h="2285809" fill="norm" stroke="1" extrusionOk="0">
                <a:moveTo>
                  <a:pt x="0" y="0"/>
                </a:moveTo>
                <a:lnTo>
                  <a:pt x="1997226" y="0"/>
                </a:lnTo>
                <a:lnTo>
                  <a:pt x="1997226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443550" name="Freeform 32"/>
          <p:cNvSpPr/>
          <p:nvPr/>
        </p:nvSpPr>
        <p:spPr bwMode="auto">
          <a:xfrm>
            <a:off x="10098439" y="4257123"/>
            <a:ext cx="482545" cy="482545"/>
          </a:xfrm>
          <a:custGeom>
            <a:avLst/>
            <a:gdLst/>
            <a:ahLst/>
            <a:cxnLst/>
            <a:rect l="l" t="t" r="r" b="b"/>
            <a:pathLst>
              <a:path w="482548" h="482548" fill="norm" stroke="1" extrusionOk="0">
                <a:moveTo>
                  <a:pt x="0" y="0"/>
                </a:moveTo>
                <a:lnTo>
                  <a:pt x="482548" y="0"/>
                </a:lnTo>
                <a:lnTo>
                  <a:pt x="482548" y="482548"/>
                </a:lnTo>
                <a:lnTo>
                  <a:pt x="0" y="482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010194" name="Freeform 28"/>
          <p:cNvSpPr/>
          <p:nvPr/>
        </p:nvSpPr>
        <p:spPr bwMode="auto">
          <a:xfrm>
            <a:off x="3416593" y="5122185"/>
            <a:ext cx="4966213" cy="1212582"/>
          </a:xfrm>
          <a:custGeom>
            <a:avLst/>
            <a:gdLst/>
            <a:ahLst/>
            <a:cxnLst/>
            <a:rect l="l" t="t" r="r" b="b"/>
            <a:pathLst>
              <a:path w="4966215" h="1212584" fill="norm" stroke="1" extrusionOk="0">
                <a:moveTo>
                  <a:pt x="0" y="0"/>
                </a:moveTo>
                <a:lnTo>
                  <a:pt x="4966215" y="0"/>
                </a:lnTo>
                <a:lnTo>
                  <a:pt x="4966215" y="1212585"/>
                </a:lnTo>
                <a:lnTo>
                  <a:pt x="0" y="1212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233797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944160" y="490182"/>
            <a:ext cx="1911078" cy="1911078"/>
          </a:xfrm>
          <a:prstGeom prst="rect">
            <a:avLst/>
          </a:prstGeom>
        </p:spPr>
      </p:pic>
      <p:pic>
        <p:nvPicPr>
          <p:cNvPr id="194582487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342033" y="2672515"/>
            <a:ext cx="5196440" cy="1988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460947" name="TextBox 32"/>
          <p:cNvSpPr txBox="1"/>
          <p:nvPr/>
        </p:nvSpPr>
        <p:spPr bwMode="auto">
          <a:xfrm>
            <a:off x="269315" y="410373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66977004" name="TextBox 33"/>
          <p:cNvSpPr txBox="1"/>
          <p:nvPr/>
        </p:nvSpPr>
        <p:spPr bwMode="auto">
          <a:xfrm>
            <a:off x="384378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1400"/>
          </a:p>
        </p:txBody>
      </p:sp>
      <p:sp>
        <p:nvSpPr>
          <p:cNvPr id="132709877" name="AutoShape 34"/>
          <p:cNvSpPr/>
          <p:nvPr/>
        </p:nvSpPr>
        <p:spPr bwMode="auto">
          <a:xfrm>
            <a:off x="2309662" y="916016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70942" name="TextBox 35"/>
          <p:cNvSpPr txBox="1"/>
          <p:nvPr/>
        </p:nvSpPr>
        <p:spPr bwMode="auto">
          <a:xfrm>
            <a:off x="2769827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22974" name="TextBox 49"/>
          <p:cNvSpPr txBox="1"/>
          <p:nvPr/>
        </p:nvSpPr>
        <p:spPr bwMode="auto">
          <a:xfrm>
            <a:off x="5975202" y="410373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08859682" name="TextBox 50"/>
          <p:cNvSpPr txBox="1"/>
          <p:nvPr/>
        </p:nvSpPr>
        <p:spPr bwMode="auto">
          <a:xfrm>
            <a:off x="6090264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87098416" name="AutoShape 51"/>
          <p:cNvSpPr/>
          <p:nvPr/>
        </p:nvSpPr>
        <p:spPr bwMode="auto">
          <a:xfrm>
            <a:off x="8015907" y="916016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82610" name="TextBox 52"/>
          <p:cNvSpPr txBox="1"/>
          <p:nvPr/>
        </p:nvSpPr>
        <p:spPr bwMode="auto">
          <a:xfrm>
            <a:off x="8475712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72540180" name="Rectangle: Rounded Corners 12"/>
          <p:cNvSpPr/>
          <p:nvPr/>
        </p:nvSpPr>
        <p:spPr bwMode="auto">
          <a:xfrm>
            <a:off x="160764" y="118597"/>
            <a:ext cx="4317133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41070641" name="Rectangle: Rounded Corners 12"/>
          <p:cNvSpPr/>
          <p:nvPr/>
        </p:nvSpPr>
        <p:spPr bwMode="auto">
          <a:xfrm>
            <a:off x="5837665" y="118597"/>
            <a:ext cx="4317132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910280410" name=""/>
          <p:cNvGrpSpPr/>
          <p:nvPr/>
        </p:nvGrpSpPr>
        <p:grpSpPr bwMode="auto">
          <a:xfrm>
            <a:off x="357159" y="1250983"/>
            <a:ext cx="9611120" cy="1160425"/>
            <a:chOff x="0" y="0"/>
            <a:chExt cx="9611120" cy="1160425"/>
          </a:xfrm>
        </p:grpSpPr>
        <p:sp>
          <p:nvSpPr>
            <p:cNvPr id="1752553401" name="Freeform 30"/>
            <p:cNvSpPr/>
            <p:nvPr/>
          </p:nvSpPr>
          <p:spPr bwMode="auto">
            <a:xfrm rot="0" flipH="0" flipV="0">
              <a:off x="0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606665" name="TextBox 31"/>
            <p:cNvSpPr txBox="1"/>
            <p:nvPr/>
          </p:nvSpPr>
          <p:spPr bwMode="auto">
            <a:xfrm rot="0" flipH="0" flipV="0">
              <a:off x="0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23054930" name="Freeform 37"/>
            <p:cNvSpPr/>
            <p:nvPr/>
          </p:nvSpPr>
          <p:spPr bwMode="auto">
            <a:xfrm rot="0" flipH="0" flipV="0">
              <a:off x="2385446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983184" name="TextBox 38"/>
            <p:cNvSpPr txBox="1"/>
            <p:nvPr/>
          </p:nvSpPr>
          <p:spPr bwMode="auto">
            <a:xfrm rot="0" flipH="0" flipV="0">
              <a:off x="2385446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198 006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2356952" name="Freeform 47"/>
            <p:cNvSpPr/>
            <p:nvPr/>
          </p:nvSpPr>
          <p:spPr bwMode="auto">
            <a:xfrm rot="0" flipH="0" flipV="0">
              <a:off x="5706244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963125" name="TextBox 48"/>
            <p:cNvSpPr txBox="1"/>
            <p:nvPr/>
          </p:nvSpPr>
          <p:spPr bwMode="auto">
            <a:xfrm rot="0" flipH="0" flipV="0">
              <a:off x="5706244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3710885" name="Freeform 54"/>
            <p:cNvSpPr/>
            <p:nvPr/>
          </p:nvSpPr>
          <p:spPr bwMode="auto">
            <a:xfrm rot="0" flipH="0" flipV="0">
              <a:off x="8091691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63999741" name="TextBox 55"/>
            <p:cNvSpPr txBox="1"/>
            <p:nvPr/>
          </p:nvSpPr>
          <p:spPr bwMode="auto">
            <a:xfrm rot="0" flipH="0" flipV="0">
              <a:off x="8091691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175 000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9939877" name="Freeform 57"/>
            <p:cNvSpPr/>
            <p:nvPr/>
          </p:nvSpPr>
          <p:spPr bwMode="auto">
            <a:xfrm rot="0" flipH="0" flipV="0">
              <a:off x="8091691" y="687267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537698" name="TextBox 58"/>
            <p:cNvSpPr txBox="1"/>
            <p:nvPr/>
          </p:nvSpPr>
          <p:spPr bwMode="auto">
            <a:xfrm rot="0" flipH="0" flipV="0">
              <a:off x="8091691" y="62374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22 360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2405600" name="Freeform 64"/>
            <p:cNvSpPr/>
            <p:nvPr/>
          </p:nvSpPr>
          <p:spPr bwMode="auto">
            <a:xfrm rot="0" flipH="0" flipV="0">
              <a:off x="5705926" y="687267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963724" name="TextBox 65"/>
            <p:cNvSpPr txBox="1"/>
            <p:nvPr/>
          </p:nvSpPr>
          <p:spPr bwMode="auto">
            <a:xfrm rot="0" flipH="0" flipV="0">
              <a:off x="5705926" y="62374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  <p:grpSp>
        <p:nvGrpSpPr>
          <p:cNvPr id="1590940797" name=""/>
          <p:cNvGrpSpPr/>
          <p:nvPr/>
        </p:nvGrpSpPr>
        <p:grpSpPr bwMode="auto">
          <a:xfrm>
            <a:off x="1549944" y="3365625"/>
            <a:ext cx="7225672" cy="850887"/>
            <a:chOff x="0" y="0"/>
            <a:chExt cx="7225672" cy="850887"/>
          </a:xfrm>
        </p:grpSpPr>
        <p:sp>
          <p:nvSpPr>
            <p:cNvPr id="474101732" name="AutoShape 39"/>
            <p:cNvSpPr/>
            <p:nvPr/>
          </p:nvSpPr>
          <p:spPr bwMode="auto">
            <a:xfrm>
              <a:off x="759717" y="0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0372980" name="Freeform 41"/>
            <p:cNvSpPr/>
            <p:nvPr/>
          </p:nvSpPr>
          <p:spPr bwMode="auto">
            <a:xfrm rot="0" flipH="0" flipV="0">
              <a:off x="0" y="377728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577244" name="TextBox 42"/>
            <p:cNvSpPr txBox="1"/>
            <p:nvPr/>
          </p:nvSpPr>
          <p:spPr bwMode="auto">
            <a:xfrm rot="0" flipH="0" flipV="0">
              <a:off x="0" y="314201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1 994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6744215" name="AutoShape 59"/>
            <p:cNvSpPr/>
            <p:nvPr/>
          </p:nvSpPr>
          <p:spPr bwMode="auto">
            <a:xfrm>
              <a:off x="6465961" y="0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4292381" name="Freeform 61"/>
            <p:cNvSpPr/>
            <p:nvPr/>
          </p:nvSpPr>
          <p:spPr bwMode="auto">
            <a:xfrm rot="0" flipH="0" flipV="0">
              <a:off x="5706243" y="377728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2422157" name="TextBox 62"/>
            <p:cNvSpPr txBox="1"/>
            <p:nvPr/>
          </p:nvSpPr>
          <p:spPr bwMode="auto">
            <a:xfrm rot="0" flipH="0" flipV="0">
              <a:off x="5706243" y="314201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2 640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493210" name="TextBox 32"/>
          <p:cNvSpPr txBox="1"/>
          <p:nvPr/>
        </p:nvSpPr>
        <p:spPr bwMode="auto">
          <a:xfrm>
            <a:off x="290452" y="372564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12304922" name="TextBox 33"/>
          <p:cNvSpPr txBox="1"/>
          <p:nvPr/>
        </p:nvSpPr>
        <p:spPr bwMode="auto">
          <a:xfrm>
            <a:off x="405516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1400"/>
          </a:p>
        </p:txBody>
      </p:sp>
      <p:sp>
        <p:nvSpPr>
          <p:cNvPr id="2123570105" name="AutoShape 34"/>
          <p:cNvSpPr/>
          <p:nvPr/>
        </p:nvSpPr>
        <p:spPr bwMode="auto">
          <a:xfrm>
            <a:off x="2331159" y="878208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104798" name="TextBox 35"/>
          <p:cNvSpPr txBox="1"/>
          <p:nvPr/>
        </p:nvSpPr>
        <p:spPr bwMode="auto">
          <a:xfrm>
            <a:off x="2790964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8716480" name="AutoShape 39"/>
          <p:cNvSpPr/>
          <p:nvPr/>
        </p:nvSpPr>
        <p:spPr bwMode="auto">
          <a:xfrm>
            <a:off x="2331159" y="3327818"/>
            <a:ext cx="0" cy="3777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551653" name="TextBox 49"/>
          <p:cNvSpPr txBox="1"/>
          <p:nvPr/>
        </p:nvSpPr>
        <p:spPr bwMode="auto">
          <a:xfrm>
            <a:off x="5996699" y="372564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47212209" name="TextBox 50"/>
          <p:cNvSpPr txBox="1"/>
          <p:nvPr/>
        </p:nvSpPr>
        <p:spPr bwMode="auto">
          <a:xfrm>
            <a:off x="6111761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1400"/>
          </a:p>
        </p:txBody>
      </p:sp>
      <p:sp>
        <p:nvSpPr>
          <p:cNvPr id="2032464192" name="AutoShape 51"/>
          <p:cNvSpPr/>
          <p:nvPr/>
        </p:nvSpPr>
        <p:spPr bwMode="auto">
          <a:xfrm>
            <a:off x="8037404" y="878208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280523" name="TextBox 52"/>
          <p:cNvSpPr txBox="1"/>
          <p:nvPr/>
        </p:nvSpPr>
        <p:spPr bwMode="auto">
          <a:xfrm>
            <a:off x="8497569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46203455" name="AutoShape 59"/>
          <p:cNvSpPr/>
          <p:nvPr/>
        </p:nvSpPr>
        <p:spPr bwMode="auto">
          <a:xfrm>
            <a:off x="8037404" y="3327818"/>
            <a:ext cx="0" cy="3777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1036694" name="Rectangle: Rounded Corners 12"/>
          <p:cNvSpPr/>
          <p:nvPr/>
        </p:nvSpPr>
        <p:spPr bwMode="auto">
          <a:xfrm>
            <a:off x="125111" y="126866"/>
            <a:ext cx="4400548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43243594" name="Rectangle: Rounded Corners 12"/>
          <p:cNvSpPr/>
          <p:nvPr/>
        </p:nvSpPr>
        <p:spPr bwMode="auto">
          <a:xfrm>
            <a:off x="5763911" y="126866"/>
            <a:ext cx="4495798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79121031" name=""/>
          <p:cNvGrpSpPr/>
          <p:nvPr/>
        </p:nvGrpSpPr>
        <p:grpSpPr bwMode="auto">
          <a:xfrm>
            <a:off x="1571441" y="3705547"/>
            <a:ext cx="7225675" cy="1327304"/>
            <a:chOff x="0" y="0"/>
            <a:chExt cx="7225675" cy="1327304"/>
          </a:xfrm>
        </p:grpSpPr>
        <p:grpSp>
          <p:nvGrpSpPr>
            <p:cNvPr id="1600492454" name="Group 40"/>
            <p:cNvGrpSpPr/>
            <p:nvPr/>
          </p:nvGrpSpPr>
          <p:grpSpPr bwMode="auto">
            <a:xfrm>
              <a:off x="0" y="0"/>
              <a:ext cx="1519430" cy="473152"/>
              <a:chOff x="0" y="0"/>
              <a:chExt cx="911224" cy="283756"/>
            </a:xfrm>
          </p:grpSpPr>
          <p:sp>
            <p:nvSpPr>
              <p:cNvPr id="1619289362" name="Freeform 41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91853404" name="TextBox 42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1 994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889351502" name="Group 60"/>
            <p:cNvGrpSpPr/>
            <p:nvPr/>
          </p:nvGrpSpPr>
          <p:grpSpPr bwMode="auto">
            <a:xfrm>
              <a:off x="5706245" y="0"/>
              <a:ext cx="1519430" cy="473152"/>
              <a:chOff x="0" y="0"/>
              <a:chExt cx="911224" cy="283756"/>
            </a:xfrm>
          </p:grpSpPr>
          <p:sp>
            <p:nvSpPr>
              <p:cNvPr id="1738129936" name="Freeform 61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224223912" name="TextBox 62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2 640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922983125" name="Group 66"/>
            <p:cNvGrpSpPr/>
            <p:nvPr/>
          </p:nvGrpSpPr>
          <p:grpSpPr bwMode="auto">
            <a:xfrm>
              <a:off x="5706245" y="854152"/>
              <a:ext cx="1519430" cy="473152"/>
              <a:chOff x="0" y="0"/>
              <a:chExt cx="911224" cy="283756"/>
            </a:xfrm>
          </p:grpSpPr>
          <p:sp>
            <p:nvSpPr>
              <p:cNvPr id="559733485" name="Freeform 6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710893572" name="TextBox 6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12 sats/vB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sp>
          <p:nvSpPr>
            <p:cNvPr id="1224032126" name="AutoShape 69"/>
            <p:cNvSpPr/>
            <p:nvPr/>
          </p:nvSpPr>
          <p:spPr bwMode="auto">
            <a:xfrm flipH="1">
              <a:off x="6465961" y="473153"/>
              <a:ext cx="0" cy="380998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0892218" name="AutoShape 70"/>
            <p:cNvSpPr/>
            <p:nvPr/>
          </p:nvSpPr>
          <p:spPr bwMode="auto">
            <a:xfrm>
              <a:off x="759717" y="473153"/>
              <a:ext cx="0" cy="380998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9966253" name="Group 71"/>
            <p:cNvGrpSpPr/>
            <p:nvPr/>
          </p:nvGrpSpPr>
          <p:grpSpPr bwMode="auto">
            <a:xfrm>
              <a:off x="0" y="854152"/>
              <a:ext cx="1519430" cy="473152"/>
              <a:chOff x="0" y="0"/>
              <a:chExt cx="911224" cy="283756"/>
            </a:xfrm>
          </p:grpSpPr>
          <p:sp>
            <p:nvSpPr>
              <p:cNvPr id="2105362871" name="Freeform 72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652453462" name="TextBox 73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14 sats/vB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  <p:grpSp>
        <p:nvGrpSpPr>
          <p:cNvPr id="1782807878" name=""/>
          <p:cNvGrpSpPr/>
          <p:nvPr/>
        </p:nvGrpSpPr>
        <p:grpSpPr bwMode="auto">
          <a:xfrm>
            <a:off x="378657" y="1276704"/>
            <a:ext cx="9611121" cy="1096893"/>
            <a:chOff x="0" y="0"/>
            <a:chExt cx="9611121" cy="1096893"/>
          </a:xfrm>
        </p:grpSpPr>
        <p:grpSp>
          <p:nvGrpSpPr>
            <p:cNvPr id="2075107259" name="Group 29"/>
            <p:cNvGrpSpPr/>
            <p:nvPr/>
          </p:nvGrpSpPr>
          <p:grpSpPr bwMode="auto">
            <a:xfrm>
              <a:off x="0" y="0"/>
              <a:ext cx="1519430" cy="473152"/>
              <a:chOff x="0" y="0"/>
              <a:chExt cx="911224" cy="283756"/>
            </a:xfrm>
          </p:grpSpPr>
          <p:sp>
            <p:nvSpPr>
              <p:cNvPr id="1366526586" name="Freeform 30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37112606" name="TextBox 31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573201062" name="Group 36"/>
            <p:cNvGrpSpPr/>
            <p:nvPr/>
          </p:nvGrpSpPr>
          <p:grpSpPr bwMode="auto">
            <a:xfrm>
              <a:off x="2385446" y="0"/>
              <a:ext cx="1519430" cy="473152"/>
              <a:chOff x="0" y="0"/>
              <a:chExt cx="911224" cy="283756"/>
            </a:xfrm>
          </p:grpSpPr>
          <p:sp>
            <p:nvSpPr>
              <p:cNvPr id="699287068" name="Freeform 3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053308648" name="TextBox 3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198 006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851465438" name="Group 46"/>
            <p:cNvGrpSpPr/>
            <p:nvPr/>
          </p:nvGrpSpPr>
          <p:grpSpPr bwMode="auto">
            <a:xfrm>
              <a:off x="5706244" y="0"/>
              <a:ext cx="1519430" cy="473152"/>
              <a:chOff x="0" y="0"/>
              <a:chExt cx="911224" cy="283756"/>
            </a:xfrm>
          </p:grpSpPr>
          <p:sp>
            <p:nvSpPr>
              <p:cNvPr id="1338986628" name="Freeform 4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132874448" name="TextBox 4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797030115" name="Group 53"/>
            <p:cNvGrpSpPr/>
            <p:nvPr/>
          </p:nvGrpSpPr>
          <p:grpSpPr bwMode="auto">
            <a:xfrm>
              <a:off x="8091691" y="0"/>
              <a:ext cx="1519430" cy="473152"/>
              <a:chOff x="0" y="0"/>
              <a:chExt cx="911224" cy="283756"/>
            </a:xfrm>
          </p:grpSpPr>
          <p:sp>
            <p:nvSpPr>
              <p:cNvPr id="233845446" name="Freeform 54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89819133" name="TextBox 55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175 000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15177373" name="Group 56"/>
            <p:cNvGrpSpPr/>
            <p:nvPr/>
          </p:nvGrpSpPr>
          <p:grpSpPr bwMode="auto">
            <a:xfrm>
              <a:off x="8091691" y="623741"/>
              <a:ext cx="1519430" cy="473152"/>
              <a:chOff x="0" y="0"/>
              <a:chExt cx="911224" cy="283756"/>
            </a:xfrm>
          </p:grpSpPr>
          <p:sp>
            <p:nvSpPr>
              <p:cNvPr id="603583509" name="Freeform 5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61015106" name="TextBox 5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22 360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967699903" name="Group 63"/>
            <p:cNvGrpSpPr/>
            <p:nvPr/>
          </p:nvGrpSpPr>
          <p:grpSpPr bwMode="auto">
            <a:xfrm>
              <a:off x="5705926" y="623741"/>
              <a:ext cx="1519430" cy="473152"/>
              <a:chOff x="0" y="0"/>
              <a:chExt cx="911224" cy="283756"/>
            </a:xfrm>
          </p:grpSpPr>
          <p:sp>
            <p:nvSpPr>
              <p:cNvPr id="701537283" name="Freeform 64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10530298" name="TextBox 65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62134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6199" y="95249"/>
            <a:ext cx="12039599" cy="6667499"/>
          </a:xfrm>
          <a:prstGeom prst="rect">
            <a:avLst/>
          </a:prstGeom>
        </p:spPr>
      </p:pic>
      <p:sp>
        <p:nvSpPr>
          <p:cNvPr id="1218195920" name=""/>
          <p:cNvSpPr txBox="1"/>
          <p:nvPr/>
        </p:nvSpPr>
        <p:spPr bwMode="auto">
          <a:xfrm rot="0" flipH="0" flipV="0">
            <a:off x="1081125" y="206374"/>
            <a:ext cx="10257769" cy="39659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lang="fr-FR">
                <a:latin typeface="IBM Plex Sans"/>
              </a:rPr>
              <a:t>平均経費（衛星/VB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320408" name="Freeform 26"/>
          <p:cNvSpPr/>
          <p:nvPr/>
        </p:nvSpPr>
        <p:spPr bwMode="auto">
          <a:xfrm>
            <a:off x="2282966" y="1636428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903350" name="Freeform 27"/>
          <p:cNvSpPr/>
          <p:nvPr/>
        </p:nvSpPr>
        <p:spPr bwMode="auto">
          <a:xfrm>
            <a:off x="460670" y="266829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144049" name="AutoShape 34"/>
          <p:cNvSpPr/>
          <p:nvPr/>
        </p:nvSpPr>
        <p:spPr bwMode="auto">
          <a:xfrm flipH="0" flipV="0">
            <a:off x="7104363" y="1256821"/>
            <a:ext cx="0" cy="392404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623637" name="TextBox 47"/>
          <p:cNvSpPr txBox="1"/>
          <p:nvPr/>
        </p:nvSpPr>
        <p:spPr bwMode="auto">
          <a:xfrm>
            <a:off x="4017696" y="479863"/>
            <a:ext cx="6174415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07281597" name="TextBox 48"/>
          <p:cNvSpPr txBox="1"/>
          <p:nvPr/>
        </p:nvSpPr>
        <p:spPr bwMode="auto">
          <a:xfrm>
            <a:off x="4191762" y="1184875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5286489" name="TextBox 49"/>
          <p:cNvSpPr txBox="1"/>
          <p:nvPr/>
        </p:nvSpPr>
        <p:spPr bwMode="auto">
          <a:xfrm>
            <a:off x="7800507" y="1184875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4492187" name="Rectangle: Rounded Corners 12"/>
          <p:cNvSpPr/>
          <p:nvPr/>
        </p:nvSpPr>
        <p:spPr bwMode="auto">
          <a:xfrm>
            <a:off x="3623166" y="157624"/>
            <a:ext cx="6934199" cy="56768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58247897" name=""/>
          <p:cNvGrpSpPr/>
          <p:nvPr/>
        </p:nvGrpSpPr>
        <p:grpSpPr bwMode="auto">
          <a:xfrm>
            <a:off x="4150587" y="1715504"/>
            <a:ext cx="5907360" cy="3747741"/>
            <a:chOff x="0" y="0"/>
            <a:chExt cx="5907360" cy="3747741"/>
          </a:xfrm>
        </p:grpSpPr>
        <p:sp>
          <p:nvSpPr>
            <p:cNvPr id="955285746" name="Freeform 32"/>
            <p:cNvSpPr/>
            <p:nvPr/>
          </p:nvSpPr>
          <p:spPr bwMode="auto">
            <a:xfrm rot="0" flipH="0" flipV="0">
              <a:off x="0" y="14416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69826740" name="TextBox 33"/>
            <p:cNvSpPr txBox="1"/>
            <p:nvPr/>
          </p:nvSpPr>
          <p:spPr bwMode="auto">
            <a:xfrm rot="0" flipH="0" flipV="0">
              <a:off x="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25508473" name="Freeform 36"/>
            <p:cNvSpPr/>
            <p:nvPr/>
          </p:nvSpPr>
          <p:spPr bwMode="auto">
            <a:xfrm rot="0" flipH="0" flipV="0">
              <a:off x="0" y="1106757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68291829" name="TextBox 37"/>
            <p:cNvSpPr txBox="1"/>
            <p:nvPr/>
          </p:nvSpPr>
          <p:spPr bwMode="auto">
            <a:xfrm rot="0" flipH="0" flipV="0">
              <a:off x="0" y="962594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04806284" name="Freeform 39"/>
            <p:cNvSpPr/>
            <p:nvPr/>
          </p:nvSpPr>
          <p:spPr bwMode="auto">
            <a:xfrm rot="0" flipH="0" flipV="0">
              <a:off x="182" y="206935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091205628" name="TextBox 40"/>
            <p:cNvSpPr txBox="1"/>
            <p:nvPr/>
          </p:nvSpPr>
          <p:spPr bwMode="auto">
            <a:xfrm rot="0" flipH="0" flipV="0">
              <a:off x="182" y="192519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22656038" name="Freeform 42"/>
            <p:cNvSpPr/>
            <p:nvPr/>
          </p:nvSpPr>
          <p:spPr bwMode="auto">
            <a:xfrm rot="0" flipH="0" flipV="0">
              <a:off x="182" y="303194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60211662" name="TextBox 43"/>
            <p:cNvSpPr txBox="1"/>
            <p:nvPr/>
          </p:nvSpPr>
          <p:spPr bwMode="auto">
            <a:xfrm rot="0" flipH="0" flipV="0">
              <a:off x="182" y="288778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73468589" name="Freeform 45"/>
            <p:cNvSpPr/>
            <p:nvPr/>
          </p:nvSpPr>
          <p:spPr bwMode="auto">
            <a:xfrm rot="0" flipH="0" flipV="0">
              <a:off x="3608740" y="14416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23305378" name="TextBox 46"/>
            <p:cNvSpPr txBox="1"/>
            <p:nvPr/>
          </p:nvSpPr>
          <p:spPr bwMode="auto">
            <a:xfrm rot="0" flipH="0" flipV="0">
              <a:off x="360874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0627986" name="Freeform 51"/>
            <p:cNvSpPr/>
            <p:nvPr/>
          </p:nvSpPr>
          <p:spPr bwMode="auto">
            <a:xfrm rot="0" flipH="0" flipV="0">
              <a:off x="3608740" y="109995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264590089" name="TextBox 52"/>
            <p:cNvSpPr txBox="1"/>
            <p:nvPr/>
          </p:nvSpPr>
          <p:spPr bwMode="auto">
            <a:xfrm rot="0" flipH="0" flipV="0">
              <a:off x="3608740" y="955794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684252" name="Freeform 40"/>
          <p:cNvSpPr/>
          <p:nvPr/>
        </p:nvSpPr>
        <p:spPr bwMode="auto">
          <a:xfrm rot="0" flipH="0" flipV="0">
            <a:off x="1363025" y="1013892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3357610" name="TextBox 41"/>
          <p:cNvSpPr txBox="1"/>
          <p:nvPr/>
        </p:nvSpPr>
        <p:spPr bwMode="auto">
          <a:xfrm rot="0" flipH="0" flipV="0">
            <a:off x="1363025" y="912218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ビスク</a:t>
            </a:r>
            <a:endParaRPr/>
          </a:p>
        </p:txBody>
      </p:sp>
      <p:sp>
        <p:nvSpPr>
          <p:cNvPr id="181290174" name="Freeform 43"/>
          <p:cNvSpPr/>
          <p:nvPr/>
        </p:nvSpPr>
        <p:spPr bwMode="auto">
          <a:xfrm rot="0" flipH="0" flipV="0">
            <a:off x="1363025" y="3049726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379550" name="TextBox 44"/>
          <p:cNvSpPr txBox="1"/>
          <p:nvPr/>
        </p:nvSpPr>
        <p:spPr bwMode="auto">
          <a:xfrm rot="0" flipH="0" flipV="0">
            <a:off x="1363025" y="2948053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Exchange.kyc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93553192" name="Freeform 45"/>
          <p:cNvSpPr/>
          <p:nvPr/>
        </p:nvSpPr>
        <p:spPr bwMode="auto">
          <a:xfrm>
            <a:off x="4349431" y="4109637"/>
            <a:ext cx="1543365" cy="1693677"/>
          </a:xfrm>
          <a:custGeom>
            <a:avLst/>
            <a:gdLst/>
            <a:ahLst/>
            <a:cxnLst/>
            <a:rect l="l" t="t" r="r" b="b"/>
            <a:pathLst>
              <a:path w="1543365" h="1693679" fill="norm" stroke="1" extrusionOk="0">
                <a:moveTo>
                  <a:pt x="0" y="0"/>
                </a:moveTo>
                <a:lnTo>
                  <a:pt x="1543365" y="0"/>
                </a:lnTo>
                <a:lnTo>
                  <a:pt x="1543365" y="1693680"/>
                </a:lnTo>
                <a:lnTo>
                  <a:pt x="0" y="169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335580" name="AutoShape 46"/>
          <p:cNvSpPr/>
          <p:nvPr/>
        </p:nvSpPr>
        <p:spPr bwMode="auto">
          <a:xfrm>
            <a:off x="3313499" y="1296925"/>
            <a:ext cx="2152773" cy="6766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07296" name="AutoShape 47"/>
          <p:cNvSpPr/>
          <p:nvPr/>
        </p:nvSpPr>
        <p:spPr bwMode="auto">
          <a:xfrm flipV="1">
            <a:off x="3313499" y="1295190"/>
            <a:ext cx="2152773" cy="11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337382" name="TextBox 48"/>
          <p:cNvSpPr txBox="1"/>
          <p:nvPr/>
        </p:nvSpPr>
        <p:spPr bwMode="auto">
          <a:xfrm>
            <a:off x="5298133" y="228856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1789641148" name="TextBox 49"/>
          <p:cNvSpPr txBox="1"/>
          <p:nvPr/>
        </p:nvSpPr>
        <p:spPr bwMode="auto">
          <a:xfrm>
            <a:off x="5569726" y="71745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/>
          </a:p>
        </p:txBody>
      </p:sp>
      <p:sp>
        <p:nvSpPr>
          <p:cNvPr id="767995189" name="TextBox 50"/>
          <p:cNvSpPr txBox="1"/>
          <p:nvPr/>
        </p:nvSpPr>
        <p:spPr bwMode="auto">
          <a:xfrm>
            <a:off x="7817168" y="71745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2657003" name="AutoShape 51"/>
          <p:cNvSpPr/>
          <p:nvPr/>
        </p:nvSpPr>
        <p:spPr bwMode="auto">
          <a:xfrm>
            <a:off x="2957215" y="3615795"/>
            <a:ext cx="1557945" cy="71241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5292611" name="AutoShape 52"/>
          <p:cNvSpPr/>
          <p:nvPr/>
        </p:nvSpPr>
        <p:spPr bwMode="auto">
          <a:xfrm flipH="1">
            <a:off x="264894" y="1296925"/>
            <a:ext cx="1098130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456778" name="TextBox 53"/>
          <p:cNvSpPr txBox="1"/>
          <p:nvPr/>
        </p:nvSpPr>
        <p:spPr bwMode="auto">
          <a:xfrm>
            <a:off x="161362" y="511332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UTXO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82063649" name="AutoShape 54"/>
          <p:cNvSpPr/>
          <p:nvPr/>
        </p:nvSpPr>
        <p:spPr bwMode="auto">
          <a:xfrm flipV="1">
            <a:off x="264894" y="4956477"/>
            <a:ext cx="4084535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292355" name="AutoShape 55"/>
          <p:cNvSpPr/>
          <p:nvPr/>
        </p:nvSpPr>
        <p:spPr bwMode="auto">
          <a:xfrm>
            <a:off x="264894" y="1296925"/>
            <a:ext cx="0" cy="365955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7216" name="AutoShape 62"/>
          <p:cNvSpPr/>
          <p:nvPr/>
        </p:nvSpPr>
        <p:spPr bwMode="auto">
          <a:xfrm>
            <a:off x="3313499" y="3332761"/>
            <a:ext cx="215277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369278" name="AutoShape 63"/>
          <p:cNvSpPr/>
          <p:nvPr/>
        </p:nvSpPr>
        <p:spPr bwMode="auto">
          <a:xfrm>
            <a:off x="3313499" y="1296925"/>
            <a:ext cx="2152773" cy="135695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24928" name="Rectangle: Rounded Corners 12"/>
          <p:cNvSpPr/>
          <p:nvPr/>
        </p:nvSpPr>
        <p:spPr bwMode="auto">
          <a:xfrm flipH="0" flipV="0">
            <a:off x="5205441" y="82215"/>
            <a:ext cx="4471562" cy="388978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696461631" name=""/>
          <p:cNvGrpSpPr/>
          <p:nvPr/>
        </p:nvGrpSpPr>
        <p:grpSpPr bwMode="auto">
          <a:xfrm>
            <a:off x="5540687" y="1063649"/>
            <a:ext cx="3868561" cy="2670352"/>
            <a:chOff x="0" y="0"/>
            <a:chExt cx="3868561" cy="2670352"/>
          </a:xfrm>
        </p:grpSpPr>
        <p:sp>
          <p:nvSpPr>
            <p:cNvPr id="664730013" name="Freeform 30"/>
            <p:cNvSpPr/>
            <p:nvPr/>
          </p:nvSpPr>
          <p:spPr bwMode="auto">
            <a:xfrm rot="0" flipH="0" flipV="0">
              <a:off x="0" y="12750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9366188" name="TextBox 31"/>
            <p:cNvSpPr txBox="1"/>
            <p:nvPr/>
          </p:nvSpPr>
          <p:spPr bwMode="auto">
            <a:xfrm rot="0" flipH="0" flipV="0">
              <a:off x="0" y="5972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7110027" name="AutoShape 32"/>
            <p:cNvSpPr/>
            <p:nvPr/>
          </p:nvSpPr>
          <p:spPr bwMode="auto">
            <a:xfrm flipH="0" flipV="0">
              <a:off x="1859931" y="0"/>
              <a:ext cx="0" cy="256676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1289386" name="Freeform 34"/>
            <p:cNvSpPr/>
            <p:nvPr/>
          </p:nvSpPr>
          <p:spPr bwMode="auto">
            <a:xfrm rot="0" flipH="0" flipV="0">
              <a:off x="0" y="806385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69907308" name="TextBox 35"/>
            <p:cNvSpPr txBox="1"/>
            <p:nvPr/>
          </p:nvSpPr>
          <p:spPr bwMode="auto">
            <a:xfrm rot="0" flipH="0" flipV="0">
              <a:off x="0" y="738607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7980996" name="Freeform 37"/>
            <p:cNvSpPr/>
            <p:nvPr/>
          </p:nvSpPr>
          <p:spPr bwMode="auto">
            <a:xfrm rot="0" flipH="0" flipV="0">
              <a:off x="2247441" y="12750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410188" name="TextBox 38"/>
            <p:cNvSpPr txBox="1"/>
            <p:nvPr/>
          </p:nvSpPr>
          <p:spPr bwMode="auto">
            <a:xfrm rot="0" flipH="0" flipV="0">
              <a:off x="2247441" y="5972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22120553" name="Freeform 57"/>
            <p:cNvSpPr/>
            <p:nvPr/>
          </p:nvSpPr>
          <p:spPr bwMode="auto">
            <a:xfrm rot="0" flipH="0" flipV="0">
              <a:off x="0" y="1486649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110922" name="TextBox 58"/>
            <p:cNvSpPr txBox="1"/>
            <p:nvPr/>
          </p:nvSpPr>
          <p:spPr bwMode="auto">
            <a:xfrm rot="0" flipH="0" flipV="0">
              <a:off x="0" y="1418870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0440464" name="Freeform 60"/>
            <p:cNvSpPr/>
            <p:nvPr/>
          </p:nvSpPr>
          <p:spPr bwMode="auto">
            <a:xfrm rot="0" flipH="0" flipV="0">
              <a:off x="0" y="216552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4707436" name="TextBox 61"/>
            <p:cNvSpPr txBox="1"/>
            <p:nvPr/>
          </p:nvSpPr>
          <p:spPr bwMode="auto">
            <a:xfrm rot="0" flipH="0" flipV="0">
              <a:off x="0" y="209774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474899" name="Freeform 27"/>
          <p:cNvSpPr/>
          <p:nvPr/>
        </p:nvSpPr>
        <p:spPr bwMode="auto">
          <a:xfrm rot="0" flipH="0" flipV="0">
            <a:off x="3625835" y="328577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12851614" name="TextBox 28"/>
          <p:cNvSpPr txBox="1"/>
          <p:nvPr/>
        </p:nvSpPr>
        <p:spPr bwMode="auto">
          <a:xfrm rot="0" flipH="0" flipV="0">
            <a:off x="3660594" y="330315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8761280" name="Freeform 30"/>
          <p:cNvSpPr/>
          <p:nvPr/>
        </p:nvSpPr>
        <p:spPr bwMode="auto">
          <a:xfrm rot="0" flipH="0" flipV="0">
            <a:off x="1854092" y="3204067"/>
            <a:ext cx="534177" cy="534177"/>
          </a:xfrm>
          <a:custGeom>
            <a:avLst/>
            <a:gdLst/>
            <a:ahLst/>
            <a:cxnLst/>
            <a:rect l="l" t="t" r="r" b="b"/>
            <a:pathLst>
              <a:path w="712239" h="712239" fill="norm" stroke="1" extrusionOk="0">
                <a:moveTo>
                  <a:pt x="0" y="0"/>
                </a:moveTo>
                <a:lnTo>
                  <a:pt x="712239" y="0"/>
                </a:lnTo>
                <a:lnTo>
                  <a:pt x="712239" y="712239"/>
                </a:lnTo>
                <a:lnTo>
                  <a:pt x="0" y="712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770486277" name="Freeform 31"/>
          <p:cNvSpPr/>
          <p:nvPr/>
        </p:nvSpPr>
        <p:spPr bwMode="auto">
          <a:xfrm rot="0" flipH="0" flipV="0">
            <a:off x="1947574" y="3383948"/>
            <a:ext cx="287512" cy="287512"/>
          </a:xfrm>
          <a:custGeom>
            <a:avLst/>
            <a:gdLst/>
            <a:ahLst/>
            <a:cxnLst/>
            <a:rect l="l" t="t" r="r" b="b"/>
            <a:pathLst>
              <a:path w="383353" h="383353" fill="norm" stroke="1" extrusionOk="0">
                <a:moveTo>
                  <a:pt x="0" y="0"/>
                </a:moveTo>
                <a:lnTo>
                  <a:pt x="383354" y="0"/>
                </a:lnTo>
                <a:lnTo>
                  <a:pt x="383354" y="383354"/>
                </a:lnTo>
                <a:lnTo>
                  <a:pt x="0" y="383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347296078" name="AutoShape 32"/>
          <p:cNvSpPr/>
          <p:nvPr/>
        </p:nvSpPr>
        <p:spPr bwMode="auto">
          <a:xfrm flipV="1">
            <a:off x="2388272" y="3471158"/>
            <a:ext cx="12375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173545" name="Freeform 34"/>
          <p:cNvSpPr/>
          <p:nvPr/>
        </p:nvSpPr>
        <p:spPr bwMode="auto">
          <a:xfrm rot="0" flipH="0" flipV="0">
            <a:off x="4708759" y="241080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9729868" name="TextBox 35"/>
          <p:cNvSpPr txBox="1"/>
          <p:nvPr/>
        </p:nvSpPr>
        <p:spPr bwMode="auto">
          <a:xfrm rot="0" flipH="0" flipV="0">
            <a:off x="4743518" y="242818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90792498" name="Freeform 37"/>
          <p:cNvSpPr/>
          <p:nvPr/>
        </p:nvSpPr>
        <p:spPr bwMode="auto">
          <a:xfrm rot="0" flipH="0" flipV="0">
            <a:off x="4523377" y="464996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38902006" name="TextBox 38"/>
          <p:cNvSpPr txBox="1"/>
          <p:nvPr/>
        </p:nvSpPr>
        <p:spPr bwMode="auto">
          <a:xfrm rot="0" flipH="0" flipV="0">
            <a:off x="4558136" y="466734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4249044" name="Freeform 40"/>
          <p:cNvSpPr/>
          <p:nvPr/>
        </p:nvSpPr>
        <p:spPr bwMode="auto">
          <a:xfrm rot="0" flipH="0" flipV="0">
            <a:off x="2738829" y="543483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8200640" name="TextBox 41"/>
          <p:cNvSpPr txBox="1"/>
          <p:nvPr/>
        </p:nvSpPr>
        <p:spPr bwMode="auto">
          <a:xfrm rot="0" flipH="0" flipV="0">
            <a:off x="2773587" y="545221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49789010" name="Freeform 43"/>
          <p:cNvSpPr/>
          <p:nvPr/>
        </p:nvSpPr>
        <p:spPr bwMode="auto">
          <a:xfrm rot="0" flipH="0" flipV="0">
            <a:off x="6203605" y="549256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22583233" name="TextBox 44"/>
          <p:cNvSpPr txBox="1"/>
          <p:nvPr/>
        </p:nvSpPr>
        <p:spPr bwMode="auto">
          <a:xfrm rot="0" flipH="0" flipV="0">
            <a:off x="6238364" y="550993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88355726" name="Freeform 46"/>
          <p:cNvSpPr/>
          <p:nvPr/>
        </p:nvSpPr>
        <p:spPr bwMode="auto">
          <a:xfrm rot="0" flipH="0" flipV="0">
            <a:off x="6477163" y="387759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081533" name="TextBox 47"/>
          <p:cNvSpPr txBox="1"/>
          <p:nvPr/>
        </p:nvSpPr>
        <p:spPr bwMode="auto">
          <a:xfrm rot="0" flipH="0" flipV="0">
            <a:off x="6511921" y="389497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40445663" name="Freeform 49"/>
          <p:cNvSpPr/>
          <p:nvPr/>
        </p:nvSpPr>
        <p:spPr bwMode="auto">
          <a:xfrm rot="0" flipH="0" flipV="0">
            <a:off x="6747580" y="291501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171220" name="TextBox 50"/>
          <p:cNvSpPr txBox="1"/>
          <p:nvPr/>
        </p:nvSpPr>
        <p:spPr bwMode="auto">
          <a:xfrm rot="0" flipH="0" flipV="0">
            <a:off x="6782339" y="293238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2653040" name="Freeform 52"/>
          <p:cNvSpPr/>
          <p:nvPr/>
        </p:nvSpPr>
        <p:spPr bwMode="auto">
          <a:xfrm rot="0" flipH="0" flipV="0">
            <a:off x="2500471" y="178848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0331927" name="TextBox 53"/>
          <p:cNvSpPr txBox="1"/>
          <p:nvPr/>
        </p:nvSpPr>
        <p:spPr bwMode="auto">
          <a:xfrm rot="0" flipH="0" flipV="0">
            <a:off x="2535230" y="180586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8501578" name="Freeform 55"/>
          <p:cNvSpPr/>
          <p:nvPr/>
        </p:nvSpPr>
        <p:spPr bwMode="auto">
          <a:xfrm rot="0" flipH="0" flipV="0">
            <a:off x="7556877" y="1322097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7800823" name="TextBox 56"/>
          <p:cNvSpPr txBox="1"/>
          <p:nvPr/>
        </p:nvSpPr>
        <p:spPr bwMode="auto">
          <a:xfrm rot="0" flipH="0" flipV="0">
            <a:off x="7591635" y="1339476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82132385" name="Freeform 58"/>
          <p:cNvSpPr/>
          <p:nvPr/>
        </p:nvSpPr>
        <p:spPr bwMode="auto">
          <a:xfrm rot="0" flipH="0" flipV="0">
            <a:off x="9325279" y="278889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7828471" name="TextBox 59"/>
          <p:cNvSpPr txBox="1"/>
          <p:nvPr/>
        </p:nvSpPr>
        <p:spPr bwMode="auto">
          <a:xfrm rot="0" flipH="0" flipV="0">
            <a:off x="9360038" y="280626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6651196" name="Freeform 61"/>
          <p:cNvSpPr/>
          <p:nvPr/>
        </p:nvSpPr>
        <p:spPr bwMode="auto">
          <a:xfrm rot="0" flipH="0" flipV="0">
            <a:off x="9422487" y="143600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1030647" name="TextBox 62"/>
          <p:cNvSpPr txBox="1"/>
          <p:nvPr/>
        </p:nvSpPr>
        <p:spPr bwMode="auto">
          <a:xfrm rot="0" flipH="0" flipV="0">
            <a:off x="9457245" y="145338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58926155" name="Freeform 64"/>
          <p:cNvSpPr/>
          <p:nvPr/>
        </p:nvSpPr>
        <p:spPr bwMode="auto">
          <a:xfrm rot="0" flipH="0" flipV="0">
            <a:off x="3996600" y="126514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7976924" name="TextBox 65"/>
          <p:cNvSpPr txBox="1"/>
          <p:nvPr/>
        </p:nvSpPr>
        <p:spPr bwMode="auto">
          <a:xfrm rot="0" flipH="0" flipV="0">
            <a:off x="4031359" y="128252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77971090" name="Freeform 67"/>
          <p:cNvSpPr/>
          <p:nvPr/>
        </p:nvSpPr>
        <p:spPr bwMode="auto">
          <a:xfrm rot="0" flipH="0" flipV="0">
            <a:off x="5862213" y="137905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5342158" name="TextBox 68"/>
          <p:cNvSpPr txBox="1"/>
          <p:nvPr/>
        </p:nvSpPr>
        <p:spPr bwMode="auto">
          <a:xfrm rot="0" flipH="0" flipV="0">
            <a:off x="5896971" y="139643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4377589" name="Freeform 70"/>
          <p:cNvSpPr/>
          <p:nvPr/>
        </p:nvSpPr>
        <p:spPr bwMode="auto">
          <a:xfrm rot="0" flipH="0" flipV="0">
            <a:off x="10038934" y="524945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9708416" name="TextBox 71"/>
          <p:cNvSpPr txBox="1"/>
          <p:nvPr/>
        </p:nvSpPr>
        <p:spPr bwMode="auto">
          <a:xfrm rot="0" flipH="0" flipV="0">
            <a:off x="10073693" y="526683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5699828" name="Freeform 73"/>
          <p:cNvSpPr/>
          <p:nvPr/>
        </p:nvSpPr>
        <p:spPr bwMode="auto">
          <a:xfrm rot="0" flipH="0" flipV="0">
            <a:off x="7830645" y="462713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3646188" name="TextBox 74"/>
          <p:cNvSpPr txBox="1"/>
          <p:nvPr/>
        </p:nvSpPr>
        <p:spPr bwMode="auto">
          <a:xfrm rot="0" flipH="0" flipV="0">
            <a:off x="7865404" y="464451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79342666" name="Freeform 76"/>
          <p:cNvSpPr/>
          <p:nvPr/>
        </p:nvSpPr>
        <p:spPr bwMode="auto">
          <a:xfrm rot="0" flipH="0" flipV="0">
            <a:off x="9326774" y="410379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0670148" name="TextBox 77"/>
          <p:cNvSpPr txBox="1"/>
          <p:nvPr/>
        </p:nvSpPr>
        <p:spPr bwMode="auto">
          <a:xfrm rot="0" flipH="0" flipV="0">
            <a:off x="9361533" y="412117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20033114" name="AutoShape 78"/>
          <p:cNvSpPr/>
          <p:nvPr/>
        </p:nvSpPr>
        <p:spPr bwMode="auto">
          <a:xfrm flipV="1">
            <a:off x="3955421" y="2712696"/>
            <a:ext cx="794520" cy="6419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784554" name="AutoShape 79"/>
          <p:cNvSpPr/>
          <p:nvPr/>
        </p:nvSpPr>
        <p:spPr bwMode="auto">
          <a:xfrm>
            <a:off x="3913123" y="3626044"/>
            <a:ext cx="693731" cy="10544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048575" name="AutoShape 80"/>
          <p:cNvSpPr/>
          <p:nvPr/>
        </p:nvSpPr>
        <p:spPr bwMode="auto">
          <a:xfrm>
            <a:off x="3992769" y="3508840"/>
            <a:ext cx="2488226" cy="51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0548990" name="AutoShape 81"/>
          <p:cNvSpPr/>
          <p:nvPr/>
        </p:nvSpPr>
        <p:spPr bwMode="auto">
          <a:xfrm flipH="1">
            <a:off x="2994959" y="3642563"/>
            <a:ext cx="745512" cy="180624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124720" name="AutoShape 82"/>
          <p:cNvSpPr/>
          <p:nvPr/>
        </p:nvSpPr>
        <p:spPr bwMode="auto">
          <a:xfrm flipH="1" flipV="1">
            <a:off x="2797241" y="2122068"/>
            <a:ext cx="902587" cy="12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752752" name="AutoShape 83"/>
          <p:cNvSpPr/>
          <p:nvPr/>
        </p:nvSpPr>
        <p:spPr bwMode="auto">
          <a:xfrm flipV="1">
            <a:off x="2860887" y="1511753"/>
            <a:ext cx="1146060" cy="4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3902004" name="AutoShape 84"/>
          <p:cNvSpPr/>
          <p:nvPr/>
        </p:nvSpPr>
        <p:spPr bwMode="auto">
          <a:xfrm flipV="1">
            <a:off x="2709696" y="544281"/>
            <a:ext cx="161538" cy="124572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984279" name="AutoShape 85"/>
          <p:cNvSpPr/>
          <p:nvPr/>
        </p:nvSpPr>
        <p:spPr bwMode="auto">
          <a:xfrm flipH="1" flipV="1">
            <a:off x="840180" y="1265145"/>
            <a:ext cx="1672562" cy="6422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5663969" name="AutoShape 86"/>
          <p:cNvSpPr/>
          <p:nvPr/>
        </p:nvSpPr>
        <p:spPr bwMode="auto">
          <a:xfrm flipH="1">
            <a:off x="840180" y="2016583"/>
            <a:ext cx="1665235" cy="3942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966250" name="AutoShape 87"/>
          <p:cNvSpPr/>
          <p:nvPr/>
        </p:nvSpPr>
        <p:spPr bwMode="auto">
          <a:xfrm flipV="1">
            <a:off x="5032316" y="1688029"/>
            <a:ext cx="877104" cy="7845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746791" name="AutoShape 88"/>
          <p:cNvSpPr/>
          <p:nvPr/>
        </p:nvSpPr>
        <p:spPr bwMode="auto">
          <a:xfrm>
            <a:off x="5074146" y="2640700"/>
            <a:ext cx="1678812" cy="4151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908532" name="AutoShape 89"/>
          <p:cNvSpPr/>
          <p:nvPr/>
        </p:nvSpPr>
        <p:spPr bwMode="auto">
          <a:xfrm flipV="1">
            <a:off x="7016951" y="1672791"/>
            <a:ext cx="641318" cy="126228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6096343" name="AutoShape 90"/>
          <p:cNvSpPr/>
          <p:nvPr/>
        </p:nvSpPr>
        <p:spPr bwMode="auto">
          <a:xfrm flipV="1">
            <a:off x="7118129" y="2983333"/>
            <a:ext cx="2207367" cy="1080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064462" name="AutoShape 91"/>
          <p:cNvSpPr/>
          <p:nvPr/>
        </p:nvSpPr>
        <p:spPr bwMode="auto">
          <a:xfrm>
            <a:off x="6847356" y="4077647"/>
            <a:ext cx="2479988" cy="19685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310416" name="AutoShape 92"/>
          <p:cNvSpPr/>
          <p:nvPr/>
        </p:nvSpPr>
        <p:spPr bwMode="auto">
          <a:xfrm>
            <a:off x="6824751" y="4152804"/>
            <a:ext cx="1029069" cy="5698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574645" name="AutoShape 93"/>
          <p:cNvSpPr/>
          <p:nvPr/>
        </p:nvSpPr>
        <p:spPr bwMode="auto">
          <a:xfrm flipH="1">
            <a:off x="6419953" y="4245785"/>
            <a:ext cx="211626" cy="12493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836121" name="AutoShape 94"/>
          <p:cNvSpPr/>
          <p:nvPr/>
        </p:nvSpPr>
        <p:spPr bwMode="auto">
          <a:xfrm>
            <a:off x="8194506" y="4862814"/>
            <a:ext cx="1851331" cy="521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737476" name="AutoShape 95"/>
          <p:cNvSpPr/>
          <p:nvPr/>
        </p:nvSpPr>
        <p:spPr bwMode="auto">
          <a:xfrm flipV="1">
            <a:off x="7095227" y="1711108"/>
            <a:ext cx="2350377" cy="129956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4349488" name="AutoShape 96"/>
          <p:cNvSpPr/>
          <p:nvPr/>
        </p:nvSpPr>
        <p:spPr bwMode="auto">
          <a:xfrm flipH="1" flipV="1">
            <a:off x="4006949" y="428713"/>
            <a:ext cx="143727" cy="8390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0379841" name="AutoShape 97"/>
          <p:cNvSpPr/>
          <p:nvPr/>
        </p:nvSpPr>
        <p:spPr bwMode="auto">
          <a:xfrm flipV="1">
            <a:off x="4300569" y="428713"/>
            <a:ext cx="731746" cy="87931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67845" name="AutoShape 98"/>
          <p:cNvSpPr/>
          <p:nvPr/>
        </p:nvSpPr>
        <p:spPr bwMode="auto">
          <a:xfrm flipH="1" flipV="1">
            <a:off x="5282748" y="544281"/>
            <a:ext cx="653634" cy="8718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893488" name="AutoShape 99"/>
          <p:cNvSpPr/>
          <p:nvPr/>
        </p:nvSpPr>
        <p:spPr bwMode="auto">
          <a:xfrm flipV="1">
            <a:off x="6047595" y="544281"/>
            <a:ext cx="0" cy="83476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072125" name="AutoShape 100"/>
          <p:cNvSpPr/>
          <p:nvPr/>
        </p:nvSpPr>
        <p:spPr bwMode="auto">
          <a:xfrm flipV="1">
            <a:off x="6127436" y="655966"/>
            <a:ext cx="353559" cy="74111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288640" name="AutoShape 101"/>
          <p:cNvSpPr/>
          <p:nvPr/>
        </p:nvSpPr>
        <p:spPr bwMode="auto">
          <a:xfrm flipV="1">
            <a:off x="7759199" y="544281"/>
            <a:ext cx="71444" cy="77858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2853778" name="AutoShape 102"/>
          <p:cNvSpPr/>
          <p:nvPr/>
        </p:nvSpPr>
        <p:spPr bwMode="auto">
          <a:xfrm flipV="1">
            <a:off x="7847300" y="655966"/>
            <a:ext cx="480440" cy="69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1509603" name="AutoShape 103"/>
          <p:cNvSpPr/>
          <p:nvPr/>
        </p:nvSpPr>
        <p:spPr bwMode="auto">
          <a:xfrm>
            <a:off x="9769520" y="1712206"/>
            <a:ext cx="1353441" cy="76038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148046" name="AutoShape 104"/>
          <p:cNvSpPr/>
          <p:nvPr/>
        </p:nvSpPr>
        <p:spPr bwMode="auto">
          <a:xfrm flipV="1">
            <a:off x="9770187" y="784834"/>
            <a:ext cx="1352774" cy="74693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592232" name="AutoShape 105"/>
          <p:cNvSpPr/>
          <p:nvPr/>
        </p:nvSpPr>
        <p:spPr bwMode="auto">
          <a:xfrm flipH="1" flipV="1">
            <a:off x="9325280" y="544281"/>
            <a:ext cx="235532" cy="89775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266512" name="AutoShape 106"/>
          <p:cNvSpPr/>
          <p:nvPr/>
        </p:nvSpPr>
        <p:spPr bwMode="auto">
          <a:xfrm flipV="1">
            <a:off x="9691724" y="2591983"/>
            <a:ext cx="1550628" cy="34231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558984" name="AutoShape 107"/>
          <p:cNvSpPr/>
          <p:nvPr/>
        </p:nvSpPr>
        <p:spPr bwMode="auto">
          <a:xfrm>
            <a:off x="9685587" y="3035809"/>
            <a:ext cx="1344703" cy="47303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792832" name="AutoShape 108"/>
          <p:cNvSpPr/>
          <p:nvPr/>
        </p:nvSpPr>
        <p:spPr bwMode="auto">
          <a:xfrm flipV="1">
            <a:off x="9697484" y="4245785"/>
            <a:ext cx="1544870" cy="3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365002" name="AutoShape 109"/>
          <p:cNvSpPr/>
          <p:nvPr/>
        </p:nvSpPr>
        <p:spPr bwMode="auto">
          <a:xfrm flipH="1">
            <a:off x="3625836" y="4989856"/>
            <a:ext cx="980446" cy="147827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878790" name="AutoShape 110"/>
          <p:cNvSpPr/>
          <p:nvPr/>
        </p:nvSpPr>
        <p:spPr bwMode="auto">
          <a:xfrm>
            <a:off x="6494118" y="5830654"/>
            <a:ext cx="438843" cy="63747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778133" name="AutoShape 111"/>
          <p:cNvSpPr/>
          <p:nvPr/>
        </p:nvSpPr>
        <p:spPr bwMode="auto">
          <a:xfrm flipH="1">
            <a:off x="1630238" y="5711266"/>
            <a:ext cx="1132452" cy="63836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229911" name="AutoShape 112"/>
          <p:cNvSpPr/>
          <p:nvPr/>
        </p:nvSpPr>
        <p:spPr bwMode="auto">
          <a:xfrm>
            <a:off x="4729676" y="5019563"/>
            <a:ext cx="164466" cy="14485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3569005" name="AutoShape 113"/>
          <p:cNvSpPr/>
          <p:nvPr/>
        </p:nvSpPr>
        <p:spPr bwMode="auto">
          <a:xfrm flipH="1" flipV="1">
            <a:off x="840180" y="5020729"/>
            <a:ext cx="1905827" cy="54822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464309" name="AutoShape 114"/>
          <p:cNvSpPr/>
          <p:nvPr/>
        </p:nvSpPr>
        <p:spPr bwMode="auto">
          <a:xfrm>
            <a:off x="10378768" y="5537396"/>
            <a:ext cx="863583" cy="5734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411263" name="AutoShape 115"/>
          <p:cNvSpPr/>
          <p:nvPr/>
        </p:nvSpPr>
        <p:spPr bwMode="auto">
          <a:xfrm>
            <a:off x="8016028" y="4997900"/>
            <a:ext cx="0" cy="147022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084805" name="AutoShape 116"/>
          <p:cNvSpPr/>
          <p:nvPr/>
        </p:nvSpPr>
        <p:spPr bwMode="auto">
          <a:xfrm flipH="1">
            <a:off x="5936384" y="5831696"/>
            <a:ext cx="349002" cy="5179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506718" name="Rectangle: Rounded Corners 12"/>
          <p:cNvSpPr/>
          <p:nvPr/>
        </p:nvSpPr>
        <p:spPr bwMode="auto">
          <a:xfrm flipH="0" flipV="0">
            <a:off x="185013" y="178593"/>
            <a:ext cx="11695812" cy="6518671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5404" name="Freeform 27"/>
          <p:cNvSpPr/>
          <p:nvPr/>
        </p:nvSpPr>
        <p:spPr bwMode="auto">
          <a:xfrm rot="0" flipH="0" flipV="0">
            <a:off x="4300605" y="329623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7101934" name="TextBox 28"/>
          <p:cNvSpPr txBox="1"/>
          <p:nvPr/>
        </p:nvSpPr>
        <p:spPr bwMode="auto">
          <a:xfrm rot="0" flipH="0" flipV="0">
            <a:off x="4336301" y="3314082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5796579" name="Freeform 30"/>
          <p:cNvSpPr/>
          <p:nvPr/>
        </p:nvSpPr>
        <p:spPr bwMode="auto">
          <a:xfrm rot="0" flipH="0" flipV="0">
            <a:off x="687573" y="3212319"/>
            <a:ext cx="548605" cy="548605"/>
          </a:xfrm>
          <a:custGeom>
            <a:avLst/>
            <a:gdLst/>
            <a:ahLst/>
            <a:cxnLst/>
            <a:rect l="l" t="t" r="r" b="b"/>
            <a:pathLst>
              <a:path w="731477" h="731477" fill="norm" stroke="1" extrusionOk="0">
                <a:moveTo>
                  <a:pt x="0" y="0"/>
                </a:moveTo>
                <a:lnTo>
                  <a:pt x="731477" y="0"/>
                </a:lnTo>
                <a:lnTo>
                  <a:pt x="731477" y="731477"/>
                </a:lnTo>
                <a:lnTo>
                  <a:pt x="0" y="731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692219407" name="Freeform 31"/>
          <p:cNvSpPr/>
          <p:nvPr/>
        </p:nvSpPr>
        <p:spPr bwMode="auto">
          <a:xfrm rot="0" flipH="0" flipV="0">
            <a:off x="783580" y="3397058"/>
            <a:ext cx="295279" cy="295279"/>
          </a:xfrm>
          <a:custGeom>
            <a:avLst/>
            <a:gdLst/>
            <a:ahLst/>
            <a:cxnLst/>
            <a:rect l="l" t="t" r="r" b="b"/>
            <a:pathLst>
              <a:path w="393708" h="393708" fill="norm" stroke="1" extrusionOk="0">
                <a:moveTo>
                  <a:pt x="0" y="0"/>
                </a:moveTo>
                <a:lnTo>
                  <a:pt x="393708" y="0"/>
                </a:lnTo>
                <a:lnTo>
                  <a:pt x="393708" y="393708"/>
                </a:lnTo>
                <a:lnTo>
                  <a:pt x="0" y="39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80732337" name="AutoShape 32"/>
          <p:cNvSpPr/>
          <p:nvPr/>
        </p:nvSpPr>
        <p:spPr bwMode="auto">
          <a:xfrm>
            <a:off x="1236181" y="3302992"/>
            <a:ext cx="3064422" cy="0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071181" name="Freeform 34"/>
          <p:cNvSpPr/>
          <p:nvPr/>
        </p:nvSpPr>
        <p:spPr bwMode="auto">
          <a:xfrm rot="0" flipH="0" flipV="0">
            <a:off x="6488595" y="1414728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0039076" name="TextBox 35"/>
          <p:cNvSpPr txBox="1"/>
          <p:nvPr/>
        </p:nvSpPr>
        <p:spPr bwMode="auto">
          <a:xfrm rot="0" flipH="0" flipV="0">
            <a:off x="6524292" y="1432576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065386" name="Freeform 37"/>
          <p:cNvSpPr/>
          <p:nvPr/>
        </p:nvSpPr>
        <p:spPr bwMode="auto">
          <a:xfrm rot="0" flipH="0" flipV="0">
            <a:off x="7507332" y="5168961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2764692" name="TextBox 38"/>
          <p:cNvSpPr txBox="1"/>
          <p:nvPr/>
        </p:nvSpPr>
        <p:spPr bwMode="auto">
          <a:xfrm rot="0" flipH="0" flipV="0">
            <a:off x="7543029" y="5186809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4239456" name="Freeform 40"/>
          <p:cNvSpPr/>
          <p:nvPr/>
        </p:nvSpPr>
        <p:spPr bwMode="auto">
          <a:xfrm rot="0" flipH="0" flipV="0">
            <a:off x="8585834" y="291545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1737940" name="TextBox 41"/>
          <p:cNvSpPr txBox="1"/>
          <p:nvPr/>
        </p:nvSpPr>
        <p:spPr bwMode="auto">
          <a:xfrm rot="0" flipH="0" flipV="0">
            <a:off x="8621532" y="2933303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78553175" name="AutoShape 42"/>
          <p:cNvSpPr/>
          <p:nvPr/>
        </p:nvSpPr>
        <p:spPr bwMode="auto">
          <a:xfrm flipV="1">
            <a:off x="4635353" y="1729256"/>
            <a:ext cx="1899272" cy="16332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261363" name="AutoShape 43"/>
          <p:cNvSpPr/>
          <p:nvPr/>
        </p:nvSpPr>
        <p:spPr bwMode="auto">
          <a:xfrm>
            <a:off x="4655428" y="3582654"/>
            <a:ext cx="2877859" cy="16806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26663" name="AutoShape 44"/>
          <p:cNvSpPr/>
          <p:nvPr/>
        </p:nvSpPr>
        <p:spPr bwMode="auto">
          <a:xfrm flipV="1">
            <a:off x="4680649" y="3122697"/>
            <a:ext cx="3905919" cy="3470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4564552" name="TextBox 45"/>
          <p:cNvSpPr txBox="1"/>
          <p:nvPr/>
        </p:nvSpPr>
        <p:spPr bwMode="auto">
          <a:xfrm>
            <a:off x="2179044" y="2752776"/>
            <a:ext cx="1180136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FF5C00"/>
                </a:solidFill>
                <a:latin typeface="IBM Plex Sans"/>
              </a:rPr>
              <a:t>bc1q...xyz = ?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4337901" name="TextBox 46"/>
          <p:cNvSpPr txBox="1"/>
          <p:nvPr/>
        </p:nvSpPr>
        <p:spPr bwMode="auto">
          <a:xfrm>
            <a:off x="1787052" y="3848976"/>
            <a:ext cx="1964119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"/>
              </a:rPr>
              <a:t>bc1q...xyz = 1 BTC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0338330" name="AutoShape 47"/>
          <p:cNvSpPr/>
          <p:nvPr/>
        </p:nvSpPr>
        <p:spPr bwMode="auto">
          <a:xfrm>
            <a:off x="1236181" y="3670259"/>
            <a:ext cx="30644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479958" name="AutoShape 48"/>
          <p:cNvSpPr/>
          <p:nvPr/>
        </p:nvSpPr>
        <p:spPr bwMode="auto">
          <a:xfrm flipV="1">
            <a:off x="7880968" y="4743649"/>
            <a:ext cx="1992906" cy="56385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840428" name="AutoShape 49"/>
          <p:cNvSpPr/>
          <p:nvPr/>
        </p:nvSpPr>
        <p:spPr bwMode="auto">
          <a:xfrm flipV="1">
            <a:off x="6866230" y="915017"/>
            <a:ext cx="3541780" cy="65544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550079" name="AutoShape 50"/>
          <p:cNvSpPr/>
          <p:nvPr/>
        </p:nvSpPr>
        <p:spPr bwMode="auto">
          <a:xfrm flipV="1">
            <a:off x="6763857" y="350836"/>
            <a:ext cx="539574" cy="108380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929349" name="AutoShape 51"/>
          <p:cNvSpPr/>
          <p:nvPr/>
        </p:nvSpPr>
        <p:spPr bwMode="auto">
          <a:xfrm>
            <a:off x="7882482" y="5405498"/>
            <a:ext cx="3363196" cy="84000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9395627" name="AutoShape 52"/>
          <p:cNvSpPr/>
          <p:nvPr/>
        </p:nvSpPr>
        <p:spPr bwMode="auto">
          <a:xfrm flipH="1" flipV="1">
            <a:off x="2654194" y="443768"/>
            <a:ext cx="3841816" cy="110855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897220" name="AutoShape 53"/>
          <p:cNvSpPr/>
          <p:nvPr/>
        </p:nvSpPr>
        <p:spPr bwMode="auto">
          <a:xfrm>
            <a:off x="7833938" y="5492370"/>
            <a:ext cx="1073882" cy="104868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18805" name="AutoShape 54"/>
          <p:cNvSpPr/>
          <p:nvPr/>
        </p:nvSpPr>
        <p:spPr bwMode="auto">
          <a:xfrm flipV="1">
            <a:off x="8917711" y="1434645"/>
            <a:ext cx="1714519" cy="154379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65311" name="AutoShape 55"/>
          <p:cNvSpPr/>
          <p:nvPr/>
        </p:nvSpPr>
        <p:spPr bwMode="auto">
          <a:xfrm flipH="1">
            <a:off x="5350781" y="5444992"/>
            <a:ext cx="2176851" cy="109605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329930" name="AutoShape 56"/>
          <p:cNvSpPr/>
          <p:nvPr/>
        </p:nvSpPr>
        <p:spPr bwMode="auto">
          <a:xfrm flipV="1">
            <a:off x="8958387" y="2477573"/>
            <a:ext cx="1878519" cy="5727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4050462" name="AutoShape 57"/>
          <p:cNvSpPr/>
          <p:nvPr/>
        </p:nvSpPr>
        <p:spPr bwMode="auto">
          <a:xfrm>
            <a:off x="8907822" y="3243433"/>
            <a:ext cx="1724409" cy="180291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29784" name="AutoShape 58"/>
          <p:cNvSpPr/>
          <p:nvPr/>
        </p:nvSpPr>
        <p:spPr bwMode="auto">
          <a:xfrm flipH="1">
            <a:off x="7779933" y="3277620"/>
            <a:ext cx="914081" cy="1909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663865" name="AutoShape 59"/>
          <p:cNvSpPr/>
          <p:nvPr/>
        </p:nvSpPr>
        <p:spPr bwMode="auto">
          <a:xfrm>
            <a:off x="6833829" y="1715921"/>
            <a:ext cx="1787548" cy="1279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549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17" y="209085"/>
            <a:ext cx="12158753" cy="64584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340480" name="TextBox 32"/>
          <p:cNvSpPr txBox="1"/>
          <p:nvPr/>
        </p:nvSpPr>
        <p:spPr bwMode="auto">
          <a:xfrm>
            <a:off x="482709" y="715756"/>
            <a:ext cx="7564705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73422254" name="TextBox 33"/>
          <p:cNvSpPr txBox="1"/>
          <p:nvPr/>
        </p:nvSpPr>
        <p:spPr bwMode="auto">
          <a:xfrm>
            <a:off x="695983" y="1306024"/>
            <a:ext cx="2716471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3491939" name="AutoShape 34"/>
          <p:cNvSpPr/>
          <p:nvPr/>
        </p:nvSpPr>
        <p:spPr bwMode="auto">
          <a:xfrm>
            <a:off x="4264524" y="1381303"/>
            <a:ext cx="0" cy="40823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086862" name="TextBox 35"/>
          <p:cNvSpPr txBox="1"/>
          <p:nvPr/>
        </p:nvSpPr>
        <p:spPr bwMode="auto">
          <a:xfrm>
            <a:off x="5117449" y="1306024"/>
            <a:ext cx="2716471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94118465" name="Rectangle: Rounded Corners 12"/>
          <p:cNvSpPr/>
          <p:nvPr/>
        </p:nvSpPr>
        <p:spPr bwMode="auto">
          <a:xfrm>
            <a:off x="245889" y="162863"/>
            <a:ext cx="8063021" cy="598081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03105187" name=""/>
          <p:cNvGrpSpPr/>
          <p:nvPr/>
        </p:nvGrpSpPr>
        <p:grpSpPr bwMode="auto">
          <a:xfrm>
            <a:off x="645528" y="1972733"/>
            <a:ext cx="7237756" cy="2180308"/>
            <a:chOff x="0" y="0"/>
            <a:chExt cx="7237756" cy="2180308"/>
          </a:xfrm>
        </p:grpSpPr>
        <p:sp>
          <p:nvSpPr>
            <p:cNvPr id="776321856" name="Freeform 30"/>
            <p:cNvSpPr/>
            <p:nvPr/>
          </p:nvSpPr>
          <p:spPr bwMode="auto">
            <a:xfrm rot="0" flipH="0" flipV="0">
              <a:off x="0" y="14718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85273817" name="TextBox 31"/>
            <p:cNvSpPr txBox="1"/>
            <p:nvPr/>
          </p:nvSpPr>
          <p:spPr bwMode="auto">
            <a:xfrm rot="0" flipH="0" flipV="0">
              <a:off x="0" y="0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415 141 sats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94524234" name="Freeform 37"/>
            <p:cNvSpPr/>
            <p:nvPr/>
          </p:nvSpPr>
          <p:spPr bwMode="auto">
            <a:xfrm rot="0" flipH="0" flipV="0">
              <a:off x="4421466" y="14718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35634629" name="TextBox 38"/>
            <p:cNvSpPr txBox="1"/>
            <p:nvPr/>
          </p:nvSpPr>
          <p:spPr bwMode="auto">
            <a:xfrm rot="0" flipH="0" flipV="0">
              <a:off x="4421466" y="0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205 120 sats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20458043" name="Freeform 40"/>
            <p:cNvSpPr/>
            <p:nvPr/>
          </p:nvSpPr>
          <p:spPr bwMode="auto">
            <a:xfrm rot="0" flipH="0" flipV="0">
              <a:off x="4421466" y="130330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96937835" name="TextBox 41"/>
            <p:cNvSpPr txBox="1"/>
            <p:nvPr/>
          </p:nvSpPr>
          <p:spPr bwMode="auto">
            <a:xfrm rot="0" flipH="0" flipV="0">
              <a:off x="4421466" y="1156119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207 867 sats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431888" name="TextBox 26"/>
          <p:cNvSpPr txBox="1"/>
          <p:nvPr/>
        </p:nvSpPr>
        <p:spPr bwMode="auto">
          <a:xfrm>
            <a:off x="631994" y="665016"/>
            <a:ext cx="10040482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銀行システムの機密性モデル：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24705984" name="TextBox 27"/>
          <p:cNvSpPr txBox="1"/>
          <p:nvPr/>
        </p:nvSpPr>
        <p:spPr bwMode="auto">
          <a:xfrm>
            <a:off x="631995" y="4069429"/>
            <a:ext cx="10040124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ビットコインのプライバシーモデル：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23115021" name="Freeform 29"/>
          <p:cNvSpPr/>
          <p:nvPr/>
        </p:nvSpPr>
        <p:spPr bwMode="auto">
          <a:xfrm rot="0" flipH="0" flipV="0">
            <a:off x="7095097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5004927" name="TextBox 30"/>
          <p:cNvSpPr txBox="1"/>
          <p:nvPr/>
        </p:nvSpPr>
        <p:spPr bwMode="auto">
          <a:xfrm rot="0" flipH="0" flipV="0">
            <a:off x="7095097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カウンターパート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42787748" name="Freeform 32"/>
          <p:cNvSpPr/>
          <p:nvPr/>
        </p:nvSpPr>
        <p:spPr bwMode="auto">
          <a:xfrm rot="0" flipH="0" flipV="0">
            <a:off x="9525763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38485825" name="TextBox 33"/>
          <p:cNvSpPr txBox="1"/>
          <p:nvPr/>
        </p:nvSpPr>
        <p:spPr bwMode="auto">
          <a:xfrm rot="0" flipH="0" flipV="0">
            <a:off x="9525763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パブリック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01943917" name="Freeform 35"/>
          <p:cNvSpPr/>
          <p:nvPr/>
        </p:nvSpPr>
        <p:spPr bwMode="auto">
          <a:xfrm rot="0" flipH="0" flipV="0">
            <a:off x="4939866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2170580" name="TextBox 36"/>
          <p:cNvSpPr txBox="1"/>
          <p:nvPr/>
        </p:nvSpPr>
        <p:spPr bwMode="auto">
          <a:xfrm rot="0" flipH="0" flipV="0">
            <a:off x="4939866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銀行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60594137" name="Freeform 38"/>
          <p:cNvSpPr/>
          <p:nvPr/>
        </p:nvSpPr>
        <p:spPr bwMode="auto">
          <a:xfrm rot="0" flipH="0" flipV="0">
            <a:off x="2784631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6275827" name="TextBox 39"/>
          <p:cNvSpPr txBox="1"/>
          <p:nvPr/>
        </p:nvSpPr>
        <p:spPr bwMode="auto">
          <a:xfrm rot="0" flipH="0" flipV="0">
            <a:off x="2784631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トランザクション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0897229" name="Freeform 41"/>
          <p:cNvSpPr/>
          <p:nvPr/>
        </p:nvSpPr>
        <p:spPr bwMode="auto">
          <a:xfrm rot="0" flipH="0" flipV="0">
            <a:off x="631994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450384" name="TextBox 42"/>
          <p:cNvSpPr txBox="1"/>
          <p:nvPr/>
        </p:nvSpPr>
        <p:spPr bwMode="auto">
          <a:xfrm rot="0" flipH="0" flipV="0">
            <a:off x="631994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アイデンティティ</a:t>
            </a:r>
            <a:endParaRPr/>
          </a:p>
        </p:txBody>
      </p:sp>
      <p:sp>
        <p:nvSpPr>
          <p:cNvPr id="1292993018" name="AutoShape 43"/>
          <p:cNvSpPr/>
          <p:nvPr/>
        </p:nvSpPr>
        <p:spPr bwMode="auto">
          <a:xfrm>
            <a:off x="9273481" y="147608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815416" name="Freeform 45"/>
          <p:cNvSpPr/>
          <p:nvPr/>
        </p:nvSpPr>
        <p:spPr bwMode="auto">
          <a:xfrm rot="0" flipH="0" flipV="0">
            <a:off x="520656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50112510" name="TextBox 46"/>
          <p:cNvSpPr txBox="1"/>
          <p:nvPr/>
        </p:nvSpPr>
        <p:spPr bwMode="auto">
          <a:xfrm rot="0" flipH="0" flipV="0">
            <a:off x="520656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パブリック</a:t>
            </a:r>
            <a:endParaRPr/>
          </a:p>
        </p:txBody>
      </p:sp>
      <p:sp>
        <p:nvSpPr>
          <p:cNvPr id="1948058140" name="Freeform 48"/>
          <p:cNvSpPr/>
          <p:nvPr/>
        </p:nvSpPr>
        <p:spPr bwMode="auto">
          <a:xfrm rot="0" flipH="0" flipV="0">
            <a:off x="3051333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3497651" name="TextBox 49"/>
          <p:cNvSpPr txBox="1"/>
          <p:nvPr/>
        </p:nvSpPr>
        <p:spPr bwMode="auto">
          <a:xfrm rot="0" flipH="0" flipV="0">
            <a:off x="3051333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トランザクション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89318516" name="Freeform 51"/>
          <p:cNvSpPr/>
          <p:nvPr/>
        </p:nvSpPr>
        <p:spPr bwMode="auto">
          <a:xfrm rot="0" flipH="0" flipV="0">
            <a:off x="63199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75245661" name="TextBox 52"/>
          <p:cNvSpPr txBox="1"/>
          <p:nvPr/>
        </p:nvSpPr>
        <p:spPr bwMode="auto">
          <a:xfrm rot="0" flipH="0" flipV="0">
            <a:off x="63199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アイデンティティ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95982310" name="AutoShape 53"/>
          <p:cNvSpPr/>
          <p:nvPr/>
        </p:nvSpPr>
        <p:spPr bwMode="auto">
          <a:xfrm>
            <a:off x="2803683" y="487632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510500" name="AutoShape 54"/>
          <p:cNvSpPr/>
          <p:nvPr/>
        </p:nvSpPr>
        <p:spPr bwMode="auto">
          <a:xfrm>
            <a:off x="2558627" y="227850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7052340" name="AutoShape 55"/>
          <p:cNvSpPr/>
          <p:nvPr/>
        </p:nvSpPr>
        <p:spPr bwMode="auto">
          <a:xfrm>
            <a:off x="4711266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278051" name="AutoShape 56"/>
          <p:cNvSpPr/>
          <p:nvPr/>
        </p:nvSpPr>
        <p:spPr bwMode="auto">
          <a:xfrm>
            <a:off x="6866498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826076" name="AutoShape 57"/>
          <p:cNvSpPr/>
          <p:nvPr/>
        </p:nvSpPr>
        <p:spPr bwMode="auto">
          <a:xfrm>
            <a:off x="4977965" y="56787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740214" name="AutoShape 26"/>
          <p:cNvSpPr/>
          <p:nvPr/>
        </p:nvSpPr>
        <p:spPr bwMode="auto">
          <a:xfrm>
            <a:off x="2554786" y="2067766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45816" name="Freeform 27"/>
          <p:cNvSpPr/>
          <p:nvPr/>
        </p:nvSpPr>
        <p:spPr bwMode="auto">
          <a:xfrm>
            <a:off x="1721347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40687" name="Freeform 28"/>
          <p:cNvSpPr/>
          <p:nvPr/>
        </p:nvSpPr>
        <p:spPr bwMode="auto">
          <a:xfrm>
            <a:off x="4307608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042845" name="Freeform 29"/>
          <p:cNvSpPr/>
          <p:nvPr/>
        </p:nvSpPr>
        <p:spPr bwMode="auto">
          <a:xfrm>
            <a:off x="6893946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285745" name="Freeform 30"/>
          <p:cNvSpPr/>
          <p:nvPr/>
        </p:nvSpPr>
        <p:spPr bwMode="auto">
          <a:xfrm>
            <a:off x="9480281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436723" name="AutoShape 31"/>
          <p:cNvSpPr/>
          <p:nvPr/>
        </p:nvSpPr>
        <p:spPr bwMode="auto">
          <a:xfrm>
            <a:off x="7727384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3693328" name="AutoShape 32"/>
          <p:cNvSpPr/>
          <p:nvPr/>
        </p:nvSpPr>
        <p:spPr bwMode="auto">
          <a:xfrm flipV="1">
            <a:off x="5141047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0684998" name="AutoShape 33"/>
          <p:cNvSpPr/>
          <p:nvPr/>
        </p:nvSpPr>
        <p:spPr bwMode="auto">
          <a:xfrm>
            <a:off x="472874" y="2067766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215411" name="AutoShape 34"/>
          <p:cNvSpPr/>
          <p:nvPr/>
        </p:nvSpPr>
        <p:spPr bwMode="auto">
          <a:xfrm flipV="1">
            <a:off x="10313721" y="2067766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597013" name="AutoShape 35"/>
          <p:cNvSpPr/>
          <p:nvPr/>
        </p:nvSpPr>
        <p:spPr bwMode="auto">
          <a:xfrm>
            <a:off x="2554786" y="5126039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169746" name="Freeform 36"/>
          <p:cNvSpPr/>
          <p:nvPr/>
        </p:nvSpPr>
        <p:spPr bwMode="auto">
          <a:xfrm>
            <a:off x="1721347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865470" name="Freeform 37"/>
          <p:cNvSpPr/>
          <p:nvPr/>
        </p:nvSpPr>
        <p:spPr bwMode="auto">
          <a:xfrm>
            <a:off x="4307608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998681" name="Freeform 38"/>
          <p:cNvSpPr/>
          <p:nvPr/>
        </p:nvSpPr>
        <p:spPr bwMode="auto">
          <a:xfrm>
            <a:off x="6893946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63032" name="Freeform 39"/>
          <p:cNvSpPr/>
          <p:nvPr/>
        </p:nvSpPr>
        <p:spPr bwMode="auto">
          <a:xfrm>
            <a:off x="9480281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365954" name="AutoShape 40"/>
          <p:cNvSpPr/>
          <p:nvPr/>
        </p:nvSpPr>
        <p:spPr bwMode="auto">
          <a:xfrm>
            <a:off x="7727384" y="5126039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893022" name="AutoShape 41"/>
          <p:cNvSpPr/>
          <p:nvPr/>
        </p:nvSpPr>
        <p:spPr bwMode="auto">
          <a:xfrm flipV="1">
            <a:off x="472874" y="5126039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050420" name="AutoShape 42"/>
          <p:cNvSpPr/>
          <p:nvPr/>
        </p:nvSpPr>
        <p:spPr bwMode="auto">
          <a:xfrm>
            <a:off x="10313721" y="5126039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316645" name="AutoShape 43"/>
          <p:cNvSpPr/>
          <p:nvPr/>
        </p:nvSpPr>
        <p:spPr bwMode="auto">
          <a:xfrm>
            <a:off x="6017535" y="3850110"/>
            <a:ext cx="0" cy="7573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179646" name="Freeform 44"/>
          <p:cNvSpPr/>
          <p:nvPr/>
        </p:nvSpPr>
        <p:spPr bwMode="auto">
          <a:xfrm>
            <a:off x="5665205" y="4773710"/>
            <a:ext cx="704656" cy="704656"/>
          </a:xfrm>
          <a:custGeom>
            <a:avLst/>
            <a:gdLst/>
            <a:ahLst/>
            <a:cxnLst/>
            <a:rect l="l" t="t" r="r" b="b"/>
            <a:pathLst>
              <a:path w="704658" h="704658" fill="norm" stroke="1" extrusionOk="0">
                <a:moveTo>
                  <a:pt x="0" y="0"/>
                </a:moveTo>
                <a:lnTo>
                  <a:pt x="704658" y="0"/>
                </a:lnTo>
                <a:lnTo>
                  <a:pt x="704658" y="704658"/>
                </a:lnTo>
                <a:lnTo>
                  <a:pt x="0" y="704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497516" name="TextBox 45"/>
          <p:cNvSpPr txBox="1"/>
          <p:nvPr/>
        </p:nvSpPr>
        <p:spPr bwMode="auto">
          <a:xfrm>
            <a:off x="3961307" y="3474531"/>
            <a:ext cx="4114971" cy="278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3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コインジョイン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6182" name="Freeform 27"/>
          <p:cNvSpPr/>
          <p:nvPr/>
        </p:nvSpPr>
        <p:spPr bwMode="auto">
          <a:xfrm rot="0" flipH="0" flipV="0">
            <a:off x="153822" y="78390"/>
            <a:ext cx="7203420" cy="6061367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841491329" name="TextBox 32"/>
          <p:cNvSpPr txBox="1"/>
          <p:nvPr/>
        </p:nvSpPr>
        <p:spPr bwMode="auto">
          <a:xfrm flipH="0" flipV="0">
            <a:off x="153822" y="140232"/>
            <a:ext cx="720485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コインジョイン</a:t>
            </a:r>
            <a:endParaRPr/>
          </a:p>
        </p:txBody>
      </p:sp>
      <p:sp>
        <p:nvSpPr>
          <p:cNvPr id="477685086" name="TextBox 33"/>
          <p:cNvSpPr txBox="1"/>
          <p:nvPr/>
        </p:nvSpPr>
        <p:spPr bwMode="auto">
          <a:xfrm>
            <a:off x="832898" y="698075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/>
          </a:p>
        </p:txBody>
      </p:sp>
      <p:sp>
        <p:nvSpPr>
          <p:cNvPr id="633211055" name="AutoShape 34"/>
          <p:cNvSpPr/>
          <p:nvPr/>
        </p:nvSpPr>
        <p:spPr bwMode="auto">
          <a:xfrm flipH="0" flipV="0">
            <a:off x="3755532" y="918903"/>
            <a:ext cx="0" cy="4873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45377268" name="TextBox 38"/>
          <p:cNvSpPr txBox="1"/>
          <p:nvPr/>
        </p:nvSpPr>
        <p:spPr bwMode="auto">
          <a:xfrm>
            <a:off x="4454075" y="698075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/>
          </a:p>
        </p:txBody>
      </p:sp>
      <p:grpSp>
        <p:nvGrpSpPr>
          <p:cNvPr id="81227883" name=""/>
          <p:cNvGrpSpPr/>
          <p:nvPr/>
        </p:nvGrpSpPr>
        <p:grpSpPr bwMode="auto">
          <a:xfrm>
            <a:off x="791579" y="1131820"/>
            <a:ext cx="5927902" cy="4750677"/>
            <a:chOff x="0" y="0"/>
            <a:chExt cx="5927902" cy="4750677"/>
          </a:xfrm>
        </p:grpSpPr>
        <p:sp>
          <p:nvSpPr>
            <p:cNvPr id="540558535" name="Freeform 30"/>
            <p:cNvSpPr/>
            <p:nvPr/>
          </p:nvSpPr>
          <p:spPr bwMode="auto">
            <a:xfrm rot="0" flipH="0" flipV="0">
              <a:off x="0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774234148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970583454" name="Freeform 36"/>
            <p:cNvSpPr/>
            <p:nvPr/>
          </p:nvSpPr>
          <p:spPr bwMode="auto">
            <a:xfrm rot="0" flipH="0" flipV="0">
              <a:off x="0" y="113467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592018898" name="TextBox 37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72942772" name="Freeform 40"/>
            <p:cNvSpPr/>
            <p:nvPr/>
          </p:nvSpPr>
          <p:spPr bwMode="auto">
            <a:xfrm rot="0" flipH="0" flipV="0">
              <a:off x="185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845085773" name="TextBox 41"/>
            <p:cNvSpPr txBox="1"/>
            <p:nvPr/>
          </p:nvSpPr>
          <p:spPr bwMode="auto">
            <a:xfrm rot="0" flipH="0" flipV="0">
              <a:off x="185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88620956" name="Freeform 43"/>
            <p:cNvSpPr/>
            <p:nvPr/>
          </p:nvSpPr>
          <p:spPr bwMode="auto">
            <a:xfrm rot="0" flipH="0" flipV="0">
              <a:off x="185" y="306649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373034435" name="TextBox 44"/>
            <p:cNvSpPr txBox="1"/>
            <p:nvPr/>
          </p:nvSpPr>
          <p:spPr bwMode="auto">
            <a:xfrm rot="0" flipH="0" flipV="0">
              <a:off x="185" y="28977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23224535" name="Freeform 46"/>
            <p:cNvSpPr/>
            <p:nvPr/>
          </p:nvSpPr>
          <p:spPr bwMode="auto">
            <a:xfrm rot="0" flipH="0" flipV="0">
              <a:off x="185" y="403241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047464317" name="TextBox 47"/>
            <p:cNvSpPr txBox="1"/>
            <p:nvPr/>
          </p:nvSpPr>
          <p:spPr bwMode="auto">
            <a:xfrm rot="0" flipH="0" flipV="0">
              <a:off x="185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5821459" name="Freeform 49"/>
            <p:cNvSpPr/>
            <p:nvPr/>
          </p:nvSpPr>
          <p:spPr bwMode="auto">
            <a:xfrm rot="0" flipH="0" flipV="0">
              <a:off x="3621177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357437761" name="TextBox 50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93322313" name="Freeform 52"/>
            <p:cNvSpPr/>
            <p:nvPr/>
          </p:nvSpPr>
          <p:spPr bwMode="auto">
            <a:xfrm rot="0" flipH="0" flipV="0">
              <a:off x="3621177" y="113467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2086609417" name="TextBox 53"/>
            <p:cNvSpPr txBox="1"/>
            <p:nvPr/>
          </p:nvSpPr>
          <p:spPr bwMode="auto">
            <a:xfrm rot="0" flipH="0" flipV="0">
              <a:off x="3621177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48999605" name="Freeform 55"/>
            <p:cNvSpPr/>
            <p:nvPr/>
          </p:nvSpPr>
          <p:spPr bwMode="auto">
            <a:xfrm rot="0" flipH="0" flipV="0">
              <a:off x="3621363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200210904" name="TextBox 56"/>
            <p:cNvSpPr txBox="1"/>
            <p:nvPr/>
          </p:nvSpPr>
          <p:spPr bwMode="auto">
            <a:xfrm rot="0" flipH="0" flipV="0">
              <a:off x="3621363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3025677" name="Freeform 58"/>
            <p:cNvSpPr/>
            <p:nvPr/>
          </p:nvSpPr>
          <p:spPr bwMode="auto">
            <a:xfrm rot="0" flipH="0" flipV="0">
              <a:off x="3621363" y="306649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022318949" name="TextBox 59"/>
            <p:cNvSpPr txBox="1"/>
            <p:nvPr/>
          </p:nvSpPr>
          <p:spPr bwMode="auto">
            <a:xfrm rot="0" flipH="0" flipV="0">
              <a:off x="3621363" y="28977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7232380" name="Freeform 61"/>
            <p:cNvSpPr/>
            <p:nvPr/>
          </p:nvSpPr>
          <p:spPr bwMode="auto">
            <a:xfrm rot="0" flipH="0" flipV="0">
              <a:off x="3621363" y="403241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50049569" name="TextBox 62"/>
            <p:cNvSpPr txBox="1"/>
            <p:nvPr/>
          </p:nvSpPr>
          <p:spPr bwMode="auto">
            <a:xfrm rot="0" flipH="0" flipV="0">
              <a:off x="3621363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980783" name="Freeform 27"/>
          <p:cNvSpPr/>
          <p:nvPr/>
        </p:nvSpPr>
        <p:spPr bwMode="auto">
          <a:xfrm rot="0" flipH="0" flipV="0">
            <a:off x="3526179" y="409353"/>
            <a:ext cx="6688318" cy="5627934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568247855" name="TextBox 28"/>
          <p:cNvSpPr txBox="1"/>
          <p:nvPr/>
        </p:nvSpPr>
        <p:spPr bwMode="auto">
          <a:xfrm rot="0" flipH="0" flipV="0">
            <a:off x="3526179" y="252656"/>
            <a:ext cx="6688318" cy="578463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083248283" name="TextBox 32"/>
          <p:cNvSpPr txBox="1"/>
          <p:nvPr/>
        </p:nvSpPr>
        <p:spPr bwMode="auto">
          <a:xfrm>
            <a:off x="3994518" y="472212"/>
            <a:ext cx="5752724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コインジョイン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9025837" name="TextBox 33"/>
          <p:cNvSpPr txBox="1"/>
          <p:nvPr/>
        </p:nvSpPr>
        <p:spPr bwMode="auto">
          <a:xfrm>
            <a:off x="4156696" y="921073"/>
            <a:ext cx="2065959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11501" name="TextBox 38"/>
          <p:cNvSpPr txBox="1"/>
          <p:nvPr/>
        </p:nvSpPr>
        <p:spPr bwMode="auto">
          <a:xfrm>
            <a:off x="7518933" y="921073"/>
            <a:ext cx="2065959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9649019" name="TextBox 39"/>
          <p:cNvSpPr txBox="1"/>
          <p:nvPr/>
        </p:nvSpPr>
        <p:spPr bwMode="auto">
          <a:xfrm flipH="0" flipV="0">
            <a:off x="695914" y="832633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アリスのUTXO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41304956" name="Freeform 40"/>
          <p:cNvSpPr/>
          <p:nvPr/>
        </p:nvSpPr>
        <p:spPr bwMode="auto">
          <a:xfrm rot="1981001">
            <a:off x="2399789" y="1500929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0" y="0"/>
                </a:moveTo>
                <a:lnTo>
                  <a:pt x="992318" y="0"/>
                </a:lnTo>
                <a:lnTo>
                  <a:pt x="992318" y="280330"/>
                </a:lnTo>
                <a:lnTo>
                  <a:pt x="0" y="280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550494" name="TextBox 41"/>
          <p:cNvSpPr txBox="1"/>
          <p:nvPr/>
        </p:nvSpPr>
        <p:spPr bwMode="auto">
          <a:xfrm flipH="0" flipV="0">
            <a:off x="192124" y="3849172"/>
            <a:ext cx="2900944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シャルルのUTXO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30128090" name="Freeform 42"/>
          <p:cNvSpPr/>
          <p:nvPr/>
        </p:nvSpPr>
        <p:spPr bwMode="auto">
          <a:xfrm rot="10008104" flipH="1">
            <a:off x="2306817" y="3462675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8" y="0"/>
                </a:moveTo>
                <a:lnTo>
                  <a:pt x="0" y="0"/>
                </a:lnTo>
                <a:lnTo>
                  <a:pt x="0" y="280330"/>
                </a:lnTo>
                <a:lnTo>
                  <a:pt x="992318" y="280330"/>
                </a:lnTo>
                <a:lnTo>
                  <a:pt x="99231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399852" name="TextBox 52"/>
          <p:cNvSpPr txBox="1"/>
          <p:nvPr/>
        </p:nvSpPr>
        <p:spPr bwMode="auto">
          <a:xfrm flipH="0" flipV="0">
            <a:off x="395952" y="2079214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ボブのUTXO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25527526" name="Freeform 53"/>
          <p:cNvSpPr/>
          <p:nvPr/>
        </p:nvSpPr>
        <p:spPr bwMode="auto">
          <a:xfrm rot="731793">
            <a:off x="2224411" y="2607989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0" y="0"/>
                </a:moveTo>
                <a:lnTo>
                  <a:pt x="992318" y="0"/>
                </a:lnTo>
                <a:lnTo>
                  <a:pt x="992318" y="280330"/>
                </a:lnTo>
                <a:lnTo>
                  <a:pt x="0" y="280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762761" name="TextBox 54"/>
          <p:cNvSpPr txBox="1"/>
          <p:nvPr/>
        </p:nvSpPr>
        <p:spPr bwMode="auto">
          <a:xfrm flipH="0" flipV="0">
            <a:off x="602339" y="5033803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デイビッドのUTXO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04160958" name="TextBox 55"/>
          <p:cNvSpPr txBox="1"/>
          <p:nvPr/>
        </p:nvSpPr>
        <p:spPr bwMode="auto">
          <a:xfrm flipH="0" flipV="0">
            <a:off x="266542" y="5994954"/>
            <a:ext cx="2940545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エマのUTXO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68584999" name="Freeform 56"/>
          <p:cNvSpPr/>
          <p:nvPr/>
        </p:nvSpPr>
        <p:spPr bwMode="auto">
          <a:xfrm rot="9117488" flipH="1">
            <a:off x="2318067" y="4540090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7" y="0"/>
                </a:moveTo>
                <a:lnTo>
                  <a:pt x="0" y="0"/>
                </a:lnTo>
                <a:lnTo>
                  <a:pt x="0" y="280330"/>
                </a:lnTo>
                <a:lnTo>
                  <a:pt x="992317" y="280330"/>
                </a:lnTo>
                <a:lnTo>
                  <a:pt x="992317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4102993" name="Freeform 57"/>
          <p:cNvSpPr/>
          <p:nvPr/>
        </p:nvSpPr>
        <p:spPr bwMode="auto">
          <a:xfrm rot="9379580" flipH="1">
            <a:off x="2308420" y="5530611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7" y="0"/>
                </a:moveTo>
                <a:lnTo>
                  <a:pt x="0" y="0"/>
                </a:lnTo>
                <a:lnTo>
                  <a:pt x="0" y="280329"/>
                </a:lnTo>
                <a:lnTo>
                  <a:pt x="992317" y="280329"/>
                </a:lnTo>
                <a:lnTo>
                  <a:pt x="992317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148199388" name=""/>
          <p:cNvGrpSpPr/>
          <p:nvPr/>
        </p:nvGrpSpPr>
        <p:grpSpPr bwMode="auto">
          <a:xfrm>
            <a:off x="3843373" y="1280137"/>
            <a:ext cx="6061158" cy="4518280"/>
            <a:chOff x="0" y="0"/>
            <a:chExt cx="6061158" cy="4518280"/>
          </a:xfrm>
        </p:grpSpPr>
        <p:sp>
          <p:nvSpPr>
            <p:cNvPr id="826421348" name="Freeform 30"/>
            <p:cNvSpPr/>
            <p:nvPr/>
          </p:nvSpPr>
          <p:spPr bwMode="auto">
            <a:xfrm rot="0" flipH="0" flipV="0">
              <a:off x="0" y="264011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834252061" name="TextBox 31"/>
            <p:cNvSpPr txBox="1"/>
            <p:nvPr/>
          </p:nvSpPr>
          <p:spPr bwMode="auto">
            <a:xfrm rot="0" flipH="0" flipV="0">
              <a:off x="0" y="107313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00223077" name="AutoShape 34"/>
            <p:cNvSpPr/>
            <p:nvPr/>
          </p:nvSpPr>
          <p:spPr bwMode="auto">
            <a:xfrm flipH="0" flipV="0">
              <a:off x="3026964" y="0"/>
              <a:ext cx="0" cy="448248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50685255" name="Freeform 36"/>
            <p:cNvSpPr/>
            <p:nvPr/>
          </p:nvSpPr>
          <p:spPr bwMode="auto">
            <a:xfrm rot="0" flipH="0" flipV="0">
              <a:off x="0" y="1160852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7995553" name="TextBox 37"/>
            <p:cNvSpPr txBox="1"/>
            <p:nvPr/>
          </p:nvSpPr>
          <p:spPr bwMode="auto">
            <a:xfrm rot="0" flipH="0" flipV="0">
              <a:off x="0" y="1004154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18731454" name="Freeform 44"/>
            <p:cNvSpPr/>
            <p:nvPr/>
          </p:nvSpPr>
          <p:spPr bwMode="auto">
            <a:xfrm rot="0" flipH="0" flipV="0">
              <a:off x="171" y="2057695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66828647" name="TextBox 45"/>
            <p:cNvSpPr txBox="1"/>
            <p:nvPr/>
          </p:nvSpPr>
          <p:spPr bwMode="auto">
            <a:xfrm rot="0" flipH="0" flipV="0">
              <a:off x="171" y="1900997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31106213" name="Freeform 47"/>
            <p:cNvSpPr/>
            <p:nvPr/>
          </p:nvSpPr>
          <p:spPr bwMode="auto">
            <a:xfrm rot="0" flipH="0" flipV="0">
              <a:off x="171" y="2954536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502263614" name="TextBox 48"/>
            <p:cNvSpPr txBox="1"/>
            <p:nvPr/>
          </p:nvSpPr>
          <p:spPr bwMode="auto">
            <a:xfrm rot="0" flipH="0" flipV="0">
              <a:off x="171" y="2797838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61482835" name="Freeform 50"/>
            <p:cNvSpPr/>
            <p:nvPr/>
          </p:nvSpPr>
          <p:spPr bwMode="auto">
            <a:xfrm rot="0" flipH="0" flipV="0">
              <a:off x="171" y="3851379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50787987" name="TextBox 51"/>
            <p:cNvSpPr txBox="1"/>
            <p:nvPr/>
          </p:nvSpPr>
          <p:spPr bwMode="auto">
            <a:xfrm rot="0" flipH="0" flipV="0">
              <a:off x="171" y="3694681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64367025" name="Freeform 59"/>
            <p:cNvSpPr/>
            <p:nvPr/>
          </p:nvSpPr>
          <p:spPr bwMode="auto">
            <a:xfrm rot="0" flipH="0" flipV="0">
              <a:off x="3362234" y="264011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2382667" name="TextBox 60"/>
            <p:cNvSpPr txBox="1"/>
            <p:nvPr/>
          </p:nvSpPr>
          <p:spPr bwMode="auto">
            <a:xfrm rot="0" flipH="0" flipV="0">
              <a:off x="3362234" y="107313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58750084" name="Freeform 62"/>
            <p:cNvSpPr/>
            <p:nvPr/>
          </p:nvSpPr>
          <p:spPr bwMode="auto">
            <a:xfrm rot="0" flipH="0" flipV="0">
              <a:off x="3362234" y="1160852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997936550" name="TextBox 63"/>
            <p:cNvSpPr txBox="1"/>
            <p:nvPr/>
          </p:nvSpPr>
          <p:spPr bwMode="auto">
            <a:xfrm rot="0" flipH="0" flipV="0">
              <a:off x="3362234" y="1004154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49592425" name="Freeform 65"/>
            <p:cNvSpPr/>
            <p:nvPr/>
          </p:nvSpPr>
          <p:spPr bwMode="auto">
            <a:xfrm rot="0" flipH="0" flipV="0">
              <a:off x="3362409" y="2057695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46262257" name="TextBox 66"/>
            <p:cNvSpPr txBox="1"/>
            <p:nvPr/>
          </p:nvSpPr>
          <p:spPr bwMode="auto">
            <a:xfrm rot="0" flipH="0" flipV="0">
              <a:off x="3362409" y="1900997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14785230" name="Freeform 68"/>
            <p:cNvSpPr/>
            <p:nvPr/>
          </p:nvSpPr>
          <p:spPr bwMode="auto">
            <a:xfrm rot="0" flipH="0" flipV="0">
              <a:off x="3362409" y="2954536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96840801" name="TextBox 69"/>
            <p:cNvSpPr txBox="1"/>
            <p:nvPr/>
          </p:nvSpPr>
          <p:spPr bwMode="auto">
            <a:xfrm rot="0" flipH="0" flipV="0">
              <a:off x="3362409" y="2797838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58683636" name="Freeform 71"/>
            <p:cNvSpPr/>
            <p:nvPr/>
          </p:nvSpPr>
          <p:spPr bwMode="auto">
            <a:xfrm rot="0" flipH="0" flipV="0">
              <a:off x="3362409" y="3851379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01919127" name="TextBox 72"/>
            <p:cNvSpPr txBox="1"/>
            <p:nvPr/>
          </p:nvSpPr>
          <p:spPr bwMode="auto">
            <a:xfrm rot="0" flipH="0" flipV="0">
              <a:off x="3362409" y="3694681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83726" name="Freeform 27"/>
          <p:cNvSpPr/>
          <p:nvPr/>
        </p:nvSpPr>
        <p:spPr bwMode="auto">
          <a:xfrm rot="0" flipH="0" flipV="0">
            <a:off x="2835590" y="484496"/>
            <a:ext cx="6518772" cy="5485268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608263995" name="TextBox 28"/>
          <p:cNvSpPr txBox="1"/>
          <p:nvPr/>
        </p:nvSpPr>
        <p:spPr bwMode="auto">
          <a:xfrm rot="0" flipH="0" flipV="0">
            <a:off x="2835590" y="331770"/>
            <a:ext cx="6518772" cy="563799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89850498" name="TextBox 32"/>
          <p:cNvSpPr txBox="1"/>
          <p:nvPr/>
        </p:nvSpPr>
        <p:spPr bwMode="auto">
          <a:xfrm>
            <a:off x="3292057" y="535031"/>
            <a:ext cx="5607282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コインジョイン</a:t>
            </a:r>
            <a:endParaRPr/>
          </a:p>
        </p:txBody>
      </p:sp>
      <p:sp>
        <p:nvSpPr>
          <p:cNvPr id="1325062272" name="TextBox 33"/>
          <p:cNvSpPr txBox="1"/>
          <p:nvPr/>
        </p:nvSpPr>
        <p:spPr bwMode="auto">
          <a:xfrm>
            <a:off x="3450124" y="972513"/>
            <a:ext cx="2013975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756544062" name="TextBox 38"/>
          <p:cNvSpPr txBox="1"/>
          <p:nvPr/>
        </p:nvSpPr>
        <p:spPr bwMode="auto">
          <a:xfrm>
            <a:off x="6727130" y="972513"/>
            <a:ext cx="2013975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48146049" name="TextBox 39"/>
          <p:cNvSpPr txBox="1"/>
          <p:nvPr/>
        </p:nvSpPr>
        <p:spPr bwMode="auto">
          <a:xfrm flipH="0" flipV="0">
            <a:off x="446124" y="918509"/>
            <a:ext cx="2174103" cy="33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アリスのUTXO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93242303" name="Freeform 40"/>
          <p:cNvSpPr/>
          <p:nvPr/>
        </p:nvSpPr>
        <p:spPr bwMode="auto">
          <a:xfrm rot="1981001">
            <a:off x="1737754" y="1548402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014936" name="TextBox 41"/>
          <p:cNvSpPr txBox="1"/>
          <p:nvPr/>
        </p:nvSpPr>
        <p:spPr bwMode="auto">
          <a:xfrm flipH="0" flipV="0">
            <a:off x="4421" y="3858581"/>
            <a:ext cx="2411316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シャルルのUTXO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61865767" name="Freeform 42"/>
          <p:cNvSpPr/>
          <p:nvPr/>
        </p:nvSpPr>
        <p:spPr bwMode="auto">
          <a:xfrm rot="10008104" flipH="1">
            <a:off x="1647140" y="346041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2" y="0"/>
                </a:moveTo>
                <a:lnTo>
                  <a:pt x="0" y="0"/>
                </a:lnTo>
                <a:lnTo>
                  <a:pt x="0" y="273224"/>
                </a:lnTo>
                <a:lnTo>
                  <a:pt x="967162" y="273224"/>
                </a:lnTo>
                <a:lnTo>
                  <a:pt x="967162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871609" name="TextBox 43"/>
          <p:cNvSpPr txBox="1"/>
          <p:nvPr/>
        </p:nvSpPr>
        <p:spPr bwMode="auto">
          <a:xfrm>
            <a:off x="9675647" y="749420"/>
            <a:ext cx="1560116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0976193" name="Freeform 44"/>
          <p:cNvSpPr/>
          <p:nvPr/>
        </p:nvSpPr>
        <p:spPr bwMode="auto">
          <a:xfrm rot="-423529" flipH="1">
            <a:off x="9567840" y="2685327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2" y="0"/>
                </a:moveTo>
                <a:lnTo>
                  <a:pt x="0" y="0"/>
                </a:lnTo>
                <a:lnTo>
                  <a:pt x="0" y="273223"/>
                </a:lnTo>
                <a:lnTo>
                  <a:pt x="967162" y="273223"/>
                </a:lnTo>
                <a:lnTo>
                  <a:pt x="96716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9818497" name="TextBox 45"/>
          <p:cNvSpPr txBox="1"/>
          <p:nvPr/>
        </p:nvSpPr>
        <p:spPr bwMode="auto">
          <a:xfrm>
            <a:off x="9906332" y="2246149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141336267" name="Freeform 46"/>
          <p:cNvSpPr/>
          <p:nvPr/>
        </p:nvSpPr>
        <p:spPr bwMode="auto">
          <a:xfrm rot="-2557580" flipH="1">
            <a:off x="9457024" y="145391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4"/>
                </a:lnTo>
                <a:lnTo>
                  <a:pt x="967163" y="273224"/>
                </a:lnTo>
                <a:lnTo>
                  <a:pt x="96716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847851" name="Freeform 47"/>
          <p:cNvSpPr/>
          <p:nvPr/>
        </p:nvSpPr>
        <p:spPr bwMode="auto">
          <a:xfrm rot="-10662274">
            <a:off x="9455057" y="3409714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2" y="0"/>
                </a:lnTo>
                <a:lnTo>
                  <a:pt x="967162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705227" name="TextBox 48"/>
          <p:cNvSpPr txBox="1"/>
          <p:nvPr/>
        </p:nvSpPr>
        <p:spPr bwMode="auto">
          <a:xfrm>
            <a:off x="9769505" y="3732141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343684608" name="Freeform 49"/>
          <p:cNvSpPr/>
          <p:nvPr/>
        </p:nvSpPr>
        <p:spPr bwMode="auto">
          <a:xfrm rot="-9983765">
            <a:off x="9468539" y="442486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2" y="0"/>
                </a:lnTo>
                <a:lnTo>
                  <a:pt x="967162" y="273223"/>
                </a:lnTo>
                <a:lnTo>
                  <a:pt x="0" y="2732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8063076" name="TextBox 50"/>
          <p:cNvSpPr txBox="1"/>
          <p:nvPr/>
        </p:nvSpPr>
        <p:spPr bwMode="auto">
          <a:xfrm>
            <a:off x="9906332" y="4803465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713992010" name="TextBox 60"/>
          <p:cNvSpPr txBox="1"/>
          <p:nvPr/>
        </p:nvSpPr>
        <p:spPr bwMode="auto">
          <a:xfrm flipH="0" flipV="0">
            <a:off x="155304" y="2133487"/>
            <a:ext cx="2168605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ボブのUTXO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5142472" name="Freeform 61"/>
          <p:cNvSpPr/>
          <p:nvPr/>
        </p:nvSpPr>
        <p:spPr bwMode="auto">
          <a:xfrm rot="731793">
            <a:off x="1566822" y="2627399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3"/>
                </a:lnTo>
                <a:lnTo>
                  <a:pt x="0" y="2732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7979291" name="TextBox 62"/>
          <p:cNvSpPr txBox="1"/>
          <p:nvPr/>
        </p:nvSpPr>
        <p:spPr bwMode="auto">
          <a:xfrm flipH="0" flipV="0">
            <a:off x="355342" y="5013182"/>
            <a:ext cx="2172603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デイビッドのUTXO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2442175" name="TextBox 63"/>
          <p:cNvSpPr txBox="1"/>
          <p:nvPr/>
        </p:nvSpPr>
        <p:spPr bwMode="auto">
          <a:xfrm flipH="0" flipV="0">
            <a:off x="76778" y="5949968"/>
            <a:ext cx="2449368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エマのUTXO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54722619" name="Freeform 64"/>
          <p:cNvSpPr/>
          <p:nvPr/>
        </p:nvSpPr>
        <p:spPr bwMode="auto">
          <a:xfrm rot="9117488" flipH="1">
            <a:off x="1658102" y="4510522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3"/>
                </a:lnTo>
                <a:lnTo>
                  <a:pt x="967163" y="273223"/>
                </a:lnTo>
                <a:lnTo>
                  <a:pt x="967163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847208" name="Freeform 65"/>
          <p:cNvSpPr/>
          <p:nvPr/>
        </p:nvSpPr>
        <p:spPr bwMode="auto">
          <a:xfrm rot="9379580" flipH="1">
            <a:off x="1648700" y="5475933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3"/>
                </a:lnTo>
                <a:lnTo>
                  <a:pt x="967163" y="273223"/>
                </a:lnTo>
                <a:lnTo>
                  <a:pt x="967163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48127" name="Freeform 66"/>
          <p:cNvSpPr/>
          <p:nvPr/>
        </p:nvSpPr>
        <p:spPr bwMode="auto">
          <a:xfrm rot="-9983765">
            <a:off x="9559892" y="5326469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490601" name="TextBox 67"/>
          <p:cNvSpPr txBox="1"/>
          <p:nvPr/>
        </p:nvSpPr>
        <p:spPr bwMode="auto">
          <a:xfrm flipH="0" flipV="0">
            <a:off x="9997686" y="5705065"/>
            <a:ext cx="1561916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564218527" name=""/>
          <p:cNvGrpSpPr/>
          <p:nvPr/>
        </p:nvGrpSpPr>
        <p:grpSpPr bwMode="auto">
          <a:xfrm>
            <a:off x="3208374" y="1415169"/>
            <a:ext cx="5833048" cy="4321782"/>
            <a:chOff x="0" y="0"/>
            <a:chExt cx="5833048" cy="4321782"/>
          </a:xfrm>
        </p:grpSpPr>
        <p:sp>
          <p:nvSpPr>
            <p:cNvPr id="746675543" name="Freeform 30"/>
            <p:cNvSpPr/>
            <p:nvPr/>
          </p:nvSpPr>
          <p:spPr bwMode="auto">
            <a:xfrm rot="0" flipH="0" flipV="0">
              <a:off x="0" y="175358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17081435" name="TextBox 31"/>
            <p:cNvSpPr txBox="1"/>
            <p:nvPr/>
          </p:nvSpPr>
          <p:spPr bwMode="auto">
            <a:xfrm rot="0" flipH="0" flipV="0">
              <a:off x="0" y="22632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1096809" name="AutoShape 34"/>
            <p:cNvSpPr/>
            <p:nvPr/>
          </p:nvSpPr>
          <p:spPr bwMode="auto">
            <a:xfrm flipH="0" flipV="0">
              <a:off x="2886606" y="0"/>
              <a:ext cx="0" cy="425015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858076245" name="Freeform 36"/>
            <p:cNvSpPr/>
            <p:nvPr/>
          </p:nvSpPr>
          <p:spPr bwMode="auto">
            <a:xfrm rot="0" flipH="0" flipV="0">
              <a:off x="0" y="1049465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32349654" name="TextBox 37"/>
            <p:cNvSpPr txBox="1"/>
            <p:nvPr/>
          </p:nvSpPr>
          <p:spPr bwMode="auto">
            <a:xfrm rot="0" flipH="0" flipV="0">
              <a:off x="0" y="896739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6862891" name="Freeform 52"/>
            <p:cNvSpPr/>
            <p:nvPr/>
          </p:nvSpPr>
          <p:spPr bwMode="auto">
            <a:xfrm rot="0" flipH="0" flipV="0">
              <a:off x="167" y="1923571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4498870" name="TextBox 53"/>
            <p:cNvSpPr txBox="1"/>
            <p:nvPr/>
          </p:nvSpPr>
          <p:spPr bwMode="auto">
            <a:xfrm rot="0" flipH="0" flipV="0">
              <a:off x="167" y="1770845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11672434" name="Freeform 55"/>
            <p:cNvSpPr/>
            <p:nvPr/>
          </p:nvSpPr>
          <p:spPr bwMode="auto">
            <a:xfrm rot="0" flipH="0" flipV="0">
              <a:off x="167" y="2797679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34237911" name="TextBox 56"/>
            <p:cNvSpPr txBox="1"/>
            <p:nvPr/>
          </p:nvSpPr>
          <p:spPr bwMode="auto">
            <a:xfrm rot="0" flipH="0" flipV="0">
              <a:off x="167" y="2644953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5251664" name="Freeform 58"/>
            <p:cNvSpPr/>
            <p:nvPr/>
          </p:nvSpPr>
          <p:spPr bwMode="auto">
            <a:xfrm rot="0" flipH="0" flipV="0">
              <a:off x="167" y="3671786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27048814" name="TextBox 59"/>
            <p:cNvSpPr txBox="1"/>
            <p:nvPr/>
          </p:nvSpPr>
          <p:spPr bwMode="auto">
            <a:xfrm rot="0" flipH="0" flipV="0">
              <a:off x="167" y="3519060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55234019" name="Freeform 69"/>
            <p:cNvSpPr/>
            <p:nvPr/>
          </p:nvSpPr>
          <p:spPr bwMode="auto">
            <a:xfrm rot="0" flipH="0" flipV="0">
              <a:off x="3277004" y="175358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64590998" name="TextBox 70"/>
            <p:cNvSpPr txBox="1"/>
            <p:nvPr/>
          </p:nvSpPr>
          <p:spPr bwMode="auto">
            <a:xfrm rot="0" flipH="0" flipV="0">
              <a:off x="3277004" y="22632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50517129" name="Freeform 72"/>
            <p:cNvSpPr/>
            <p:nvPr/>
          </p:nvSpPr>
          <p:spPr bwMode="auto">
            <a:xfrm rot="0" flipH="0" flipV="0">
              <a:off x="3277004" y="1049465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1427854" name="TextBox 73"/>
            <p:cNvSpPr txBox="1"/>
            <p:nvPr/>
          </p:nvSpPr>
          <p:spPr bwMode="auto">
            <a:xfrm rot="0" flipH="0" flipV="0">
              <a:off x="3277004" y="896739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5570734" name="Freeform 75"/>
            <p:cNvSpPr/>
            <p:nvPr/>
          </p:nvSpPr>
          <p:spPr bwMode="auto">
            <a:xfrm rot="0" flipH="0" flipV="0">
              <a:off x="3277174" y="1923571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7969429" name="TextBox 76"/>
            <p:cNvSpPr txBox="1"/>
            <p:nvPr/>
          </p:nvSpPr>
          <p:spPr bwMode="auto">
            <a:xfrm rot="0" flipH="0" flipV="0">
              <a:off x="3277174" y="1770845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70458803" name="Freeform 78"/>
            <p:cNvSpPr/>
            <p:nvPr/>
          </p:nvSpPr>
          <p:spPr bwMode="auto">
            <a:xfrm rot="0" flipH="0" flipV="0">
              <a:off x="3277174" y="2797679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03202991" name="TextBox 79"/>
            <p:cNvSpPr txBox="1"/>
            <p:nvPr/>
          </p:nvSpPr>
          <p:spPr bwMode="auto">
            <a:xfrm rot="0" flipH="0" flipV="0">
              <a:off x="3277174" y="2644953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60365595" name="Freeform 81"/>
            <p:cNvSpPr/>
            <p:nvPr/>
          </p:nvSpPr>
          <p:spPr bwMode="auto">
            <a:xfrm rot="0" flipH="0" flipV="0">
              <a:off x="3277174" y="3671786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11684720" name="TextBox 82"/>
            <p:cNvSpPr txBox="1"/>
            <p:nvPr/>
          </p:nvSpPr>
          <p:spPr bwMode="auto">
            <a:xfrm rot="0" flipH="0" flipV="0">
              <a:off x="3277174" y="3519060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351625" name="Freeform 27"/>
          <p:cNvSpPr/>
          <p:nvPr/>
        </p:nvSpPr>
        <p:spPr bwMode="auto">
          <a:xfrm rot="0" flipH="0" flipV="0">
            <a:off x="3591186" y="652461"/>
            <a:ext cx="6475595" cy="5448936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80073105" name="TextBox 28"/>
          <p:cNvSpPr txBox="1"/>
          <p:nvPr/>
        </p:nvSpPr>
        <p:spPr bwMode="auto">
          <a:xfrm rot="0" flipH="0" flipV="0">
            <a:off x="3591186" y="426333"/>
            <a:ext cx="6475595" cy="560065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792004239" name="TextBox 32"/>
          <p:cNvSpPr txBox="1"/>
          <p:nvPr/>
        </p:nvSpPr>
        <p:spPr bwMode="auto">
          <a:xfrm>
            <a:off x="4044629" y="702282"/>
            <a:ext cx="5570151" cy="41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コインジョイン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628884076" name="TextBox 33"/>
          <p:cNvSpPr txBox="1"/>
          <p:nvPr/>
        </p:nvSpPr>
        <p:spPr bwMode="auto">
          <a:xfrm>
            <a:off x="4201647" y="1136865"/>
            <a:ext cx="2000643" cy="41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305273562" name="TextBox 38"/>
          <p:cNvSpPr txBox="1"/>
          <p:nvPr/>
        </p:nvSpPr>
        <p:spPr bwMode="auto">
          <a:xfrm flipH="0" flipV="0">
            <a:off x="604874" y="1060763"/>
            <a:ext cx="2766673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アリスのUTXO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26853956" name="Freeform 39"/>
          <p:cNvSpPr/>
          <p:nvPr/>
        </p:nvSpPr>
        <p:spPr bwMode="auto">
          <a:xfrm rot="1981001">
            <a:off x="2500621" y="170932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0" y="0"/>
                </a:moveTo>
                <a:lnTo>
                  <a:pt x="960756" y="0"/>
                </a:lnTo>
                <a:lnTo>
                  <a:pt x="960756" y="271413"/>
                </a:lnTo>
                <a:lnTo>
                  <a:pt x="0" y="271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32764" name="TextBox 40"/>
          <p:cNvSpPr txBox="1"/>
          <p:nvPr/>
        </p:nvSpPr>
        <p:spPr bwMode="auto">
          <a:xfrm flipH="0" flipV="0">
            <a:off x="-90331" y="3981362"/>
            <a:ext cx="3262332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シャルルのUTXO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77486041" name="Freeform 41"/>
          <p:cNvSpPr/>
          <p:nvPr/>
        </p:nvSpPr>
        <p:spPr bwMode="auto">
          <a:xfrm rot="10008104" flipH="1">
            <a:off x="2410607" y="3608672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6" y="0"/>
                </a:moveTo>
                <a:lnTo>
                  <a:pt x="0" y="0"/>
                </a:lnTo>
                <a:lnTo>
                  <a:pt x="0" y="271413"/>
                </a:lnTo>
                <a:lnTo>
                  <a:pt x="960756" y="271413"/>
                </a:lnTo>
                <a:lnTo>
                  <a:pt x="96075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060735" name="TextBox 51"/>
          <p:cNvSpPr txBox="1"/>
          <p:nvPr/>
        </p:nvSpPr>
        <p:spPr bwMode="auto">
          <a:xfrm flipH="0" flipV="0">
            <a:off x="313888" y="2267696"/>
            <a:ext cx="2767959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ボブのUTXO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68062726" name="Freeform 52"/>
          <p:cNvSpPr/>
          <p:nvPr/>
        </p:nvSpPr>
        <p:spPr bwMode="auto">
          <a:xfrm rot="731793">
            <a:off x="2330821" y="278117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0" y="0"/>
                </a:moveTo>
                <a:lnTo>
                  <a:pt x="960757" y="0"/>
                </a:lnTo>
                <a:lnTo>
                  <a:pt x="960757" y="271414"/>
                </a:lnTo>
                <a:lnTo>
                  <a:pt x="0" y="2714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3042829" name="TextBox 53"/>
          <p:cNvSpPr txBox="1"/>
          <p:nvPr/>
        </p:nvSpPr>
        <p:spPr bwMode="auto">
          <a:xfrm flipH="0" flipV="0">
            <a:off x="513429" y="5128315"/>
            <a:ext cx="2768601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デイビッドのUTXO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35719524" name="TextBox 54"/>
          <p:cNvSpPr txBox="1"/>
          <p:nvPr/>
        </p:nvSpPr>
        <p:spPr bwMode="auto">
          <a:xfrm flipH="0" flipV="0">
            <a:off x="513429" y="6058897"/>
            <a:ext cx="2768601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フランクのUTXO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79654226" name="Freeform 55"/>
          <p:cNvSpPr/>
          <p:nvPr/>
        </p:nvSpPr>
        <p:spPr bwMode="auto">
          <a:xfrm rot="9117488" flipH="1">
            <a:off x="2421497" y="465182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6" y="0"/>
                </a:moveTo>
                <a:lnTo>
                  <a:pt x="0" y="0"/>
                </a:lnTo>
                <a:lnTo>
                  <a:pt x="0" y="271414"/>
                </a:lnTo>
                <a:lnTo>
                  <a:pt x="960756" y="271414"/>
                </a:lnTo>
                <a:lnTo>
                  <a:pt x="960756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1623227" name="Freeform 56"/>
          <p:cNvSpPr/>
          <p:nvPr/>
        </p:nvSpPr>
        <p:spPr bwMode="auto">
          <a:xfrm rot="9379580" flipH="1">
            <a:off x="2412156" y="5610837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7" y="0"/>
                </a:moveTo>
                <a:lnTo>
                  <a:pt x="0" y="0"/>
                </a:lnTo>
                <a:lnTo>
                  <a:pt x="0" y="271414"/>
                </a:lnTo>
                <a:lnTo>
                  <a:pt x="960757" y="271414"/>
                </a:lnTo>
                <a:lnTo>
                  <a:pt x="960757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07286454" name=""/>
          <p:cNvGrpSpPr/>
          <p:nvPr/>
        </p:nvGrpSpPr>
        <p:grpSpPr bwMode="auto">
          <a:xfrm>
            <a:off x="3843373" y="1627056"/>
            <a:ext cx="2985609" cy="4243068"/>
            <a:chOff x="0" y="0"/>
            <a:chExt cx="2985609" cy="4243068"/>
          </a:xfrm>
        </p:grpSpPr>
        <p:sp>
          <p:nvSpPr>
            <p:cNvPr id="451044058" name="Freeform 30"/>
            <p:cNvSpPr/>
            <p:nvPr/>
          </p:nvSpPr>
          <p:spPr bwMode="auto">
            <a:xfrm rot="0" flipH="0" flipV="0">
              <a:off x="0" y="124109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76112455" name="TextBox 31"/>
            <p:cNvSpPr txBox="1"/>
            <p:nvPr/>
          </p:nvSpPr>
          <p:spPr bwMode="auto">
            <a:xfrm rot="0" flipH="0" flipV="0">
              <a:off x="0" y="0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2284272" name="AutoShape 34"/>
            <p:cNvSpPr/>
            <p:nvPr/>
          </p:nvSpPr>
          <p:spPr bwMode="auto">
            <a:xfrm flipH="0" flipV="0">
              <a:off x="2985609" y="70010"/>
              <a:ext cx="0" cy="417305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699077098" name="Freeform 36"/>
            <p:cNvSpPr/>
            <p:nvPr/>
          </p:nvSpPr>
          <p:spPr bwMode="auto">
            <a:xfrm rot="0" flipH="0" flipV="0">
              <a:off x="0" y="992426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24369019" name="TextBox 37"/>
            <p:cNvSpPr txBox="1"/>
            <p:nvPr/>
          </p:nvSpPr>
          <p:spPr bwMode="auto">
            <a:xfrm rot="0" flipH="0" flipV="0">
              <a:off x="0" y="840712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90500110" name="Freeform 43"/>
            <p:cNvSpPr/>
            <p:nvPr/>
          </p:nvSpPr>
          <p:spPr bwMode="auto">
            <a:xfrm rot="0" flipH="0" flipV="0">
              <a:off x="166" y="1860743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7948920" name="TextBox 44"/>
            <p:cNvSpPr txBox="1"/>
            <p:nvPr/>
          </p:nvSpPr>
          <p:spPr bwMode="auto">
            <a:xfrm rot="0" flipH="0" flipV="0">
              <a:off x="166" y="1709029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768674361" name="Freeform 46"/>
            <p:cNvSpPr/>
            <p:nvPr/>
          </p:nvSpPr>
          <p:spPr bwMode="auto">
            <a:xfrm rot="0" flipH="0" flipV="0">
              <a:off x="166" y="2729062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5825783" name="TextBox 47"/>
            <p:cNvSpPr txBox="1"/>
            <p:nvPr/>
          </p:nvSpPr>
          <p:spPr bwMode="auto">
            <a:xfrm rot="0" flipH="0" flipV="0">
              <a:off x="166" y="2577348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23254587" name="Freeform 49"/>
            <p:cNvSpPr/>
            <p:nvPr/>
          </p:nvSpPr>
          <p:spPr bwMode="auto">
            <a:xfrm rot="0" flipH="0" flipV="0">
              <a:off x="166" y="3597379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8863444" name="TextBox 50"/>
            <p:cNvSpPr txBox="1"/>
            <p:nvPr/>
          </p:nvSpPr>
          <p:spPr bwMode="auto">
            <a:xfrm rot="0" flipH="0" flipV="0">
              <a:off x="166" y="3445664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188" name="Freeform 27"/>
          <p:cNvSpPr/>
          <p:nvPr/>
        </p:nvSpPr>
        <p:spPr bwMode="auto">
          <a:xfrm rot="0" flipH="0" flipV="0">
            <a:off x="2648455" y="507484"/>
            <a:ext cx="6634805" cy="5582907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37673835" name="TextBox 28"/>
          <p:cNvSpPr txBox="1"/>
          <p:nvPr/>
        </p:nvSpPr>
        <p:spPr bwMode="auto">
          <a:xfrm rot="0" flipH="0" flipV="0">
            <a:off x="2648455" y="352039"/>
            <a:ext cx="6634805" cy="573835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2036923481" name="TextBox 32"/>
          <p:cNvSpPr txBox="1"/>
          <p:nvPr/>
        </p:nvSpPr>
        <p:spPr bwMode="auto">
          <a:xfrm>
            <a:off x="3113046" y="559934"/>
            <a:ext cx="5706705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コインジョイン</a:t>
            </a:r>
            <a:endParaRPr/>
          </a:p>
        </p:txBody>
      </p:sp>
      <p:sp>
        <p:nvSpPr>
          <p:cNvPr id="2130871475" name="TextBox 33"/>
          <p:cNvSpPr txBox="1"/>
          <p:nvPr/>
        </p:nvSpPr>
        <p:spPr bwMode="auto">
          <a:xfrm>
            <a:off x="3273927" y="1005204"/>
            <a:ext cx="2049436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6643388" name="TextBox 38"/>
          <p:cNvSpPr txBox="1"/>
          <p:nvPr/>
        </p:nvSpPr>
        <p:spPr bwMode="auto">
          <a:xfrm>
            <a:off x="6609262" y="1005204"/>
            <a:ext cx="2049436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3534862" name="TextBox 39"/>
          <p:cNvSpPr txBox="1"/>
          <p:nvPr/>
        </p:nvSpPr>
        <p:spPr bwMode="auto">
          <a:xfrm flipH="0" flipV="0">
            <a:off x="473411" y="950044"/>
            <a:ext cx="195064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アリスのUTXO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56734426" name="Freeform 40"/>
          <p:cNvSpPr/>
          <p:nvPr/>
        </p:nvSpPr>
        <p:spPr bwMode="auto">
          <a:xfrm rot="1981001">
            <a:off x="1531077" y="1590328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36761" name="TextBox 41"/>
          <p:cNvSpPr txBox="1"/>
          <p:nvPr/>
        </p:nvSpPr>
        <p:spPr bwMode="auto">
          <a:xfrm flipH="0" flipV="0">
            <a:off x="76029" y="3919401"/>
            <a:ext cx="2142818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シャルルのUTXO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75813297" name="Freeform 42"/>
          <p:cNvSpPr/>
          <p:nvPr/>
        </p:nvSpPr>
        <p:spPr bwMode="auto">
          <a:xfrm rot="10008104" flipH="1">
            <a:off x="1438850" y="3536377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6"/>
                </a:lnTo>
                <a:lnTo>
                  <a:pt x="984378" y="278086"/>
                </a:lnTo>
                <a:lnTo>
                  <a:pt x="98437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925949" name="TextBox 43"/>
          <p:cNvSpPr txBox="1"/>
          <p:nvPr/>
        </p:nvSpPr>
        <p:spPr bwMode="auto">
          <a:xfrm>
            <a:off x="9610263" y="777970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272343452" name="Freeform 44"/>
          <p:cNvSpPr/>
          <p:nvPr/>
        </p:nvSpPr>
        <p:spPr bwMode="auto">
          <a:xfrm rot="-423529" flipH="1">
            <a:off x="9500537" y="2747489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6976368" name="TextBox 45"/>
          <p:cNvSpPr txBox="1"/>
          <p:nvPr/>
        </p:nvSpPr>
        <p:spPr bwMode="auto">
          <a:xfrm>
            <a:off x="9845054" y="2301341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2112237060" name="Freeform 46"/>
          <p:cNvSpPr/>
          <p:nvPr/>
        </p:nvSpPr>
        <p:spPr bwMode="auto">
          <a:xfrm rot="-2557580" flipH="1">
            <a:off x="9387749" y="1494161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1491389" name="Freeform 47"/>
          <p:cNvSpPr/>
          <p:nvPr/>
        </p:nvSpPr>
        <p:spPr bwMode="auto">
          <a:xfrm rot="-10662274">
            <a:off x="9385747" y="3484770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246133" name="TextBox 48"/>
          <p:cNvSpPr txBox="1"/>
          <p:nvPr/>
        </p:nvSpPr>
        <p:spPr bwMode="auto">
          <a:xfrm>
            <a:off x="9705793" y="3813784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344076771" name="Freeform 49"/>
          <p:cNvSpPr/>
          <p:nvPr/>
        </p:nvSpPr>
        <p:spPr bwMode="auto">
          <a:xfrm rot="-9983765">
            <a:off x="9399470" y="4517993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495361" name="TextBox 50"/>
          <p:cNvSpPr txBox="1"/>
          <p:nvPr/>
        </p:nvSpPr>
        <p:spPr bwMode="auto">
          <a:xfrm>
            <a:off x="9845054" y="4904177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923102803" name="TextBox 60"/>
          <p:cNvSpPr txBox="1"/>
          <p:nvPr/>
        </p:nvSpPr>
        <p:spPr bwMode="auto">
          <a:xfrm flipH="0" flipV="0">
            <a:off x="175768" y="2163602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ボブのUTXO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16695362" name="Freeform 61"/>
          <p:cNvSpPr/>
          <p:nvPr/>
        </p:nvSpPr>
        <p:spPr bwMode="auto">
          <a:xfrm rot="731793">
            <a:off x="1357103" y="2688530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6"/>
                </a:lnTo>
                <a:lnTo>
                  <a:pt x="0" y="2780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682263" name="TextBox 62"/>
          <p:cNvSpPr txBox="1"/>
          <p:nvPr/>
        </p:nvSpPr>
        <p:spPr bwMode="auto">
          <a:xfrm flipH="0" flipV="0">
            <a:off x="380503" y="5094553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デイビッドのUTXO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90126706" name="TextBox 63"/>
          <p:cNvSpPr txBox="1"/>
          <p:nvPr/>
        </p:nvSpPr>
        <p:spPr bwMode="auto">
          <a:xfrm flipH="0" flipV="0">
            <a:off x="380503" y="6048014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フランクのUTXO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16021934" name="Freeform 64"/>
          <p:cNvSpPr/>
          <p:nvPr/>
        </p:nvSpPr>
        <p:spPr bwMode="auto">
          <a:xfrm rot="9117488" flipH="1">
            <a:off x="1450008" y="4605172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49269" name="Freeform 65"/>
          <p:cNvSpPr/>
          <p:nvPr/>
        </p:nvSpPr>
        <p:spPr bwMode="auto">
          <a:xfrm rot="9379580" flipH="1">
            <a:off x="1440438" y="5587766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586751" name="Freeform 66"/>
          <p:cNvSpPr/>
          <p:nvPr/>
        </p:nvSpPr>
        <p:spPr bwMode="auto">
          <a:xfrm rot="-9983765">
            <a:off x="9492448" y="5435642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502903" name="TextBox 67"/>
          <p:cNvSpPr txBox="1"/>
          <p:nvPr/>
        </p:nvSpPr>
        <p:spPr bwMode="auto">
          <a:xfrm>
            <a:off x="9938034" y="5821826"/>
            <a:ext cx="1587475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2044497768" name=""/>
          <p:cNvGrpSpPr/>
          <p:nvPr/>
        </p:nvGrpSpPr>
        <p:grpSpPr bwMode="auto">
          <a:xfrm>
            <a:off x="3113046" y="1428943"/>
            <a:ext cx="5764460" cy="4424488"/>
            <a:chOff x="0" y="0"/>
            <a:chExt cx="5764460" cy="4424488"/>
          </a:xfrm>
        </p:grpSpPr>
        <p:sp>
          <p:nvSpPr>
            <p:cNvPr id="1558915183" name="Freeform 30"/>
            <p:cNvSpPr/>
            <p:nvPr/>
          </p:nvSpPr>
          <p:spPr bwMode="auto">
            <a:xfrm rot="0" flipH="0" flipV="0">
              <a:off x="0" y="204258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85867817" name="TextBox 31"/>
            <p:cNvSpPr txBox="1"/>
            <p:nvPr/>
          </p:nvSpPr>
          <p:spPr bwMode="auto">
            <a:xfrm rot="0" flipH="0" flipV="0">
              <a:off x="0" y="48812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72064133" name="AutoShape 34"/>
            <p:cNvSpPr/>
            <p:nvPr/>
          </p:nvSpPr>
          <p:spPr bwMode="auto">
            <a:xfrm flipH="0" flipV="0">
              <a:off x="2852811" y="0"/>
              <a:ext cx="0" cy="427565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200523784" name="Freeform 36"/>
            <p:cNvSpPr/>
            <p:nvPr/>
          </p:nvSpPr>
          <p:spPr bwMode="auto">
            <a:xfrm rot="0" flipH="0" flipV="0">
              <a:off x="0" y="1093923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9179198" name="TextBox 37"/>
            <p:cNvSpPr txBox="1"/>
            <p:nvPr/>
          </p:nvSpPr>
          <p:spPr bwMode="auto">
            <a:xfrm rot="0" flipH="0" flipV="0">
              <a:off x="0" y="938479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47475948" name="Freeform 52"/>
            <p:cNvSpPr/>
            <p:nvPr/>
          </p:nvSpPr>
          <p:spPr bwMode="auto">
            <a:xfrm rot="0" flipH="0" flipV="0">
              <a:off x="171" y="1983589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57141328" name="TextBox 53"/>
            <p:cNvSpPr txBox="1"/>
            <p:nvPr/>
          </p:nvSpPr>
          <p:spPr bwMode="auto">
            <a:xfrm rot="0" flipH="0" flipV="0">
              <a:off x="171" y="1828146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62452692" name="Freeform 55"/>
            <p:cNvSpPr/>
            <p:nvPr/>
          </p:nvSpPr>
          <p:spPr bwMode="auto">
            <a:xfrm rot="0" flipH="0" flipV="0">
              <a:off x="171" y="2873255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55126208" name="TextBox 56"/>
            <p:cNvSpPr txBox="1"/>
            <p:nvPr/>
          </p:nvSpPr>
          <p:spPr bwMode="auto">
            <a:xfrm rot="0" flipH="0" flipV="0">
              <a:off x="171" y="2717811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0957916" name="Freeform 58"/>
            <p:cNvSpPr/>
            <p:nvPr/>
          </p:nvSpPr>
          <p:spPr bwMode="auto">
            <a:xfrm rot="0" flipH="0" flipV="0">
              <a:off x="171" y="3762921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08041093" name="TextBox 59"/>
            <p:cNvSpPr txBox="1"/>
            <p:nvPr/>
          </p:nvSpPr>
          <p:spPr bwMode="auto">
            <a:xfrm rot="0" flipH="0" flipV="0">
              <a:off x="171" y="3607477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79522219" name="Freeform 69"/>
            <p:cNvSpPr/>
            <p:nvPr/>
          </p:nvSpPr>
          <p:spPr bwMode="auto">
            <a:xfrm rot="0" flipH="0" flipV="0">
              <a:off x="3335336" y="204258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8936163" name="TextBox 70"/>
            <p:cNvSpPr txBox="1"/>
            <p:nvPr/>
          </p:nvSpPr>
          <p:spPr bwMode="auto">
            <a:xfrm rot="0" flipH="0" flipV="0">
              <a:off x="3335336" y="48812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11907052" name="Freeform 72"/>
            <p:cNvSpPr/>
            <p:nvPr/>
          </p:nvSpPr>
          <p:spPr bwMode="auto">
            <a:xfrm rot="0" flipH="0" flipV="0">
              <a:off x="3335336" y="1093923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062358" name="TextBox 73"/>
            <p:cNvSpPr txBox="1"/>
            <p:nvPr/>
          </p:nvSpPr>
          <p:spPr bwMode="auto">
            <a:xfrm rot="0" flipH="0" flipV="0">
              <a:off x="3335336" y="938479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7980233" name="Freeform 75"/>
            <p:cNvSpPr/>
            <p:nvPr/>
          </p:nvSpPr>
          <p:spPr bwMode="auto">
            <a:xfrm rot="0" flipH="0" flipV="0">
              <a:off x="3335508" y="1983589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26625555" name="TextBox 76"/>
            <p:cNvSpPr txBox="1"/>
            <p:nvPr/>
          </p:nvSpPr>
          <p:spPr bwMode="auto">
            <a:xfrm rot="0" flipH="0" flipV="0">
              <a:off x="3335508" y="1828146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60770282" name="Freeform 78"/>
            <p:cNvSpPr/>
            <p:nvPr/>
          </p:nvSpPr>
          <p:spPr bwMode="auto">
            <a:xfrm rot="0" flipH="0" flipV="0">
              <a:off x="3335508" y="2873255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31518235" name="TextBox 79"/>
            <p:cNvSpPr txBox="1"/>
            <p:nvPr/>
          </p:nvSpPr>
          <p:spPr bwMode="auto">
            <a:xfrm rot="0" flipH="0" flipV="0">
              <a:off x="3335508" y="2717811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64243910" name="Freeform 81"/>
            <p:cNvSpPr/>
            <p:nvPr/>
          </p:nvSpPr>
          <p:spPr bwMode="auto">
            <a:xfrm rot="0" flipH="0" flipV="0">
              <a:off x="3335508" y="3762921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58519139" name="TextBox 82"/>
            <p:cNvSpPr txBox="1"/>
            <p:nvPr/>
          </p:nvSpPr>
          <p:spPr bwMode="auto">
            <a:xfrm rot="0" flipH="0" flipV="0">
              <a:off x="3335508" y="3607477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681143" name="Freeform 27"/>
          <p:cNvSpPr/>
          <p:nvPr/>
        </p:nvSpPr>
        <p:spPr bwMode="auto">
          <a:xfrm rot="0" flipH="0" flipV="0">
            <a:off x="243894" y="231555"/>
            <a:ext cx="5137497" cy="4322982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77532" name="TextBox 28"/>
          <p:cNvSpPr txBox="1"/>
          <p:nvPr/>
        </p:nvSpPr>
        <p:spPr bwMode="auto">
          <a:xfrm rot="0" flipH="0" flipV="0">
            <a:off x="243894" y="162777"/>
            <a:ext cx="5137497" cy="439176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534745172" name="TextBox 32"/>
          <p:cNvSpPr txBox="1"/>
          <p:nvPr/>
        </p:nvSpPr>
        <p:spPr bwMode="auto">
          <a:xfrm>
            <a:off x="603639" y="268796"/>
            <a:ext cx="441944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コインジョイン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7310533" name="TextBox 33"/>
          <p:cNvSpPr txBox="1"/>
          <p:nvPr/>
        </p:nvSpPr>
        <p:spPr bwMode="auto">
          <a:xfrm>
            <a:off x="728213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96378279" name="TextBox 38"/>
          <p:cNvSpPr txBox="1"/>
          <p:nvPr/>
        </p:nvSpPr>
        <p:spPr bwMode="auto">
          <a:xfrm>
            <a:off x="3310846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25223853" name="Freeform 64"/>
          <p:cNvSpPr/>
          <p:nvPr/>
        </p:nvSpPr>
        <p:spPr bwMode="auto">
          <a:xfrm rot="0" flipH="0" flipV="0">
            <a:off x="6193010" y="231555"/>
            <a:ext cx="5137497" cy="2072826"/>
          </a:xfrm>
          <a:custGeom>
            <a:avLst/>
            <a:gdLst/>
            <a:ahLst/>
            <a:cxnLst/>
            <a:rect l="l" t="t" r="r" b="b"/>
            <a:pathLst>
              <a:path w="2845795" h="114819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1148195"/>
                </a:lnTo>
                <a:lnTo>
                  <a:pt x="0" y="114819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455851091" name="TextBox 65"/>
          <p:cNvSpPr txBox="1"/>
          <p:nvPr/>
        </p:nvSpPr>
        <p:spPr bwMode="auto">
          <a:xfrm rot="0" flipH="0" flipV="0">
            <a:off x="6193010" y="162777"/>
            <a:ext cx="5137497" cy="214160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268026844" name="TextBox 69"/>
          <p:cNvSpPr txBox="1"/>
          <p:nvPr/>
        </p:nvSpPr>
        <p:spPr bwMode="auto">
          <a:xfrm>
            <a:off x="6552755" y="268796"/>
            <a:ext cx="441944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912200" name="TextBox 70"/>
          <p:cNvSpPr txBox="1"/>
          <p:nvPr/>
        </p:nvSpPr>
        <p:spPr bwMode="auto">
          <a:xfrm>
            <a:off x="6677329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39402225" name="TextBox 72"/>
          <p:cNvSpPr txBox="1"/>
          <p:nvPr/>
        </p:nvSpPr>
        <p:spPr bwMode="auto">
          <a:xfrm>
            <a:off x="9259963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529918229" name="AutoShape 76"/>
          <p:cNvSpPr/>
          <p:nvPr/>
        </p:nvSpPr>
        <p:spPr bwMode="auto">
          <a:xfrm flipH="0" flipV="1">
            <a:off x="4999349" y="1450985"/>
            <a:ext cx="1580397" cy="118482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564204391" name=""/>
          <p:cNvGrpSpPr/>
          <p:nvPr/>
        </p:nvGrpSpPr>
        <p:grpSpPr bwMode="auto">
          <a:xfrm>
            <a:off x="698743" y="1034448"/>
            <a:ext cx="4227795" cy="3336611"/>
            <a:chOff x="0" y="0"/>
            <a:chExt cx="4227795" cy="3336611"/>
          </a:xfrm>
        </p:grpSpPr>
        <p:sp>
          <p:nvSpPr>
            <p:cNvPr id="1796253669" name="Freeform 30"/>
            <p:cNvSpPr/>
            <p:nvPr/>
          </p:nvSpPr>
          <p:spPr bwMode="auto">
            <a:xfrm rot="0" flipH="0" flipV="0">
              <a:off x="0" y="6877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4334436" name="TextBox 31"/>
            <p:cNvSpPr txBox="1"/>
            <p:nvPr/>
          </p:nvSpPr>
          <p:spPr bwMode="auto">
            <a:xfrm rot="0" flipH="0" flipV="0">
              <a:off x="0" y="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711972" name="AutoShape 34"/>
            <p:cNvSpPr/>
            <p:nvPr/>
          </p:nvSpPr>
          <p:spPr bwMode="auto">
            <a:xfrm flipH="0" flipV="0">
              <a:off x="2113897" y="0"/>
              <a:ext cx="0" cy="333660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5159015" name="Freeform 36"/>
            <p:cNvSpPr/>
            <p:nvPr/>
          </p:nvSpPr>
          <p:spPr bwMode="auto">
            <a:xfrm rot="0" flipH="0" flipV="0">
              <a:off x="0" y="757668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40345941" name="TextBox 37"/>
            <p:cNvSpPr txBox="1"/>
            <p:nvPr/>
          </p:nvSpPr>
          <p:spPr bwMode="auto">
            <a:xfrm rot="0" flipH="0" flipV="0">
              <a:off x="0" y="68889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41999693" name="Freeform 40"/>
            <p:cNvSpPr/>
            <p:nvPr/>
          </p:nvSpPr>
          <p:spPr bwMode="auto">
            <a:xfrm rot="0" flipH="0" flipV="0">
              <a:off x="132" y="144655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06174656" name="TextBox 41"/>
            <p:cNvSpPr txBox="1"/>
            <p:nvPr/>
          </p:nvSpPr>
          <p:spPr bwMode="auto">
            <a:xfrm rot="0" flipH="0" flipV="0">
              <a:off x="132" y="137778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3804727" name="Freeform 43"/>
            <p:cNvSpPr/>
            <p:nvPr/>
          </p:nvSpPr>
          <p:spPr bwMode="auto">
            <a:xfrm rot="0" flipH="0" flipV="0">
              <a:off x="132" y="213544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8521825" name="TextBox 44"/>
            <p:cNvSpPr txBox="1"/>
            <p:nvPr/>
          </p:nvSpPr>
          <p:spPr bwMode="auto">
            <a:xfrm rot="0" flipH="0" flipV="0">
              <a:off x="132" y="206667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4460815" name="Freeform 46"/>
            <p:cNvSpPr/>
            <p:nvPr/>
          </p:nvSpPr>
          <p:spPr bwMode="auto">
            <a:xfrm rot="0" flipH="0" flipV="0">
              <a:off x="132" y="2824340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6897524" name="TextBox 47"/>
            <p:cNvSpPr txBox="1"/>
            <p:nvPr/>
          </p:nvSpPr>
          <p:spPr bwMode="auto">
            <a:xfrm rot="0" flipH="0" flipV="0">
              <a:off x="132" y="2755562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1546109" name="Freeform 49"/>
            <p:cNvSpPr/>
            <p:nvPr/>
          </p:nvSpPr>
          <p:spPr bwMode="auto">
            <a:xfrm rot="0" flipH="0" flipV="0">
              <a:off x="2582634" y="6877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7365263" name="TextBox 50"/>
            <p:cNvSpPr txBox="1"/>
            <p:nvPr/>
          </p:nvSpPr>
          <p:spPr bwMode="auto">
            <a:xfrm rot="0" flipH="0" flipV="0">
              <a:off x="2582634" y="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3828323" name="Freeform 52"/>
            <p:cNvSpPr/>
            <p:nvPr/>
          </p:nvSpPr>
          <p:spPr bwMode="auto">
            <a:xfrm rot="0" flipH="0" flipV="0">
              <a:off x="2582634" y="757668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418925" name="TextBox 53"/>
            <p:cNvSpPr txBox="1"/>
            <p:nvPr/>
          </p:nvSpPr>
          <p:spPr bwMode="auto">
            <a:xfrm rot="0" flipH="0" flipV="0">
              <a:off x="2582634" y="68889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7664519" name="Freeform 55"/>
            <p:cNvSpPr/>
            <p:nvPr/>
          </p:nvSpPr>
          <p:spPr bwMode="auto">
            <a:xfrm rot="0" flipH="0" flipV="0">
              <a:off x="2582766" y="144655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73412036" name="TextBox 56"/>
            <p:cNvSpPr txBox="1"/>
            <p:nvPr/>
          </p:nvSpPr>
          <p:spPr bwMode="auto">
            <a:xfrm rot="0" flipH="0" flipV="0">
              <a:off x="2582766" y="137778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4053184" name="Freeform 58"/>
            <p:cNvSpPr/>
            <p:nvPr/>
          </p:nvSpPr>
          <p:spPr bwMode="auto">
            <a:xfrm rot="0" flipH="0" flipV="0">
              <a:off x="2582766" y="213544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96102503" name="TextBox 59"/>
            <p:cNvSpPr txBox="1"/>
            <p:nvPr/>
          </p:nvSpPr>
          <p:spPr bwMode="auto">
            <a:xfrm rot="0" flipH="0" flipV="0">
              <a:off x="2582766" y="206667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44170833" name="Freeform 61"/>
            <p:cNvSpPr/>
            <p:nvPr/>
          </p:nvSpPr>
          <p:spPr bwMode="auto">
            <a:xfrm rot="0" flipH="0" flipV="0">
              <a:off x="2582766" y="2824340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2295713" name="TextBox 62"/>
            <p:cNvSpPr txBox="1"/>
            <p:nvPr/>
          </p:nvSpPr>
          <p:spPr bwMode="auto">
            <a:xfrm rot="0" flipH="0" flipV="0">
              <a:off x="2582766" y="2755562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911559584" name=""/>
          <p:cNvGrpSpPr/>
          <p:nvPr/>
        </p:nvGrpSpPr>
        <p:grpSpPr bwMode="auto">
          <a:xfrm>
            <a:off x="6647860" y="945029"/>
            <a:ext cx="4227660" cy="1103218"/>
            <a:chOff x="0" y="0"/>
            <a:chExt cx="4227660" cy="1103218"/>
          </a:xfrm>
        </p:grpSpPr>
        <p:sp>
          <p:nvSpPr>
            <p:cNvPr id="1599258932" name="Freeform 67"/>
            <p:cNvSpPr/>
            <p:nvPr/>
          </p:nvSpPr>
          <p:spPr bwMode="auto">
            <a:xfrm rot="0" flipH="0" flipV="0">
              <a:off x="0" y="15819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91931151" name="TextBox 68"/>
            <p:cNvSpPr txBox="1"/>
            <p:nvPr/>
          </p:nvSpPr>
          <p:spPr bwMode="auto">
            <a:xfrm rot="0" flipH="0" flipV="0">
              <a:off x="0" y="89419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2384462" name="AutoShape 71"/>
            <p:cNvSpPr/>
            <p:nvPr/>
          </p:nvSpPr>
          <p:spPr bwMode="auto">
            <a:xfrm flipH="0" flipV="0">
              <a:off x="2113898" y="0"/>
              <a:ext cx="0" cy="110321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1700912" name="Freeform 74"/>
            <p:cNvSpPr/>
            <p:nvPr/>
          </p:nvSpPr>
          <p:spPr bwMode="auto">
            <a:xfrm rot="0" flipH="0" flipV="0">
              <a:off x="2582631" y="15819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88514759" name="TextBox 75"/>
            <p:cNvSpPr txBox="1"/>
            <p:nvPr/>
          </p:nvSpPr>
          <p:spPr bwMode="auto">
            <a:xfrm rot="0" flipH="0" flipV="0">
              <a:off x="2582631" y="89419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202718" name="Freeform 27"/>
          <p:cNvSpPr/>
          <p:nvPr/>
        </p:nvSpPr>
        <p:spPr bwMode="auto">
          <a:xfrm rot="0" flipH="0" flipV="0">
            <a:off x="1281414" y="247160"/>
            <a:ext cx="4639609" cy="4539818"/>
          </a:xfrm>
          <a:custGeom>
            <a:avLst/>
            <a:gdLst/>
            <a:ahLst/>
            <a:cxnLst/>
            <a:rect l="l" t="t" r="r" b="b"/>
            <a:pathLst>
              <a:path w="2447252" h="2394615" fill="norm" stroke="1" extrusionOk="0">
                <a:moveTo>
                  <a:pt x="0" y="0"/>
                </a:moveTo>
                <a:lnTo>
                  <a:pt x="2447252" y="0"/>
                </a:lnTo>
                <a:lnTo>
                  <a:pt x="2447252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299638177" name="TextBox 28"/>
          <p:cNvSpPr txBox="1"/>
          <p:nvPr/>
        </p:nvSpPr>
        <p:spPr bwMode="auto">
          <a:xfrm rot="0" flipH="0" flipV="0">
            <a:off x="1281414" y="174933"/>
            <a:ext cx="4639609" cy="461205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971616708" name="AutoShape 32"/>
          <p:cNvSpPr/>
          <p:nvPr/>
        </p:nvSpPr>
        <p:spPr bwMode="auto">
          <a:xfrm>
            <a:off x="3601222" y="709479"/>
            <a:ext cx="0" cy="388481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36290" name="Freeform 61"/>
          <p:cNvSpPr/>
          <p:nvPr/>
        </p:nvSpPr>
        <p:spPr bwMode="auto">
          <a:xfrm rot="0" flipH="0" flipV="0">
            <a:off x="6987828" y="247160"/>
            <a:ext cx="4639609" cy="2176797"/>
          </a:xfrm>
          <a:custGeom>
            <a:avLst/>
            <a:gdLst/>
            <a:ahLst/>
            <a:cxnLst/>
            <a:rect l="l" t="t" r="r" b="b"/>
            <a:pathLst>
              <a:path w="2447252" h="1148195" fill="norm" stroke="1" extrusionOk="0">
                <a:moveTo>
                  <a:pt x="0" y="0"/>
                </a:moveTo>
                <a:lnTo>
                  <a:pt x="2447252" y="0"/>
                </a:lnTo>
                <a:lnTo>
                  <a:pt x="2447252" y="1148195"/>
                </a:lnTo>
                <a:lnTo>
                  <a:pt x="0" y="114819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756162329" name="TextBox 62"/>
          <p:cNvSpPr txBox="1"/>
          <p:nvPr/>
        </p:nvSpPr>
        <p:spPr bwMode="auto">
          <a:xfrm rot="0" flipH="0" flipV="0">
            <a:off x="6987828" y="174933"/>
            <a:ext cx="4639609" cy="224902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701177806" name="AutoShape 66"/>
          <p:cNvSpPr/>
          <p:nvPr/>
        </p:nvSpPr>
        <p:spPr bwMode="auto">
          <a:xfrm>
            <a:off x="9307633" y="709479"/>
            <a:ext cx="0" cy="144549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3408066" name="AutoShape 70"/>
          <p:cNvSpPr/>
          <p:nvPr/>
        </p:nvSpPr>
        <p:spPr bwMode="auto">
          <a:xfrm flipH="0" flipV="1">
            <a:off x="5730020" y="1532865"/>
            <a:ext cx="1444389" cy="1272326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4746336" name="Freeform 71"/>
          <p:cNvSpPr/>
          <p:nvPr/>
        </p:nvSpPr>
        <p:spPr bwMode="auto">
          <a:xfrm>
            <a:off x="351115" y="1119684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1101882" name="Freeform 72"/>
          <p:cNvSpPr/>
          <p:nvPr/>
        </p:nvSpPr>
        <p:spPr bwMode="auto">
          <a:xfrm>
            <a:off x="869610" y="1081583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7"/>
                </a:lnTo>
                <a:lnTo>
                  <a:pt x="0" y="306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9088620" name="Freeform 73"/>
          <p:cNvSpPr/>
          <p:nvPr/>
        </p:nvSpPr>
        <p:spPr bwMode="auto">
          <a:xfrm>
            <a:off x="351115" y="1843128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5431" name="Freeform 74"/>
          <p:cNvSpPr/>
          <p:nvPr/>
        </p:nvSpPr>
        <p:spPr bwMode="auto">
          <a:xfrm>
            <a:off x="869610" y="1805027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3043334" name="Freeform 75"/>
          <p:cNvSpPr/>
          <p:nvPr/>
        </p:nvSpPr>
        <p:spPr bwMode="auto">
          <a:xfrm>
            <a:off x="351115" y="2562083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207546" name="Freeform 76"/>
          <p:cNvSpPr/>
          <p:nvPr/>
        </p:nvSpPr>
        <p:spPr bwMode="auto">
          <a:xfrm>
            <a:off x="869610" y="2523983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702617" name="Freeform 77"/>
          <p:cNvSpPr/>
          <p:nvPr/>
        </p:nvSpPr>
        <p:spPr bwMode="auto">
          <a:xfrm>
            <a:off x="351115" y="3285528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9110878" name="Freeform 78"/>
          <p:cNvSpPr/>
          <p:nvPr/>
        </p:nvSpPr>
        <p:spPr bwMode="auto">
          <a:xfrm>
            <a:off x="869610" y="3247428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1026599" name="Freeform 79"/>
          <p:cNvSpPr/>
          <p:nvPr/>
        </p:nvSpPr>
        <p:spPr bwMode="auto">
          <a:xfrm>
            <a:off x="351115" y="4013463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0423451" name="Freeform 80"/>
          <p:cNvSpPr/>
          <p:nvPr/>
        </p:nvSpPr>
        <p:spPr bwMode="auto">
          <a:xfrm>
            <a:off x="869610" y="3975362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520847" name="AutoShape 81"/>
          <p:cNvSpPr/>
          <p:nvPr/>
        </p:nvSpPr>
        <p:spPr bwMode="auto">
          <a:xfrm flipH="1" flipV="1">
            <a:off x="919466" y="1431535"/>
            <a:ext cx="64927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8599230" name="AutoShape 82"/>
          <p:cNvSpPr/>
          <p:nvPr/>
        </p:nvSpPr>
        <p:spPr bwMode="auto">
          <a:xfrm flipH="1">
            <a:off x="919466" y="2154979"/>
            <a:ext cx="64927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192557" name="AutoShape 83"/>
          <p:cNvSpPr/>
          <p:nvPr/>
        </p:nvSpPr>
        <p:spPr bwMode="auto">
          <a:xfrm flipH="1" flipV="1">
            <a:off x="919466" y="2874644"/>
            <a:ext cx="649418" cy="162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54172" name="AutoShape 84"/>
          <p:cNvSpPr/>
          <p:nvPr/>
        </p:nvSpPr>
        <p:spPr bwMode="auto">
          <a:xfrm flipH="1" flipV="1">
            <a:off x="919466" y="3598090"/>
            <a:ext cx="649418" cy="162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944139" name="AutoShape 85"/>
          <p:cNvSpPr/>
          <p:nvPr/>
        </p:nvSpPr>
        <p:spPr bwMode="auto">
          <a:xfrm flipH="1">
            <a:off x="919466" y="4325314"/>
            <a:ext cx="64940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8749106" name="Freeform 86"/>
          <p:cNvSpPr/>
          <p:nvPr/>
        </p:nvSpPr>
        <p:spPr bwMode="auto">
          <a:xfrm>
            <a:off x="9023459" y="3505024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651272" name="AutoShape 87"/>
          <p:cNvSpPr/>
          <p:nvPr/>
        </p:nvSpPr>
        <p:spPr bwMode="auto">
          <a:xfrm>
            <a:off x="9307633" y="2423960"/>
            <a:ext cx="0" cy="97683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529212" name="TextBox 89"/>
          <p:cNvSpPr txBox="1"/>
          <p:nvPr/>
        </p:nvSpPr>
        <p:spPr bwMode="auto">
          <a:xfrm>
            <a:off x="1281416" y="288657"/>
            <a:ext cx="464105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コインジョイン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95818929" name="TextBox 90"/>
          <p:cNvSpPr txBox="1"/>
          <p:nvPr/>
        </p:nvSpPr>
        <p:spPr bwMode="auto">
          <a:xfrm>
            <a:off x="1599685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0324236" name="TextBox 91"/>
          <p:cNvSpPr txBox="1"/>
          <p:nvPr/>
        </p:nvSpPr>
        <p:spPr bwMode="auto">
          <a:xfrm>
            <a:off x="3936446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23469164" name="TextBox 92"/>
          <p:cNvSpPr txBox="1"/>
          <p:nvPr/>
        </p:nvSpPr>
        <p:spPr bwMode="auto">
          <a:xfrm>
            <a:off x="6987828" y="288657"/>
            <a:ext cx="464105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56441025" name="TextBox 93"/>
          <p:cNvSpPr txBox="1"/>
          <p:nvPr/>
        </p:nvSpPr>
        <p:spPr bwMode="auto">
          <a:xfrm>
            <a:off x="7306691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37368543" name="TextBox 94"/>
          <p:cNvSpPr txBox="1"/>
          <p:nvPr/>
        </p:nvSpPr>
        <p:spPr bwMode="auto">
          <a:xfrm>
            <a:off x="9643381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70851966" name="TextBox 95"/>
          <p:cNvSpPr txBox="1"/>
          <p:nvPr/>
        </p:nvSpPr>
        <p:spPr bwMode="auto">
          <a:xfrm>
            <a:off x="8474808" y="4166829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イヴ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6765481" name="Freeform 70"/>
          <p:cNvSpPr/>
          <p:nvPr/>
        </p:nvSpPr>
        <p:spPr bwMode="auto">
          <a:xfrm>
            <a:off x="9441979" y="2873934"/>
            <a:ext cx="299657" cy="166684"/>
          </a:xfrm>
          <a:custGeom>
            <a:avLst/>
            <a:gdLst/>
            <a:ahLst/>
            <a:cxnLst/>
            <a:rect l="l" t="t" r="r" b="b"/>
            <a:pathLst>
              <a:path w="299661" h="166687" fill="norm" stroke="1" extrusionOk="0">
                <a:moveTo>
                  <a:pt x="0" y="0"/>
                </a:moveTo>
                <a:lnTo>
                  <a:pt x="299661" y="0"/>
                </a:lnTo>
                <a:lnTo>
                  <a:pt x="299661" y="166686"/>
                </a:lnTo>
                <a:lnTo>
                  <a:pt x="0" y="16668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896137045" name=""/>
          <p:cNvGrpSpPr/>
          <p:nvPr/>
        </p:nvGrpSpPr>
        <p:grpSpPr bwMode="auto">
          <a:xfrm>
            <a:off x="1568734" y="1090325"/>
            <a:ext cx="4064445" cy="3503971"/>
            <a:chOff x="0" y="0"/>
            <a:chExt cx="4064445" cy="3503971"/>
          </a:xfrm>
        </p:grpSpPr>
        <p:sp>
          <p:nvSpPr>
            <p:cNvPr id="1439319962" name="Freeform 30"/>
            <p:cNvSpPr/>
            <p:nvPr/>
          </p:nvSpPr>
          <p:spPr bwMode="auto">
            <a:xfrm rot="0" flipH="0" flipV="0">
              <a:off x="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6503004" name="TextBox 31"/>
            <p:cNvSpPr txBox="1"/>
            <p:nvPr/>
          </p:nvSpPr>
          <p:spPr bwMode="auto">
            <a:xfrm rot="0" flipH="0" flipV="0">
              <a:off x="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038102" name="Freeform 34"/>
            <p:cNvSpPr/>
            <p:nvPr/>
          </p:nvSpPr>
          <p:spPr bwMode="auto">
            <a:xfrm rot="0" flipH="0" flipV="0">
              <a:off x="0" y="79567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91948649" name="TextBox 35"/>
            <p:cNvSpPr txBox="1"/>
            <p:nvPr/>
          </p:nvSpPr>
          <p:spPr bwMode="auto">
            <a:xfrm rot="0" flipH="0" flipV="0">
              <a:off x="0" y="723444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1116522" name="Freeform 37"/>
            <p:cNvSpPr/>
            <p:nvPr/>
          </p:nvSpPr>
          <p:spPr bwMode="auto">
            <a:xfrm rot="0" flipH="0" flipV="0">
              <a:off x="141" y="151911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13890715" name="TextBox 38"/>
            <p:cNvSpPr txBox="1"/>
            <p:nvPr/>
          </p:nvSpPr>
          <p:spPr bwMode="auto">
            <a:xfrm rot="0" flipH="0" flipV="0">
              <a:off x="141" y="1446889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2019887" name="Freeform 40"/>
            <p:cNvSpPr/>
            <p:nvPr/>
          </p:nvSpPr>
          <p:spPr bwMode="auto">
            <a:xfrm rot="0" flipH="0" flipV="0">
              <a:off x="141" y="224256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36546220" name="TextBox 41"/>
            <p:cNvSpPr txBox="1"/>
            <p:nvPr/>
          </p:nvSpPr>
          <p:spPr bwMode="auto">
            <a:xfrm rot="0" flipH="0" flipV="0">
              <a:off x="141" y="2170333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94224567" name="Freeform 43"/>
            <p:cNvSpPr/>
            <p:nvPr/>
          </p:nvSpPr>
          <p:spPr bwMode="auto">
            <a:xfrm rot="0" flipH="0" flipV="0">
              <a:off x="141" y="2966005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6449192" name="TextBox 44"/>
            <p:cNvSpPr txBox="1"/>
            <p:nvPr/>
          </p:nvSpPr>
          <p:spPr bwMode="auto">
            <a:xfrm rot="0" flipH="0" flipV="0">
              <a:off x="141" y="2893777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11453357" name="Freeform 46"/>
            <p:cNvSpPr/>
            <p:nvPr/>
          </p:nvSpPr>
          <p:spPr bwMode="auto">
            <a:xfrm rot="0" flipH="0" flipV="0">
              <a:off x="2336762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81103500" name="TextBox 47"/>
            <p:cNvSpPr txBox="1"/>
            <p:nvPr/>
          </p:nvSpPr>
          <p:spPr bwMode="auto">
            <a:xfrm rot="0" flipH="0" flipV="0">
              <a:off x="2336762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80299068" name="Freeform 49"/>
            <p:cNvSpPr/>
            <p:nvPr/>
          </p:nvSpPr>
          <p:spPr bwMode="auto">
            <a:xfrm rot="0" flipH="0" flipV="0">
              <a:off x="2336762" y="79567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3204013" name="TextBox 50"/>
            <p:cNvSpPr txBox="1"/>
            <p:nvPr/>
          </p:nvSpPr>
          <p:spPr bwMode="auto">
            <a:xfrm rot="0" flipH="0" flipV="0">
              <a:off x="2336762" y="723444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42232739" name="Freeform 52"/>
            <p:cNvSpPr/>
            <p:nvPr/>
          </p:nvSpPr>
          <p:spPr bwMode="auto">
            <a:xfrm rot="0" flipH="0" flipV="0">
              <a:off x="2336902" y="151911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3794903" name="TextBox 53"/>
            <p:cNvSpPr txBox="1"/>
            <p:nvPr/>
          </p:nvSpPr>
          <p:spPr bwMode="auto">
            <a:xfrm rot="0" flipH="0" flipV="0">
              <a:off x="2336902" y="1446889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6554639" name="Freeform 55"/>
            <p:cNvSpPr/>
            <p:nvPr/>
          </p:nvSpPr>
          <p:spPr bwMode="auto">
            <a:xfrm rot="0" flipH="0" flipV="0">
              <a:off x="2336902" y="224256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1375908" name="TextBox 56"/>
            <p:cNvSpPr txBox="1"/>
            <p:nvPr/>
          </p:nvSpPr>
          <p:spPr bwMode="auto">
            <a:xfrm rot="0" flipH="0" flipV="0">
              <a:off x="2336902" y="2170333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6282521" name="Freeform 58"/>
            <p:cNvSpPr/>
            <p:nvPr/>
          </p:nvSpPr>
          <p:spPr bwMode="auto">
            <a:xfrm rot="0" flipH="0" flipV="0">
              <a:off x="2336902" y="2966005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8767626" name="TextBox 59"/>
            <p:cNvSpPr txBox="1"/>
            <p:nvPr/>
          </p:nvSpPr>
          <p:spPr bwMode="auto">
            <a:xfrm rot="0" flipH="0" flipV="0">
              <a:off x="2336902" y="2893777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254832543" name=""/>
          <p:cNvGrpSpPr/>
          <p:nvPr/>
        </p:nvGrpSpPr>
        <p:grpSpPr bwMode="auto">
          <a:xfrm>
            <a:off x="7275741" y="1090325"/>
            <a:ext cx="4064232" cy="610193"/>
            <a:chOff x="0" y="0"/>
            <a:chExt cx="4064232" cy="610193"/>
          </a:xfrm>
        </p:grpSpPr>
        <p:sp>
          <p:nvSpPr>
            <p:cNvPr id="1412684847" name="Freeform 64"/>
            <p:cNvSpPr/>
            <p:nvPr/>
          </p:nvSpPr>
          <p:spPr bwMode="auto">
            <a:xfrm rot="0" flipH="0" flipV="0">
              <a:off x="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82420003" name="TextBox 65"/>
            <p:cNvSpPr txBox="1"/>
            <p:nvPr/>
          </p:nvSpPr>
          <p:spPr bwMode="auto">
            <a:xfrm rot="0" flipH="0" flipV="0">
              <a:off x="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8635852" name="Freeform 68"/>
            <p:cNvSpPr/>
            <p:nvPr/>
          </p:nvSpPr>
          <p:spPr bwMode="auto">
            <a:xfrm rot="0" flipH="0" flipV="0">
              <a:off x="233669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9175826" name="TextBox 69"/>
            <p:cNvSpPr txBox="1"/>
            <p:nvPr/>
          </p:nvSpPr>
          <p:spPr bwMode="auto">
            <a:xfrm rot="0" flipH="0" flipV="0">
              <a:off x="233669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369323" name="Freeform 27"/>
          <p:cNvSpPr/>
          <p:nvPr/>
        </p:nvSpPr>
        <p:spPr bwMode="auto">
          <a:xfrm rot="0" flipH="0" flipV="0">
            <a:off x="7181618" y="353614"/>
            <a:ext cx="3934875" cy="4013280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35045513" name="TextBox 28"/>
          <p:cNvSpPr txBox="1"/>
          <p:nvPr/>
        </p:nvSpPr>
        <p:spPr bwMode="auto">
          <a:xfrm rot="0" flipH="0" flipV="0">
            <a:off x="7181618" y="241873"/>
            <a:ext cx="3934875" cy="41250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99638657" name="TextBox 32"/>
          <p:cNvSpPr txBox="1"/>
          <p:nvPr/>
        </p:nvSpPr>
        <p:spPr bwMode="auto">
          <a:xfrm>
            <a:off x="7399170" y="394299"/>
            <a:ext cx="3501217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コインジョイン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12783208" name="TextBox 33"/>
          <p:cNvSpPr txBox="1"/>
          <p:nvPr/>
        </p:nvSpPr>
        <p:spPr bwMode="auto">
          <a:xfrm>
            <a:off x="7420549" y="714383"/>
            <a:ext cx="147390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15826460" name="TextBox 38"/>
          <p:cNvSpPr txBox="1"/>
          <p:nvPr/>
        </p:nvSpPr>
        <p:spPr bwMode="auto">
          <a:xfrm flipH="0" flipV="0">
            <a:off x="4716498" y="2802411"/>
            <a:ext cx="2301441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マロリーのUTXO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32236288" name="Freeform 39"/>
          <p:cNvSpPr/>
          <p:nvPr/>
        </p:nvSpPr>
        <p:spPr bwMode="auto">
          <a:xfrm rot="10008104" flipH="1">
            <a:off x="6453042" y="2530939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14548" name="TextBox 49"/>
          <p:cNvSpPr txBox="1"/>
          <p:nvPr/>
        </p:nvSpPr>
        <p:spPr bwMode="auto">
          <a:xfrm>
            <a:off x="5805167" y="1540253"/>
            <a:ext cx="1142227" cy="24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グレースのUTXO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96346571" name="Freeform 50"/>
          <p:cNvSpPr/>
          <p:nvPr/>
        </p:nvSpPr>
        <p:spPr bwMode="auto">
          <a:xfrm rot="731793">
            <a:off x="6394279" y="1921462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0" y="0"/>
                </a:moveTo>
                <a:lnTo>
                  <a:pt x="707622" y="0"/>
                </a:lnTo>
                <a:lnTo>
                  <a:pt x="707622" y="199903"/>
                </a:lnTo>
                <a:lnTo>
                  <a:pt x="0" y="199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3432003" name="TextBox 51"/>
          <p:cNvSpPr txBox="1"/>
          <p:nvPr/>
        </p:nvSpPr>
        <p:spPr bwMode="auto">
          <a:xfrm flipH="0" flipV="0">
            <a:off x="5173330" y="3647171"/>
            <a:ext cx="1923037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オスカーのUTXO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2581916" name="TextBox 52"/>
          <p:cNvSpPr txBox="1"/>
          <p:nvPr/>
        </p:nvSpPr>
        <p:spPr bwMode="auto">
          <a:xfrm flipH="0" flipV="0">
            <a:off x="5173330" y="4332569"/>
            <a:ext cx="1923037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ビクターのUTXO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6441212" name="Freeform 53"/>
          <p:cNvSpPr/>
          <p:nvPr/>
        </p:nvSpPr>
        <p:spPr bwMode="auto">
          <a:xfrm rot="9117488" flipH="1">
            <a:off x="6461064" y="3299244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3263215" name="Freeform 54"/>
          <p:cNvSpPr/>
          <p:nvPr/>
        </p:nvSpPr>
        <p:spPr bwMode="auto">
          <a:xfrm rot="9379580" flipH="1">
            <a:off x="6454185" y="4005584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506349" name="Freeform 56"/>
          <p:cNvSpPr/>
          <p:nvPr/>
        </p:nvSpPr>
        <p:spPr bwMode="auto">
          <a:xfrm rot="0" flipH="0" flipV="0">
            <a:off x="1704155" y="353614"/>
            <a:ext cx="3934875" cy="1563579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9222124" name="TextBox 57"/>
          <p:cNvSpPr txBox="1"/>
          <p:nvPr/>
        </p:nvSpPr>
        <p:spPr bwMode="auto">
          <a:xfrm rot="0" flipH="0" flipV="0">
            <a:off x="1704155" y="241873"/>
            <a:ext cx="3934875" cy="16753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579820361" name="TextBox 61"/>
          <p:cNvSpPr txBox="1"/>
          <p:nvPr/>
        </p:nvSpPr>
        <p:spPr bwMode="auto">
          <a:xfrm>
            <a:off x="1998896" y="394299"/>
            <a:ext cx="3346836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326629611" name="TextBox 62"/>
          <p:cNvSpPr txBox="1"/>
          <p:nvPr/>
        </p:nvSpPr>
        <p:spPr bwMode="auto">
          <a:xfrm>
            <a:off x="1943086" y="714383"/>
            <a:ext cx="147390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186467999" name="AutoShape 63"/>
          <p:cNvSpPr/>
          <p:nvPr/>
        </p:nvSpPr>
        <p:spPr bwMode="auto">
          <a:xfrm flipH="0" flipV="0">
            <a:off x="3666492" y="867919"/>
            <a:ext cx="0" cy="793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129971" name="AutoShape 67"/>
          <p:cNvSpPr/>
          <p:nvPr/>
        </p:nvSpPr>
        <p:spPr bwMode="auto">
          <a:xfrm flipH="1">
            <a:off x="5418495" y="1400623"/>
            <a:ext cx="1974693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262878" name="Freeform 68"/>
          <p:cNvSpPr/>
          <p:nvPr/>
        </p:nvSpPr>
        <p:spPr bwMode="auto">
          <a:xfrm>
            <a:off x="640553" y="1106189"/>
            <a:ext cx="536604" cy="588866"/>
          </a:xfrm>
          <a:custGeom>
            <a:avLst/>
            <a:gdLst/>
            <a:ahLst/>
            <a:cxnLst/>
            <a:rect l="l" t="t" r="r" b="b"/>
            <a:pathLst>
              <a:path w="536606" h="588868" fill="norm" stroke="1" extrusionOk="0">
                <a:moveTo>
                  <a:pt x="0" y="0"/>
                </a:moveTo>
                <a:lnTo>
                  <a:pt x="536605" y="0"/>
                </a:lnTo>
                <a:lnTo>
                  <a:pt x="536605" y="588868"/>
                </a:lnTo>
                <a:lnTo>
                  <a:pt x="0" y="5888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2554351" name="AutoShape 69"/>
          <p:cNvSpPr/>
          <p:nvPr/>
        </p:nvSpPr>
        <p:spPr bwMode="auto">
          <a:xfrm flipH="1" flipV="1">
            <a:off x="1177157" y="1400623"/>
            <a:ext cx="738568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186808" name="Freeform 70"/>
          <p:cNvSpPr/>
          <p:nvPr/>
        </p:nvSpPr>
        <p:spPr bwMode="auto">
          <a:xfrm>
            <a:off x="1290825" y="1162840"/>
            <a:ext cx="299658" cy="166685"/>
          </a:xfrm>
          <a:custGeom>
            <a:avLst/>
            <a:gdLst/>
            <a:ahLst/>
            <a:cxnLst/>
            <a:rect l="l" t="t" r="r" b="b"/>
            <a:pathLst>
              <a:path w="299661" h="166687" fill="norm" stroke="1" extrusionOk="0">
                <a:moveTo>
                  <a:pt x="0" y="0"/>
                </a:moveTo>
                <a:lnTo>
                  <a:pt x="299661" y="0"/>
                </a:lnTo>
                <a:lnTo>
                  <a:pt x="299661" y="166686"/>
                </a:lnTo>
                <a:lnTo>
                  <a:pt x="0" y="1666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92906047" name=""/>
          <p:cNvGrpSpPr/>
          <p:nvPr/>
        </p:nvGrpSpPr>
        <p:grpSpPr bwMode="auto">
          <a:xfrm>
            <a:off x="7393188" y="1079535"/>
            <a:ext cx="1750764" cy="3117024"/>
            <a:chOff x="0" y="0"/>
            <a:chExt cx="1750764" cy="3117024"/>
          </a:xfrm>
        </p:grpSpPr>
        <p:sp>
          <p:nvSpPr>
            <p:cNvPr id="1512641579" name="Freeform 30"/>
            <p:cNvSpPr/>
            <p:nvPr/>
          </p:nvSpPr>
          <p:spPr bwMode="auto">
            <a:xfrm rot="0" flipH="0" flipV="0">
              <a:off x="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0211274" name="TextBox 31"/>
            <p:cNvSpPr txBox="1"/>
            <p:nvPr/>
          </p:nvSpPr>
          <p:spPr bwMode="auto">
            <a:xfrm rot="0" flipH="0" flipV="0">
              <a:off x="0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75004243" name="AutoShape 34"/>
            <p:cNvSpPr/>
            <p:nvPr/>
          </p:nvSpPr>
          <p:spPr bwMode="auto">
            <a:xfrm flipH="0" flipV="0">
              <a:off x="1750764" y="26651"/>
              <a:ext cx="0" cy="309036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6916802" name="Freeform 36"/>
            <p:cNvSpPr/>
            <p:nvPr/>
          </p:nvSpPr>
          <p:spPr bwMode="auto">
            <a:xfrm rot="0" flipH="0" flipV="0">
              <a:off x="0" y="722841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92413146" name="TextBox 37"/>
            <p:cNvSpPr txBox="1"/>
            <p:nvPr/>
          </p:nvSpPr>
          <p:spPr bwMode="auto">
            <a:xfrm rot="0" flipH="0" flipV="0">
              <a:off x="0" y="643027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75853306" name="Freeform 41"/>
            <p:cNvSpPr/>
            <p:nvPr/>
          </p:nvSpPr>
          <p:spPr bwMode="auto">
            <a:xfrm rot="0" flipH="0" flipV="0">
              <a:off x="124" y="1362378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51542684" name="TextBox 42"/>
            <p:cNvSpPr txBox="1"/>
            <p:nvPr/>
          </p:nvSpPr>
          <p:spPr bwMode="auto">
            <a:xfrm rot="0" flipH="0" flipV="0">
              <a:off x="124" y="1282566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07530058" name="Freeform 44"/>
            <p:cNvSpPr/>
            <p:nvPr/>
          </p:nvSpPr>
          <p:spPr bwMode="auto">
            <a:xfrm rot="0" flipH="0" flipV="0">
              <a:off x="124" y="2001915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80500553" name="TextBox 45"/>
            <p:cNvSpPr txBox="1"/>
            <p:nvPr/>
          </p:nvSpPr>
          <p:spPr bwMode="auto">
            <a:xfrm rot="0" flipH="0" flipV="0">
              <a:off x="124" y="1922103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95650172" name="Freeform 47"/>
            <p:cNvSpPr/>
            <p:nvPr/>
          </p:nvSpPr>
          <p:spPr bwMode="auto">
            <a:xfrm rot="0" flipH="0" flipV="0">
              <a:off x="124" y="2641455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46444707" name="TextBox 48"/>
            <p:cNvSpPr txBox="1"/>
            <p:nvPr/>
          </p:nvSpPr>
          <p:spPr bwMode="auto">
            <a:xfrm rot="0" flipH="0" flipV="0">
              <a:off x="124" y="2561643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  <p:grpSp>
        <p:nvGrpSpPr>
          <p:cNvPr id="119076972" name=""/>
          <p:cNvGrpSpPr/>
          <p:nvPr/>
        </p:nvGrpSpPr>
        <p:grpSpPr bwMode="auto">
          <a:xfrm>
            <a:off x="1915723" y="1079535"/>
            <a:ext cx="3502767" cy="558866"/>
            <a:chOff x="0" y="0"/>
            <a:chExt cx="3502767" cy="558866"/>
          </a:xfrm>
        </p:grpSpPr>
        <p:sp>
          <p:nvSpPr>
            <p:cNvPr id="1754292327" name="Freeform 59"/>
            <p:cNvSpPr/>
            <p:nvPr/>
          </p:nvSpPr>
          <p:spPr bwMode="auto">
            <a:xfrm rot="0" flipH="0" flipV="0">
              <a:off x="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47993598" name="TextBox 60"/>
            <p:cNvSpPr txBox="1"/>
            <p:nvPr/>
          </p:nvSpPr>
          <p:spPr bwMode="auto">
            <a:xfrm rot="0" flipH="0" flipV="0">
              <a:off x="0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25799544" name="Freeform 65"/>
            <p:cNvSpPr/>
            <p:nvPr/>
          </p:nvSpPr>
          <p:spPr bwMode="auto">
            <a:xfrm rot="0" flipH="0" flipV="0">
              <a:off x="197559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3645409" name="TextBox 66"/>
            <p:cNvSpPr txBox="1"/>
            <p:nvPr/>
          </p:nvSpPr>
          <p:spPr bwMode="auto">
            <a:xfrm rot="0" flipH="0" flipV="0">
              <a:off x="1975588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279004" name="Freeform 27"/>
          <p:cNvSpPr/>
          <p:nvPr/>
        </p:nvSpPr>
        <p:spPr bwMode="auto">
          <a:xfrm rot="0" flipH="0" flipV="0">
            <a:off x="7465716" y="221819"/>
            <a:ext cx="3983202" cy="4062567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436970098" name="TextBox 28"/>
          <p:cNvSpPr txBox="1"/>
          <p:nvPr/>
        </p:nvSpPr>
        <p:spPr bwMode="auto">
          <a:xfrm rot="0" flipH="0" flipV="0">
            <a:off x="7465716" y="108706"/>
            <a:ext cx="3983202" cy="41756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427637068" name="TextBox 32"/>
          <p:cNvSpPr txBox="1"/>
          <p:nvPr/>
        </p:nvSpPr>
        <p:spPr bwMode="auto">
          <a:xfrm>
            <a:off x="7685938" y="263473"/>
            <a:ext cx="3544200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コインジョイン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26812174" name="TextBox 33"/>
          <p:cNvSpPr txBox="1"/>
          <p:nvPr/>
        </p:nvSpPr>
        <p:spPr bwMode="auto">
          <a:xfrm>
            <a:off x="7707582" y="587486"/>
            <a:ext cx="1491986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88970017" name="AutoShape 34"/>
          <p:cNvSpPr/>
          <p:nvPr/>
        </p:nvSpPr>
        <p:spPr bwMode="auto">
          <a:xfrm flipH="0" flipV="0">
            <a:off x="9457317" y="893534"/>
            <a:ext cx="0" cy="321842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56534972" name="TextBox 38"/>
          <p:cNvSpPr txBox="1"/>
          <p:nvPr/>
        </p:nvSpPr>
        <p:spPr bwMode="auto">
          <a:xfrm flipH="0" flipV="0">
            <a:off x="4877178" y="2710683"/>
            <a:ext cx="2419877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マロリーのUTXO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1920496" name="Freeform 39"/>
          <p:cNvSpPr/>
          <p:nvPr/>
        </p:nvSpPr>
        <p:spPr bwMode="auto">
          <a:xfrm rot="10008104" flipH="1">
            <a:off x="6728194" y="2425884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500237" name="TextBox 49"/>
          <p:cNvSpPr txBox="1"/>
          <p:nvPr/>
        </p:nvSpPr>
        <p:spPr bwMode="auto">
          <a:xfrm flipH="0" flipV="0">
            <a:off x="4968896" y="2002806"/>
            <a:ext cx="2000386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グレースのUTXO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6217582" name="Freeform 50"/>
          <p:cNvSpPr/>
          <p:nvPr/>
        </p:nvSpPr>
        <p:spPr bwMode="auto">
          <a:xfrm rot="731793" flipH="0" flipV="1">
            <a:off x="6717582" y="1688473"/>
            <a:ext cx="716310" cy="306090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0" y="0"/>
                </a:moveTo>
                <a:lnTo>
                  <a:pt x="716312" y="0"/>
                </a:lnTo>
                <a:lnTo>
                  <a:pt x="716312" y="202358"/>
                </a:lnTo>
                <a:lnTo>
                  <a:pt x="0" y="202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6553992" name="TextBox 51"/>
          <p:cNvSpPr txBox="1"/>
          <p:nvPr/>
        </p:nvSpPr>
        <p:spPr bwMode="auto">
          <a:xfrm flipH="0" flipV="0">
            <a:off x="5494374" y="3565818"/>
            <a:ext cx="1884269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オスカーのUTXO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35233464" name="TextBox 52"/>
          <p:cNvSpPr txBox="1"/>
          <p:nvPr/>
        </p:nvSpPr>
        <p:spPr bwMode="auto">
          <a:xfrm flipH="0" flipV="0">
            <a:off x="5494374" y="4259634"/>
            <a:ext cx="1884269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ビクターのUTXO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60914441" name="Freeform 53"/>
          <p:cNvSpPr/>
          <p:nvPr/>
        </p:nvSpPr>
        <p:spPr bwMode="auto">
          <a:xfrm rot="9117488" flipH="1">
            <a:off x="6736312" y="3203625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269788" name="Freeform 54"/>
          <p:cNvSpPr/>
          <p:nvPr/>
        </p:nvSpPr>
        <p:spPr bwMode="auto">
          <a:xfrm rot="9379580" flipH="1">
            <a:off x="6729350" y="3918640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346532" name="Freeform 56"/>
          <p:cNvSpPr/>
          <p:nvPr/>
        </p:nvSpPr>
        <p:spPr bwMode="auto">
          <a:xfrm rot="0" flipH="0" flipV="0">
            <a:off x="1920987" y="221819"/>
            <a:ext cx="3983202" cy="1582781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206466579" name="TextBox 57"/>
          <p:cNvSpPr txBox="1"/>
          <p:nvPr/>
        </p:nvSpPr>
        <p:spPr bwMode="auto">
          <a:xfrm rot="0" flipH="0" flipV="0">
            <a:off x="1920987" y="108706"/>
            <a:ext cx="3983202" cy="16959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636524141" name="TextBox 61"/>
          <p:cNvSpPr txBox="1"/>
          <p:nvPr/>
        </p:nvSpPr>
        <p:spPr bwMode="auto">
          <a:xfrm>
            <a:off x="2219346" y="263473"/>
            <a:ext cx="3387921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58613794" name="TextBox 62"/>
          <p:cNvSpPr txBox="1"/>
          <p:nvPr/>
        </p:nvSpPr>
        <p:spPr bwMode="auto">
          <a:xfrm>
            <a:off x="2162849" y="587486"/>
            <a:ext cx="1491986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45726083" name="AutoShape 63"/>
          <p:cNvSpPr/>
          <p:nvPr/>
        </p:nvSpPr>
        <p:spPr bwMode="auto">
          <a:xfrm flipH="0" flipV="0">
            <a:off x="3907418" y="744706"/>
            <a:ext cx="0" cy="80324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135519" name="AutoShape 67"/>
          <p:cNvSpPr/>
          <p:nvPr/>
        </p:nvSpPr>
        <p:spPr bwMode="auto">
          <a:xfrm flipH="1" flipV="1">
            <a:off x="5680940" y="1281687"/>
            <a:ext cx="199894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949723" name="Freeform 68"/>
          <p:cNvSpPr/>
          <p:nvPr/>
        </p:nvSpPr>
        <p:spPr bwMode="auto">
          <a:xfrm>
            <a:off x="844319" y="983637"/>
            <a:ext cx="543195" cy="596098"/>
          </a:xfrm>
          <a:custGeom>
            <a:avLst/>
            <a:gdLst/>
            <a:ahLst/>
            <a:cxnLst/>
            <a:rect l="l" t="t" r="r" b="b"/>
            <a:pathLst>
              <a:path w="543196" h="596100" fill="norm" stroke="1" extrusionOk="0">
                <a:moveTo>
                  <a:pt x="0" y="0"/>
                </a:moveTo>
                <a:lnTo>
                  <a:pt x="543196" y="0"/>
                </a:lnTo>
                <a:lnTo>
                  <a:pt x="543196" y="596100"/>
                </a:lnTo>
                <a:lnTo>
                  <a:pt x="0" y="5961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886859" name="AutoShape 69"/>
          <p:cNvSpPr/>
          <p:nvPr/>
        </p:nvSpPr>
        <p:spPr bwMode="auto">
          <a:xfrm flipH="1">
            <a:off x="1387515" y="1281687"/>
            <a:ext cx="74763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168948" name="Freeform 70"/>
          <p:cNvSpPr/>
          <p:nvPr/>
        </p:nvSpPr>
        <p:spPr bwMode="auto">
          <a:xfrm>
            <a:off x="1502579" y="1040985"/>
            <a:ext cx="303339" cy="168732"/>
          </a:xfrm>
          <a:custGeom>
            <a:avLst/>
            <a:gdLst/>
            <a:ahLst/>
            <a:cxnLst/>
            <a:rect l="l" t="t" r="r" b="b"/>
            <a:pathLst>
              <a:path w="303341" h="168734" fill="norm" stroke="1" extrusionOk="0">
                <a:moveTo>
                  <a:pt x="0" y="0"/>
                </a:moveTo>
                <a:lnTo>
                  <a:pt x="303341" y="0"/>
                </a:lnTo>
                <a:lnTo>
                  <a:pt x="303341" y="168733"/>
                </a:lnTo>
                <a:lnTo>
                  <a:pt x="0" y="1687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486940" name="TextBox 71"/>
          <p:cNvSpPr txBox="1"/>
          <p:nvPr/>
        </p:nvSpPr>
        <p:spPr bwMode="auto">
          <a:xfrm>
            <a:off x="319952" y="1601235"/>
            <a:ext cx="1593369" cy="332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6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アリス</a:t>
            </a:r>
            <a:endParaRPr sz="1800">
              <a:latin typeface="IBM Plex Sans"/>
              <a:cs typeface="IBM Plex Sans"/>
            </a:endParaRPr>
          </a:p>
        </p:txBody>
      </p:sp>
      <p:grpSp>
        <p:nvGrpSpPr>
          <p:cNvPr id="856210297" name=""/>
          <p:cNvGrpSpPr/>
          <p:nvPr/>
        </p:nvGrpSpPr>
        <p:grpSpPr bwMode="auto">
          <a:xfrm>
            <a:off x="2135153" y="956655"/>
            <a:ext cx="3545781" cy="565731"/>
            <a:chOff x="0" y="0"/>
            <a:chExt cx="3545781" cy="565731"/>
          </a:xfrm>
        </p:grpSpPr>
        <p:sp>
          <p:nvSpPr>
            <p:cNvPr id="1935805206" name="Freeform 59"/>
            <p:cNvSpPr/>
            <p:nvPr/>
          </p:nvSpPr>
          <p:spPr bwMode="auto">
            <a:xfrm rot="0" flipH="0" flipV="0">
              <a:off x="0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526897" name="TextBox 60"/>
            <p:cNvSpPr txBox="1"/>
            <p:nvPr/>
          </p:nvSpPr>
          <p:spPr bwMode="auto">
            <a:xfrm rot="0" flipH="0" flipV="0">
              <a:off x="0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53910998" name="Freeform 65"/>
            <p:cNvSpPr/>
            <p:nvPr/>
          </p:nvSpPr>
          <p:spPr bwMode="auto">
            <a:xfrm rot="0" flipH="0" flipV="0">
              <a:off x="1999849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59669344" name="TextBox 66"/>
            <p:cNvSpPr txBox="1"/>
            <p:nvPr/>
          </p:nvSpPr>
          <p:spPr bwMode="auto">
            <a:xfrm rot="0" flipH="0" flipV="0">
              <a:off x="1999849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410707985" name=""/>
          <p:cNvGrpSpPr/>
          <p:nvPr/>
        </p:nvGrpSpPr>
        <p:grpSpPr bwMode="auto">
          <a:xfrm>
            <a:off x="7653271" y="956655"/>
            <a:ext cx="3581626" cy="3155303"/>
            <a:chOff x="0" y="0"/>
            <a:chExt cx="3581626" cy="3155303"/>
          </a:xfrm>
        </p:grpSpPr>
        <p:sp>
          <p:nvSpPr>
            <p:cNvPr id="1942445482" name="Freeform 30"/>
            <p:cNvSpPr/>
            <p:nvPr/>
          </p:nvSpPr>
          <p:spPr bwMode="auto">
            <a:xfrm rot="0" flipH="0" flipV="0">
              <a:off x="26615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86507123" name="TextBox 31"/>
            <p:cNvSpPr txBox="1"/>
            <p:nvPr/>
          </p:nvSpPr>
          <p:spPr bwMode="auto">
            <a:xfrm rot="0" flipH="0" flipV="0">
              <a:off x="26615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07125950" name="Freeform 36"/>
            <p:cNvSpPr/>
            <p:nvPr/>
          </p:nvSpPr>
          <p:spPr bwMode="auto">
            <a:xfrm rot="0" flipH="0" flipV="0">
              <a:off x="0" y="731718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6766588" name="TextBox 37"/>
            <p:cNvSpPr txBox="1"/>
            <p:nvPr/>
          </p:nvSpPr>
          <p:spPr bwMode="auto">
            <a:xfrm rot="0" flipH="0" flipV="0">
              <a:off x="0" y="650925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9127074" name="Freeform 41"/>
            <p:cNvSpPr/>
            <p:nvPr/>
          </p:nvSpPr>
          <p:spPr bwMode="auto">
            <a:xfrm rot="0" flipH="0" flipV="0">
              <a:off x="26739" y="1379110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3061350" name="TextBox 42"/>
            <p:cNvSpPr txBox="1"/>
            <p:nvPr/>
          </p:nvSpPr>
          <p:spPr bwMode="auto">
            <a:xfrm rot="0" flipH="0" flipV="0">
              <a:off x="26739" y="1298317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36339785" name="Freeform 44"/>
            <p:cNvSpPr/>
            <p:nvPr/>
          </p:nvSpPr>
          <p:spPr bwMode="auto">
            <a:xfrm rot="0" flipH="0" flipV="0">
              <a:off x="26739" y="2026503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809383" name="TextBox 45"/>
            <p:cNvSpPr txBox="1"/>
            <p:nvPr/>
          </p:nvSpPr>
          <p:spPr bwMode="auto">
            <a:xfrm rot="0" flipH="0" flipV="0">
              <a:off x="26739" y="194571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1680498" name="Freeform 47"/>
            <p:cNvSpPr/>
            <p:nvPr/>
          </p:nvSpPr>
          <p:spPr bwMode="auto">
            <a:xfrm rot="0" flipH="0" flipV="0">
              <a:off x="26739" y="2673894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08249773" name="TextBox 48"/>
            <p:cNvSpPr txBox="1"/>
            <p:nvPr/>
          </p:nvSpPr>
          <p:spPr bwMode="auto">
            <a:xfrm rot="0" flipH="0" flipV="0">
              <a:off x="26739" y="2593101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79152471" name="Freeform 73"/>
            <p:cNvSpPr/>
            <p:nvPr/>
          </p:nvSpPr>
          <p:spPr bwMode="auto">
            <a:xfrm rot="0" flipH="0" flipV="0">
              <a:off x="2035568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3335636" name="TextBox 74"/>
            <p:cNvSpPr txBox="1"/>
            <p:nvPr/>
          </p:nvSpPr>
          <p:spPr bwMode="auto">
            <a:xfrm rot="0" flipH="0" flipV="0">
              <a:off x="2035568" y="3534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7239353" name="Freeform 76"/>
            <p:cNvSpPr/>
            <p:nvPr/>
          </p:nvSpPr>
          <p:spPr bwMode="auto">
            <a:xfrm rot="0" flipH="0" flipV="0">
              <a:off x="2035568" y="731718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90888230" name="TextBox 77"/>
            <p:cNvSpPr txBox="1"/>
            <p:nvPr/>
          </p:nvSpPr>
          <p:spPr bwMode="auto">
            <a:xfrm rot="0" flipH="0" flipV="0">
              <a:off x="2035568" y="650925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021165" name="Freeform 79"/>
            <p:cNvSpPr/>
            <p:nvPr/>
          </p:nvSpPr>
          <p:spPr bwMode="auto">
            <a:xfrm rot="0" flipH="0" flipV="0">
              <a:off x="2035693" y="1379110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5078641" name="TextBox 80"/>
            <p:cNvSpPr txBox="1"/>
            <p:nvPr/>
          </p:nvSpPr>
          <p:spPr bwMode="auto">
            <a:xfrm rot="0" flipH="0" flipV="0">
              <a:off x="2035693" y="1298317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7622509" name="Freeform 82"/>
            <p:cNvSpPr/>
            <p:nvPr/>
          </p:nvSpPr>
          <p:spPr bwMode="auto">
            <a:xfrm rot="0" flipH="0" flipV="0">
              <a:off x="2035693" y="2026503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92207177" name="TextBox 83"/>
            <p:cNvSpPr txBox="1"/>
            <p:nvPr/>
          </p:nvSpPr>
          <p:spPr bwMode="auto">
            <a:xfrm rot="0" flipH="0" flipV="0">
              <a:off x="2035693" y="194571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4393241" name="Freeform 85"/>
            <p:cNvSpPr/>
            <p:nvPr/>
          </p:nvSpPr>
          <p:spPr bwMode="auto">
            <a:xfrm rot="0" flipH="0" flipV="0">
              <a:off x="2035693" y="2673894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7389602" name="TextBox 86"/>
            <p:cNvSpPr txBox="1"/>
            <p:nvPr/>
          </p:nvSpPr>
          <p:spPr bwMode="auto">
            <a:xfrm rot="0" flipH="0" flipV="0">
              <a:off x="2035693" y="2593101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397996" name="Freeform 26"/>
          <p:cNvSpPr/>
          <p:nvPr/>
        </p:nvSpPr>
        <p:spPr bwMode="auto">
          <a:xfrm>
            <a:off x="10803565" y="1758208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326581" name="Freeform 27"/>
          <p:cNvSpPr/>
          <p:nvPr/>
        </p:nvSpPr>
        <p:spPr bwMode="auto">
          <a:xfrm>
            <a:off x="11205846" y="1697734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4116437" name="Freeform 29"/>
          <p:cNvSpPr/>
          <p:nvPr/>
        </p:nvSpPr>
        <p:spPr bwMode="auto">
          <a:xfrm>
            <a:off x="10803565" y="2373015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319341" name="Freeform 30"/>
          <p:cNvSpPr/>
          <p:nvPr/>
        </p:nvSpPr>
        <p:spPr bwMode="auto">
          <a:xfrm>
            <a:off x="11205846" y="2312540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1941556" name="Freeform 32"/>
          <p:cNvSpPr/>
          <p:nvPr/>
        </p:nvSpPr>
        <p:spPr bwMode="auto">
          <a:xfrm>
            <a:off x="10803565" y="2999702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634866" name="Freeform 33"/>
          <p:cNvSpPr/>
          <p:nvPr/>
        </p:nvSpPr>
        <p:spPr bwMode="auto">
          <a:xfrm>
            <a:off x="11205846" y="2915118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2"/>
                </a:lnTo>
                <a:lnTo>
                  <a:pt x="0" y="2254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85494087" name="Freeform 35"/>
          <p:cNvSpPr/>
          <p:nvPr/>
        </p:nvSpPr>
        <p:spPr bwMode="auto">
          <a:xfrm>
            <a:off x="10803565" y="3614508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9789302" name="Freeform 36"/>
          <p:cNvSpPr/>
          <p:nvPr/>
        </p:nvSpPr>
        <p:spPr bwMode="auto">
          <a:xfrm>
            <a:off x="11205846" y="3529925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2"/>
                </a:lnTo>
                <a:lnTo>
                  <a:pt x="0" y="225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3451959" name="Freeform 38"/>
          <p:cNvSpPr/>
          <p:nvPr/>
        </p:nvSpPr>
        <p:spPr bwMode="auto">
          <a:xfrm>
            <a:off x="10803565" y="1128973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70"/>
                </a:lnTo>
                <a:lnTo>
                  <a:pt x="0" y="4317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119214" name="Freeform 39"/>
          <p:cNvSpPr/>
          <p:nvPr/>
        </p:nvSpPr>
        <p:spPr bwMode="auto">
          <a:xfrm>
            <a:off x="11205846" y="1044389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99692020" name="Freeform 42"/>
          <p:cNvSpPr/>
          <p:nvPr/>
        </p:nvSpPr>
        <p:spPr bwMode="auto">
          <a:xfrm rot="0" flipH="0" flipV="0">
            <a:off x="6756699" y="317875"/>
            <a:ext cx="3864114" cy="3941109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89040782" name="TextBox 43"/>
          <p:cNvSpPr txBox="1"/>
          <p:nvPr/>
        </p:nvSpPr>
        <p:spPr bwMode="auto">
          <a:xfrm rot="0" flipH="0" flipV="0">
            <a:off x="6756699" y="208144"/>
            <a:ext cx="3864114" cy="40508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926751940" name="TextBox 47"/>
          <p:cNvSpPr txBox="1"/>
          <p:nvPr/>
        </p:nvSpPr>
        <p:spPr bwMode="auto">
          <a:xfrm>
            <a:off x="6970338" y="357145"/>
            <a:ext cx="3438279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コインジョイン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11012531" name="TextBox 48"/>
          <p:cNvSpPr txBox="1"/>
          <p:nvPr/>
        </p:nvSpPr>
        <p:spPr bwMode="auto">
          <a:xfrm>
            <a:off x="6991331" y="671472"/>
            <a:ext cx="144742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696701680" name="TextBox 53"/>
          <p:cNvSpPr txBox="1"/>
          <p:nvPr/>
        </p:nvSpPr>
        <p:spPr bwMode="auto">
          <a:xfrm flipH="0" flipV="0">
            <a:off x="4541873" y="2741801"/>
            <a:ext cx="2051705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マロリーのUTXO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744073" name="Freeform 54"/>
          <p:cNvSpPr/>
          <p:nvPr/>
        </p:nvSpPr>
        <p:spPr bwMode="auto">
          <a:xfrm rot="10008104" flipH="1">
            <a:off x="6041225" y="2456044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7" y="0"/>
                </a:moveTo>
                <a:lnTo>
                  <a:pt x="0" y="0"/>
                </a:lnTo>
                <a:lnTo>
                  <a:pt x="0" y="196308"/>
                </a:lnTo>
                <a:lnTo>
                  <a:pt x="694897" y="196308"/>
                </a:lnTo>
                <a:lnTo>
                  <a:pt x="694897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4416550" name="TextBox 64"/>
          <p:cNvSpPr txBox="1"/>
          <p:nvPr/>
        </p:nvSpPr>
        <p:spPr bwMode="auto">
          <a:xfrm flipH="0" flipV="0">
            <a:off x="4679411" y="1990636"/>
            <a:ext cx="1757826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グレースのUTXO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33903297" name="Freeform 65"/>
          <p:cNvSpPr/>
          <p:nvPr/>
        </p:nvSpPr>
        <p:spPr bwMode="auto">
          <a:xfrm rot="731793" flipH="0" flipV="1">
            <a:off x="6012571" y="1734164"/>
            <a:ext cx="694893" cy="254835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0" y="0"/>
                </a:moveTo>
                <a:lnTo>
                  <a:pt x="694897" y="0"/>
                </a:lnTo>
                <a:lnTo>
                  <a:pt x="694897" y="196308"/>
                </a:lnTo>
                <a:lnTo>
                  <a:pt x="0" y="19630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52096" name="TextBox 66"/>
          <p:cNvSpPr txBox="1"/>
          <p:nvPr/>
        </p:nvSpPr>
        <p:spPr bwMode="auto">
          <a:xfrm flipH="0" flipV="0">
            <a:off x="4983633" y="3551519"/>
            <a:ext cx="1689071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オスカーのUTXO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40373530" name="TextBox 67"/>
          <p:cNvSpPr txBox="1"/>
          <p:nvPr/>
        </p:nvSpPr>
        <p:spPr bwMode="auto">
          <a:xfrm flipH="0" flipV="0">
            <a:off x="4983633" y="4224589"/>
            <a:ext cx="1689071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ビクターのUTXO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79718766" name="Freeform 68"/>
          <p:cNvSpPr/>
          <p:nvPr/>
        </p:nvSpPr>
        <p:spPr bwMode="auto">
          <a:xfrm rot="9117488" flipH="1">
            <a:off x="6049102" y="3210531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6" y="0"/>
                </a:moveTo>
                <a:lnTo>
                  <a:pt x="0" y="0"/>
                </a:lnTo>
                <a:lnTo>
                  <a:pt x="0" y="196309"/>
                </a:lnTo>
                <a:lnTo>
                  <a:pt x="694896" y="196309"/>
                </a:lnTo>
                <a:lnTo>
                  <a:pt x="694896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621103" name="Freeform 69"/>
          <p:cNvSpPr/>
          <p:nvPr/>
        </p:nvSpPr>
        <p:spPr bwMode="auto">
          <a:xfrm rot="9379580" flipH="1">
            <a:off x="6042348" y="3904170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7" y="0"/>
                </a:moveTo>
                <a:lnTo>
                  <a:pt x="0" y="0"/>
                </a:lnTo>
                <a:lnTo>
                  <a:pt x="0" y="196308"/>
                </a:lnTo>
                <a:lnTo>
                  <a:pt x="694897" y="196308"/>
                </a:lnTo>
                <a:lnTo>
                  <a:pt x="694897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7406889" name="Freeform 71"/>
          <p:cNvSpPr/>
          <p:nvPr/>
        </p:nvSpPr>
        <p:spPr bwMode="auto">
          <a:xfrm rot="0" flipH="0" flipV="0">
            <a:off x="1523223" y="337726"/>
            <a:ext cx="3864114" cy="1535463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8618107" name="TextBox 72"/>
          <p:cNvSpPr txBox="1"/>
          <p:nvPr/>
        </p:nvSpPr>
        <p:spPr bwMode="auto">
          <a:xfrm rot="0" flipH="0" flipV="0">
            <a:off x="1523223" y="227994"/>
            <a:ext cx="3864114" cy="164520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8953533" name="TextBox 76"/>
          <p:cNvSpPr txBox="1"/>
          <p:nvPr/>
        </p:nvSpPr>
        <p:spPr bwMode="auto">
          <a:xfrm>
            <a:off x="1812663" y="357145"/>
            <a:ext cx="328667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84120650" name="TextBox 77"/>
          <p:cNvSpPr txBox="1"/>
          <p:nvPr/>
        </p:nvSpPr>
        <p:spPr bwMode="auto">
          <a:xfrm>
            <a:off x="1757857" y="671472"/>
            <a:ext cx="144742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66616430" name="AutoShape 78"/>
          <p:cNvSpPr/>
          <p:nvPr/>
        </p:nvSpPr>
        <p:spPr bwMode="auto">
          <a:xfrm flipH="0" flipV="0">
            <a:off x="3450267" y="819420"/>
            <a:ext cx="0" cy="7804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4623276" name="AutoShape 82"/>
          <p:cNvSpPr/>
          <p:nvPr/>
        </p:nvSpPr>
        <p:spPr bwMode="auto">
          <a:xfrm flipH="1" flipV="1">
            <a:off x="5170766" y="1346056"/>
            <a:ext cx="1793700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499044" name="Freeform 83"/>
          <p:cNvSpPr/>
          <p:nvPr/>
        </p:nvSpPr>
        <p:spPr bwMode="auto">
          <a:xfrm>
            <a:off x="478747" y="1056916"/>
            <a:ext cx="526954" cy="578277"/>
          </a:xfrm>
          <a:custGeom>
            <a:avLst/>
            <a:gdLst/>
            <a:ahLst/>
            <a:cxnLst/>
            <a:rect l="l" t="t" r="r" b="b"/>
            <a:pathLst>
              <a:path w="526956" h="578278" fill="norm" stroke="1" extrusionOk="0">
                <a:moveTo>
                  <a:pt x="0" y="0"/>
                </a:moveTo>
                <a:lnTo>
                  <a:pt x="526956" y="0"/>
                </a:lnTo>
                <a:lnTo>
                  <a:pt x="526956" y="578278"/>
                </a:lnTo>
                <a:lnTo>
                  <a:pt x="0" y="57827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653746" name="AutoShape 84"/>
          <p:cNvSpPr/>
          <p:nvPr/>
        </p:nvSpPr>
        <p:spPr bwMode="auto">
          <a:xfrm flipH="1" flipV="1">
            <a:off x="1005701" y="1346056"/>
            <a:ext cx="72528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563486" name="Freeform 85"/>
          <p:cNvSpPr/>
          <p:nvPr/>
        </p:nvSpPr>
        <p:spPr bwMode="auto">
          <a:xfrm>
            <a:off x="1117328" y="1112549"/>
            <a:ext cx="294269" cy="163687"/>
          </a:xfrm>
          <a:custGeom>
            <a:avLst/>
            <a:gdLst/>
            <a:ahLst/>
            <a:cxnLst/>
            <a:rect l="l" t="t" r="r" b="b"/>
            <a:pathLst>
              <a:path w="294272" h="163689" fill="norm" stroke="1" extrusionOk="0">
                <a:moveTo>
                  <a:pt x="0" y="0"/>
                </a:moveTo>
                <a:lnTo>
                  <a:pt x="294272" y="0"/>
                </a:lnTo>
                <a:lnTo>
                  <a:pt x="294272" y="163689"/>
                </a:lnTo>
                <a:lnTo>
                  <a:pt x="0" y="16368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89418546" name=""/>
          <p:cNvGrpSpPr/>
          <p:nvPr/>
        </p:nvGrpSpPr>
        <p:grpSpPr bwMode="auto">
          <a:xfrm>
            <a:off x="6964464" y="1034170"/>
            <a:ext cx="3839098" cy="3057540"/>
            <a:chOff x="0" y="0"/>
            <a:chExt cx="3839098" cy="3057540"/>
          </a:xfrm>
        </p:grpSpPr>
        <p:sp>
          <p:nvSpPr>
            <p:cNvPr id="377977244" name="AutoShape 28"/>
            <p:cNvSpPr/>
            <p:nvPr/>
          </p:nvSpPr>
          <p:spPr bwMode="auto">
            <a:xfrm flipV="1">
              <a:off x="3448606" y="939921"/>
              <a:ext cx="390492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60751349" name="AutoShape 31"/>
            <p:cNvSpPr/>
            <p:nvPr/>
          </p:nvSpPr>
          <p:spPr bwMode="auto">
            <a:xfrm flipV="1">
              <a:off x="2698749" y="1554728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1754512" name="AutoShape 34"/>
            <p:cNvSpPr/>
            <p:nvPr/>
          </p:nvSpPr>
          <p:spPr bwMode="auto">
            <a:xfrm flipV="1">
              <a:off x="2698749" y="2181414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824549313" name="AutoShape 37"/>
            <p:cNvSpPr/>
            <p:nvPr/>
          </p:nvSpPr>
          <p:spPr bwMode="auto">
            <a:xfrm>
              <a:off x="2698749" y="2796221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27277910" name="AutoShape 40"/>
            <p:cNvSpPr/>
            <p:nvPr/>
          </p:nvSpPr>
          <p:spPr bwMode="auto">
            <a:xfrm flipV="1">
              <a:off x="2698749" y="310686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20076355" name="Freeform 45"/>
            <p:cNvSpPr/>
            <p:nvPr/>
          </p:nvSpPr>
          <p:spPr bwMode="auto">
            <a:xfrm rot="0" flipH="0" flipV="0">
              <a:off x="0" y="95999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7835867" name="TextBox 46"/>
            <p:cNvSpPr txBox="1"/>
            <p:nvPr/>
          </p:nvSpPr>
          <p:spPr bwMode="auto">
            <a:xfrm rot="0" flipH="0" flipV="0">
              <a:off x="0" y="17622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8886103" name="AutoShape 49"/>
            <p:cNvSpPr/>
            <p:nvPr/>
          </p:nvSpPr>
          <p:spPr bwMode="auto">
            <a:xfrm flipH="0" flipV="0">
              <a:off x="1724290" y="71286"/>
              <a:ext cx="0" cy="298624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57283069" name="Freeform 51"/>
            <p:cNvSpPr/>
            <p:nvPr/>
          </p:nvSpPr>
          <p:spPr bwMode="auto">
            <a:xfrm rot="0" flipH="0" flipV="0">
              <a:off x="0" y="724035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2216634" name="TextBox 52"/>
            <p:cNvSpPr txBox="1"/>
            <p:nvPr/>
          </p:nvSpPr>
          <p:spPr bwMode="auto">
            <a:xfrm rot="0" flipH="0" flipV="0">
              <a:off x="0" y="645658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68755445" name="Freeform 56"/>
            <p:cNvSpPr/>
            <p:nvPr/>
          </p:nvSpPr>
          <p:spPr bwMode="auto">
            <a:xfrm rot="0" flipH="0" flipV="0">
              <a:off x="120" y="1352072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9203704" name="TextBox 57"/>
            <p:cNvSpPr txBox="1"/>
            <p:nvPr/>
          </p:nvSpPr>
          <p:spPr bwMode="auto">
            <a:xfrm rot="0" flipH="0" flipV="0">
              <a:off x="120" y="1273695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37522127" name="Freeform 59"/>
            <p:cNvSpPr/>
            <p:nvPr/>
          </p:nvSpPr>
          <p:spPr bwMode="auto">
            <a:xfrm rot="0" flipH="0" flipV="0">
              <a:off x="120" y="1962486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9964222" name="TextBox 60"/>
            <p:cNvSpPr txBox="1"/>
            <p:nvPr/>
          </p:nvSpPr>
          <p:spPr bwMode="auto">
            <a:xfrm rot="0" flipH="0" flipV="0">
              <a:off x="120" y="1884109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2402820" name="Freeform 62"/>
            <p:cNvSpPr/>
            <p:nvPr/>
          </p:nvSpPr>
          <p:spPr bwMode="auto">
            <a:xfrm rot="0" flipH="0" flipV="0">
              <a:off x="120" y="2590524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42559444" name="TextBox 63"/>
            <p:cNvSpPr txBox="1"/>
            <p:nvPr/>
          </p:nvSpPr>
          <p:spPr bwMode="auto">
            <a:xfrm rot="0" flipH="0" flipV="0">
              <a:off x="120" y="2512146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584136" name="Freeform 88"/>
            <p:cNvSpPr/>
            <p:nvPr/>
          </p:nvSpPr>
          <p:spPr bwMode="auto">
            <a:xfrm rot="0" flipH="0" flipV="0">
              <a:off x="1948890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1113980" name="TextBox 89"/>
            <p:cNvSpPr txBox="1"/>
            <p:nvPr/>
          </p:nvSpPr>
          <p:spPr bwMode="auto">
            <a:xfrm rot="0" flipH="0" flipV="0">
              <a:off x="1948890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2575541" name="Freeform 91"/>
            <p:cNvSpPr/>
            <p:nvPr/>
          </p:nvSpPr>
          <p:spPr bwMode="auto">
            <a:xfrm rot="0" flipH="0" flipV="0">
              <a:off x="1948890" y="706412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7724606" name="TextBox 92"/>
            <p:cNvSpPr txBox="1"/>
            <p:nvPr/>
          </p:nvSpPr>
          <p:spPr bwMode="auto">
            <a:xfrm rot="0" flipH="0" flipV="0">
              <a:off x="1948890" y="628035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3177594" name="Freeform 94"/>
            <p:cNvSpPr/>
            <p:nvPr/>
          </p:nvSpPr>
          <p:spPr bwMode="auto">
            <a:xfrm rot="0" flipH="0" flipV="0">
              <a:off x="1949011" y="1334449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19536561" name="TextBox 95"/>
            <p:cNvSpPr txBox="1"/>
            <p:nvPr/>
          </p:nvSpPr>
          <p:spPr bwMode="auto">
            <a:xfrm rot="0" flipH="0" flipV="0">
              <a:off x="1949011" y="1256072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5040316" name="Freeform 97"/>
            <p:cNvSpPr/>
            <p:nvPr/>
          </p:nvSpPr>
          <p:spPr bwMode="auto">
            <a:xfrm rot="0" flipH="0" flipV="0">
              <a:off x="1949011" y="1962486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07031575" name="TextBox 98"/>
            <p:cNvSpPr txBox="1"/>
            <p:nvPr/>
          </p:nvSpPr>
          <p:spPr bwMode="auto">
            <a:xfrm rot="0" flipH="0" flipV="0">
              <a:off x="1949011" y="1884109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832762" name="Freeform 100"/>
            <p:cNvSpPr/>
            <p:nvPr/>
          </p:nvSpPr>
          <p:spPr bwMode="auto">
            <a:xfrm rot="0" flipH="0" flipV="0">
              <a:off x="1949011" y="2590524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01282862" name="TextBox 101"/>
            <p:cNvSpPr txBox="1"/>
            <p:nvPr/>
          </p:nvSpPr>
          <p:spPr bwMode="auto">
            <a:xfrm rot="0" flipH="0" flipV="0">
              <a:off x="1949011" y="2512146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54405409" name=""/>
          <p:cNvGrpSpPr/>
          <p:nvPr/>
        </p:nvGrpSpPr>
        <p:grpSpPr bwMode="auto">
          <a:xfrm>
            <a:off x="1730988" y="1068217"/>
            <a:ext cx="3439774" cy="545393"/>
            <a:chOff x="0" y="0"/>
            <a:chExt cx="3439774" cy="545393"/>
          </a:xfrm>
        </p:grpSpPr>
        <p:sp>
          <p:nvSpPr>
            <p:cNvPr id="530795925" name="Freeform 74"/>
            <p:cNvSpPr/>
            <p:nvPr/>
          </p:nvSpPr>
          <p:spPr bwMode="auto">
            <a:xfrm rot="0" flipH="0" flipV="0">
              <a:off x="0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5939098" name="TextBox 75"/>
            <p:cNvSpPr txBox="1"/>
            <p:nvPr/>
          </p:nvSpPr>
          <p:spPr bwMode="auto">
            <a:xfrm rot="0" flipH="0" flipV="0">
              <a:off x="0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1481144" name="Freeform 80"/>
            <p:cNvSpPr/>
            <p:nvPr/>
          </p:nvSpPr>
          <p:spPr bwMode="auto">
            <a:xfrm rot="0" flipH="0" flipV="0">
              <a:off x="1940059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4493496" name="TextBox 81"/>
            <p:cNvSpPr txBox="1"/>
            <p:nvPr/>
          </p:nvSpPr>
          <p:spPr bwMode="auto">
            <a:xfrm rot="0" flipH="0" flipV="0">
              <a:off x="1940059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83726" name="AutoShape 26"/>
          <p:cNvSpPr/>
          <p:nvPr/>
        </p:nvSpPr>
        <p:spPr bwMode="auto">
          <a:xfrm>
            <a:off x="2554785" y="2067765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5779316" name="Freeform 27"/>
          <p:cNvSpPr/>
          <p:nvPr/>
        </p:nvSpPr>
        <p:spPr bwMode="auto">
          <a:xfrm>
            <a:off x="17213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3701907" name="Freeform 28"/>
          <p:cNvSpPr/>
          <p:nvPr/>
        </p:nvSpPr>
        <p:spPr bwMode="auto">
          <a:xfrm>
            <a:off x="4307608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791254" name="Freeform 29"/>
          <p:cNvSpPr/>
          <p:nvPr/>
        </p:nvSpPr>
        <p:spPr bwMode="auto">
          <a:xfrm>
            <a:off x="68939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8587421" name="Freeform 30"/>
          <p:cNvSpPr/>
          <p:nvPr/>
        </p:nvSpPr>
        <p:spPr bwMode="auto">
          <a:xfrm>
            <a:off x="9480281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3894353" name="AutoShape 31"/>
          <p:cNvSpPr/>
          <p:nvPr/>
        </p:nvSpPr>
        <p:spPr bwMode="auto">
          <a:xfrm>
            <a:off x="7727383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946391" name="AutoShape 32"/>
          <p:cNvSpPr/>
          <p:nvPr/>
        </p:nvSpPr>
        <p:spPr bwMode="auto">
          <a:xfrm flipV="1">
            <a:off x="5141046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1620061" name="AutoShape 33"/>
          <p:cNvSpPr/>
          <p:nvPr/>
        </p:nvSpPr>
        <p:spPr bwMode="auto">
          <a:xfrm>
            <a:off x="472873" y="2067765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114782" name="AutoShape 34"/>
          <p:cNvSpPr/>
          <p:nvPr/>
        </p:nvSpPr>
        <p:spPr bwMode="auto">
          <a:xfrm flipV="1">
            <a:off x="10313721" y="2067765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988301" name="AutoShape 35"/>
          <p:cNvSpPr/>
          <p:nvPr/>
        </p:nvSpPr>
        <p:spPr bwMode="auto">
          <a:xfrm>
            <a:off x="2554785" y="5126038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936006" name="Freeform 36"/>
          <p:cNvSpPr/>
          <p:nvPr/>
        </p:nvSpPr>
        <p:spPr bwMode="auto">
          <a:xfrm>
            <a:off x="17213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3093648" name="Freeform 37"/>
          <p:cNvSpPr/>
          <p:nvPr/>
        </p:nvSpPr>
        <p:spPr bwMode="auto">
          <a:xfrm>
            <a:off x="4307608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906027" name="Freeform 38"/>
          <p:cNvSpPr/>
          <p:nvPr/>
        </p:nvSpPr>
        <p:spPr bwMode="auto">
          <a:xfrm>
            <a:off x="68939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7596623" name="Freeform 39"/>
          <p:cNvSpPr/>
          <p:nvPr/>
        </p:nvSpPr>
        <p:spPr bwMode="auto">
          <a:xfrm>
            <a:off x="9480281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731838" name="AutoShape 40"/>
          <p:cNvSpPr/>
          <p:nvPr/>
        </p:nvSpPr>
        <p:spPr bwMode="auto">
          <a:xfrm>
            <a:off x="7727383" y="5126038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149525" name="AutoShape 41"/>
          <p:cNvSpPr/>
          <p:nvPr/>
        </p:nvSpPr>
        <p:spPr bwMode="auto">
          <a:xfrm flipV="1">
            <a:off x="472873" y="5126038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406902" name="AutoShape 42"/>
          <p:cNvSpPr/>
          <p:nvPr/>
        </p:nvSpPr>
        <p:spPr bwMode="auto">
          <a:xfrm>
            <a:off x="10313721" y="5126038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151231" name="AutoShape 43"/>
          <p:cNvSpPr/>
          <p:nvPr/>
        </p:nvSpPr>
        <p:spPr bwMode="auto">
          <a:xfrm>
            <a:off x="6017535" y="3850110"/>
            <a:ext cx="0" cy="7573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362045" name="Freeform 44"/>
          <p:cNvSpPr/>
          <p:nvPr/>
        </p:nvSpPr>
        <p:spPr bwMode="auto">
          <a:xfrm>
            <a:off x="5665204" y="4773709"/>
            <a:ext cx="704655" cy="704655"/>
          </a:xfrm>
          <a:custGeom>
            <a:avLst/>
            <a:gdLst/>
            <a:ahLst/>
            <a:cxnLst/>
            <a:rect l="l" t="t" r="r" b="b"/>
            <a:pathLst>
              <a:path w="704658" h="704658" fill="norm" stroke="1" extrusionOk="0">
                <a:moveTo>
                  <a:pt x="0" y="0"/>
                </a:moveTo>
                <a:lnTo>
                  <a:pt x="704658" y="0"/>
                </a:lnTo>
                <a:lnTo>
                  <a:pt x="704658" y="704658"/>
                </a:lnTo>
                <a:lnTo>
                  <a:pt x="0" y="704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240645" name="TextBox 45"/>
          <p:cNvSpPr txBox="1"/>
          <p:nvPr/>
        </p:nvSpPr>
        <p:spPr bwMode="auto">
          <a:xfrm>
            <a:off x="3961306" y="3474531"/>
            <a:ext cx="4114971" cy="278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2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コインジョイン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9472966" name="Group 26"/>
          <p:cNvGrpSpPr/>
          <p:nvPr/>
        </p:nvGrpSpPr>
        <p:grpSpPr bwMode="auto">
          <a:xfrm>
            <a:off x="1436256" y="1791070"/>
            <a:ext cx="143901" cy="143901"/>
            <a:chOff x="0" y="0"/>
            <a:chExt cx="812799" cy="812799"/>
          </a:xfrm>
        </p:grpSpPr>
        <p:sp>
          <p:nvSpPr>
            <p:cNvPr id="984477960" name="Freeform 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7400410" name="TextBox 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8775134" name="Group 29"/>
          <p:cNvGrpSpPr/>
          <p:nvPr/>
        </p:nvGrpSpPr>
        <p:grpSpPr bwMode="auto">
          <a:xfrm>
            <a:off x="1628880" y="1791070"/>
            <a:ext cx="143901" cy="143901"/>
            <a:chOff x="0" y="0"/>
            <a:chExt cx="812799" cy="812799"/>
          </a:xfrm>
        </p:grpSpPr>
        <p:sp>
          <p:nvSpPr>
            <p:cNvPr id="1448362115" name="Freeform 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637405" name="TextBox 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4489287" name="Group 32"/>
          <p:cNvGrpSpPr/>
          <p:nvPr/>
        </p:nvGrpSpPr>
        <p:grpSpPr bwMode="auto">
          <a:xfrm>
            <a:off x="1821505" y="1791070"/>
            <a:ext cx="143901" cy="143901"/>
            <a:chOff x="0" y="0"/>
            <a:chExt cx="812799" cy="812799"/>
          </a:xfrm>
        </p:grpSpPr>
        <p:sp>
          <p:nvSpPr>
            <p:cNvPr id="1827389102" name="Freeform 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3555576" name="TextBox 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5147799" name="Group 35"/>
          <p:cNvGrpSpPr/>
          <p:nvPr/>
        </p:nvGrpSpPr>
        <p:grpSpPr bwMode="auto">
          <a:xfrm>
            <a:off x="2013034" y="1791070"/>
            <a:ext cx="143901" cy="143901"/>
            <a:chOff x="0" y="0"/>
            <a:chExt cx="812799" cy="812799"/>
          </a:xfrm>
        </p:grpSpPr>
        <p:sp>
          <p:nvSpPr>
            <p:cNvPr id="1980179778" name="Freeform 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214275" name="TextBox 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8530668" name="Group 38"/>
          <p:cNvGrpSpPr/>
          <p:nvPr/>
        </p:nvGrpSpPr>
        <p:grpSpPr bwMode="auto">
          <a:xfrm>
            <a:off x="2205657" y="1791070"/>
            <a:ext cx="143901" cy="143901"/>
            <a:chOff x="0" y="0"/>
            <a:chExt cx="812799" cy="812799"/>
          </a:xfrm>
        </p:grpSpPr>
        <p:sp>
          <p:nvSpPr>
            <p:cNvPr id="985295061" name="Freeform 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888355" name="TextBox 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435239" name="Group 41"/>
          <p:cNvGrpSpPr/>
          <p:nvPr/>
        </p:nvGrpSpPr>
        <p:grpSpPr bwMode="auto">
          <a:xfrm>
            <a:off x="2398280" y="1791070"/>
            <a:ext cx="143901" cy="143901"/>
            <a:chOff x="0" y="0"/>
            <a:chExt cx="812799" cy="812799"/>
          </a:xfrm>
        </p:grpSpPr>
        <p:sp>
          <p:nvSpPr>
            <p:cNvPr id="1990320304" name="Freeform 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8848019" name="TextBox 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3475835" name="Group 44"/>
          <p:cNvGrpSpPr/>
          <p:nvPr/>
        </p:nvGrpSpPr>
        <p:grpSpPr bwMode="auto">
          <a:xfrm>
            <a:off x="2589809" y="1791070"/>
            <a:ext cx="143901" cy="143901"/>
            <a:chOff x="0" y="0"/>
            <a:chExt cx="812799" cy="812799"/>
          </a:xfrm>
        </p:grpSpPr>
        <p:sp>
          <p:nvSpPr>
            <p:cNvPr id="117597473" name="Freeform 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040963" name="TextBox 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6492185" name="Group 47"/>
          <p:cNvGrpSpPr/>
          <p:nvPr/>
        </p:nvGrpSpPr>
        <p:grpSpPr bwMode="auto">
          <a:xfrm>
            <a:off x="2782434" y="1791070"/>
            <a:ext cx="143901" cy="143901"/>
            <a:chOff x="0" y="0"/>
            <a:chExt cx="812799" cy="812799"/>
          </a:xfrm>
        </p:grpSpPr>
        <p:sp>
          <p:nvSpPr>
            <p:cNvPr id="1075669692" name="Freeform 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26235" name="TextBox 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27825" name="Group 50"/>
          <p:cNvGrpSpPr/>
          <p:nvPr/>
        </p:nvGrpSpPr>
        <p:grpSpPr bwMode="auto">
          <a:xfrm>
            <a:off x="2975058" y="1791070"/>
            <a:ext cx="143901" cy="143901"/>
            <a:chOff x="0" y="0"/>
            <a:chExt cx="812799" cy="812799"/>
          </a:xfrm>
        </p:grpSpPr>
        <p:sp>
          <p:nvSpPr>
            <p:cNvPr id="69354586" name="Freeform 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7126015" name="TextBox 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3817490" name="Group 53"/>
          <p:cNvGrpSpPr/>
          <p:nvPr/>
        </p:nvGrpSpPr>
        <p:grpSpPr bwMode="auto">
          <a:xfrm>
            <a:off x="859482" y="1791070"/>
            <a:ext cx="143901" cy="143901"/>
            <a:chOff x="0" y="0"/>
            <a:chExt cx="812799" cy="812799"/>
          </a:xfrm>
        </p:grpSpPr>
        <p:sp>
          <p:nvSpPr>
            <p:cNvPr id="1978564871" name="Freeform 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8540868" name="TextBox 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0162027" name="Group 56"/>
          <p:cNvGrpSpPr/>
          <p:nvPr/>
        </p:nvGrpSpPr>
        <p:grpSpPr bwMode="auto">
          <a:xfrm>
            <a:off x="1052104" y="1791070"/>
            <a:ext cx="143901" cy="143901"/>
            <a:chOff x="0" y="0"/>
            <a:chExt cx="812799" cy="812799"/>
          </a:xfrm>
        </p:grpSpPr>
        <p:sp>
          <p:nvSpPr>
            <p:cNvPr id="578016471" name="Freeform 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8363170" name="TextBox 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6596710" name="Group 59"/>
          <p:cNvGrpSpPr/>
          <p:nvPr/>
        </p:nvGrpSpPr>
        <p:grpSpPr bwMode="auto">
          <a:xfrm>
            <a:off x="1244731" y="1791070"/>
            <a:ext cx="143901" cy="143901"/>
            <a:chOff x="0" y="0"/>
            <a:chExt cx="812799" cy="812799"/>
          </a:xfrm>
        </p:grpSpPr>
        <p:sp>
          <p:nvSpPr>
            <p:cNvPr id="1943836322" name="Freeform 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794319" name="TextBox 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5797459" name="Group 62"/>
          <p:cNvGrpSpPr/>
          <p:nvPr/>
        </p:nvGrpSpPr>
        <p:grpSpPr bwMode="auto">
          <a:xfrm>
            <a:off x="1436256" y="1980542"/>
            <a:ext cx="143901" cy="143901"/>
            <a:chOff x="0" y="0"/>
            <a:chExt cx="812799" cy="812799"/>
          </a:xfrm>
        </p:grpSpPr>
        <p:sp>
          <p:nvSpPr>
            <p:cNvPr id="1970041797" name="Freeform 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5314166" name="TextBox 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5688934" name="Group 65"/>
          <p:cNvGrpSpPr/>
          <p:nvPr/>
        </p:nvGrpSpPr>
        <p:grpSpPr bwMode="auto">
          <a:xfrm>
            <a:off x="1628880" y="1980542"/>
            <a:ext cx="143901" cy="143901"/>
            <a:chOff x="0" y="0"/>
            <a:chExt cx="812799" cy="812799"/>
          </a:xfrm>
        </p:grpSpPr>
        <p:sp>
          <p:nvSpPr>
            <p:cNvPr id="8044968" name="Freeform 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573391" name="TextBox 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2894367" name="Group 68"/>
          <p:cNvGrpSpPr/>
          <p:nvPr/>
        </p:nvGrpSpPr>
        <p:grpSpPr bwMode="auto">
          <a:xfrm>
            <a:off x="1821505" y="1980542"/>
            <a:ext cx="143901" cy="143901"/>
            <a:chOff x="0" y="0"/>
            <a:chExt cx="812799" cy="812799"/>
          </a:xfrm>
        </p:grpSpPr>
        <p:sp>
          <p:nvSpPr>
            <p:cNvPr id="639334775" name="Freeform 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951086" name="TextBox 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242082" name="Group 71"/>
          <p:cNvGrpSpPr/>
          <p:nvPr/>
        </p:nvGrpSpPr>
        <p:grpSpPr bwMode="auto">
          <a:xfrm>
            <a:off x="2013034" y="1980542"/>
            <a:ext cx="143901" cy="143901"/>
            <a:chOff x="0" y="0"/>
            <a:chExt cx="812799" cy="812799"/>
          </a:xfrm>
        </p:grpSpPr>
        <p:sp>
          <p:nvSpPr>
            <p:cNvPr id="448102970" name="Freeform 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84299721" name="TextBox 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7085962" name="Group 74"/>
          <p:cNvGrpSpPr/>
          <p:nvPr/>
        </p:nvGrpSpPr>
        <p:grpSpPr bwMode="auto">
          <a:xfrm>
            <a:off x="2205657" y="1980542"/>
            <a:ext cx="143901" cy="143901"/>
            <a:chOff x="0" y="0"/>
            <a:chExt cx="812799" cy="812799"/>
          </a:xfrm>
        </p:grpSpPr>
        <p:sp>
          <p:nvSpPr>
            <p:cNvPr id="411174407" name="Freeform 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822176" name="TextBox 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9814967" name="Group 77"/>
          <p:cNvGrpSpPr/>
          <p:nvPr/>
        </p:nvGrpSpPr>
        <p:grpSpPr bwMode="auto">
          <a:xfrm>
            <a:off x="2398280" y="1980542"/>
            <a:ext cx="143901" cy="143901"/>
            <a:chOff x="0" y="0"/>
            <a:chExt cx="812799" cy="812799"/>
          </a:xfrm>
        </p:grpSpPr>
        <p:sp>
          <p:nvSpPr>
            <p:cNvPr id="1257077976" name="Freeform 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5918625" name="TextBox 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6364239" name="Group 80"/>
          <p:cNvGrpSpPr/>
          <p:nvPr/>
        </p:nvGrpSpPr>
        <p:grpSpPr bwMode="auto">
          <a:xfrm>
            <a:off x="2589809" y="1980542"/>
            <a:ext cx="143901" cy="143901"/>
            <a:chOff x="0" y="0"/>
            <a:chExt cx="812799" cy="812799"/>
          </a:xfrm>
        </p:grpSpPr>
        <p:sp>
          <p:nvSpPr>
            <p:cNvPr id="2218093" name="Freeform 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0673720" name="TextBox 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895959" name="Group 83"/>
          <p:cNvGrpSpPr/>
          <p:nvPr/>
        </p:nvGrpSpPr>
        <p:grpSpPr bwMode="auto">
          <a:xfrm>
            <a:off x="2782434" y="1980542"/>
            <a:ext cx="143901" cy="143901"/>
            <a:chOff x="0" y="0"/>
            <a:chExt cx="812799" cy="812799"/>
          </a:xfrm>
        </p:grpSpPr>
        <p:sp>
          <p:nvSpPr>
            <p:cNvPr id="1380714469" name="Freeform 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7280843" name="TextBox 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4168367" name="Group 86"/>
          <p:cNvGrpSpPr/>
          <p:nvPr/>
        </p:nvGrpSpPr>
        <p:grpSpPr bwMode="auto">
          <a:xfrm>
            <a:off x="2975058" y="1980542"/>
            <a:ext cx="143901" cy="143901"/>
            <a:chOff x="0" y="0"/>
            <a:chExt cx="812799" cy="812799"/>
          </a:xfrm>
        </p:grpSpPr>
        <p:sp>
          <p:nvSpPr>
            <p:cNvPr id="898082187" name="Freeform 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3359642" name="TextBox 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7364520" name="Group 89"/>
          <p:cNvGrpSpPr/>
          <p:nvPr/>
        </p:nvGrpSpPr>
        <p:grpSpPr bwMode="auto">
          <a:xfrm>
            <a:off x="859482" y="1980542"/>
            <a:ext cx="143901" cy="143901"/>
            <a:chOff x="0" y="0"/>
            <a:chExt cx="812799" cy="812799"/>
          </a:xfrm>
        </p:grpSpPr>
        <p:sp>
          <p:nvSpPr>
            <p:cNvPr id="1965776805" name="Freeform 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227875" name="TextBox 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0760330" name="Group 92"/>
          <p:cNvGrpSpPr/>
          <p:nvPr/>
        </p:nvGrpSpPr>
        <p:grpSpPr bwMode="auto">
          <a:xfrm>
            <a:off x="1052104" y="1980542"/>
            <a:ext cx="143901" cy="143901"/>
            <a:chOff x="0" y="0"/>
            <a:chExt cx="812799" cy="812799"/>
          </a:xfrm>
        </p:grpSpPr>
        <p:sp>
          <p:nvSpPr>
            <p:cNvPr id="183986299" name="Freeform 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630087" name="TextBox 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5291222" name="Group 95"/>
          <p:cNvGrpSpPr/>
          <p:nvPr/>
        </p:nvGrpSpPr>
        <p:grpSpPr bwMode="auto">
          <a:xfrm>
            <a:off x="1244731" y="1980542"/>
            <a:ext cx="143901" cy="143901"/>
            <a:chOff x="0" y="0"/>
            <a:chExt cx="812799" cy="812799"/>
          </a:xfrm>
        </p:grpSpPr>
        <p:sp>
          <p:nvSpPr>
            <p:cNvPr id="100110719" name="Freeform 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381218" name="TextBox 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4014557" name="Group 98"/>
          <p:cNvGrpSpPr/>
          <p:nvPr/>
        </p:nvGrpSpPr>
        <p:grpSpPr bwMode="auto">
          <a:xfrm>
            <a:off x="1436256" y="2172070"/>
            <a:ext cx="143901" cy="143901"/>
            <a:chOff x="0" y="0"/>
            <a:chExt cx="812799" cy="812799"/>
          </a:xfrm>
        </p:grpSpPr>
        <p:sp>
          <p:nvSpPr>
            <p:cNvPr id="611772805" name="Freeform 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9372880" name="TextBox 1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3462959" name="Group 101"/>
          <p:cNvGrpSpPr/>
          <p:nvPr/>
        </p:nvGrpSpPr>
        <p:grpSpPr bwMode="auto">
          <a:xfrm>
            <a:off x="1628880" y="2172070"/>
            <a:ext cx="143901" cy="143901"/>
            <a:chOff x="0" y="0"/>
            <a:chExt cx="812799" cy="812799"/>
          </a:xfrm>
        </p:grpSpPr>
        <p:sp>
          <p:nvSpPr>
            <p:cNvPr id="87010719" name="Freeform 1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48926519" name="TextBox 1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896251" name="Group 104"/>
          <p:cNvGrpSpPr/>
          <p:nvPr/>
        </p:nvGrpSpPr>
        <p:grpSpPr bwMode="auto">
          <a:xfrm>
            <a:off x="1821505" y="2172070"/>
            <a:ext cx="143901" cy="143901"/>
            <a:chOff x="0" y="0"/>
            <a:chExt cx="812799" cy="812799"/>
          </a:xfrm>
        </p:grpSpPr>
        <p:sp>
          <p:nvSpPr>
            <p:cNvPr id="1951564831" name="Freeform 1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6423431" name="TextBox 1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7609599" name="Group 107"/>
          <p:cNvGrpSpPr/>
          <p:nvPr/>
        </p:nvGrpSpPr>
        <p:grpSpPr bwMode="auto">
          <a:xfrm>
            <a:off x="2013034" y="2172070"/>
            <a:ext cx="143901" cy="143901"/>
            <a:chOff x="0" y="0"/>
            <a:chExt cx="812799" cy="812799"/>
          </a:xfrm>
        </p:grpSpPr>
        <p:sp>
          <p:nvSpPr>
            <p:cNvPr id="1313050198" name="Freeform 1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815231" name="TextBox 1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3598891" name="Group 110"/>
          <p:cNvGrpSpPr/>
          <p:nvPr/>
        </p:nvGrpSpPr>
        <p:grpSpPr bwMode="auto">
          <a:xfrm>
            <a:off x="2205657" y="2172070"/>
            <a:ext cx="143901" cy="143901"/>
            <a:chOff x="0" y="0"/>
            <a:chExt cx="812799" cy="812799"/>
          </a:xfrm>
        </p:grpSpPr>
        <p:sp>
          <p:nvSpPr>
            <p:cNvPr id="1299523642" name="Freeform 1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630386" name="TextBox 1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2683200" name="Group 113"/>
          <p:cNvGrpSpPr/>
          <p:nvPr/>
        </p:nvGrpSpPr>
        <p:grpSpPr bwMode="auto">
          <a:xfrm>
            <a:off x="2398280" y="2172070"/>
            <a:ext cx="143901" cy="143901"/>
            <a:chOff x="0" y="0"/>
            <a:chExt cx="812799" cy="812799"/>
          </a:xfrm>
        </p:grpSpPr>
        <p:sp>
          <p:nvSpPr>
            <p:cNvPr id="684807153" name="Freeform 1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8479227" name="TextBox 1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9787083" name="Group 116"/>
          <p:cNvGrpSpPr/>
          <p:nvPr/>
        </p:nvGrpSpPr>
        <p:grpSpPr bwMode="auto">
          <a:xfrm>
            <a:off x="2589809" y="2172070"/>
            <a:ext cx="143901" cy="143901"/>
            <a:chOff x="0" y="0"/>
            <a:chExt cx="812799" cy="812799"/>
          </a:xfrm>
        </p:grpSpPr>
        <p:sp>
          <p:nvSpPr>
            <p:cNvPr id="1967453626" name="Freeform 1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7682053" name="TextBox 1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6368530" name="Group 119"/>
          <p:cNvGrpSpPr/>
          <p:nvPr/>
        </p:nvGrpSpPr>
        <p:grpSpPr bwMode="auto">
          <a:xfrm>
            <a:off x="2782434" y="2172070"/>
            <a:ext cx="143901" cy="143901"/>
            <a:chOff x="0" y="0"/>
            <a:chExt cx="812799" cy="812799"/>
          </a:xfrm>
        </p:grpSpPr>
        <p:sp>
          <p:nvSpPr>
            <p:cNvPr id="200098946" name="Freeform 1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7056955" name="TextBox 1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8667460" name="Group 122"/>
          <p:cNvGrpSpPr/>
          <p:nvPr/>
        </p:nvGrpSpPr>
        <p:grpSpPr bwMode="auto">
          <a:xfrm>
            <a:off x="2975058" y="2172070"/>
            <a:ext cx="143901" cy="143901"/>
            <a:chOff x="0" y="0"/>
            <a:chExt cx="812799" cy="812799"/>
          </a:xfrm>
        </p:grpSpPr>
        <p:sp>
          <p:nvSpPr>
            <p:cNvPr id="153947335" name="Freeform 1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454200" name="TextBox 1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7228552" name="Group 125"/>
          <p:cNvGrpSpPr/>
          <p:nvPr/>
        </p:nvGrpSpPr>
        <p:grpSpPr bwMode="auto">
          <a:xfrm>
            <a:off x="859482" y="2172070"/>
            <a:ext cx="143901" cy="143901"/>
            <a:chOff x="0" y="0"/>
            <a:chExt cx="812799" cy="812799"/>
          </a:xfrm>
        </p:grpSpPr>
        <p:sp>
          <p:nvSpPr>
            <p:cNvPr id="437512914" name="Freeform 1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3107230" name="TextBox 1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4364814" name="Group 128"/>
          <p:cNvGrpSpPr/>
          <p:nvPr/>
        </p:nvGrpSpPr>
        <p:grpSpPr bwMode="auto">
          <a:xfrm>
            <a:off x="1052104" y="2172070"/>
            <a:ext cx="143901" cy="143901"/>
            <a:chOff x="0" y="0"/>
            <a:chExt cx="812799" cy="812799"/>
          </a:xfrm>
        </p:grpSpPr>
        <p:sp>
          <p:nvSpPr>
            <p:cNvPr id="1414436222" name="Freeform 1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9965880" name="TextBox 1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94909" name="Group 131"/>
          <p:cNvGrpSpPr/>
          <p:nvPr/>
        </p:nvGrpSpPr>
        <p:grpSpPr bwMode="auto">
          <a:xfrm>
            <a:off x="1244731" y="2172070"/>
            <a:ext cx="143901" cy="143901"/>
            <a:chOff x="0" y="0"/>
            <a:chExt cx="812799" cy="812799"/>
          </a:xfrm>
        </p:grpSpPr>
        <p:sp>
          <p:nvSpPr>
            <p:cNvPr id="149702624" name="Freeform 1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83090402" name="TextBox 1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037598" name="Group 134"/>
          <p:cNvGrpSpPr/>
          <p:nvPr/>
        </p:nvGrpSpPr>
        <p:grpSpPr bwMode="auto">
          <a:xfrm>
            <a:off x="1436256" y="2361542"/>
            <a:ext cx="143901" cy="143901"/>
            <a:chOff x="0" y="0"/>
            <a:chExt cx="812799" cy="812799"/>
          </a:xfrm>
        </p:grpSpPr>
        <p:sp>
          <p:nvSpPr>
            <p:cNvPr id="2027027428" name="Freeform 1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4142336" name="TextBox 1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8149523" name="Group 137"/>
          <p:cNvGrpSpPr/>
          <p:nvPr/>
        </p:nvGrpSpPr>
        <p:grpSpPr bwMode="auto">
          <a:xfrm>
            <a:off x="1628880" y="2361542"/>
            <a:ext cx="143901" cy="143901"/>
            <a:chOff x="0" y="0"/>
            <a:chExt cx="812799" cy="812799"/>
          </a:xfrm>
        </p:grpSpPr>
        <p:sp>
          <p:nvSpPr>
            <p:cNvPr id="1727893562" name="Freeform 1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4101642" name="TextBox 1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3254375" name="Group 140"/>
          <p:cNvGrpSpPr/>
          <p:nvPr/>
        </p:nvGrpSpPr>
        <p:grpSpPr bwMode="auto">
          <a:xfrm>
            <a:off x="1821505" y="2361542"/>
            <a:ext cx="143901" cy="143901"/>
            <a:chOff x="0" y="0"/>
            <a:chExt cx="812799" cy="812799"/>
          </a:xfrm>
        </p:grpSpPr>
        <p:sp>
          <p:nvSpPr>
            <p:cNvPr id="1852307855" name="Freeform 1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88423" name="TextBox 1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7482755" name="Group 143"/>
          <p:cNvGrpSpPr/>
          <p:nvPr/>
        </p:nvGrpSpPr>
        <p:grpSpPr bwMode="auto">
          <a:xfrm>
            <a:off x="2013034" y="2361542"/>
            <a:ext cx="143901" cy="143901"/>
            <a:chOff x="0" y="0"/>
            <a:chExt cx="812799" cy="812799"/>
          </a:xfrm>
        </p:grpSpPr>
        <p:sp>
          <p:nvSpPr>
            <p:cNvPr id="419793050" name="Freeform 1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03948237" name="TextBox 1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92763" name="Group 146"/>
          <p:cNvGrpSpPr/>
          <p:nvPr/>
        </p:nvGrpSpPr>
        <p:grpSpPr bwMode="auto">
          <a:xfrm>
            <a:off x="2205657" y="2361542"/>
            <a:ext cx="143901" cy="143901"/>
            <a:chOff x="0" y="0"/>
            <a:chExt cx="812799" cy="812799"/>
          </a:xfrm>
        </p:grpSpPr>
        <p:sp>
          <p:nvSpPr>
            <p:cNvPr id="934098771" name="Freeform 1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5290594" name="TextBox 1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071039" name="Group 149"/>
          <p:cNvGrpSpPr/>
          <p:nvPr/>
        </p:nvGrpSpPr>
        <p:grpSpPr bwMode="auto">
          <a:xfrm>
            <a:off x="2398280" y="2361542"/>
            <a:ext cx="143901" cy="143901"/>
            <a:chOff x="0" y="0"/>
            <a:chExt cx="812799" cy="812799"/>
          </a:xfrm>
        </p:grpSpPr>
        <p:sp>
          <p:nvSpPr>
            <p:cNvPr id="1713033789" name="Freeform 1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5878567" name="TextBox 1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5693767" name="Group 152"/>
          <p:cNvGrpSpPr/>
          <p:nvPr/>
        </p:nvGrpSpPr>
        <p:grpSpPr bwMode="auto">
          <a:xfrm>
            <a:off x="2589809" y="2361542"/>
            <a:ext cx="143901" cy="143901"/>
            <a:chOff x="0" y="0"/>
            <a:chExt cx="812799" cy="812799"/>
          </a:xfrm>
        </p:grpSpPr>
        <p:sp>
          <p:nvSpPr>
            <p:cNvPr id="935636206" name="Freeform 1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79584489" name="TextBox 1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2075822" name="Group 155"/>
          <p:cNvGrpSpPr/>
          <p:nvPr/>
        </p:nvGrpSpPr>
        <p:grpSpPr bwMode="auto">
          <a:xfrm>
            <a:off x="2782434" y="2361542"/>
            <a:ext cx="143901" cy="143901"/>
            <a:chOff x="0" y="0"/>
            <a:chExt cx="812799" cy="812799"/>
          </a:xfrm>
        </p:grpSpPr>
        <p:sp>
          <p:nvSpPr>
            <p:cNvPr id="1118629081" name="Freeform 1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57801" name="TextBox 1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40071" name="Group 158"/>
          <p:cNvGrpSpPr/>
          <p:nvPr/>
        </p:nvGrpSpPr>
        <p:grpSpPr bwMode="auto">
          <a:xfrm>
            <a:off x="2975058" y="2361542"/>
            <a:ext cx="143901" cy="143901"/>
            <a:chOff x="0" y="0"/>
            <a:chExt cx="812799" cy="812799"/>
          </a:xfrm>
        </p:grpSpPr>
        <p:sp>
          <p:nvSpPr>
            <p:cNvPr id="1252790640" name="Freeform 1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562198" name="TextBox 1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6027540" name="Group 161"/>
          <p:cNvGrpSpPr/>
          <p:nvPr/>
        </p:nvGrpSpPr>
        <p:grpSpPr bwMode="auto">
          <a:xfrm>
            <a:off x="859482" y="2361542"/>
            <a:ext cx="143901" cy="143901"/>
            <a:chOff x="0" y="0"/>
            <a:chExt cx="812799" cy="812799"/>
          </a:xfrm>
        </p:grpSpPr>
        <p:sp>
          <p:nvSpPr>
            <p:cNvPr id="328629968" name="Freeform 1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2518573" name="TextBox 1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8986727" name="Group 164"/>
          <p:cNvGrpSpPr/>
          <p:nvPr/>
        </p:nvGrpSpPr>
        <p:grpSpPr bwMode="auto">
          <a:xfrm>
            <a:off x="1052104" y="2361542"/>
            <a:ext cx="143901" cy="143901"/>
            <a:chOff x="0" y="0"/>
            <a:chExt cx="812799" cy="812799"/>
          </a:xfrm>
        </p:grpSpPr>
        <p:sp>
          <p:nvSpPr>
            <p:cNvPr id="408324930" name="Freeform 1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2896871" name="TextBox 1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9447168" name="Group 167"/>
          <p:cNvGrpSpPr/>
          <p:nvPr/>
        </p:nvGrpSpPr>
        <p:grpSpPr bwMode="auto">
          <a:xfrm>
            <a:off x="1244731" y="2361542"/>
            <a:ext cx="143901" cy="143901"/>
            <a:chOff x="0" y="0"/>
            <a:chExt cx="812799" cy="812799"/>
          </a:xfrm>
        </p:grpSpPr>
        <p:sp>
          <p:nvSpPr>
            <p:cNvPr id="613355056" name="Freeform 1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8454060" name="TextBox 1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2779942" name="Group 170"/>
          <p:cNvGrpSpPr/>
          <p:nvPr/>
        </p:nvGrpSpPr>
        <p:grpSpPr bwMode="auto">
          <a:xfrm>
            <a:off x="1436256" y="2553069"/>
            <a:ext cx="143901" cy="143901"/>
            <a:chOff x="0" y="0"/>
            <a:chExt cx="812799" cy="812799"/>
          </a:xfrm>
        </p:grpSpPr>
        <p:sp>
          <p:nvSpPr>
            <p:cNvPr id="849814273" name="Freeform 1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139533" name="TextBox 1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4055286" name="Group 173"/>
          <p:cNvGrpSpPr/>
          <p:nvPr/>
        </p:nvGrpSpPr>
        <p:grpSpPr bwMode="auto">
          <a:xfrm>
            <a:off x="1628880" y="2553069"/>
            <a:ext cx="143901" cy="143901"/>
            <a:chOff x="0" y="0"/>
            <a:chExt cx="812799" cy="812799"/>
          </a:xfrm>
        </p:grpSpPr>
        <p:sp>
          <p:nvSpPr>
            <p:cNvPr id="1038276482" name="Freeform 1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1037660" name="TextBox 1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033123" name="Group 176"/>
          <p:cNvGrpSpPr/>
          <p:nvPr/>
        </p:nvGrpSpPr>
        <p:grpSpPr bwMode="auto">
          <a:xfrm>
            <a:off x="1821505" y="2553069"/>
            <a:ext cx="143901" cy="143901"/>
            <a:chOff x="0" y="0"/>
            <a:chExt cx="812799" cy="812799"/>
          </a:xfrm>
        </p:grpSpPr>
        <p:sp>
          <p:nvSpPr>
            <p:cNvPr id="1018634857" name="Freeform 1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5413258" name="TextBox 1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4397104" name="Group 179"/>
          <p:cNvGrpSpPr/>
          <p:nvPr/>
        </p:nvGrpSpPr>
        <p:grpSpPr bwMode="auto">
          <a:xfrm>
            <a:off x="2013034" y="2553069"/>
            <a:ext cx="143901" cy="143901"/>
            <a:chOff x="0" y="0"/>
            <a:chExt cx="812799" cy="812799"/>
          </a:xfrm>
        </p:grpSpPr>
        <p:sp>
          <p:nvSpPr>
            <p:cNvPr id="1523484399" name="Freeform 1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8086622" name="TextBox 1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1859566" name="Group 182"/>
          <p:cNvGrpSpPr/>
          <p:nvPr/>
        </p:nvGrpSpPr>
        <p:grpSpPr bwMode="auto">
          <a:xfrm>
            <a:off x="2205657" y="2553069"/>
            <a:ext cx="143901" cy="143901"/>
            <a:chOff x="0" y="0"/>
            <a:chExt cx="812799" cy="812799"/>
          </a:xfrm>
        </p:grpSpPr>
        <p:sp>
          <p:nvSpPr>
            <p:cNvPr id="1609550739" name="Freeform 1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851326" name="TextBox 1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84173" name="Group 185"/>
          <p:cNvGrpSpPr/>
          <p:nvPr/>
        </p:nvGrpSpPr>
        <p:grpSpPr bwMode="auto">
          <a:xfrm>
            <a:off x="2398280" y="2553069"/>
            <a:ext cx="143901" cy="143901"/>
            <a:chOff x="0" y="0"/>
            <a:chExt cx="812799" cy="812799"/>
          </a:xfrm>
        </p:grpSpPr>
        <p:sp>
          <p:nvSpPr>
            <p:cNvPr id="2047360331" name="Freeform 1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3762625" name="TextBox 1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3458156" name="Group 188"/>
          <p:cNvGrpSpPr/>
          <p:nvPr/>
        </p:nvGrpSpPr>
        <p:grpSpPr bwMode="auto">
          <a:xfrm>
            <a:off x="2589809" y="2553069"/>
            <a:ext cx="143901" cy="143901"/>
            <a:chOff x="0" y="0"/>
            <a:chExt cx="812799" cy="812799"/>
          </a:xfrm>
        </p:grpSpPr>
        <p:sp>
          <p:nvSpPr>
            <p:cNvPr id="1379053157" name="Freeform 1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49452" name="TextBox 1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8828908" name="Group 191"/>
          <p:cNvGrpSpPr/>
          <p:nvPr/>
        </p:nvGrpSpPr>
        <p:grpSpPr bwMode="auto">
          <a:xfrm>
            <a:off x="2782434" y="2553069"/>
            <a:ext cx="143901" cy="143901"/>
            <a:chOff x="0" y="0"/>
            <a:chExt cx="812799" cy="812799"/>
          </a:xfrm>
        </p:grpSpPr>
        <p:sp>
          <p:nvSpPr>
            <p:cNvPr id="615583741" name="Freeform 1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2457171" name="TextBox 1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6513414" name="Group 194"/>
          <p:cNvGrpSpPr/>
          <p:nvPr/>
        </p:nvGrpSpPr>
        <p:grpSpPr bwMode="auto">
          <a:xfrm>
            <a:off x="2975058" y="2553069"/>
            <a:ext cx="143901" cy="143901"/>
            <a:chOff x="0" y="0"/>
            <a:chExt cx="812799" cy="812799"/>
          </a:xfrm>
        </p:grpSpPr>
        <p:sp>
          <p:nvSpPr>
            <p:cNvPr id="732328400" name="Freeform 1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0935381" name="TextBox 1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4911760" name="Group 197"/>
          <p:cNvGrpSpPr/>
          <p:nvPr/>
        </p:nvGrpSpPr>
        <p:grpSpPr bwMode="auto">
          <a:xfrm>
            <a:off x="859482" y="2553069"/>
            <a:ext cx="143901" cy="143901"/>
            <a:chOff x="0" y="0"/>
            <a:chExt cx="812799" cy="812799"/>
          </a:xfrm>
        </p:grpSpPr>
        <p:sp>
          <p:nvSpPr>
            <p:cNvPr id="1878170481" name="Freeform 1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416953" name="TextBox 1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8366519" name="Group 200"/>
          <p:cNvGrpSpPr/>
          <p:nvPr/>
        </p:nvGrpSpPr>
        <p:grpSpPr bwMode="auto">
          <a:xfrm>
            <a:off x="1052104" y="2553069"/>
            <a:ext cx="143901" cy="143901"/>
            <a:chOff x="0" y="0"/>
            <a:chExt cx="812799" cy="812799"/>
          </a:xfrm>
        </p:grpSpPr>
        <p:sp>
          <p:nvSpPr>
            <p:cNvPr id="1025484371" name="Freeform 2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31114" name="TextBox 2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002500" name="Group 203"/>
          <p:cNvGrpSpPr/>
          <p:nvPr/>
        </p:nvGrpSpPr>
        <p:grpSpPr bwMode="auto">
          <a:xfrm>
            <a:off x="1244731" y="2553069"/>
            <a:ext cx="143901" cy="143901"/>
            <a:chOff x="0" y="0"/>
            <a:chExt cx="812799" cy="812799"/>
          </a:xfrm>
        </p:grpSpPr>
        <p:sp>
          <p:nvSpPr>
            <p:cNvPr id="1880330759" name="Freeform 2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2458954" name="TextBox 2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8895842" name="Group 206"/>
          <p:cNvGrpSpPr/>
          <p:nvPr/>
        </p:nvGrpSpPr>
        <p:grpSpPr bwMode="auto">
          <a:xfrm>
            <a:off x="1436256" y="2742542"/>
            <a:ext cx="143901" cy="143901"/>
            <a:chOff x="0" y="0"/>
            <a:chExt cx="812799" cy="812799"/>
          </a:xfrm>
        </p:grpSpPr>
        <p:sp>
          <p:nvSpPr>
            <p:cNvPr id="1858490318" name="Freeform 2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6802654" name="TextBox 2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5019923" name="Group 209"/>
          <p:cNvGrpSpPr/>
          <p:nvPr/>
        </p:nvGrpSpPr>
        <p:grpSpPr bwMode="auto">
          <a:xfrm>
            <a:off x="1628880" y="2742542"/>
            <a:ext cx="143901" cy="143901"/>
            <a:chOff x="0" y="0"/>
            <a:chExt cx="812799" cy="812799"/>
          </a:xfrm>
        </p:grpSpPr>
        <p:sp>
          <p:nvSpPr>
            <p:cNvPr id="926084218" name="Freeform 2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8097886" name="TextBox 2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3882597" name="Group 212"/>
          <p:cNvGrpSpPr/>
          <p:nvPr/>
        </p:nvGrpSpPr>
        <p:grpSpPr bwMode="auto">
          <a:xfrm>
            <a:off x="1821505" y="2742542"/>
            <a:ext cx="143901" cy="143901"/>
            <a:chOff x="0" y="0"/>
            <a:chExt cx="812799" cy="812799"/>
          </a:xfrm>
        </p:grpSpPr>
        <p:sp>
          <p:nvSpPr>
            <p:cNvPr id="693156886" name="Freeform 2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397968" name="TextBox 2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2270586" name="Group 215"/>
          <p:cNvGrpSpPr/>
          <p:nvPr/>
        </p:nvGrpSpPr>
        <p:grpSpPr bwMode="auto">
          <a:xfrm>
            <a:off x="2013034" y="2742542"/>
            <a:ext cx="143901" cy="143901"/>
            <a:chOff x="0" y="0"/>
            <a:chExt cx="812799" cy="812799"/>
          </a:xfrm>
        </p:grpSpPr>
        <p:sp>
          <p:nvSpPr>
            <p:cNvPr id="684633891" name="Freeform 2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830234" name="TextBox 2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2467359" name="Group 218"/>
          <p:cNvGrpSpPr/>
          <p:nvPr/>
        </p:nvGrpSpPr>
        <p:grpSpPr bwMode="auto">
          <a:xfrm>
            <a:off x="2205657" y="2742542"/>
            <a:ext cx="143901" cy="143901"/>
            <a:chOff x="0" y="0"/>
            <a:chExt cx="812799" cy="812799"/>
          </a:xfrm>
        </p:grpSpPr>
        <p:sp>
          <p:nvSpPr>
            <p:cNvPr id="1161992330" name="Freeform 2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2247620" name="TextBox 2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7116348" name="Group 221"/>
          <p:cNvGrpSpPr/>
          <p:nvPr/>
        </p:nvGrpSpPr>
        <p:grpSpPr bwMode="auto">
          <a:xfrm>
            <a:off x="2398280" y="2742542"/>
            <a:ext cx="143901" cy="143901"/>
            <a:chOff x="0" y="0"/>
            <a:chExt cx="812799" cy="812799"/>
          </a:xfrm>
        </p:grpSpPr>
        <p:sp>
          <p:nvSpPr>
            <p:cNvPr id="1793678542" name="Freeform 2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5427034" name="TextBox 2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946894" name="Group 224"/>
          <p:cNvGrpSpPr/>
          <p:nvPr/>
        </p:nvGrpSpPr>
        <p:grpSpPr bwMode="auto">
          <a:xfrm>
            <a:off x="2589809" y="2742542"/>
            <a:ext cx="143901" cy="143901"/>
            <a:chOff x="0" y="0"/>
            <a:chExt cx="812799" cy="812799"/>
          </a:xfrm>
        </p:grpSpPr>
        <p:sp>
          <p:nvSpPr>
            <p:cNvPr id="1686185535" name="Freeform 2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31278826" name="TextBox 2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7375874" name="Group 227"/>
          <p:cNvGrpSpPr/>
          <p:nvPr/>
        </p:nvGrpSpPr>
        <p:grpSpPr bwMode="auto">
          <a:xfrm>
            <a:off x="2782434" y="2742542"/>
            <a:ext cx="143901" cy="143901"/>
            <a:chOff x="0" y="0"/>
            <a:chExt cx="812799" cy="812799"/>
          </a:xfrm>
        </p:grpSpPr>
        <p:sp>
          <p:nvSpPr>
            <p:cNvPr id="230421260" name="Freeform 2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27934167" name="TextBox 2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022593" name="Group 230"/>
          <p:cNvGrpSpPr/>
          <p:nvPr/>
        </p:nvGrpSpPr>
        <p:grpSpPr bwMode="auto">
          <a:xfrm>
            <a:off x="2975058" y="2742542"/>
            <a:ext cx="143901" cy="143901"/>
            <a:chOff x="0" y="0"/>
            <a:chExt cx="812799" cy="812799"/>
          </a:xfrm>
        </p:grpSpPr>
        <p:sp>
          <p:nvSpPr>
            <p:cNvPr id="653957318" name="Freeform 2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5577266" name="TextBox 2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213356" name="Group 233"/>
          <p:cNvGrpSpPr/>
          <p:nvPr/>
        </p:nvGrpSpPr>
        <p:grpSpPr bwMode="auto">
          <a:xfrm>
            <a:off x="859482" y="2742542"/>
            <a:ext cx="143901" cy="143901"/>
            <a:chOff x="0" y="0"/>
            <a:chExt cx="812799" cy="812799"/>
          </a:xfrm>
        </p:grpSpPr>
        <p:sp>
          <p:nvSpPr>
            <p:cNvPr id="1429522475" name="Freeform 2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317849" name="TextBox 2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214951" name="Group 236"/>
          <p:cNvGrpSpPr/>
          <p:nvPr/>
        </p:nvGrpSpPr>
        <p:grpSpPr bwMode="auto">
          <a:xfrm>
            <a:off x="1052104" y="2742542"/>
            <a:ext cx="143901" cy="143901"/>
            <a:chOff x="0" y="0"/>
            <a:chExt cx="812799" cy="812799"/>
          </a:xfrm>
        </p:grpSpPr>
        <p:sp>
          <p:nvSpPr>
            <p:cNvPr id="1033709530" name="Freeform 2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6314423" name="TextBox 2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2703955" name="Group 239"/>
          <p:cNvGrpSpPr/>
          <p:nvPr/>
        </p:nvGrpSpPr>
        <p:grpSpPr bwMode="auto">
          <a:xfrm>
            <a:off x="1244731" y="2742542"/>
            <a:ext cx="143901" cy="143901"/>
            <a:chOff x="0" y="0"/>
            <a:chExt cx="812799" cy="812799"/>
          </a:xfrm>
        </p:grpSpPr>
        <p:sp>
          <p:nvSpPr>
            <p:cNvPr id="176820778" name="Freeform 2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83687" name="TextBox 2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5344987" name="Group 242"/>
          <p:cNvGrpSpPr/>
          <p:nvPr/>
        </p:nvGrpSpPr>
        <p:grpSpPr bwMode="auto">
          <a:xfrm>
            <a:off x="1436256" y="2935859"/>
            <a:ext cx="143901" cy="143901"/>
            <a:chOff x="0" y="0"/>
            <a:chExt cx="812799" cy="812799"/>
          </a:xfrm>
        </p:grpSpPr>
        <p:sp>
          <p:nvSpPr>
            <p:cNvPr id="1162788882" name="Freeform 2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2128926" name="TextBox 2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9879876" name="Group 245"/>
          <p:cNvGrpSpPr/>
          <p:nvPr/>
        </p:nvGrpSpPr>
        <p:grpSpPr bwMode="auto">
          <a:xfrm>
            <a:off x="1628880" y="2935859"/>
            <a:ext cx="143901" cy="143901"/>
            <a:chOff x="0" y="0"/>
            <a:chExt cx="812799" cy="812799"/>
          </a:xfrm>
        </p:grpSpPr>
        <p:sp>
          <p:nvSpPr>
            <p:cNvPr id="1114712598" name="Freeform 2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0114217" name="TextBox 2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5909987" name="Group 248"/>
          <p:cNvGrpSpPr/>
          <p:nvPr/>
        </p:nvGrpSpPr>
        <p:grpSpPr bwMode="auto">
          <a:xfrm>
            <a:off x="1821505" y="2935859"/>
            <a:ext cx="143901" cy="143901"/>
            <a:chOff x="0" y="0"/>
            <a:chExt cx="812799" cy="812799"/>
          </a:xfrm>
        </p:grpSpPr>
        <p:sp>
          <p:nvSpPr>
            <p:cNvPr id="1657904513" name="Freeform 2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2138591" name="TextBox 2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341114" name="Group 251"/>
          <p:cNvGrpSpPr/>
          <p:nvPr/>
        </p:nvGrpSpPr>
        <p:grpSpPr bwMode="auto">
          <a:xfrm>
            <a:off x="2013034" y="2935859"/>
            <a:ext cx="143901" cy="143901"/>
            <a:chOff x="0" y="0"/>
            <a:chExt cx="812799" cy="812799"/>
          </a:xfrm>
        </p:grpSpPr>
        <p:sp>
          <p:nvSpPr>
            <p:cNvPr id="1990309015" name="Freeform 2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3994906" name="TextBox 2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8142187" name="Group 254"/>
          <p:cNvGrpSpPr/>
          <p:nvPr/>
        </p:nvGrpSpPr>
        <p:grpSpPr bwMode="auto">
          <a:xfrm>
            <a:off x="2205657" y="2935859"/>
            <a:ext cx="143901" cy="143901"/>
            <a:chOff x="0" y="0"/>
            <a:chExt cx="812799" cy="812799"/>
          </a:xfrm>
        </p:grpSpPr>
        <p:sp>
          <p:nvSpPr>
            <p:cNvPr id="938411269" name="Freeform 2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25074" name="TextBox 2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2581546" name="Group 257"/>
          <p:cNvGrpSpPr/>
          <p:nvPr/>
        </p:nvGrpSpPr>
        <p:grpSpPr bwMode="auto">
          <a:xfrm>
            <a:off x="2398280" y="2935859"/>
            <a:ext cx="143901" cy="143901"/>
            <a:chOff x="0" y="0"/>
            <a:chExt cx="812799" cy="812799"/>
          </a:xfrm>
        </p:grpSpPr>
        <p:sp>
          <p:nvSpPr>
            <p:cNvPr id="66445098" name="Freeform 2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89224486" name="TextBox 2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510212" name="Group 260"/>
          <p:cNvGrpSpPr/>
          <p:nvPr/>
        </p:nvGrpSpPr>
        <p:grpSpPr bwMode="auto">
          <a:xfrm>
            <a:off x="2589809" y="2935859"/>
            <a:ext cx="143901" cy="143901"/>
            <a:chOff x="0" y="0"/>
            <a:chExt cx="812799" cy="812799"/>
          </a:xfrm>
        </p:grpSpPr>
        <p:sp>
          <p:nvSpPr>
            <p:cNvPr id="1529974406" name="Freeform 2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9925481" name="TextBox 2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3257702" name="Group 263"/>
          <p:cNvGrpSpPr/>
          <p:nvPr/>
        </p:nvGrpSpPr>
        <p:grpSpPr bwMode="auto">
          <a:xfrm>
            <a:off x="2782434" y="2935859"/>
            <a:ext cx="143901" cy="143901"/>
            <a:chOff x="0" y="0"/>
            <a:chExt cx="812799" cy="812799"/>
          </a:xfrm>
        </p:grpSpPr>
        <p:sp>
          <p:nvSpPr>
            <p:cNvPr id="647316112" name="Freeform 2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77788120" name="TextBox 2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0200156" name="Group 266"/>
          <p:cNvGrpSpPr/>
          <p:nvPr/>
        </p:nvGrpSpPr>
        <p:grpSpPr bwMode="auto">
          <a:xfrm>
            <a:off x="2975058" y="2935859"/>
            <a:ext cx="143901" cy="143901"/>
            <a:chOff x="0" y="0"/>
            <a:chExt cx="812799" cy="812799"/>
          </a:xfrm>
        </p:grpSpPr>
        <p:sp>
          <p:nvSpPr>
            <p:cNvPr id="536991552" name="Freeform 2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196837" name="TextBox 2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6722435" name="Group 269"/>
          <p:cNvGrpSpPr/>
          <p:nvPr/>
        </p:nvGrpSpPr>
        <p:grpSpPr bwMode="auto">
          <a:xfrm>
            <a:off x="859482" y="2935859"/>
            <a:ext cx="143901" cy="143901"/>
            <a:chOff x="0" y="0"/>
            <a:chExt cx="812799" cy="812799"/>
          </a:xfrm>
        </p:grpSpPr>
        <p:sp>
          <p:nvSpPr>
            <p:cNvPr id="809476814" name="Freeform 2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3219161" name="TextBox 2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4400362" name="Group 272"/>
          <p:cNvGrpSpPr/>
          <p:nvPr/>
        </p:nvGrpSpPr>
        <p:grpSpPr bwMode="auto">
          <a:xfrm>
            <a:off x="1052104" y="2935859"/>
            <a:ext cx="143901" cy="143901"/>
            <a:chOff x="0" y="0"/>
            <a:chExt cx="812799" cy="812799"/>
          </a:xfrm>
        </p:grpSpPr>
        <p:sp>
          <p:nvSpPr>
            <p:cNvPr id="686981230" name="Freeform 2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8902406" name="TextBox 2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9109939" name="Group 275"/>
          <p:cNvGrpSpPr/>
          <p:nvPr/>
        </p:nvGrpSpPr>
        <p:grpSpPr bwMode="auto">
          <a:xfrm>
            <a:off x="1244731" y="2935859"/>
            <a:ext cx="143901" cy="143901"/>
            <a:chOff x="0" y="0"/>
            <a:chExt cx="812799" cy="812799"/>
          </a:xfrm>
        </p:grpSpPr>
        <p:sp>
          <p:nvSpPr>
            <p:cNvPr id="1807572131" name="Freeform 2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6369672" name="TextBox 2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9410916" name="Group 278"/>
          <p:cNvGrpSpPr/>
          <p:nvPr/>
        </p:nvGrpSpPr>
        <p:grpSpPr bwMode="auto">
          <a:xfrm>
            <a:off x="1436256" y="3125331"/>
            <a:ext cx="143901" cy="143901"/>
            <a:chOff x="0" y="0"/>
            <a:chExt cx="812799" cy="812799"/>
          </a:xfrm>
        </p:grpSpPr>
        <p:sp>
          <p:nvSpPr>
            <p:cNvPr id="1640486131" name="Freeform 2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00392858" name="TextBox 2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5397772" name="Group 281"/>
          <p:cNvGrpSpPr/>
          <p:nvPr/>
        </p:nvGrpSpPr>
        <p:grpSpPr bwMode="auto">
          <a:xfrm>
            <a:off x="1628880" y="3125331"/>
            <a:ext cx="143901" cy="143901"/>
            <a:chOff x="0" y="0"/>
            <a:chExt cx="812799" cy="812799"/>
          </a:xfrm>
        </p:grpSpPr>
        <p:sp>
          <p:nvSpPr>
            <p:cNvPr id="1500089123" name="Freeform 2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2983809" name="TextBox 2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3391639" name="Group 284"/>
          <p:cNvGrpSpPr/>
          <p:nvPr/>
        </p:nvGrpSpPr>
        <p:grpSpPr bwMode="auto">
          <a:xfrm>
            <a:off x="1821505" y="3125331"/>
            <a:ext cx="143901" cy="143901"/>
            <a:chOff x="0" y="0"/>
            <a:chExt cx="812799" cy="812799"/>
          </a:xfrm>
        </p:grpSpPr>
        <p:sp>
          <p:nvSpPr>
            <p:cNvPr id="568979212" name="Freeform 2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64081" name="TextBox 2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0986797" name="Group 287"/>
          <p:cNvGrpSpPr/>
          <p:nvPr/>
        </p:nvGrpSpPr>
        <p:grpSpPr bwMode="auto">
          <a:xfrm>
            <a:off x="2013034" y="3125331"/>
            <a:ext cx="143901" cy="143901"/>
            <a:chOff x="0" y="0"/>
            <a:chExt cx="812799" cy="812799"/>
          </a:xfrm>
        </p:grpSpPr>
        <p:sp>
          <p:nvSpPr>
            <p:cNvPr id="64643392" name="Freeform 2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7768872" name="TextBox 2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5048387" name="Group 290"/>
          <p:cNvGrpSpPr/>
          <p:nvPr/>
        </p:nvGrpSpPr>
        <p:grpSpPr bwMode="auto">
          <a:xfrm>
            <a:off x="2205657" y="3125331"/>
            <a:ext cx="143901" cy="143901"/>
            <a:chOff x="0" y="0"/>
            <a:chExt cx="812799" cy="812799"/>
          </a:xfrm>
        </p:grpSpPr>
        <p:sp>
          <p:nvSpPr>
            <p:cNvPr id="1604890901" name="Freeform 2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380345" name="TextBox 2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6952332" name="Group 293"/>
          <p:cNvGrpSpPr/>
          <p:nvPr/>
        </p:nvGrpSpPr>
        <p:grpSpPr bwMode="auto">
          <a:xfrm>
            <a:off x="2398280" y="3125331"/>
            <a:ext cx="143901" cy="143901"/>
            <a:chOff x="0" y="0"/>
            <a:chExt cx="812799" cy="812799"/>
          </a:xfrm>
        </p:grpSpPr>
        <p:sp>
          <p:nvSpPr>
            <p:cNvPr id="1705658583" name="Freeform 2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0226093" name="TextBox 2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2154791" name="Group 296"/>
          <p:cNvGrpSpPr/>
          <p:nvPr/>
        </p:nvGrpSpPr>
        <p:grpSpPr bwMode="auto">
          <a:xfrm>
            <a:off x="2589809" y="3125331"/>
            <a:ext cx="143901" cy="143901"/>
            <a:chOff x="0" y="0"/>
            <a:chExt cx="812799" cy="812799"/>
          </a:xfrm>
        </p:grpSpPr>
        <p:sp>
          <p:nvSpPr>
            <p:cNvPr id="2035349359" name="Freeform 2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4950235" name="TextBox 2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0300642" name="Group 299"/>
          <p:cNvGrpSpPr/>
          <p:nvPr/>
        </p:nvGrpSpPr>
        <p:grpSpPr bwMode="auto">
          <a:xfrm>
            <a:off x="2782434" y="3125331"/>
            <a:ext cx="143901" cy="143901"/>
            <a:chOff x="0" y="0"/>
            <a:chExt cx="812799" cy="812799"/>
          </a:xfrm>
        </p:grpSpPr>
        <p:sp>
          <p:nvSpPr>
            <p:cNvPr id="2121753212" name="Freeform 3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1903042" name="TextBox 3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2939334" name="Group 302"/>
          <p:cNvGrpSpPr/>
          <p:nvPr/>
        </p:nvGrpSpPr>
        <p:grpSpPr bwMode="auto">
          <a:xfrm>
            <a:off x="2975058" y="3125331"/>
            <a:ext cx="143901" cy="143901"/>
            <a:chOff x="0" y="0"/>
            <a:chExt cx="812799" cy="812799"/>
          </a:xfrm>
        </p:grpSpPr>
        <p:sp>
          <p:nvSpPr>
            <p:cNvPr id="1062735584" name="Freeform 3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9699117" name="TextBox 3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2280492" name="Group 305"/>
          <p:cNvGrpSpPr/>
          <p:nvPr/>
        </p:nvGrpSpPr>
        <p:grpSpPr bwMode="auto">
          <a:xfrm>
            <a:off x="859482" y="3125331"/>
            <a:ext cx="143901" cy="143901"/>
            <a:chOff x="0" y="0"/>
            <a:chExt cx="812799" cy="812799"/>
          </a:xfrm>
        </p:grpSpPr>
        <p:sp>
          <p:nvSpPr>
            <p:cNvPr id="1666173226" name="Freeform 3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44938492" name="TextBox 3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9662783" name="Group 308"/>
          <p:cNvGrpSpPr/>
          <p:nvPr/>
        </p:nvGrpSpPr>
        <p:grpSpPr bwMode="auto">
          <a:xfrm>
            <a:off x="1052104" y="3125331"/>
            <a:ext cx="143901" cy="143901"/>
            <a:chOff x="0" y="0"/>
            <a:chExt cx="812799" cy="812799"/>
          </a:xfrm>
        </p:grpSpPr>
        <p:sp>
          <p:nvSpPr>
            <p:cNvPr id="1296590691" name="Freeform 3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8808212" name="TextBox 3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8258843" name="Group 311"/>
          <p:cNvGrpSpPr/>
          <p:nvPr/>
        </p:nvGrpSpPr>
        <p:grpSpPr bwMode="auto">
          <a:xfrm>
            <a:off x="1244731" y="3125331"/>
            <a:ext cx="143901" cy="143901"/>
            <a:chOff x="0" y="0"/>
            <a:chExt cx="812799" cy="812799"/>
          </a:xfrm>
        </p:grpSpPr>
        <p:sp>
          <p:nvSpPr>
            <p:cNvPr id="235713065" name="Freeform 3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97219235" name="TextBox 3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836453" name="Group 314"/>
          <p:cNvGrpSpPr/>
          <p:nvPr/>
        </p:nvGrpSpPr>
        <p:grpSpPr bwMode="auto">
          <a:xfrm>
            <a:off x="1436256" y="3316859"/>
            <a:ext cx="143901" cy="143901"/>
            <a:chOff x="0" y="0"/>
            <a:chExt cx="812799" cy="812799"/>
          </a:xfrm>
        </p:grpSpPr>
        <p:sp>
          <p:nvSpPr>
            <p:cNvPr id="146546559" name="Freeform 3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8397370" name="TextBox 3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2066848" name="Group 317"/>
          <p:cNvGrpSpPr/>
          <p:nvPr/>
        </p:nvGrpSpPr>
        <p:grpSpPr bwMode="auto">
          <a:xfrm>
            <a:off x="1628880" y="3316859"/>
            <a:ext cx="143901" cy="143901"/>
            <a:chOff x="0" y="0"/>
            <a:chExt cx="812799" cy="812799"/>
          </a:xfrm>
        </p:grpSpPr>
        <p:sp>
          <p:nvSpPr>
            <p:cNvPr id="1188590143" name="Freeform 3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8851783" name="TextBox 3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5759687" name="Group 320"/>
          <p:cNvGrpSpPr/>
          <p:nvPr/>
        </p:nvGrpSpPr>
        <p:grpSpPr bwMode="auto">
          <a:xfrm>
            <a:off x="1821505" y="3316859"/>
            <a:ext cx="143901" cy="143901"/>
            <a:chOff x="0" y="0"/>
            <a:chExt cx="812799" cy="812799"/>
          </a:xfrm>
        </p:grpSpPr>
        <p:sp>
          <p:nvSpPr>
            <p:cNvPr id="1623939672" name="Freeform 3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7556723" name="TextBox 3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010448" name="Group 323"/>
          <p:cNvGrpSpPr/>
          <p:nvPr/>
        </p:nvGrpSpPr>
        <p:grpSpPr bwMode="auto">
          <a:xfrm>
            <a:off x="2013034" y="3316859"/>
            <a:ext cx="143901" cy="143901"/>
            <a:chOff x="0" y="0"/>
            <a:chExt cx="812799" cy="812799"/>
          </a:xfrm>
        </p:grpSpPr>
        <p:sp>
          <p:nvSpPr>
            <p:cNvPr id="1428621512" name="Freeform 3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280807" name="TextBox 3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2258903" name="Group 326"/>
          <p:cNvGrpSpPr/>
          <p:nvPr/>
        </p:nvGrpSpPr>
        <p:grpSpPr bwMode="auto">
          <a:xfrm>
            <a:off x="2205657" y="3316859"/>
            <a:ext cx="143901" cy="143901"/>
            <a:chOff x="0" y="0"/>
            <a:chExt cx="812799" cy="812799"/>
          </a:xfrm>
        </p:grpSpPr>
        <p:sp>
          <p:nvSpPr>
            <p:cNvPr id="463444692" name="Freeform 3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5424042" name="TextBox 3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41013" name="Group 329"/>
          <p:cNvGrpSpPr/>
          <p:nvPr/>
        </p:nvGrpSpPr>
        <p:grpSpPr bwMode="auto">
          <a:xfrm>
            <a:off x="2398280" y="3316859"/>
            <a:ext cx="143901" cy="143901"/>
            <a:chOff x="0" y="0"/>
            <a:chExt cx="812799" cy="812799"/>
          </a:xfrm>
        </p:grpSpPr>
        <p:sp>
          <p:nvSpPr>
            <p:cNvPr id="2028728684" name="Freeform 3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144121" name="TextBox 3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1814064" name="Group 332"/>
          <p:cNvGrpSpPr/>
          <p:nvPr/>
        </p:nvGrpSpPr>
        <p:grpSpPr bwMode="auto">
          <a:xfrm>
            <a:off x="2589809" y="3316859"/>
            <a:ext cx="143901" cy="143901"/>
            <a:chOff x="0" y="0"/>
            <a:chExt cx="812799" cy="812799"/>
          </a:xfrm>
        </p:grpSpPr>
        <p:sp>
          <p:nvSpPr>
            <p:cNvPr id="775795432" name="Freeform 3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43767" name="TextBox 3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9471517" name="Group 335"/>
          <p:cNvGrpSpPr/>
          <p:nvPr/>
        </p:nvGrpSpPr>
        <p:grpSpPr bwMode="auto">
          <a:xfrm>
            <a:off x="2782434" y="3316859"/>
            <a:ext cx="143901" cy="143901"/>
            <a:chOff x="0" y="0"/>
            <a:chExt cx="812799" cy="812799"/>
          </a:xfrm>
        </p:grpSpPr>
        <p:sp>
          <p:nvSpPr>
            <p:cNvPr id="658229181" name="Freeform 3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36067169" name="TextBox 3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0740938" name="Group 338"/>
          <p:cNvGrpSpPr/>
          <p:nvPr/>
        </p:nvGrpSpPr>
        <p:grpSpPr bwMode="auto">
          <a:xfrm>
            <a:off x="2975058" y="3316859"/>
            <a:ext cx="143901" cy="143901"/>
            <a:chOff x="0" y="0"/>
            <a:chExt cx="812799" cy="812799"/>
          </a:xfrm>
        </p:grpSpPr>
        <p:sp>
          <p:nvSpPr>
            <p:cNvPr id="1584470620" name="Freeform 3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87324251" name="TextBox 3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3637115" name="Group 341"/>
          <p:cNvGrpSpPr/>
          <p:nvPr/>
        </p:nvGrpSpPr>
        <p:grpSpPr bwMode="auto">
          <a:xfrm>
            <a:off x="859482" y="3316859"/>
            <a:ext cx="143901" cy="143901"/>
            <a:chOff x="0" y="0"/>
            <a:chExt cx="812799" cy="812799"/>
          </a:xfrm>
        </p:grpSpPr>
        <p:sp>
          <p:nvSpPr>
            <p:cNvPr id="1387186460" name="Freeform 3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3083561" name="TextBox 3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6962102" name="Group 344"/>
          <p:cNvGrpSpPr/>
          <p:nvPr/>
        </p:nvGrpSpPr>
        <p:grpSpPr bwMode="auto">
          <a:xfrm>
            <a:off x="1052104" y="3316859"/>
            <a:ext cx="143901" cy="143901"/>
            <a:chOff x="0" y="0"/>
            <a:chExt cx="812799" cy="812799"/>
          </a:xfrm>
        </p:grpSpPr>
        <p:sp>
          <p:nvSpPr>
            <p:cNvPr id="540070255" name="Freeform 3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30837597" name="TextBox 3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2419605" name="Group 347"/>
          <p:cNvGrpSpPr/>
          <p:nvPr/>
        </p:nvGrpSpPr>
        <p:grpSpPr bwMode="auto">
          <a:xfrm>
            <a:off x="1244731" y="3316859"/>
            <a:ext cx="143901" cy="143901"/>
            <a:chOff x="0" y="0"/>
            <a:chExt cx="812799" cy="812799"/>
          </a:xfrm>
        </p:grpSpPr>
        <p:sp>
          <p:nvSpPr>
            <p:cNvPr id="1125234738" name="Freeform 3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32715422" name="TextBox 3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8454134" name="Group 350"/>
          <p:cNvGrpSpPr/>
          <p:nvPr/>
        </p:nvGrpSpPr>
        <p:grpSpPr bwMode="auto">
          <a:xfrm>
            <a:off x="1436256" y="3506331"/>
            <a:ext cx="143901" cy="143901"/>
            <a:chOff x="0" y="0"/>
            <a:chExt cx="812799" cy="812799"/>
          </a:xfrm>
        </p:grpSpPr>
        <p:sp>
          <p:nvSpPr>
            <p:cNvPr id="1772500753" name="Freeform 3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7487871" name="TextBox 3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9712716" name="Group 353"/>
          <p:cNvGrpSpPr/>
          <p:nvPr/>
        </p:nvGrpSpPr>
        <p:grpSpPr bwMode="auto">
          <a:xfrm>
            <a:off x="1628880" y="3506331"/>
            <a:ext cx="143901" cy="143901"/>
            <a:chOff x="0" y="0"/>
            <a:chExt cx="812799" cy="812799"/>
          </a:xfrm>
        </p:grpSpPr>
        <p:sp>
          <p:nvSpPr>
            <p:cNvPr id="1121879303" name="Freeform 3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0664913" name="TextBox 3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7893104" name="Group 356"/>
          <p:cNvGrpSpPr/>
          <p:nvPr/>
        </p:nvGrpSpPr>
        <p:grpSpPr bwMode="auto">
          <a:xfrm>
            <a:off x="1821505" y="3506331"/>
            <a:ext cx="143901" cy="143901"/>
            <a:chOff x="0" y="0"/>
            <a:chExt cx="812799" cy="812799"/>
          </a:xfrm>
        </p:grpSpPr>
        <p:sp>
          <p:nvSpPr>
            <p:cNvPr id="726422062" name="Freeform 3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2598693" name="TextBox 3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4604018" name="Group 359"/>
          <p:cNvGrpSpPr/>
          <p:nvPr/>
        </p:nvGrpSpPr>
        <p:grpSpPr bwMode="auto">
          <a:xfrm>
            <a:off x="2013034" y="3506331"/>
            <a:ext cx="143901" cy="143901"/>
            <a:chOff x="0" y="0"/>
            <a:chExt cx="812799" cy="812799"/>
          </a:xfrm>
        </p:grpSpPr>
        <p:sp>
          <p:nvSpPr>
            <p:cNvPr id="3443601" name="Freeform 3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569604" name="TextBox 3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7619747" name="Group 362"/>
          <p:cNvGrpSpPr/>
          <p:nvPr/>
        </p:nvGrpSpPr>
        <p:grpSpPr bwMode="auto">
          <a:xfrm>
            <a:off x="2205657" y="3506331"/>
            <a:ext cx="143901" cy="143901"/>
            <a:chOff x="0" y="0"/>
            <a:chExt cx="812799" cy="812799"/>
          </a:xfrm>
        </p:grpSpPr>
        <p:sp>
          <p:nvSpPr>
            <p:cNvPr id="1644635627" name="Freeform 3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4665672" name="TextBox 3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3282556" name="Group 365"/>
          <p:cNvGrpSpPr/>
          <p:nvPr/>
        </p:nvGrpSpPr>
        <p:grpSpPr bwMode="auto">
          <a:xfrm>
            <a:off x="2398280" y="3506331"/>
            <a:ext cx="143901" cy="143901"/>
            <a:chOff x="0" y="0"/>
            <a:chExt cx="812799" cy="812799"/>
          </a:xfrm>
        </p:grpSpPr>
        <p:sp>
          <p:nvSpPr>
            <p:cNvPr id="733112990" name="Freeform 3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38609" name="TextBox 3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6489126" name="Group 368"/>
          <p:cNvGrpSpPr/>
          <p:nvPr/>
        </p:nvGrpSpPr>
        <p:grpSpPr bwMode="auto">
          <a:xfrm>
            <a:off x="2589809" y="3506331"/>
            <a:ext cx="143901" cy="143901"/>
            <a:chOff x="0" y="0"/>
            <a:chExt cx="812799" cy="812799"/>
          </a:xfrm>
        </p:grpSpPr>
        <p:sp>
          <p:nvSpPr>
            <p:cNvPr id="302236041" name="Freeform 3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204739" name="TextBox 3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1906398" name="Group 371"/>
          <p:cNvGrpSpPr/>
          <p:nvPr/>
        </p:nvGrpSpPr>
        <p:grpSpPr bwMode="auto">
          <a:xfrm>
            <a:off x="2782434" y="3506331"/>
            <a:ext cx="143901" cy="143901"/>
            <a:chOff x="0" y="0"/>
            <a:chExt cx="812799" cy="812799"/>
          </a:xfrm>
        </p:grpSpPr>
        <p:sp>
          <p:nvSpPr>
            <p:cNvPr id="176853274" name="Freeform 3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199350" name="TextBox 3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158538" name="Group 374"/>
          <p:cNvGrpSpPr/>
          <p:nvPr/>
        </p:nvGrpSpPr>
        <p:grpSpPr bwMode="auto">
          <a:xfrm>
            <a:off x="2975058" y="3506331"/>
            <a:ext cx="143901" cy="143901"/>
            <a:chOff x="0" y="0"/>
            <a:chExt cx="812799" cy="812799"/>
          </a:xfrm>
        </p:grpSpPr>
        <p:sp>
          <p:nvSpPr>
            <p:cNvPr id="1265238346" name="Freeform 3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70578085" name="TextBox 3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8943136" name="Group 377"/>
          <p:cNvGrpSpPr/>
          <p:nvPr/>
        </p:nvGrpSpPr>
        <p:grpSpPr bwMode="auto">
          <a:xfrm>
            <a:off x="859482" y="3506331"/>
            <a:ext cx="143901" cy="143901"/>
            <a:chOff x="0" y="0"/>
            <a:chExt cx="812799" cy="812799"/>
          </a:xfrm>
        </p:grpSpPr>
        <p:sp>
          <p:nvSpPr>
            <p:cNvPr id="1944286586" name="Freeform 3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19902072" name="TextBox 3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732939" name="Group 380"/>
          <p:cNvGrpSpPr/>
          <p:nvPr/>
        </p:nvGrpSpPr>
        <p:grpSpPr bwMode="auto">
          <a:xfrm>
            <a:off x="1052104" y="3506331"/>
            <a:ext cx="143901" cy="143901"/>
            <a:chOff x="0" y="0"/>
            <a:chExt cx="812799" cy="812799"/>
          </a:xfrm>
        </p:grpSpPr>
        <p:sp>
          <p:nvSpPr>
            <p:cNvPr id="1378566590" name="Freeform 3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660631" name="TextBox 3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2603437" name="Group 383"/>
          <p:cNvGrpSpPr/>
          <p:nvPr/>
        </p:nvGrpSpPr>
        <p:grpSpPr bwMode="auto">
          <a:xfrm>
            <a:off x="1244731" y="3506331"/>
            <a:ext cx="143901" cy="143901"/>
            <a:chOff x="0" y="0"/>
            <a:chExt cx="812799" cy="812799"/>
          </a:xfrm>
        </p:grpSpPr>
        <p:sp>
          <p:nvSpPr>
            <p:cNvPr id="1357897785" name="Freeform 3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5881530" name="TextBox 3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5495677" name="Group 386"/>
          <p:cNvGrpSpPr/>
          <p:nvPr/>
        </p:nvGrpSpPr>
        <p:grpSpPr bwMode="auto">
          <a:xfrm>
            <a:off x="1436256" y="3697859"/>
            <a:ext cx="143901" cy="143901"/>
            <a:chOff x="0" y="0"/>
            <a:chExt cx="812799" cy="812799"/>
          </a:xfrm>
        </p:grpSpPr>
        <p:sp>
          <p:nvSpPr>
            <p:cNvPr id="1709708783" name="Freeform 3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81993742" name="TextBox 3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693134" name="Group 389"/>
          <p:cNvGrpSpPr/>
          <p:nvPr/>
        </p:nvGrpSpPr>
        <p:grpSpPr bwMode="auto">
          <a:xfrm>
            <a:off x="1628880" y="3697859"/>
            <a:ext cx="143901" cy="143901"/>
            <a:chOff x="0" y="0"/>
            <a:chExt cx="812799" cy="812799"/>
          </a:xfrm>
        </p:grpSpPr>
        <p:sp>
          <p:nvSpPr>
            <p:cNvPr id="1304660699" name="Freeform 3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1034384" name="TextBox 3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5092833" name="Group 392"/>
          <p:cNvGrpSpPr/>
          <p:nvPr/>
        </p:nvGrpSpPr>
        <p:grpSpPr bwMode="auto">
          <a:xfrm>
            <a:off x="1821505" y="3697859"/>
            <a:ext cx="143901" cy="143901"/>
            <a:chOff x="0" y="0"/>
            <a:chExt cx="812799" cy="812799"/>
          </a:xfrm>
        </p:grpSpPr>
        <p:sp>
          <p:nvSpPr>
            <p:cNvPr id="781684148" name="Freeform 3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8690471" name="TextBox 3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2907013" name="Group 395"/>
          <p:cNvGrpSpPr/>
          <p:nvPr/>
        </p:nvGrpSpPr>
        <p:grpSpPr bwMode="auto">
          <a:xfrm>
            <a:off x="2013034" y="3697859"/>
            <a:ext cx="143901" cy="143901"/>
            <a:chOff x="0" y="0"/>
            <a:chExt cx="812799" cy="812799"/>
          </a:xfrm>
        </p:grpSpPr>
        <p:sp>
          <p:nvSpPr>
            <p:cNvPr id="299997272" name="Freeform 3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362629" name="TextBox 3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0307455" name="Group 398"/>
          <p:cNvGrpSpPr/>
          <p:nvPr/>
        </p:nvGrpSpPr>
        <p:grpSpPr bwMode="auto">
          <a:xfrm>
            <a:off x="2205657" y="3697859"/>
            <a:ext cx="143901" cy="143901"/>
            <a:chOff x="0" y="0"/>
            <a:chExt cx="812799" cy="812799"/>
          </a:xfrm>
        </p:grpSpPr>
        <p:sp>
          <p:nvSpPr>
            <p:cNvPr id="466345228" name="Freeform 3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7104872" name="TextBox 4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0664857" name="Group 401"/>
          <p:cNvGrpSpPr/>
          <p:nvPr/>
        </p:nvGrpSpPr>
        <p:grpSpPr bwMode="auto">
          <a:xfrm>
            <a:off x="2398280" y="3697859"/>
            <a:ext cx="143901" cy="143901"/>
            <a:chOff x="0" y="0"/>
            <a:chExt cx="812799" cy="812799"/>
          </a:xfrm>
        </p:grpSpPr>
        <p:sp>
          <p:nvSpPr>
            <p:cNvPr id="1475017909" name="Freeform 4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270719" name="TextBox 4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9367905" name="Group 404"/>
          <p:cNvGrpSpPr/>
          <p:nvPr/>
        </p:nvGrpSpPr>
        <p:grpSpPr bwMode="auto">
          <a:xfrm>
            <a:off x="2589809" y="3697859"/>
            <a:ext cx="143901" cy="143901"/>
            <a:chOff x="0" y="0"/>
            <a:chExt cx="812799" cy="812799"/>
          </a:xfrm>
        </p:grpSpPr>
        <p:sp>
          <p:nvSpPr>
            <p:cNvPr id="1738238614" name="Freeform 4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3448489" name="TextBox 4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9304178" name="Group 407"/>
          <p:cNvGrpSpPr/>
          <p:nvPr/>
        </p:nvGrpSpPr>
        <p:grpSpPr bwMode="auto">
          <a:xfrm>
            <a:off x="2782434" y="3697859"/>
            <a:ext cx="143901" cy="143901"/>
            <a:chOff x="0" y="0"/>
            <a:chExt cx="812799" cy="812799"/>
          </a:xfrm>
        </p:grpSpPr>
        <p:sp>
          <p:nvSpPr>
            <p:cNvPr id="345841842" name="Freeform 4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036520" name="TextBox 4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9933417" name="Group 410"/>
          <p:cNvGrpSpPr/>
          <p:nvPr/>
        </p:nvGrpSpPr>
        <p:grpSpPr bwMode="auto">
          <a:xfrm>
            <a:off x="2975058" y="3697859"/>
            <a:ext cx="143901" cy="143901"/>
            <a:chOff x="0" y="0"/>
            <a:chExt cx="812799" cy="812799"/>
          </a:xfrm>
        </p:grpSpPr>
        <p:sp>
          <p:nvSpPr>
            <p:cNvPr id="316539177" name="Freeform 4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848948" name="TextBox 4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5231524" name="Group 413"/>
          <p:cNvGrpSpPr/>
          <p:nvPr/>
        </p:nvGrpSpPr>
        <p:grpSpPr bwMode="auto">
          <a:xfrm>
            <a:off x="859482" y="3697859"/>
            <a:ext cx="143901" cy="143901"/>
            <a:chOff x="0" y="0"/>
            <a:chExt cx="812799" cy="812799"/>
          </a:xfrm>
        </p:grpSpPr>
        <p:sp>
          <p:nvSpPr>
            <p:cNvPr id="448420942" name="Freeform 4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9250689" name="TextBox 4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9708356" name="Group 416"/>
          <p:cNvGrpSpPr/>
          <p:nvPr/>
        </p:nvGrpSpPr>
        <p:grpSpPr bwMode="auto">
          <a:xfrm>
            <a:off x="1052104" y="3697859"/>
            <a:ext cx="143901" cy="143901"/>
            <a:chOff x="0" y="0"/>
            <a:chExt cx="812799" cy="812799"/>
          </a:xfrm>
        </p:grpSpPr>
        <p:sp>
          <p:nvSpPr>
            <p:cNvPr id="1527664861" name="Freeform 4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657768" name="TextBox 4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9310106" name="Group 419"/>
          <p:cNvGrpSpPr/>
          <p:nvPr/>
        </p:nvGrpSpPr>
        <p:grpSpPr bwMode="auto">
          <a:xfrm>
            <a:off x="1244731" y="3697859"/>
            <a:ext cx="143901" cy="143901"/>
            <a:chOff x="0" y="0"/>
            <a:chExt cx="812799" cy="812799"/>
          </a:xfrm>
        </p:grpSpPr>
        <p:sp>
          <p:nvSpPr>
            <p:cNvPr id="518531036" name="Freeform 4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22805578" name="TextBox 4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1906408" name="Group 422"/>
          <p:cNvGrpSpPr/>
          <p:nvPr/>
        </p:nvGrpSpPr>
        <p:grpSpPr bwMode="auto">
          <a:xfrm>
            <a:off x="1436256" y="3887332"/>
            <a:ext cx="143901" cy="143901"/>
            <a:chOff x="0" y="0"/>
            <a:chExt cx="812799" cy="812799"/>
          </a:xfrm>
        </p:grpSpPr>
        <p:sp>
          <p:nvSpPr>
            <p:cNvPr id="1458031356" name="Freeform 4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4303419" name="TextBox 4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426802" name="Group 425"/>
          <p:cNvGrpSpPr/>
          <p:nvPr/>
        </p:nvGrpSpPr>
        <p:grpSpPr bwMode="auto">
          <a:xfrm>
            <a:off x="1628880" y="3887332"/>
            <a:ext cx="143901" cy="143901"/>
            <a:chOff x="0" y="0"/>
            <a:chExt cx="812799" cy="812799"/>
          </a:xfrm>
        </p:grpSpPr>
        <p:sp>
          <p:nvSpPr>
            <p:cNvPr id="183487920" name="Freeform 4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7636036" name="TextBox 4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4133008" name="Group 428"/>
          <p:cNvGrpSpPr/>
          <p:nvPr/>
        </p:nvGrpSpPr>
        <p:grpSpPr bwMode="auto">
          <a:xfrm>
            <a:off x="1821505" y="3887332"/>
            <a:ext cx="143901" cy="143901"/>
            <a:chOff x="0" y="0"/>
            <a:chExt cx="812799" cy="812799"/>
          </a:xfrm>
        </p:grpSpPr>
        <p:sp>
          <p:nvSpPr>
            <p:cNvPr id="825699799" name="Freeform 4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8489138" name="TextBox 4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3779867" name="Group 431"/>
          <p:cNvGrpSpPr/>
          <p:nvPr/>
        </p:nvGrpSpPr>
        <p:grpSpPr bwMode="auto">
          <a:xfrm>
            <a:off x="2013034" y="3887332"/>
            <a:ext cx="143901" cy="143901"/>
            <a:chOff x="0" y="0"/>
            <a:chExt cx="812799" cy="812799"/>
          </a:xfrm>
        </p:grpSpPr>
        <p:sp>
          <p:nvSpPr>
            <p:cNvPr id="455758430" name="Freeform 4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3893917" name="TextBox 4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817202" name="Group 434"/>
          <p:cNvGrpSpPr/>
          <p:nvPr/>
        </p:nvGrpSpPr>
        <p:grpSpPr bwMode="auto">
          <a:xfrm>
            <a:off x="2205657" y="3887332"/>
            <a:ext cx="143901" cy="143901"/>
            <a:chOff x="0" y="0"/>
            <a:chExt cx="812799" cy="812799"/>
          </a:xfrm>
        </p:grpSpPr>
        <p:sp>
          <p:nvSpPr>
            <p:cNvPr id="419608543" name="Freeform 4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70247" name="TextBox 4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7214787" name="Group 437"/>
          <p:cNvGrpSpPr/>
          <p:nvPr/>
        </p:nvGrpSpPr>
        <p:grpSpPr bwMode="auto">
          <a:xfrm>
            <a:off x="2398280" y="3887332"/>
            <a:ext cx="143901" cy="143901"/>
            <a:chOff x="0" y="0"/>
            <a:chExt cx="812799" cy="812799"/>
          </a:xfrm>
        </p:grpSpPr>
        <p:sp>
          <p:nvSpPr>
            <p:cNvPr id="1072427211" name="Freeform 4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165777" name="TextBox 4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6231393" name="Group 440"/>
          <p:cNvGrpSpPr/>
          <p:nvPr/>
        </p:nvGrpSpPr>
        <p:grpSpPr bwMode="auto">
          <a:xfrm>
            <a:off x="2589809" y="3887332"/>
            <a:ext cx="143901" cy="143901"/>
            <a:chOff x="0" y="0"/>
            <a:chExt cx="812799" cy="812799"/>
          </a:xfrm>
        </p:grpSpPr>
        <p:sp>
          <p:nvSpPr>
            <p:cNvPr id="60492118" name="Freeform 4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9130750" name="TextBox 4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6865477" name="Group 443"/>
          <p:cNvGrpSpPr/>
          <p:nvPr/>
        </p:nvGrpSpPr>
        <p:grpSpPr bwMode="auto">
          <a:xfrm>
            <a:off x="2782434" y="3887332"/>
            <a:ext cx="143901" cy="143901"/>
            <a:chOff x="0" y="0"/>
            <a:chExt cx="812799" cy="812799"/>
          </a:xfrm>
        </p:grpSpPr>
        <p:sp>
          <p:nvSpPr>
            <p:cNvPr id="1661574428" name="Freeform 4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803741" name="TextBox 4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2780102" name="Group 446"/>
          <p:cNvGrpSpPr/>
          <p:nvPr/>
        </p:nvGrpSpPr>
        <p:grpSpPr bwMode="auto">
          <a:xfrm>
            <a:off x="2975058" y="3887332"/>
            <a:ext cx="143901" cy="143901"/>
            <a:chOff x="0" y="0"/>
            <a:chExt cx="812799" cy="812799"/>
          </a:xfrm>
        </p:grpSpPr>
        <p:sp>
          <p:nvSpPr>
            <p:cNvPr id="264970223" name="Freeform 4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64683503" name="TextBox 4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8777866" name="Group 449"/>
          <p:cNvGrpSpPr/>
          <p:nvPr/>
        </p:nvGrpSpPr>
        <p:grpSpPr bwMode="auto">
          <a:xfrm>
            <a:off x="859482" y="3887332"/>
            <a:ext cx="143901" cy="143901"/>
            <a:chOff x="0" y="0"/>
            <a:chExt cx="812799" cy="812799"/>
          </a:xfrm>
        </p:grpSpPr>
        <p:sp>
          <p:nvSpPr>
            <p:cNvPr id="1331222140" name="Freeform 4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1485033" name="TextBox 4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7589107" name="Group 452"/>
          <p:cNvGrpSpPr/>
          <p:nvPr/>
        </p:nvGrpSpPr>
        <p:grpSpPr bwMode="auto">
          <a:xfrm>
            <a:off x="1052104" y="3887332"/>
            <a:ext cx="143901" cy="143901"/>
            <a:chOff x="0" y="0"/>
            <a:chExt cx="812799" cy="812799"/>
          </a:xfrm>
        </p:grpSpPr>
        <p:sp>
          <p:nvSpPr>
            <p:cNvPr id="1608350681" name="Freeform 4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8685274" name="TextBox 4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7327955" name="Group 455"/>
          <p:cNvGrpSpPr/>
          <p:nvPr/>
        </p:nvGrpSpPr>
        <p:grpSpPr bwMode="auto">
          <a:xfrm>
            <a:off x="1244731" y="3887332"/>
            <a:ext cx="143901" cy="143901"/>
            <a:chOff x="0" y="0"/>
            <a:chExt cx="812799" cy="812799"/>
          </a:xfrm>
        </p:grpSpPr>
        <p:sp>
          <p:nvSpPr>
            <p:cNvPr id="187628069" name="Freeform 4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1336550" name="TextBox 4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6798724" name="Group 458"/>
          <p:cNvGrpSpPr/>
          <p:nvPr/>
        </p:nvGrpSpPr>
        <p:grpSpPr bwMode="auto">
          <a:xfrm>
            <a:off x="1436256" y="1410069"/>
            <a:ext cx="143901" cy="143901"/>
            <a:chOff x="0" y="0"/>
            <a:chExt cx="812799" cy="812799"/>
          </a:xfrm>
        </p:grpSpPr>
        <p:sp>
          <p:nvSpPr>
            <p:cNvPr id="494711831" name="Freeform 4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2877007" name="TextBox 4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0226946" name="Group 461"/>
          <p:cNvGrpSpPr/>
          <p:nvPr/>
        </p:nvGrpSpPr>
        <p:grpSpPr bwMode="auto">
          <a:xfrm>
            <a:off x="1628880" y="1410069"/>
            <a:ext cx="143901" cy="143901"/>
            <a:chOff x="0" y="0"/>
            <a:chExt cx="812799" cy="812799"/>
          </a:xfrm>
        </p:grpSpPr>
        <p:sp>
          <p:nvSpPr>
            <p:cNvPr id="1692716815" name="Freeform 4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3356951" name="TextBox 4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0995686" name="Group 464"/>
          <p:cNvGrpSpPr/>
          <p:nvPr/>
        </p:nvGrpSpPr>
        <p:grpSpPr bwMode="auto">
          <a:xfrm>
            <a:off x="1821505" y="1410069"/>
            <a:ext cx="143901" cy="143901"/>
            <a:chOff x="0" y="0"/>
            <a:chExt cx="812799" cy="812799"/>
          </a:xfrm>
        </p:grpSpPr>
        <p:sp>
          <p:nvSpPr>
            <p:cNvPr id="708532425" name="Freeform 4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4484401" name="TextBox 4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4215680" name="Group 467"/>
          <p:cNvGrpSpPr/>
          <p:nvPr/>
        </p:nvGrpSpPr>
        <p:grpSpPr bwMode="auto">
          <a:xfrm>
            <a:off x="2013034" y="1410069"/>
            <a:ext cx="143901" cy="143901"/>
            <a:chOff x="0" y="0"/>
            <a:chExt cx="812799" cy="812799"/>
          </a:xfrm>
        </p:grpSpPr>
        <p:sp>
          <p:nvSpPr>
            <p:cNvPr id="1133034340" name="Freeform 4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941636" name="TextBox 4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1457508" name="Group 470"/>
          <p:cNvGrpSpPr/>
          <p:nvPr/>
        </p:nvGrpSpPr>
        <p:grpSpPr bwMode="auto">
          <a:xfrm>
            <a:off x="2205657" y="1410069"/>
            <a:ext cx="143901" cy="143901"/>
            <a:chOff x="0" y="0"/>
            <a:chExt cx="812799" cy="812799"/>
          </a:xfrm>
        </p:grpSpPr>
        <p:sp>
          <p:nvSpPr>
            <p:cNvPr id="1088732387" name="Freeform 4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1659307" name="TextBox 4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1336507" name="Group 473"/>
          <p:cNvGrpSpPr/>
          <p:nvPr/>
        </p:nvGrpSpPr>
        <p:grpSpPr bwMode="auto">
          <a:xfrm>
            <a:off x="2398280" y="1410069"/>
            <a:ext cx="143901" cy="143901"/>
            <a:chOff x="0" y="0"/>
            <a:chExt cx="812799" cy="812799"/>
          </a:xfrm>
        </p:grpSpPr>
        <p:sp>
          <p:nvSpPr>
            <p:cNvPr id="431395437" name="Freeform 4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5725629" name="TextBox 4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511712" name="Group 476"/>
          <p:cNvGrpSpPr/>
          <p:nvPr/>
        </p:nvGrpSpPr>
        <p:grpSpPr bwMode="auto">
          <a:xfrm>
            <a:off x="2589809" y="1410069"/>
            <a:ext cx="143901" cy="143901"/>
            <a:chOff x="0" y="0"/>
            <a:chExt cx="812799" cy="812799"/>
          </a:xfrm>
        </p:grpSpPr>
        <p:sp>
          <p:nvSpPr>
            <p:cNvPr id="1296910019" name="Freeform 4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7571761" name="TextBox 4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3533232" name="Group 479"/>
          <p:cNvGrpSpPr/>
          <p:nvPr/>
        </p:nvGrpSpPr>
        <p:grpSpPr bwMode="auto">
          <a:xfrm>
            <a:off x="2782434" y="1410069"/>
            <a:ext cx="143901" cy="143901"/>
            <a:chOff x="0" y="0"/>
            <a:chExt cx="812799" cy="812799"/>
          </a:xfrm>
        </p:grpSpPr>
        <p:sp>
          <p:nvSpPr>
            <p:cNvPr id="1080492474" name="Freeform 4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8546394" name="TextBox 4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9391824" name="Group 482"/>
          <p:cNvGrpSpPr/>
          <p:nvPr/>
        </p:nvGrpSpPr>
        <p:grpSpPr bwMode="auto">
          <a:xfrm>
            <a:off x="2975058" y="1410069"/>
            <a:ext cx="143901" cy="143901"/>
            <a:chOff x="0" y="0"/>
            <a:chExt cx="812799" cy="812799"/>
          </a:xfrm>
        </p:grpSpPr>
        <p:sp>
          <p:nvSpPr>
            <p:cNvPr id="849844588" name="Freeform 4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3569492" name="TextBox 4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1446138" name="Group 485"/>
          <p:cNvGrpSpPr/>
          <p:nvPr/>
        </p:nvGrpSpPr>
        <p:grpSpPr bwMode="auto">
          <a:xfrm>
            <a:off x="859482" y="1410069"/>
            <a:ext cx="143901" cy="143901"/>
            <a:chOff x="0" y="0"/>
            <a:chExt cx="812799" cy="812799"/>
          </a:xfrm>
        </p:grpSpPr>
        <p:sp>
          <p:nvSpPr>
            <p:cNvPr id="71073617" name="Freeform 4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648341" name="TextBox 4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1106150" name="Group 488"/>
          <p:cNvGrpSpPr/>
          <p:nvPr/>
        </p:nvGrpSpPr>
        <p:grpSpPr bwMode="auto">
          <a:xfrm>
            <a:off x="1052104" y="1410069"/>
            <a:ext cx="143901" cy="143901"/>
            <a:chOff x="0" y="0"/>
            <a:chExt cx="812799" cy="812799"/>
          </a:xfrm>
        </p:grpSpPr>
        <p:sp>
          <p:nvSpPr>
            <p:cNvPr id="1280204250" name="Freeform 4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4653533" name="TextBox 4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6657788" name="Group 491"/>
          <p:cNvGrpSpPr/>
          <p:nvPr/>
        </p:nvGrpSpPr>
        <p:grpSpPr bwMode="auto">
          <a:xfrm>
            <a:off x="1244731" y="1410069"/>
            <a:ext cx="143901" cy="143901"/>
            <a:chOff x="0" y="0"/>
            <a:chExt cx="812799" cy="812799"/>
          </a:xfrm>
        </p:grpSpPr>
        <p:sp>
          <p:nvSpPr>
            <p:cNvPr id="1803581409" name="Freeform 4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3111429" name="TextBox 4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2152743" name="Group 494"/>
          <p:cNvGrpSpPr/>
          <p:nvPr/>
        </p:nvGrpSpPr>
        <p:grpSpPr bwMode="auto">
          <a:xfrm>
            <a:off x="1436256" y="1599542"/>
            <a:ext cx="143901" cy="143901"/>
            <a:chOff x="0" y="0"/>
            <a:chExt cx="812799" cy="812799"/>
          </a:xfrm>
        </p:grpSpPr>
        <p:sp>
          <p:nvSpPr>
            <p:cNvPr id="468094571" name="Freeform 4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820370" name="TextBox 4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046290" name="Group 497"/>
          <p:cNvGrpSpPr/>
          <p:nvPr/>
        </p:nvGrpSpPr>
        <p:grpSpPr bwMode="auto">
          <a:xfrm>
            <a:off x="1628880" y="1599542"/>
            <a:ext cx="143901" cy="143901"/>
            <a:chOff x="0" y="0"/>
            <a:chExt cx="812799" cy="812799"/>
          </a:xfrm>
        </p:grpSpPr>
        <p:sp>
          <p:nvSpPr>
            <p:cNvPr id="1311475525" name="Freeform 4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6381681" name="TextBox 4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4287851" name="Group 500"/>
          <p:cNvGrpSpPr/>
          <p:nvPr/>
        </p:nvGrpSpPr>
        <p:grpSpPr bwMode="auto">
          <a:xfrm>
            <a:off x="1821505" y="1599542"/>
            <a:ext cx="143901" cy="143901"/>
            <a:chOff x="0" y="0"/>
            <a:chExt cx="812799" cy="812799"/>
          </a:xfrm>
        </p:grpSpPr>
        <p:sp>
          <p:nvSpPr>
            <p:cNvPr id="1404390693" name="Freeform 5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651267" name="TextBox 5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7129452" name="Group 503"/>
          <p:cNvGrpSpPr/>
          <p:nvPr/>
        </p:nvGrpSpPr>
        <p:grpSpPr bwMode="auto">
          <a:xfrm>
            <a:off x="2013034" y="1599542"/>
            <a:ext cx="143901" cy="143901"/>
            <a:chOff x="0" y="0"/>
            <a:chExt cx="812799" cy="812799"/>
          </a:xfrm>
        </p:grpSpPr>
        <p:sp>
          <p:nvSpPr>
            <p:cNvPr id="602282330" name="Freeform 5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793725" name="TextBox 5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6091450" name="Group 506"/>
          <p:cNvGrpSpPr/>
          <p:nvPr/>
        </p:nvGrpSpPr>
        <p:grpSpPr bwMode="auto">
          <a:xfrm>
            <a:off x="2205657" y="1599542"/>
            <a:ext cx="143901" cy="143901"/>
            <a:chOff x="0" y="0"/>
            <a:chExt cx="812799" cy="812799"/>
          </a:xfrm>
        </p:grpSpPr>
        <p:sp>
          <p:nvSpPr>
            <p:cNvPr id="1978679061" name="Freeform 5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5458738" name="TextBox 5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8142591" name="Group 509"/>
          <p:cNvGrpSpPr/>
          <p:nvPr/>
        </p:nvGrpSpPr>
        <p:grpSpPr bwMode="auto">
          <a:xfrm>
            <a:off x="2398280" y="1599542"/>
            <a:ext cx="143901" cy="143901"/>
            <a:chOff x="0" y="0"/>
            <a:chExt cx="812799" cy="812799"/>
          </a:xfrm>
        </p:grpSpPr>
        <p:sp>
          <p:nvSpPr>
            <p:cNvPr id="1021971172" name="Freeform 5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5829181" name="TextBox 5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7798107" name="Group 512"/>
          <p:cNvGrpSpPr/>
          <p:nvPr/>
        </p:nvGrpSpPr>
        <p:grpSpPr bwMode="auto">
          <a:xfrm>
            <a:off x="2589809" y="1599542"/>
            <a:ext cx="143901" cy="143901"/>
            <a:chOff x="0" y="0"/>
            <a:chExt cx="812799" cy="812799"/>
          </a:xfrm>
        </p:grpSpPr>
        <p:sp>
          <p:nvSpPr>
            <p:cNvPr id="9221054" name="Freeform 5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71293" name="TextBox 5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8938430" name="Group 515"/>
          <p:cNvGrpSpPr/>
          <p:nvPr/>
        </p:nvGrpSpPr>
        <p:grpSpPr bwMode="auto">
          <a:xfrm>
            <a:off x="2782434" y="1599542"/>
            <a:ext cx="143901" cy="143901"/>
            <a:chOff x="0" y="0"/>
            <a:chExt cx="812799" cy="812799"/>
          </a:xfrm>
        </p:grpSpPr>
        <p:sp>
          <p:nvSpPr>
            <p:cNvPr id="928112241" name="Freeform 5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37198694" name="TextBox 5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1902526" name="Group 518"/>
          <p:cNvGrpSpPr/>
          <p:nvPr/>
        </p:nvGrpSpPr>
        <p:grpSpPr bwMode="auto">
          <a:xfrm>
            <a:off x="2975058" y="1599542"/>
            <a:ext cx="143901" cy="143901"/>
            <a:chOff x="0" y="0"/>
            <a:chExt cx="812799" cy="812799"/>
          </a:xfrm>
        </p:grpSpPr>
        <p:sp>
          <p:nvSpPr>
            <p:cNvPr id="1369127045" name="Freeform 5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1672558" name="TextBox 5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9202691" name="Group 521"/>
          <p:cNvGrpSpPr/>
          <p:nvPr/>
        </p:nvGrpSpPr>
        <p:grpSpPr bwMode="auto">
          <a:xfrm>
            <a:off x="859482" y="1599542"/>
            <a:ext cx="143901" cy="143901"/>
            <a:chOff x="0" y="0"/>
            <a:chExt cx="812799" cy="812799"/>
          </a:xfrm>
        </p:grpSpPr>
        <p:sp>
          <p:nvSpPr>
            <p:cNvPr id="159581411" name="Freeform 5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6690486" name="TextBox 5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1150315" name="Group 524"/>
          <p:cNvGrpSpPr/>
          <p:nvPr/>
        </p:nvGrpSpPr>
        <p:grpSpPr bwMode="auto">
          <a:xfrm>
            <a:off x="1052104" y="1599542"/>
            <a:ext cx="143901" cy="143901"/>
            <a:chOff x="0" y="0"/>
            <a:chExt cx="812799" cy="812799"/>
          </a:xfrm>
        </p:grpSpPr>
        <p:sp>
          <p:nvSpPr>
            <p:cNvPr id="245522036" name="Freeform 5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19647491" name="TextBox 5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14877276" name="Group 527"/>
          <p:cNvGrpSpPr/>
          <p:nvPr/>
        </p:nvGrpSpPr>
        <p:grpSpPr bwMode="auto">
          <a:xfrm>
            <a:off x="1244731" y="1599542"/>
            <a:ext cx="143901" cy="143901"/>
            <a:chOff x="0" y="0"/>
            <a:chExt cx="812799" cy="812799"/>
          </a:xfrm>
        </p:grpSpPr>
        <p:sp>
          <p:nvSpPr>
            <p:cNvPr id="1714410109" name="Freeform 5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8683994" name="TextBox 5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2833183" name="Group 530"/>
          <p:cNvGrpSpPr/>
          <p:nvPr/>
        </p:nvGrpSpPr>
        <p:grpSpPr bwMode="auto">
          <a:xfrm>
            <a:off x="1436256" y="4077831"/>
            <a:ext cx="143901" cy="143901"/>
            <a:chOff x="0" y="0"/>
            <a:chExt cx="812799" cy="812799"/>
          </a:xfrm>
        </p:grpSpPr>
        <p:sp>
          <p:nvSpPr>
            <p:cNvPr id="677368266" name="Freeform 5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8531844" name="TextBox 5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107674" name="Group 533"/>
          <p:cNvGrpSpPr/>
          <p:nvPr/>
        </p:nvGrpSpPr>
        <p:grpSpPr bwMode="auto">
          <a:xfrm>
            <a:off x="1628880" y="4077831"/>
            <a:ext cx="143901" cy="143901"/>
            <a:chOff x="0" y="0"/>
            <a:chExt cx="812799" cy="812799"/>
          </a:xfrm>
        </p:grpSpPr>
        <p:sp>
          <p:nvSpPr>
            <p:cNvPr id="1997970246" name="Freeform 5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7730127" name="TextBox 5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3736593" name="Group 536"/>
          <p:cNvGrpSpPr/>
          <p:nvPr/>
        </p:nvGrpSpPr>
        <p:grpSpPr bwMode="auto">
          <a:xfrm>
            <a:off x="1821505" y="4077831"/>
            <a:ext cx="143901" cy="143901"/>
            <a:chOff x="0" y="0"/>
            <a:chExt cx="812799" cy="812799"/>
          </a:xfrm>
        </p:grpSpPr>
        <p:sp>
          <p:nvSpPr>
            <p:cNvPr id="1327041838" name="Freeform 5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83843427" name="TextBox 5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9638891" name="Group 539"/>
          <p:cNvGrpSpPr/>
          <p:nvPr/>
        </p:nvGrpSpPr>
        <p:grpSpPr bwMode="auto">
          <a:xfrm>
            <a:off x="2013034" y="4077831"/>
            <a:ext cx="143901" cy="143901"/>
            <a:chOff x="0" y="0"/>
            <a:chExt cx="812799" cy="812799"/>
          </a:xfrm>
        </p:grpSpPr>
        <p:sp>
          <p:nvSpPr>
            <p:cNvPr id="91340074" name="Freeform 5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81016" name="TextBox 5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9192770" name="Group 542"/>
          <p:cNvGrpSpPr/>
          <p:nvPr/>
        </p:nvGrpSpPr>
        <p:grpSpPr bwMode="auto">
          <a:xfrm>
            <a:off x="2205657" y="4077831"/>
            <a:ext cx="143901" cy="143901"/>
            <a:chOff x="0" y="0"/>
            <a:chExt cx="812799" cy="812799"/>
          </a:xfrm>
        </p:grpSpPr>
        <p:sp>
          <p:nvSpPr>
            <p:cNvPr id="100611038" name="Freeform 5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7797821" name="TextBox 5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7370518" name="Group 545"/>
          <p:cNvGrpSpPr/>
          <p:nvPr/>
        </p:nvGrpSpPr>
        <p:grpSpPr bwMode="auto">
          <a:xfrm>
            <a:off x="2398280" y="4077831"/>
            <a:ext cx="143901" cy="143901"/>
            <a:chOff x="0" y="0"/>
            <a:chExt cx="812799" cy="812799"/>
          </a:xfrm>
        </p:grpSpPr>
        <p:sp>
          <p:nvSpPr>
            <p:cNvPr id="684247158" name="Freeform 5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6376884" name="TextBox 5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9802333" name="Group 548"/>
          <p:cNvGrpSpPr/>
          <p:nvPr/>
        </p:nvGrpSpPr>
        <p:grpSpPr bwMode="auto">
          <a:xfrm>
            <a:off x="2589809" y="4077831"/>
            <a:ext cx="143901" cy="143901"/>
            <a:chOff x="0" y="0"/>
            <a:chExt cx="812799" cy="812799"/>
          </a:xfrm>
        </p:grpSpPr>
        <p:sp>
          <p:nvSpPr>
            <p:cNvPr id="1786690722" name="Freeform 5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3343479" name="TextBox 5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081914" name="Group 551"/>
          <p:cNvGrpSpPr/>
          <p:nvPr/>
        </p:nvGrpSpPr>
        <p:grpSpPr bwMode="auto">
          <a:xfrm>
            <a:off x="2782434" y="4077831"/>
            <a:ext cx="143901" cy="143901"/>
            <a:chOff x="0" y="0"/>
            <a:chExt cx="812799" cy="812799"/>
          </a:xfrm>
        </p:grpSpPr>
        <p:sp>
          <p:nvSpPr>
            <p:cNvPr id="1606630871" name="Freeform 5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98484357" name="TextBox 5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983812" name="Group 554"/>
          <p:cNvGrpSpPr/>
          <p:nvPr/>
        </p:nvGrpSpPr>
        <p:grpSpPr bwMode="auto">
          <a:xfrm>
            <a:off x="2975058" y="4077831"/>
            <a:ext cx="143901" cy="143901"/>
            <a:chOff x="0" y="0"/>
            <a:chExt cx="812799" cy="812799"/>
          </a:xfrm>
        </p:grpSpPr>
        <p:sp>
          <p:nvSpPr>
            <p:cNvPr id="1717350889" name="Freeform 5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27914" name="TextBox 5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5382101" name="Group 557"/>
          <p:cNvGrpSpPr/>
          <p:nvPr/>
        </p:nvGrpSpPr>
        <p:grpSpPr bwMode="auto">
          <a:xfrm>
            <a:off x="859482" y="4077831"/>
            <a:ext cx="143901" cy="143901"/>
            <a:chOff x="0" y="0"/>
            <a:chExt cx="812799" cy="812799"/>
          </a:xfrm>
        </p:grpSpPr>
        <p:sp>
          <p:nvSpPr>
            <p:cNvPr id="1610936643" name="Freeform 5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9093879" name="TextBox 5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849925" name="Group 560"/>
          <p:cNvGrpSpPr/>
          <p:nvPr/>
        </p:nvGrpSpPr>
        <p:grpSpPr bwMode="auto">
          <a:xfrm>
            <a:off x="1052104" y="4077831"/>
            <a:ext cx="143901" cy="143901"/>
            <a:chOff x="0" y="0"/>
            <a:chExt cx="812799" cy="812799"/>
          </a:xfrm>
        </p:grpSpPr>
        <p:sp>
          <p:nvSpPr>
            <p:cNvPr id="1548333311" name="Freeform 5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36141359" name="TextBox 5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2891723" name="Group 563"/>
          <p:cNvGrpSpPr/>
          <p:nvPr/>
        </p:nvGrpSpPr>
        <p:grpSpPr bwMode="auto">
          <a:xfrm>
            <a:off x="1244731" y="4077831"/>
            <a:ext cx="143901" cy="143901"/>
            <a:chOff x="0" y="0"/>
            <a:chExt cx="812799" cy="812799"/>
          </a:xfrm>
        </p:grpSpPr>
        <p:sp>
          <p:nvSpPr>
            <p:cNvPr id="38963922" name="Freeform 5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5258251" name="TextBox 5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3533001" name="Group 566"/>
          <p:cNvGrpSpPr/>
          <p:nvPr/>
        </p:nvGrpSpPr>
        <p:grpSpPr bwMode="auto">
          <a:xfrm>
            <a:off x="1436256" y="4267302"/>
            <a:ext cx="143901" cy="143901"/>
            <a:chOff x="0" y="0"/>
            <a:chExt cx="812799" cy="812799"/>
          </a:xfrm>
        </p:grpSpPr>
        <p:sp>
          <p:nvSpPr>
            <p:cNvPr id="876875605" name="Freeform 5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80169890" name="TextBox 5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3414253" name="Group 569"/>
          <p:cNvGrpSpPr/>
          <p:nvPr/>
        </p:nvGrpSpPr>
        <p:grpSpPr bwMode="auto">
          <a:xfrm>
            <a:off x="1628880" y="4267302"/>
            <a:ext cx="143901" cy="143901"/>
            <a:chOff x="0" y="0"/>
            <a:chExt cx="812799" cy="812799"/>
          </a:xfrm>
        </p:grpSpPr>
        <p:sp>
          <p:nvSpPr>
            <p:cNvPr id="1309505793" name="Freeform 5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803192" name="TextBox 5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8780737" name="Group 572"/>
          <p:cNvGrpSpPr/>
          <p:nvPr/>
        </p:nvGrpSpPr>
        <p:grpSpPr bwMode="auto">
          <a:xfrm>
            <a:off x="1821505" y="4267302"/>
            <a:ext cx="143901" cy="143901"/>
            <a:chOff x="0" y="0"/>
            <a:chExt cx="812799" cy="812799"/>
          </a:xfrm>
        </p:grpSpPr>
        <p:sp>
          <p:nvSpPr>
            <p:cNvPr id="2059274758" name="Freeform 5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726139" name="TextBox 5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0160974" name="Group 575"/>
          <p:cNvGrpSpPr/>
          <p:nvPr/>
        </p:nvGrpSpPr>
        <p:grpSpPr bwMode="auto">
          <a:xfrm>
            <a:off x="2013034" y="4267302"/>
            <a:ext cx="143901" cy="143901"/>
            <a:chOff x="0" y="0"/>
            <a:chExt cx="812799" cy="812799"/>
          </a:xfrm>
        </p:grpSpPr>
        <p:sp>
          <p:nvSpPr>
            <p:cNvPr id="1819001038" name="Freeform 5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32975921" name="TextBox 5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5243658" name="Group 578"/>
          <p:cNvGrpSpPr/>
          <p:nvPr/>
        </p:nvGrpSpPr>
        <p:grpSpPr bwMode="auto">
          <a:xfrm>
            <a:off x="2205657" y="4267302"/>
            <a:ext cx="143901" cy="143901"/>
            <a:chOff x="0" y="0"/>
            <a:chExt cx="812799" cy="812799"/>
          </a:xfrm>
        </p:grpSpPr>
        <p:sp>
          <p:nvSpPr>
            <p:cNvPr id="1194974648" name="Freeform 5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9765113" name="TextBox 5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4869131" name="Group 581"/>
          <p:cNvGrpSpPr/>
          <p:nvPr/>
        </p:nvGrpSpPr>
        <p:grpSpPr bwMode="auto">
          <a:xfrm>
            <a:off x="2398280" y="4267302"/>
            <a:ext cx="143901" cy="143901"/>
            <a:chOff x="0" y="0"/>
            <a:chExt cx="812799" cy="812799"/>
          </a:xfrm>
        </p:grpSpPr>
        <p:sp>
          <p:nvSpPr>
            <p:cNvPr id="1478217677" name="Freeform 5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7515851" name="TextBox 5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6435553" name="Group 584"/>
          <p:cNvGrpSpPr/>
          <p:nvPr/>
        </p:nvGrpSpPr>
        <p:grpSpPr bwMode="auto">
          <a:xfrm>
            <a:off x="2589809" y="4267302"/>
            <a:ext cx="143901" cy="143901"/>
            <a:chOff x="0" y="0"/>
            <a:chExt cx="812799" cy="812799"/>
          </a:xfrm>
        </p:grpSpPr>
        <p:sp>
          <p:nvSpPr>
            <p:cNvPr id="847749852" name="Freeform 5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75983" name="TextBox 5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6289714" name="Group 587"/>
          <p:cNvGrpSpPr/>
          <p:nvPr/>
        </p:nvGrpSpPr>
        <p:grpSpPr bwMode="auto">
          <a:xfrm>
            <a:off x="2782434" y="4267302"/>
            <a:ext cx="143901" cy="143901"/>
            <a:chOff x="0" y="0"/>
            <a:chExt cx="812799" cy="812799"/>
          </a:xfrm>
        </p:grpSpPr>
        <p:sp>
          <p:nvSpPr>
            <p:cNvPr id="222348588" name="Freeform 5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2773291" name="TextBox 5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489003" name="Group 590"/>
          <p:cNvGrpSpPr/>
          <p:nvPr/>
        </p:nvGrpSpPr>
        <p:grpSpPr bwMode="auto">
          <a:xfrm>
            <a:off x="2975058" y="4267302"/>
            <a:ext cx="143901" cy="143901"/>
            <a:chOff x="0" y="0"/>
            <a:chExt cx="812799" cy="812799"/>
          </a:xfrm>
        </p:grpSpPr>
        <p:sp>
          <p:nvSpPr>
            <p:cNvPr id="1918423255" name="Freeform 5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1852695" name="TextBox 5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7771430" name="Group 593"/>
          <p:cNvGrpSpPr/>
          <p:nvPr/>
        </p:nvGrpSpPr>
        <p:grpSpPr bwMode="auto">
          <a:xfrm>
            <a:off x="859482" y="4267302"/>
            <a:ext cx="143901" cy="143901"/>
            <a:chOff x="0" y="0"/>
            <a:chExt cx="812799" cy="812799"/>
          </a:xfrm>
        </p:grpSpPr>
        <p:sp>
          <p:nvSpPr>
            <p:cNvPr id="1243484606" name="Freeform 5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2664770" name="TextBox 5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1188171" name="Group 596"/>
          <p:cNvGrpSpPr/>
          <p:nvPr/>
        </p:nvGrpSpPr>
        <p:grpSpPr bwMode="auto">
          <a:xfrm>
            <a:off x="1052104" y="4267302"/>
            <a:ext cx="143901" cy="143901"/>
            <a:chOff x="0" y="0"/>
            <a:chExt cx="812799" cy="812799"/>
          </a:xfrm>
        </p:grpSpPr>
        <p:sp>
          <p:nvSpPr>
            <p:cNvPr id="1301086132" name="Freeform 5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4484730" name="TextBox 5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4987776" name="Group 599"/>
          <p:cNvGrpSpPr/>
          <p:nvPr/>
        </p:nvGrpSpPr>
        <p:grpSpPr bwMode="auto">
          <a:xfrm>
            <a:off x="1244731" y="4267302"/>
            <a:ext cx="143901" cy="143901"/>
            <a:chOff x="0" y="0"/>
            <a:chExt cx="812799" cy="812799"/>
          </a:xfrm>
        </p:grpSpPr>
        <p:sp>
          <p:nvSpPr>
            <p:cNvPr id="1650046787" name="Freeform 6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2034292" name="TextBox 6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6121287" name="Group 602"/>
          <p:cNvGrpSpPr/>
          <p:nvPr/>
        </p:nvGrpSpPr>
        <p:grpSpPr bwMode="auto">
          <a:xfrm>
            <a:off x="5562625" y="1791070"/>
            <a:ext cx="143901" cy="143901"/>
            <a:chOff x="0" y="0"/>
            <a:chExt cx="812799" cy="812799"/>
          </a:xfrm>
        </p:grpSpPr>
        <p:sp>
          <p:nvSpPr>
            <p:cNvPr id="2065616843" name="Freeform 6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0641410" name="TextBox 6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6346939" name="Group 605"/>
          <p:cNvGrpSpPr/>
          <p:nvPr/>
        </p:nvGrpSpPr>
        <p:grpSpPr bwMode="auto">
          <a:xfrm>
            <a:off x="5755248" y="1791070"/>
            <a:ext cx="143901" cy="143901"/>
            <a:chOff x="0" y="0"/>
            <a:chExt cx="812799" cy="812799"/>
          </a:xfrm>
        </p:grpSpPr>
        <p:sp>
          <p:nvSpPr>
            <p:cNvPr id="841073801" name="Freeform 6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9722320" name="TextBox 6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744289" name="Group 608"/>
          <p:cNvGrpSpPr/>
          <p:nvPr/>
        </p:nvGrpSpPr>
        <p:grpSpPr bwMode="auto">
          <a:xfrm>
            <a:off x="5947870" y="1791070"/>
            <a:ext cx="143901" cy="143901"/>
            <a:chOff x="0" y="0"/>
            <a:chExt cx="812799" cy="812799"/>
          </a:xfrm>
        </p:grpSpPr>
        <p:sp>
          <p:nvSpPr>
            <p:cNvPr id="900625812" name="Freeform 6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21407535" name="TextBox 6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6257383" name="Group 611"/>
          <p:cNvGrpSpPr/>
          <p:nvPr/>
        </p:nvGrpSpPr>
        <p:grpSpPr bwMode="auto">
          <a:xfrm>
            <a:off x="6139399" y="1791070"/>
            <a:ext cx="143901" cy="143901"/>
            <a:chOff x="0" y="0"/>
            <a:chExt cx="812799" cy="812799"/>
          </a:xfrm>
        </p:grpSpPr>
        <p:sp>
          <p:nvSpPr>
            <p:cNvPr id="1472408169" name="Freeform 6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0450458" name="TextBox 6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6195106" name="Group 614"/>
          <p:cNvGrpSpPr/>
          <p:nvPr/>
        </p:nvGrpSpPr>
        <p:grpSpPr bwMode="auto">
          <a:xfrm>
            <a:off x="6332026" y="1791070"/>
            <a:ext cx="143901" cy="143901"/>
            <a:chOff x="0" y="0"/>
            <a:chExt cx="812799" cy="812799"/>
          </a:xfrm>
        </p:grpSpPr>
        <p:sp>
          <p:nvSpPr>
            <p:cNvPr id="1014983222" name="Freeform 6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8275985" name="TextBox 6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8599415" name="Group 617"/>
          <p:cNvGrpSpPr/>
          <p:nvPr/>
        </p:nvGrpSpPr>
        <p:grpSpPr bwMode="auto">
          <a:xfrm>
            <a:off x="6524645" y="1791070"/>
            <a:ext cx="143901" cy="143901"/>
            <a:chOff x="0" y="0"/>
            <a:chExt cx="812799" cy="812799"/>
          </a:xfrm>
        </p:grpSpPr>
        <p:sp>
          <p:nvSpPr>
            <p:cNvPr id="1767916602" name="Freeform 6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19736881" name="TextBox 6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0052863" name="Group 620"/>
          <p:cNvGrpSpPr/>
          <p:nvPr/>
        </p:nvGrpSpPr>
        <p:grpSpPr bwMode="auto">
          <a:xfrm>
            <a:off x="6716175" y="1791070"/>
            <a:ext cx="143901" cy="143901"/>
            <a:chOff x="0" y="0"/>
            <a:chExt cx="812799" cy="812799"/>
          </a:xfrm>
        </p:grpSpPr>
        <p:sp>
          <p:nvSpPr>
            <p:cNvPr id="996769535" name="Freeform 6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8199747" name="TextBox 6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1399375" name="Group 623"/>
          <p:cNvGrpSpPr/>
          <p:nvPr/>
        </p:nvGrpSpPr>
        <p:grpSpPr bwMode="auto">
          <a:xfrm>
            <a:off x="6908799" y="1791070"/>
            <a:ext cx="143901" cy="143901"/>
            <a:chOff x="0" y="0"/>
            <a:chExt cx="812799" cy="812799"/>
          </a:xfrm>
        </p:grpSpPr>
        <p:sp>
          <p:nvSpPr>
            <p:cNvPr id="1512736302" name="Freeform 6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39705" name="TextBox 6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280165" name="Group 626"/>
          <p:cNvGrpSpPr/>
          <p:nvPr/>
        </p:nvGrpSpPr>
        <p:grpSpPr bwMode="auto">
          <a:xfrm>
            <a:off x="7101427" y="1791070"/>
            <a:ext cx="143901" cy="143901"/>
            <a:chOff x="0" y="0"/>
            <a:chExt cx="812799" cy="812799"/>
          </a:xfrm>
        </p:grpSpPr>
        <p:sp>
          <p:nvSpPr>
            <p:cNvPr id="533318310" name="Freeform 6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8700063" name="TextBox 6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3389256" name="Group 629"/>
          <p:cNvGrpSpPr/>
          <p:nvPr/>
        </p:nvGrpSpPr>
        <p:grpSpPr bwMode="auto">
          <a:xfrm>
            <a:off x="4985845" y="1791070"/>
            <a:ext cx="143901" cy="143901"/>
            <a:chOff x="0" y="0"/>
            <a:chExt cx="812799" cy="812799"/>
          </a:xfrm>
        </p:grpSpPr>
        <p:sp>
          <p:nvSpPr>
            <p:cNvPr id="38752060" name="Freeform 6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07583111" name="TextBox 6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4292263" name="Group 632"/>
          <p:cNvGrpSpPr/>
          <p:nvPr/>
        </p:nvGrpSpPr>
        <p:grpSpPr bwMode="auto">
          <a:xfrm>
            <a:off x="5178469" y="1791070"/>
            <a:ext cx="143901" cy="143901"/>
            <a:chOff x="0" y="0"/>
            <a:chExt cx="812799" cy="812799"/>
          </a:xfrm>
        </p:grpSpPr>
        <p:sp>
          <p:nvSpPr>
            <p:cNvPr id="146909711" name="Freeform 6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395419" name="TextBox 6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19507" name="Group 635"/>
          <p:cNvGrpSpPr/>
          <p:nvPr/>
        </p:nvGrpSpPr>
        <p:grpSpPr bwMode="auto">
          <a:xfrm>
            <a:off x="5371096" y="1791070"/>
            <a:ext cx="143901" cy="143901"/>
            <a:chOff x="0" y="0"/>
            <a:chExt cx="812799" cy="812799"/>
          </a:xfrm>
        </p:grpSpPr>
        <p:sp>
          <p:nvSpPr>
            <p:cNvPr id="377038651" name="Freeform 6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77538068" name="TextBox 6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5776719" name="Group 638"/>
          <p:cNvGrpSpPr/>
          <p:nvPr/>
        </p:nvGrpSpPr>
        <p:grpSpPr bwMode="auto">
          <a:xfrm>
            <a:off x="5562625" y="1980542"/>
            <a:ext cx="143901" cy="143901"/>
            <a:chOff x="0" y="0"/>
            <a:chExt cx="812799" cy="812799"/>
          </a:xfrm>
        </p:grpSpPr>
        <p:sp>
          <p:nvSpPr>
            <p:cNvPr id="2096187282" name="Freeform 6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6297798" name="TextBox 6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8574031" name="Group 641"/>
          <p:cNvGrpSpPr/>
          <p:nvPr/>
        </p:nvGrpSpPr>
        <p:grpSpPr bwMode="auto">
          <a:xfrm>
            <a:off x="5755248" y="1980542"/>
            <a:ext cx="143901" cy="143901"/>
            <a:chOff x="0" y="0"/>
            <a:chExt cx="812799" cy="812799"/>
          </a:xfrm>
        </p:grpSpPr>
        <p:sp>
          <p:nvSpPr>
            <p:cNvPr id="274299307" name="Freeform 6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3336220" name="TextBox 6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0278169" name="Group 644"/>
          <p:cNvGrpSpPr/>
          <p:nvPr/>
        </p:nvGrpSpPr>
        <p:grpSpPr bwMode="auto">
          <a:xfrm>
            <a:off x="5947870" y="1980542"/>
            <a:ext cx="143901" cy="143901"/>
            <a:chOff x="0" y="0"/>
            <a:chExt cx="812799" cy="812799"/>
          </a:xfrm>
        </p:grpSpPr>
        <p:sp>
          <p:nvSpPr>
            <p:cNvPr id="261298854" name="Freeform 6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054676" name="TextBox 6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0603232" name="Group 647"/>
          <p:cNvGrpSpPr/>
          <p:nvPr/>
        </p:nvGrpSpPr>
        <p:grpSpPr bwMode="auto">
          <a:xfrm>
            <a:off x="6139399" y="1980542"/>
            <a:ext cx="143901" cy="143901"/>
            <a:chOff x="0" y="0"/>
            <a:chExt cx="812799" cy="812799"/>
          </a:xfrm>
        </p:grpSpPr>
        <p:sp>
          <p:nvSpPr>
            <p:cNvPr id="1929038201" name="Freeform 6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6637371" name="TextBox 6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0511717" name="Group 650"/>
          <p:cNvGrpSpPr/>
          <p:nvPr/>
        </p:nvGrpSpPr>
        <p:grpSpPr bwMode="auto">
          <a:xfrm>
            <a:off x="6332026" y="1980542"/>
            <a:ext cx="143901" cy="143901"/>
            <a:chOff x="0" y="0"/>
            <a:chExt cx="812799" cy="812799"/>
          </a:xfrm>
        </p:grpSpPr>
        <p:sp>
          <p:nvSpPr>
            <p:cNvPr id="2042409971" name="Freeform 6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0662568" name="TextBox 6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015844" name="Group 653"/>
          <p:cNvGrpSpPr/>
          <p:nvPr/>
        </p:nvGrpSpPr>
        <p:grpSpPr bwMode="auto">
          <a:xfrm>
            <a:off x="6524645" y="1980542"/>
            <a:ext cx="143901" cy="143901"/>
            <a:chOff x="0" y="0"/>
            <a:chExt cx="812799" cy="812799"/>
          </a:xfrm>
        </p:grpSpPr>
        <p:sp>
          <p:nvSpPr>
            <p:cNvPr id="1369463708" name="Freeform 6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7659319" name="TextBox 6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9487988" name="Group 656"/>
          <p:cNvGrpSpPr/>
          <p:nvPr/>
        </p:nvGrpSpPr>
        <p:grpSpPr bwMode="auto">
          <a:xfrm>
            <a:off x="6716175" y="1980542"/>
            <a:ext cx="143901" cy="143901"/>
            <a:chOff x="0" y="0"/>
            <a:chExt cx="812799" cy="812799"/>
          </a:xfrm>
        </p:grpSpPr>
        <p:sp>
          <p:nvSpPr>
            <p:cNvPr id="108412324" name="Freeform 6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715233" name="TextBox 6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8699777" name="Group 659"/>
          <p:cNvGrpSpPr/>
          <p:nvPr/>
        </p:nvGrpSpPr>
        <p:grpSpPr bwMode="auto">
          <a:xfrm>
            <a:off x="6908799" y="1980542"/>
            <a:ext cx="143901" cy="143901"/>
            <a:chOff x="0" y="0"/>
            <a:chExt cx="812799" cy="812799"/>
          </a:xfrm>
        </p:grpSpPr>
        <p:sp>
          <p:nvSpPr>
            <p:cNvPr id="774875506" name="Freeform 6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511993" name="TextBox 6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4825558" name="Group 662"/>
          <p:cNvGrpSpPr/>
          <p:nvPr/>
        </p:nvGrpSpPr>
        <p:grpSpPr bwMode="auto">
          <a:xfrm>
            <a:off x="7101427" y="1980542"/>
            <a:ext cx="143901" cy="143901"/>
            <a:chOff x="0" y="0"/>
            <a:chExt cx="812799" cy="812799"/>
          </a:xfrm>
        </p:grpSpPr>
        <p:sp>
          <p:nvSpPr>
            <p:cNvPr id="1595272822" name="Freeform 6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82779754" name="TextBox 6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2354891" name="Group 665"/>
          <p:cNvGrpSpPr/>
          <p:nvPr/>
        </p:nvGrpSpPr>
        <p:grpSpPr bwMode="auto">
          <a:xfrm>
            <a:off x="4985845" y="1980542"/>
            <a:ext cx="143901" cy="143901"/>
            <a:chOff x="0" y="0"/>
            <a:chExt cx="812799" cy="812799"/>
          </a:xfrm>
        </p:grpSpPr>
        <p:sp>
          <p:nvSpPr>
            <p:cNvPr id="1279548758" name="Freeform 6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1839830" name="TextBox 6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710895" name="Group 668"/>
          <p:cNvGrpSpPr/>
          <p:nvPr/>
        </p:nvGrpSpPr>
        <p:grpSpPr bwMode="auto">
          <a:xfrm>
            <a:off x="5178469" y="1980542"/>
            <a:ext cx="143901" cy="143901"/>
            <a:chOff x="0" y="0"/>
            <a:chExt cx="812799" cy="812799"/>
          </a:xfrm>
        </p:grpSpPr>
        <p:sp>
          <p:nvSpPr>
            <p:cNvPr id="1548110972" name="Freeform 6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5333920" name="TextBox 6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374017" name="Group 671"/>
          <p:cNvGrpSpPr/>
          <p:nvPr/>
        </p:nvGrpSpPr>
        <p:grpSpPr bwMode="auto">
          <a:xfrm>
            <a:off x="5371096" y="1980542"/>
            <a:ext cx="143901" cy="143901"/>
            <a:chOff x="0" y="0"/>
            <a:chExt cx="812799" cy="812799"/>
          </a:xfrm>
        </p:grpSpPr>
        <p:sp>
          <p:nvSpPr>
            <p:cNvPr id="959098884" name="Freeform 6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48865" name="TextBox 6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11178143" name="Group 674"/>
          <p:cNvGrpSpPr/>
          <p:nvPr/>
        </p:nvGrpSpPr>
        <p:grpSpPr bwMode="auto">
          <a:xfrm>
            <a:off x="5562625" y="2172070"/>
            <a:ext cx="143901" cy="143901"/>
            <a:chOff x="0" y="0"/>
            <a:chExt cx="812799" cy="812799"/>
          </a:xfrm>
        </p:grpSpPr>
        <p:sp>
          <p:nvSpPr>
            <p:cNvPr id="1747544313" name="Freeform 6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7327718" name="TextBox 6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1018706" name="Group 677"/>
          <p:cNvGrpSpPr/>
          <p:nvPr/>
        </p:nvGrpSpPr>
        <p:grpSpPr bwMode="auto">
          <a:xfrm>
            <a:off x="5755248" y="2172070"/>
            <a:ext cx="143901" cy="143901"/>
            <a:chOff x="0" y="0"/>
            <a:chExt cx="812799" cy="812799"/>
          </a:xfrm>
        </p:grpSpPr>
        <p:sp>
          <p:nvSpPr>
            <p:cNvPr id="1594883039" name="Freeform 6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319189" name="TextBox 6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2556296" name="Group 680"/>
          <p:cNvGrpSpPr/>
          <p:nvPr/>
        </p:nvGrpSpPr>
        <p:grpSpPr bwMode="auto">
          <a:xfrm>
            <a:off x="5947870" y="2172070"/>
            <a:ext cx="143901" cy="143901"/>
            <a:chOff x="0" y="0"/>
            <a:chExt cx="812799" cy="812799"/>
          </a:xfrm>
        </p:grpSpPr>
        <p:sp>
          <p:nvSpPr>
            <p:cNvPr id="1999285208" name="Freeform 6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6899056" name="TextBox 6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3822103" name="Group 683"/>
          <p:cNvGrpSpPr/>
          <p:nvPr/>
        </p:nvGrpSpPr>
        <p:grpSpPr bwMode="auto">
          <a:xfrm>
            <a:off x="6139399" y="2172070"/>
            <a:ext cx="143901" cy="143901"/>
            <a:chOff x="0" y="0"/>
            <a:chExt cx="812799" cy="812799"/>
          </a:xfrm>
        </p:grpSpPr>
        <p:sp>
          <p:nvSpPr>
            <p:cNvPr id="42939797" name="Freeform 6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1786595" name="TextBox 6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6447122" name="Group 686"/>
          <p:cNvGrpSpPr/>
          <p:nvPr/>
        </p:nvGrpSpPr>
        <p:grpSpPr bwMode="auto">
          <a:xfrm>
            <a:off x="6332026" y="2172070"/>
            <a:ext cx="143901" cy="143901"/>
            <a:chOff x="0" y="0"/>
            <a:chExt cx="812799" cy="812799"/>
          </a:xfrm>
        </p:grpSpPr>
        <p:sp>
          <p:nvSpPr>
            <p:cNvPr id="98252100" name="Freeform 6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6299294" name="TextBox 6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677546" name="Group 689"/>
          <p:cNvGrpSpPr/>
          <p:nvPr/>
        </p:nvGrpSpPr>
        <p:grpSpPr bwMode="auto">
          <a:xfrm>
            <a:off x="6524645" y="2172070"/>
            <a:ext cx="143901" cy="143901"/>
            <a:chOff x="0" y="0"/>
            <a:chExt cx="812799" cy="812799"/>
          </a:xfrm>
        </p:grpSpPr>
        <p:sp>
          <p:nvSpPr>
            <p:cNvPr id="138978050" name="Freeform 6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9594777" name="TextBox 6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31032" name="Group 692"/>
          <p:cNvGrpSpPr/>
          <p:nvPr/>
        </p:nvGrpSpPr>
        <p:grpSpPr bwMode="auto">
          <a:xfrm>
            <a:off x="6716175" y="2172070"/>
            <a:ext cx="143901" cy="143901"/>
            <a:chOff x="0" y="0"/>
            <a:chExt cx="812799" cy="812799"/>
          </a:xfrm>
        </p:grpSpPr>
        <p:sp>
          <p:nvSpPr>
            <p:cNvPr id="615270410" name="Freeform 6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518299" name="TextBox 6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7989987" name="Group 695"/>
          <p:cNvGrpSpPr/>
          <p:nvPr/>
        </p:nvGrpSpPr>
        <p:grpSpPr bwMode="auto">
          <a:xfrm>
            <a:off x="6908799" y="2172070"/>
            <a:ext cx="143901" cy="143901"/>
            <a:chOff x="0" y="0"/>
            <a:chExt cx="812799" cy="812799"/>
          </a:xfrm>
        </p:grpSpPr>
        <p:sp>
          <p:nvSpPr>
            <p:cNvPr id="452057308" name="Freeform 6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65757065" name="TextBox 6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7505495" name="Group 698"/>
          <p:cNvGrpSpPr/>
          <p:nvPr/>
        </p:nvGrpSpPr>
        <p:grpSpPr bwMode="auto">
          <a:xfrm>
            <a:off x="7101427" y="2172070"/>
            <a:ext cx="143901" cy="143901"/>
            <a:chOff x="0" y="0"/>
            <a:chExt cx="812799" cy="812799"/>
          </a:xfrm>
        </p:grpSpPr>
        <p:sp>
          <p:nvSpPr>
            <p:cNvPr id="70377116" name="Freeform 6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40664348" name="TextBox 7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6658123" name="Group 701"/>
          <p:cNvGrpSpPr/>
          <p:nvPr/>
        </p:nvGrpSpPr>
        <p:grpSpPr bwMode="auto">
          <a:xfrm>
            <a:off x="4985845" y="2172070"/>
            <a:ext cx="143901" cy="143901"/>
            <a:chOff x="0" y="0"/>
            <a:chExt cx="812799" cy="812799"/>
          </a:xfrm>
        </p:grpSpPr>
        <p:sp>
          <p:nvSpPr>
            <p:cNvPr id="291367174" name="Freeform 7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045475" name="TextBox 7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2755738" name="Group 704"/>
          <p:cNvGrpSpPr/>
          <p:nvPr/>
        </p:nvGrpSpPr>
        <p:grpSpPr bwMode="auto">
          <a:xfrm>
            <a:off x="5178469" y="2172070"/>
            <a:ext cx="143901" cy="143901"/>
            <a:chOff x="0" y="0"/>
            <a:chExt cx="812799" cy="812799"/>
          </a:xfrm>
        </p:grpSpPr>
        <p:sp>
          <p:nvSpPr>
            <p:cNvPr id="253082824" name="Freeform 7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9904206" name="TextBox 7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684422" name="Group 707"/>
          <p:cNvGrpSpPr/>
          <p:nvPr/>
        </p:nvGrpSpPr>
        <p:grpSpPr bwMode="auto">
          <a:xfrm>
            <a:off x="5371096" y="2172070"/>
            <a:ext cx="143901" cy="143901"/>
            <a:chOff x="0" y="0"/>
            <a:chExt cx="812799" cy="812799"/>
          </a:xfrm>
        </p:grpSpPr>
        <p:sp>
          <p:nvSpPr>
            <p:cNvPr id="572898724" name="Freeform 7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2576288" name="TextBox 7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943390" name="Group 710"/>
          <p:cNvGrpSpPr/>
          <p:nvPr/>
        </p:nvGrpSpPr>
        <p:grpSpPr bwMode="auto">
          <a:xfrm>
            <a:off x="5562625" y="2361542"/>
            <a:ext cx="143901" cy="143901"/>
            <a:chOff x="0" y="0"/>
            <a:chExt cx="812799" cy="812799"/>
          </a:xfrm>
        </p:grpSpPr>
        <p:sp>
          <p:nvSpPr>
            <p:cNvPr id="1212302552" name="Freeform 7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4450877" name="TextBox 7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5011962" name="Group 713"/>
          <p:cNvGrpSpPr/>
          <p:nvPr/>
        </p:nvGrpSpPr>
        <p:grpSpPr bwMode="auto">
          <a:xfrm>
            <a:off x="5755248" y="2361542"/>
            <a:ext cx="143901" cy="143901"/>
            <a:chOff x="0" y="0"/>
            <a:chExt cx="812799" cy="812799"/>
          </a:xfrm>
        </p:grpSpPr>
        <p:sp>
          <p:nvSpPr>
            <p:cNvPr id="1215845637" name="Freeform 7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020810" name="TextBox 7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3616550" name="Group 716"/>
          <p:cNvGrpSpPr/>
          <p:nvPr/>
        </p:nvGrpSpPr>
        <p:grpSpPr bwMode="auto">
          <a:xfrm>
            <a:off x="5947870" y="2361542"/>
            <a:ext cx="143901" cy="143901"/>
            <a:chOff x="0" y="0"/>
            <a:chExt cx="812799" cy="812799"/>
          </a:xfrm>
        </p:grpSpPr>
        <p:sp>
          <p:nvSpPr>
            <p:cNvPr id="1371296619" name="Freeform 7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360804" name="TextBox 7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4023184" name="Group 719"/>
          <p:cNvGrpSpPr/>
          <p:nvPr/>
        </p:nvGrpSpPr>
        <p:grpSpPr bwMode="auto">
          <a:xfrm>
            <a:off x="6139399" y="2361542"/>
            <a:ext cx="143901" cy="143901"/>
            <a:chOff x="0" y="0"/>
            <a:chExt cx="812799" cy="812799"/>
          </a:xfrm>
        </p:grpSpPr>
        <p:sp>
          <p:nvSpPr>
            <p:cNvPr id="1774668874" name="Freeform 7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6703355" name="TextBox 7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7839150" name="Group 722"/>
          <p:cNvGrpSpPr/>
          <p:nvPr/>
        </p:nvGrpSpPr>
        <p:grpSpPr bwMode="auto">
          <a:xfrm>
            <a:off x="6332026" y="2361542"/>
            <a:ext cx="143901" cy="143901"/>
            <a:chOff x="0" y="0"/>
            <a:chExt cx="812799" cy="812799"/>
          </a:xfrm>
        </p:grpSpPr>
        <p:sp>
          <p:nvSpPr>
            <p:cNvPr id="395952260" name="Freeform 7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495470" name="TextBox 7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5315277" name="Group 725"/>
          <p:cNvGrpSpPr/>
          <p:nvPr/>
        </p:nvGrpSpPr>
        <p:grpSpPr bwMode="auto">
          <a:xfrm>
            <a:off x="6524645" y="2361542"/>
            <a:ext cx="143901" cy="143901"/>
            <a:chOff x="0" y="0"/>
            <a:chExt cx="812799" cy="812799"/>
          </a:xfrm>
        </p:grpSpPr>
        <p:sp>
          <p:nvSpPr>
            <p:cNvPr id="76284664" name="Freeform 7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393238" name="TextBox 7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9542548" name="Group 728"/>
          <p:cNvGrpSpPr/>
          <p:nvPr/>
        </p:nvGrpSpPr>
        <p:grpSpPr bwMode="auto">
          <a:xfrm>
            <a:off x="6716175" y="2361542"/>
            <a:ext cx="143901" cy="143901"/>
            <a:chOff x="0" y="0"/>
            <a:chExt cx="812799" cy="812799"/>
          </a:xfrm>
        </p:grpSpPr>
        <p:sp>
          <p:nvSpPr>
            <p:cNvPr id="1196121954" name="Freeform 7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365234" name="TextBox 7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3961283" name="Group 731"/>
          <p:cNvGrpSpPr/>
          <p:nvPr/>
        </p:nvGrpSpPr>
        <p:grpSpPr bwMode="auto">
          <a:xfrm>
            <a:off x="6908799" y="2361542"/>
            <a:ext cx="143901" cy="143901"/>
            <a:chOff x="0" y="0"/>
            <a:chExt cx="812799" cy="812799"/>
          </a:xfrm>
        </p:grpSpPr>
        <p:sp>
          <p:nvSpPr>
            <p:cNvPr id="1480387535" name="Freeform 7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321405" name="TextBox 7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295373" name="Group 734"/>
          <p:cNvGrpSpPr/>
          <p:nvPr/>
        </p:nvGrpSpPr>
        <p:grpSpPr bwMode="auto">
          <a:xfrm>
            <a:off x="7101427" y="2361542"/>
            <a:ext cx="143901" cy="143901"/>
            <a:chOff x="0" y="0"/>
            <a:chExt cx="812799" cy="812799"/>
          </a:xfrm>
        </p:grpSpPr>
        <p:sp>
          <p:nvSpPr>
            <p:cNvPr id="763300981" name="Freeform 7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6196002" name="TextBox 7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0383140" name="Group 737"/>
          <p:cNvGrpSpPr/>
          <p:nvPr/>
        </p:nvGrpSpPr>
        <p:grpSpPr bwMode="auto">
          <a:xfrm>
            <a:off x="4985845" y="2361542"/>
            <a:ext cx="143901" cy="143901"/>
            <a:chOff x="0" y="0"/>
            <a:chExt cx="812799" cy="812799"/>
          </a:xfrm>
        </p:grpSpPr>
        <p:sp>
          <p:nvSpPr>
            <p:cNvPr id="2114156840" name="Freeform 7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84113" name="TextBox 7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188502" name="Group 740"/>
          <p:cNvGrpSpPr/>
          <p:nvPr/>
        </p:nvGrpSpPr>
        <p:grpSpPr bwMode="auto">
          <a:xfrm>
            <a:off x="5178469" y="2361542"/>
            <a:ext cx="143901" cy="143901"/>
            <a:chOff x="0" y="0"/>
            <a:chExt cx="812799" cy="812799"/>
          </a:xfrm>
        </p:grpSpPr>
        <p:sp>
          <p:nvSpPr>
            <p:cNvPr id="1641692109" name="Freeform 7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33016615" name="TextBox 7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4552964" name="Group 743"/>
          <p:cNvGrpSpPr/>
          <p:nvPr/>
        </p:nvGrpSpPr>
        <p:grpSpPr bwMode="auto">
          <a:xfrm>
            <a:off x="5371096" y="2361542"/>
            <a:ext cx="143901" cy="143901"/>
            <a:chOff x="0" y="0"/>
            <a:chExt cx="812799" cy="812799"/>
          </a:xfrm>
        </p:grpSpPr>
        <p:sp>
          <p:nvSpPr>
            <p:cNvPr id="420075650" name="Freeform 7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7826326" name="TextBox 7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23139" name="Group 746"/>
          <p:cNvGrpSpPr/>
          <p:nvPr/>
        </p:nvGrpSpPr>
        <p:grpSpPr bwMode="auto">
          <a:xfrm>
            <a:off x="5562625" y="2553069"/>
            <a:ext cx="143901" cy="143901"/>
            <a:chOff x="0" y="0"/>
            <a:chExt cx="812799" cy="812799"/>
          </a:xfrm>
        </p:grpSpPr>
        <p:sp>
          <p:nvSpPr>
            <p:cNvPr id="175553545" name="Freeform 7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5995131" name="TextBox 7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1352551" name="Group 749"/>
          <p:cNvGrpSpPr/>
          <p:nvPr/>
        </p:nvGrpSpPr>
        <p:grpSpPr bwMode="auto">
          <a:xfrm>
            <a:off x="5755248" y="2553069"/>
            <a:ext cx="143901" cy="143901"/>
            <a:chOff x="0" y="0"/>
            <a:chExt cx="812799" cy="812799"/>
          </a:xfrm>
        </p:grpSpPr>
        <p:sp>
          <p:nvSpPr>
            <p:cNvPr id="1282050460" name="Freeform 7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6951125" name="TextBox 7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7433619" name="Group 752"/>
          <p:cNvGrpSpPr/>
          <p:nvPr/>
        </p:nvGrpSpPr>
        <p:grpSpPr bwMode="auto">
          <a:xfrm>
            <a:off x="5947870" y="2553069"/>
            <a:ext cx="143901" cy="143901"/>
            <a:chOff x="0" y="0"/>
            <a:chExt cx="812799" cy="812799"/>
          </a:xfrm>
        </p:grpSpPr>
        <p:sp>
          <p:nvSpPr>
            <p:cNvPr id="2135887683" name="Freeform 7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3488711" name="TextBox 7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7106572" name="Group 755"/>
          <p:cNvGrpSpPr/>
          <p:nvPr/>
        </p:nvGrpSpPr>
        <p:grpSpPr bwMode="auto">
          <a:xfrm>
            <a:off x="6139399" y="2553069"/>
            <a:ext cx="143901" cy="143901"/>
            <a:chOff x="0" y="0"/>
            <a:chExt cx="812799" cy="812799"/>
          </a:xfrm>
        </p:grpSpPr>
        <p:sp>
          <p:nvSpPr>
            <p:cNvPr id="1073077066" name="Freeform 7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9554581" name="TextBox 7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588221" name="Group 758"/>
          <p:cNvGrpSpPr/>
          <p:nvPr/>
        </p:nvGrpSpPr>
        <p:grpSpPr bwMode="auto">
          <a:xfrm>
            <a:off x="6332026" y="2553069"/>
            <a:ext cx="143901" cy="143901"/>
            <a:chOff x="0" y="0"/>
            <a:chExt cx="812799" cy="812799"/>
          </a:xfrm>
        </p:grpSpPr>
        <p:sp>
          <p:nvSpPr>
            <p:cNvPr id="1352792460" name="Freeform 7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252357" name="TextBox 7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8434180" name="Group 761"/>
          <p:cNvGrpSpPr/>
          <p:nvPr/>
        </p:nvGrpSpPr>
        <p:grpSpPr bwMode="auto">
          <a:xfrm>
            <a:off x="6524645" y="2553069"/>
            <a:ext cx="143901" cy="143901"/>
            <a:chOff x="0" y="0"/>
            <a:chExt cx="812799" cy="812799"/>
          </a:xfrm>
        </p:grpSpPr>
        <p:sp>
          <p:nvSpPr>
            <p:cNvPr id="1924676694" name="Freeform 7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0830263" name="TextBox 7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2180496" name="Group 764"/>
          <p:cNvGrpSpPr/>
          <p:nvPr/>
        </p:nvGrpSpPr>
        <p:grpSpPr bwMode="auto">
          <a:xfrm>
            <a:off x="6716175" y="2553069"/>
            <a:ext cx="143901" cy="143901"/>
            <a:chOff x="0" y="0"/>
            <a:chExt cx="812799" cy="812799"/>
          </a:xfrm>
        </p:grpSpPr>
        <p:sp>
          <p:nvSpPr>
            <p:cNvPr id="503974579" name="Freeform 7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729566" name="TextBox 7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5898653" name="Group 767"/>
          <p:cNvGrpSpPr/>
          <p:nvPr/>
        </p:nvGrpSpPr>
        <p:grpSpPr bwMode="auto">
          <a:xfrm>
            <a:off x="6908799" y="2553069"/>
            <a:ext cx="143901" cy="143901"/>
            <a:chOff x="0" y="0"/>
            <a:chExt cx="812799" cy="812799"/>
          </a:xfrm>
        </p:grpSpPr>
        <p:sp>
          <p:nvSpPr>
            <p:cNvPr id="970475909" name="Freeform 7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2351750" name="TextBox 7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6438606" name="Group 770"/>
          <p:cNvGrpSpPr/>
          <p:nvPr/>
        </p:nvGrpSpPr>
        <p:grpSpPr bwMode="auto">
          <a:xfrm>
            <a:off x="7101427" y="2553069"/>
            <a:ext cx="143901" cy="143901"/>
            <a:chOff x="0" y="0"/>
            <a:chExt cx="812799" cy="812799"/>
          </a:xfrm>
        </p:grpSpPr>
        <p:sp>
          <p:nvSpPr>
            <p:cNvPr id="1906956913" name="Freeform 7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19744456" name="TextBox 7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494600" name="Group 773"/>
          <p:cNvGrpSpPr/>
          <p:nvPr/>
        </p:nvGrpSpPr>
        <p:grpSpPr bwMode="auto">
          <a:xfrm>
            <a:off x="4985845" y="2553069"/>
            <a:ext cx="143901" cy="143901"/>
            <a:chOff x="0" y="0"/>
            <a:chExt cx="812799" cy="812799"/>
          </a:xfrm>
        </p:grpSpPr>
        <p:sp>
          <p:nvSpPr>
            <p:cNvPr id="998875321" name="Freeform 7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3773427" name="TextBox 7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4481473" name="Group 776"/>
          <p:cNvGrpSpPr/>
          <p:nvPr/>
        </p:nvGrpSpPr>
        <p:grpSpPr bwMode="auto">
          <a:xfrm>
            <a:off x="5178469" y="2553069"/>
            <a:ext cx="143901" cy="143901"/>
            <a:chOff x="0" y="0"/>
            <a:chExt cx="812799" cy="812799"/>
          </a:xfrm>
        </p:grpSpPr>
        <p:sp>
          <p:nvSpPr>
            <p:cNvPr id="2059189206" name="Freeform 7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9615740" name="TextBox 7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6432976" name="Group 779"/>
          <p:cNvGrpSpPr/>
          <p:nvPr/>
        </p:nvGrpSpPr>
        <p:grpSpPr bwMode="auto">
          <a:xfrm>
            <a:off x="5371096" y="2553069"/>
            <a:ext cx="143901" cy="143901"/>
            <a:chOff x="0" y="0"/>
            <a:chExt cx="812799" cy="812799"/>
          </a:xfrm>
        </p:grpSpPr>
        <p:sp>
          <p:nvSpPr>
            <p:cNvPr id="605938751" name="Freeform 7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9725380" name="TextBox 7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4250365" name="Group 782"/>
          <p:cNvGrpSpPr/>
          <p:nvPr/>
        </p:nvGrpSpPr>
        <p:grpSpPr bwMode="auto">
          <a:xfrm>
            <a:off x="5562625" y="2742542"/>
            <a:ext cx="143901" cy="143901"/>
            <a:chOff x="0" y="0"/>
            <a:chExt cx="812799" cy="812799"/>
          </a:xfrm>
        </p:grpSpPr>
        <p:sp>
          <p:nvSpPr>
            <p:cNvPr id="1648458283" name="Freeform 7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827525" name="TextBox 7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12921" name="Group 785"/>
          <p:cNvGrpSpPr/>
          <p:nvPr/>
        </p:nvGrpSpPr>
        <p:grpSpPr bwMode="auto">
          <a:xfrm>
            <a:off x="5755248" y="2742542"/>
            <a:ext cx="143901" cy="143901"/>
            <a:chOff x="0" y="0"/>
            <a:chExt cx="812799" cy="812799"/>
          </a:xfrm>
        </p:grpSpPr>
        <p:sp>
          <p:nvSpPr>
            <p:cNvPr id="1189944841" name="Freeform 7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2299985" name="TextBox 7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2563514" name="Group 788"/>
          <p:cNvGrpSpPr/>
          <p:nvPr/>
        </p:nvGrpSpPr>
        <p:grpSpPr bwMode="auto">
          <a:xfrm>
            <a:off x="5947870" y="2742542"/>
            <a:ext cx="143901" cy="143901"/>
            <a:chOff x="0" y="0"/>
            <a:chExt cx="812799" cy="812799"/>
          </a:xfrm>
        </p:grpSpPr>
        <p:sp>
          <p:nvSpPr>
            <p:cNvPr id="373913904" name="Freeform 7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4855787" name="TextBox 7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4743204" name="Group 791"/>
          <p:cNvGrpSpPr/>
          <p:nvPr/>
        </p:nvGrpSpPr>
        <p:grpSpPr bwMode="auto">
          <a:xfrm>
            <a:off x="6139399" y="2742542"/>
            <a:ext cx="143901" cy="143901"/>
            <a:chOff x="0" y="0"/>
            <a:chExt cx="812799" cy="812799"/>
          </a:xfrm>
        </p:grpSpPr>
        <p:sp>
          <p:nvSpPr>
            <p:cNvPr id="1655467281" name="Freeform 7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9791060" name="TextBox 7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0494267" name="Group 794"/>
          <p:cNvGrpSpPr/>
          <p:nvPr/>
        </p:nvGrpSpPr>
        <p:grpSpPr bwMode="auto">
          <a:xfrm>
            <a:off x="6332026" y="2742542"/>
            <a:ext cx="143901" cy="143901"/>
            <a:chOff x="0" y="0"/>
            <a:chExt cx="812799" cy="812799"/>
          </a:xfrm>
        </p:grpSpPr>
        <p:sp>
          <p:nvSpPr>
            <p:cNvPr id="480607157" name="Freeform 7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8685677" name="TextBox 7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3738141" name="Group 797"/>
          <p:cNvGrpSpPr/>
          <p:nvPr/>
        </p:nvGrpSpPr>
        <p:grpSpPr bwMode="auto">
          <a:xfrm>
            <a:off x="6524645" y="2742542"/>
            <a:ext cx="143901" cy="143901"/>
            <a:chOff x="0" y="0"/>
            <a:chExt cx="812799" cy="812799"/>
          </a:xfrm>
        </p:grpSpPr>
        <p:sp>
          <p:nvSpPr>
            <p:cNvPr id="1999901250" name="Freeform 7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497242" name="TextBox 7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9812477" name="Group 800"/>
          <p:cNvGrpSpPr/>
          <p:nvPr/>
        </p:nvGrpSpPr>
        <p:grpSpPr bwMode="auto">
          <a:xfrm>
            <a:off x="6716175" y="2742542"/>
            <a:ext cx="143901" cy="143901"/>
            <a:chOff x="0" y="0"/>
            <a:chExt cx="812799" cy="812799"/>
          </a:xfrm>
        </p:grpSpPr>
        <p:sp>
          <p:nvSpPr>
            <p:cNvPr id="1928137865" name="Freeform 8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8924146" name="TextBox 8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1442584" name="Group 803"/>
          <p:cNvGrpSpPr/>
          <p:nvPr/>
        </p:nvGrpSpPr>
        <p:grpSpPr bwMode="auto">
          <a:xfrm>
            <a:off x="6908799" y="2742542"/>
            <a:ext cx="143901" cy="143901"/>
            <a:chOff x="0" y="0"/>
            <a:chExt cx="812799" cy="812799"/>
          </a:xfrm>
        </p:grpSpPr>
        <p:sp>
          <p:nvSpPr>
            <p:cNvPr id="2042040339" name="Freeform 8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4159521" name="TextBox 8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172891" name="Group 806"/>
          <p:cNvGrpSpPr/>
          <p:nvPr/>
        </p:nvGrpSpPr>
        <p:grpSpPr bwMode="auto">
          <a:xfrm>
            <a:off x="7101427" y="2742542"/>
            <a:ext cx="143901" cy="143901"/>
            <a:chOff x="0" y="0"/>
            <a:chExt cx="812799" cy="812799"/>
          </a:xfrm>
        </p:grpSpPr>
        <p:sp>
          <p:nvSpPr>
            <p:cNvPr id="1187790163" name="Freeform 8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28718" name="TextBox 8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1266608" name="Group 809"/>
          <p:cNvGrpSpPr/>
          <p:nvPr/>
        </p:nvGrpSpPr>
        <p:grpSpPr bwMode="auto">
          <a:xfrm>
            <a:off x="4985845" y="2742542"/>
            <a:ext cx="143901" cy="143901"/>
            <a:chOff x="0" y="0"/>
            <a:chExt cx="812799" cy="812799"/>
          </a:xfrm>
        </p:grpSpPr>
        <p:sp>
          <p:nvSpPr>
            <p:cNvPr id="602049842" name="Freeform 8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2157373" name="TextBox 8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4750213" name="Group 812"/>
          <p:cNvGrpSpPr/>
          <p:nvPr/>
        </p:nvGrpSpPr>
        <p:grpSpPr bwMode="auto">
          <a:xfrm>
            <a:off x="5178469" y="2742542"/>
            <a:ext cx="143901" cy="143901"/>
            <a:chOff x="0" y="0"/>
            <a:chExt cx="812799" cy="812799"/>
          </a:xfrm>
        </p:grpSpPr>
        <p:sp>
          <p:nvSpPr>
            <p:cNvPr id="262687686" name="Freeform 8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2823855" name="TextBox 8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2766186" name="Group 815"/>
          <p:cNvGrpSpPr/>
          <p:nvPr/>
        </p:nvGrpSpPr>
        <p:grpSpPr bwMode="auto">
          <a:xfrm>
            <a:off x="5371096" y="2742542"/>
            <a:ext cx="143901" cy="143901"/>
            <a:chOff x="0" y="0"/>
            <a:chExt cx="812799" cy="812799"/>
          </a:xfrm>
        </p:grpSpPr>
        <p:sp>
          <p:nvSpPr>
            <p:cNvPr id="883919671" name="Freeform 8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57817" name="TextBox 8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229589" name="Group 818"/>
          <p:cNvGrpSpPr/>
          <p:nvPr/>
        </p:nvGrpSpPr>
        <p:grpSpPr bwMode="auto">
          <a:xfrm>
            <a:off x="5562625" y="2935859"/>
            <a:ext cx="143901" cy="143901"/>
            <a:chOff x="0" y="0"/>
            <a:chExt cx="812799" cy="812799"/>
          </a:xfrm>
        </p:grpSpPr>
        <p:sp>
          <p:nvSpPr>
            <p:cNvPr id="1528257562" name="Freeform 8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6819008" name="TextBox 8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4764947" name="Group 821"/>
          <p:cNvGrpSpPr/>
          <p:nvPr/>
        </p:nvGrpSpPr>
        <p:grpSpPr bwMode="auto">
          <a:xfrm>
            <a:off x="5755248" y="2935859"/>
            <a:ext cx="143901" cy="143901"/>
            <a:chOff x="0" y="0"/>
            <a:chExt cx="812799" cy="812799"/>
          </a:xfrm>
        </p:grpSpPr>
        <p:sp>
          <p:nvSpPr>
            <p:cNvPr id="1972799534" name="Freeform 8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12581758" name="TextBox 8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235229" name="Group 824"/>
          <p:cNvGrpSpPr/>
          <p:nvPr/>
        </p:nvGrpSpPr>
        <p:grpSpPr bwMode="auto">
          <a:xfrm>
            <a:off x="5947870" y="2935859"/>
            <a:ext cx="143901" cy="143901"/>
            <a:chOff x="0" y="0"/>
            <a:chExt cx="812799" cy="812799"/>
          </a:xfrm>
        </p:grpSpPr>
        <p:sp>
          <p:nvSpPr>
            <p:cNvPr id="2098120462" name="Freeform 8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741328" name="TextBox 8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1267649" name="Group 827"/>
          <p:cNvGrpSpPr/>
          <p:nvPr/>
        </p:nvGrpSpPr>
        <p:grpSpPr bwMode="auto">
          <a:xfrm>
            <a:off x="6139399" y="2935859"/>
            <a:ext cx="143901" cy="143901"/>
            <a:chOff x="0" y="0"/>
            <a:chExt cx="812799" cy="812799"/>
          </a:xfrm>
        </p:grpSpPr>
        <p:sp>
          <p:nvSpPr>
            <p:cNvPr id="1908215013" name="Freeform 8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76990131" name="TextBox 8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1360865" name="Group 830"/>
          <p:cNvGrpSpPr/>
          <p:nvPr/>
        </p:nvGrpSpPr>
        <p:grpSpPr bwMode="auto">
          <a:xfrm>
            <a:off x="6332026" y="2935859"/>
            <a:ext cx="143901" cy="143901"/>
            <a:chOff x="0" y="0"/>
            <a:chExt cx="812799" cy="812799"/>
          </a:xfrm>
        </p:grpSpPr>
        <p:sp>
          <p:nvSpPr>
            <p:cNvPr id="827199523" name="Freeform 8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819190" name="TextBox 8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9303970" name="Group 833"/>
          <p:cNvGrpSpPr/>
          <p:nvPr/>
        </p:nvGrpSpPr>
        <p:grpSpPr bwMode="auto">
          <a:xfrm>
            <a:off x="6524645" y="2935859"/>
            <a:ext cx="143901" cy="143901"/>
            <a:chOff x="0" y="0"/>
            <a:chExt cx="812799" cy="812799"/>
          </a:xfrm>
        </p:grpSpPr>
        <p:sp>
          <p:nvSpPr>
            <p:cNvPr id="820813135" name="Freeform 8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9120303" name="TextBox 8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7033371" name="Group 836"/>
          <p:cNvGrpSpPr/>
          <p:nvPr/>
        </p:nvGrpSpPr>
        <p:grpSpPr bwMode="auto">
          <a:xfrm>
            <a:off x="6716175" y="2935859"/>
            <a:ext cx="143901" cy="143901"/>
            <a:chOff x="0" y="0"/>
            <a:chExt cx="812799" cy="812799"/>
          </a:xfrm>
        </p:grpSpPr>
        <p:sp>
          <p:nvSpPr>
            <p:cNvPr id="383245909" name="Freeform 8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2241698" name="TextBox 8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459203" name="Group 839"/>
          <p:cNvGrpSpPr/>
          <p:nvPr/>
        </p:nvGrpSpPr>
        <p:grpSpPr bwMode="auto">
          <a:xfrm>
            <a:off x="6908799" y="2935859"/>
            <a:ext cx="143901" cy="143901"/>
            <a:chOff x="0" y="0"/>
            <a:chExt cx="812799" cy="812799"/>
          </a:xfrm>
        </p:grpSpPr>
        <p:sp>
          <p:nvSpPr>
            <p:cNvPr id="1875057083" name="Freeform 8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1883456" name="TextBox 8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0689846" name="Group 842"/>
          <p:cNvGrpSpPr/>
          <p:nvPr/>
        </p:nvGrpSpPr>
        <p:grpSpPr bwMode="auto">
          <a:xfrm>
            <a:off x="7101427" y="2935859"/>
            <a:ext cx="143901" cy="143901"/>
            <a:chOff x="0" y="0"/>
            <a:chExt cx="812799" cy="812799"/>
          </a:xfrm>
        </p:grpSpPr>
        <p:sp>
          <p:nvSpPr>
            <p:cNvPr id="1821647779" name="Freeform 8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8798959" name="TextBox 8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1703388" name="Group 845"/>
          <p:cNvGrpSpPr/>
          <p:nvPr/>
        </p:nvGrpSpPr>
        <p:grpSpPr bwMode="auto">
          <a:xfrm>
            <a:off x="4985845" y="2935859"/>
            <a:ext cx="143901" cy="143901"/>
            <a:chOff x="0" y="0"/>
            <a:chExt cx="812799" cy="812799"/>
          </a:xfrm>
        </p:grpSpPr>
        <p:sp>
          <p:nvSpPr>
            <p:cNvPr id="715380251" name="Freeform 8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1680197" name="TextBox 8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960744" name="Group 848"/>
          <p:cNvGrpSpPr/>
          <p:nvPr/>
        </p:nvGrpSpPr>
        <p:grpSpPr bwMode="auto">
          <a:xfrm>
            <a:off x="5178469" y="2935859"/>
            <a:ext cx="143901" cy="143901"/>
            <a:chOff x="0" y="0"/>
            <a:chExt cx="812799" cy="812799"/>
          </a:xfrm>
        </p:grpSpPr>
        <p:sp>
          <p:nvSpPr>
            <p:cNvPr id="1444686743" name="Freeform 8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0216919" name="TextBox 8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8150820" name="Group 851"/>
          <p:cNvGrpSpPr/>
          <p:nvPr/>
        </p:nvGrpSpPr>
        <p:grpSpPr bwMode="auto">
          <a:xfrm>
            <a:off x="5371096" y="2935859"/>
            <a:ext cx="143901" cy="143901"/>
            <a:chOff x="0" y="0"/>
            <a:chExt cx="812799" cy="812799"/>
          </a:xfrm>
        </p:grpSpPr>
        <p:sp>
          <p:nvSpPr>
            <p:cNvPr id="1204956947" name="Freeform 8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4623256" name="TextBox 8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7173721" name="Group 854"/>
          <p:cNvGrpSpPr/>
          <p:nvPr/>
        </p:nvGrpSpPr>
        <p:grpSpPr bwMode="auto">
          <a:xfrm>
            <a:off x="5562625" y="3125331"/>
            <a:ext cx="143901" cy="143901"/>
            <a:chOff x="0" y="0"/>
            <a:chExt cx="812799" cy="812799"/>
          </a:xfrm>
        </p:grpSpPr>
        <p:sp>
          <p:nvSpPr>
            <p:cNvPr id="1217327760" name="Freeform 8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06213" name="TextBox 8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8206765" name="Group 857"/>
          <p:cNvGrpSpPr/>
          <p:nvPr/>
        </p:nvGrpSpPr>
        <p:grpSpPr bwMode="auto">
          <a:xfrm>
            <a:off x="5755248" y="3125331"/>
            <a:ext cx="143901" cy="143901"/>
            <a:chOff x="0" y="0"/>
            <a:chExt cx="812799" cy="812799"/>
          </a:xfrm>
        </p:grpSpPr>
        <p:sp>
          <p:nvSpPr>
            <p:cNvPr id="1881158864" name="Freeform 8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0692050" name="TextBox 8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267695" name="Group 860"/>
          <p:cNvGrpSpPr/>
          <p:nvPr/>
        </p:nvGrpSpPr>
        <p:grpSpPr bwMode="auto">
          <a:xfrm>
            <a:off x="5947870" y="3125331"/>
            <a:ext cx="143901" cy="143901"/>
            <a:chOff x="0" y="0"/>
            <a:chExt cx="812799" cy="812799"/>
          </a:xfrm>
        </p:grpSpPr>
        <p:sp>
          <p:nvSpPr>
            <p:cNvPr id="849867697" name="Freeform 8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86053687" name="TextBox 8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8668833" name="Group 863"/>
          <p:cNvGrpSpPr/>
          <p:nvPr/>
        </p:nvGrpSpPr>
        <p:grpSpPr bwMode="auto">
          <a:xfrm>
            <a:off x="6139399" y="3125331"/>
            <a:ext cx="143901" cy="143901"/>
            <a:chOff x="0" y="0"/>
            <a:chExt cx="812799" cy="812799"/>
          </a:xfrm>
        </p:grpSpPr>
        <p:sp>
          <p:nvSpPr>
            <p:cNvPr id="1705863641" name="Freeform 8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5849574" name="TextBox 8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6529600" name="Group 866"/>
          <p:cNvGrpSpPr/>
          <p:nvPr/>
        </p:nvGrpSpPr>
        <p:grpSpPr bwMode="auto">
          <a:xfrm>
            <a:off x="6332026" y="3125331"/>
            <a:ext cx="143901" cy="143901"/>
            <a:chOff x="0" y="0"/>
            <a:chExt cx="812799" cy="812799"/>
          </a:xfrm>
        </p:grpSpPr>
        <p:sp>
          <p:nvSpPr>
            <p:cNvPr id="1350787215" name="Freeform 8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1540318" name="TextBox 8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358472" name="Group 869"/>
          <p:cNvGrpSpPr/>
          <p:nvPr/>
        </p:nvGrpSpPr>
        <p:grpSpPr bwMode="auto">
          <a:xfrm>
            <a:off x="6524645" y="3125331"/>
            <a:ext cx="143901" cy="143901"/>
            <a:chOff x="0" y="0"/>
            <a:chExt cx="812799" cy="812799"/>
          </a:xfrm>
        </p:grpSpPr>
        <p:sp>
          <p:nvSpPr>
            <p:cNvPr id="1252645865" name="Freeform 8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114410" name="TextBox 8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2717919" name="Group 872"/>
          <p:cNvGrpSpPr/>
          <p:nvPr/>
        </p:nvGrpSpPr>
        <p:grpSpPr bwMode="auto">
          <a:xfrm>
            <a:off x="6716175" y="3125331"/>
            <a:ext cx="143901" cy="143901"/>
            <a:chOff x="0" y="0"/>
            <a:chExt cx="812799" cy="812799"/>
          </a:xfrm>
        </p:grpSpPr>
        <p:sp>
          <p:nvSpPr>
            <p:cNvPr id="1633065651" name="Freeform 8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1034425" name="TextBox 8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1750722" name="Group 875"/>
          <p:cNvGrpSpPr/>
          <p:nvPr/>
        </p:nvGrpSpPr>
        <p:grpSpPr bwMode="auto">
          <a:xfrm>
            <a:off x="6908799" y="3125331"/>
            <a:ext cx="143901" cy="143901"/>
            <a:chOff x="0" y="0"/>
            <a:chExt cx="812799" cy="812799"/>
          </a:xfrm>
        </p:grpSpPr>
        <p:sp>
          <p:nvSpPr>
            <p:cNvPr id="664027064" name="Freeform 8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2836689" name="TextBox 8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8928489" name="Group 878"/>
          <p:cNvGrpSpPr/>
          <p:nvPr/>
        </p:nvGrpSpPr>
        <p:grpSpPr bwMode="auto">
          <a:xfrm>
            <a:off x="7101427" y="3125331"/>
            <a:ext cx="143901" cy="143901"/>
            <a:chOff x="0" y="0"/>
            <a:chExt cx="812799" cy="812799"/>
          </a:xfrm>
        </p:grpSpPr>
        <p:sp>
          <p:nvSpPr>
            <p:cNvPr id="59460264" name="Freeform 8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4733468" name="TextBox 8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028122" name="Group 881"/>
          <p:cNvGrpSpPr/>
          <p:nvPr/>
        </p:nvGrpSpPr>
        <p:grpSpPr bwMode="auto">
          <a:xfrm>
            <a:off x="4985845" y="3125331"/>
            <a:ext cx="143901" cy="143901"/>
            <a:chOff x="0" y="0"/>
            <a:chExt cx="812799" cy="812799"/>
          </a:xfrm>
        </p:grpSpPr>
        <p:sp>
          <p:nvSpPr>
            <p:cNvPr id="524429062" name="Freeform 8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9283187" name="TextBox 8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5414696" name="Group 884"/>
          <p:cNvGrpSpPr/>
          <p:nvPr/>
        </p:nvGrpSpPr>
        <p:grpSpPr bwMode="auto">
          <a:xfrm>
            <a:off x="5178469" y="3125331"/>
            <a:ext cx="143901" cy="143901"/>
            <a:chOff x="0" y="0"/>
            <a:chExt cx="812799" cy="812799"/>
          </a:xfrm>
        </p:grpSpPr>
        <p:sp>
          <p:nvSpPr>
            <p:cNvPr id="1732201119" name="Freeform 8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009850" name="TextBox 8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0001645" name="Group 887"/>
          <p:cNvGrpSpPr/>
          <p:nvPr/>
        </p:nvGrpSpPr>
        <p:grpSpPr bwMode="auto">
          <a:xfrm>
            <a:off x="5371096" y="3125331"/>
            <a:ext cx="143901" cy="143901"/>
            <a:chOff x="0" y="0"/>
            <a:chExt cx="812799" cy="812799"/>
          </a:xfrm>
        </p:grpSpPr>
        <p:sp>
          <p:nvSpPr>
            <p:cNvPr id="1245862884" name="Freeform 8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4993805" name="TextBox 8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0315591" name="Group 890"/>
          <p:cNvGrpSpPr/>
          <p:nvPr/>
        </p:nvGrpSpPr>
        <p:grpSpPr bwMode="auto">
          <a:xfrm>
            <a:off x="5562625" y="3316859"/>
            <a:ext cx="143901" cy="143901"/>
            <a:chOff x="0" y="0"/>
            <a:chExt cx="812799" cy="812799"/>
          </a:xfrm>
        </p:grpSpPr>
        <p:sp>
          <p:nvSpPr>
            <p:cNvPr id="1723967652" name="Freeform 8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527296" name="TextBox 8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3626987" name="Group 893"/>
          <p:cNvGrpSpPr/>
          <p:nvPr/>
        </p:nvGrpSpPr>
        <p:grpSpPr bwMode="auto">
          <a:xfrm>
            <a:off x="5755248" y="3316859"/>
            <a:ext cx="143901" cy="143901"/>
            <a:chOff x="0" y="0"/>
            <a:chExt cx="812799" cy="812799"/>
          </a:xfrm>
        </p:grpSpPr>
        <p:sp>
          <p:nvSpPr>
            <p:cNvPr id="887416148" name="Freeform 8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7500999" name="TextBox 8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0279384" name="Group 896"/>
          <p:cNvGrpSpPr/>
          <p:nvPr/>
        </p:nvGrpSpPr>
        <p:grpSpPr bwMode="auto">
          <a:xfrm>
            <a:off x="5947870" y="3316859"/>
            <a:ext cx="143901" cy="143901"/>
            <a:chOff x="0" y="0"/>
            <a:chExt cx="812799" cy="812799"/>
          </a:xfrm>
        </p:grpSpPr>
        <p:sp>
          <p:nvSpPr>
            <p:cNvPr id="1865941923" name="Freeform 8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3258795" name="TextBox 8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2894593" name="Group 899"/>
          <p:cNvGrpSpPr/>
          <p:nvPr/>
        </p:nvGrpSpPr>
        <p:grpSpPr bwMode="auto">
          <a:xfrm>
            <a:off x="6139399" y="3316859"/>
            <a:ext cx="143901" cy="143901"/>
            <a:chOff x="0" y="0"/>
            <a:chExt cx="812799" cy="812799"/>
          </a:xfrm>
        </p:grpSpPr>
        <p:sp>
          <p:nvSpPr>
            <p:cNvPr id="144160385" name="Freeform 9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17889308" name="TextBox 9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9591075" name="Group 902"/>
          <p:cNvGrpSpPr/>
          <p:nvPr/>
        </p:nvGrpSpPr>
        <p:grpSpPr bwMode="auto">
          <a:xfrm>
            <a:off x="6332026" y="3316859"/>
            <a:ext cx="143901" cy="143901"/>
            <a:chOff x="0" y="0"/>
            <a:chExt cx="812799" cy="812799"/>
          </a:xfrm>
        </p:grpSpPr>
        <p:sp>
          <p:nvSpPr>
            <p:cNvPr id="1820117329" name="Freeform 9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0488558" name="TextBox 9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4841555" name="Group 905"/>
          <p:cNvGrpSpPr/>
          <p:nvPr/>
        </p:nvGrpSpPr>
        <p:grpSpPr bwMode="auto">
          <a:xfrm>
            <a:off x="6524645" y="3316859"/>
            <a:ext cx="143901" cy="143901"/>
            <a:chOff x="0" y="0"/>
            <a:chExt cx="812799" cy="812799"/>
          </a:xfrm>
        </p:grpSpPr>
        <p:sp>
          <p:nvSpPr>
            <p:cNvPr id="942029295" name="Freeform 9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3883174" name="TextBox 9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3079518" name="Group 908"/>
          <p:cNvGrpSpPr/>
          <p:nvPr/>
        </p:nvGrpSpPr>
        <p:grpSpPr bwMode="auto">
          <a:xfrm>
            <a:off x="6716175" y="3316859"/>
            <a:ext cx="143901" cy="143901"/>
            <a:chOff x="0" y="0"/>
            <a:chExt cx="812799" cy="812799"/>
          </a:xfrm>
        </p:grpSpPr>
        <p:sp>
          <p:nvSpPr>
            <p:cNvPr id="460497757" name="Freeform 9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42260104" name="TextBox 9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9967331" name="Group 911"/>
          <p:cNvGrpSpPr/>
          <p:nvPr/>
        </p:nvGrpSpPr>
        <p:grpSpPr bwMode="auto">
          <a:xfrm>
            <a:off x="6908799" y="3316859"/>
            <a:ext cx="143901" cy="143901"/>
            <a:chOff x="0" y="0"/>
            <a:chExt cx="812799" cy="812799"/>
          </a:xfrm>
        </p:grpSpPr>
        <p:sp>
          <p:nvSpPr>
            <p:cNvPr id="1496259961" name="Freeform 9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63811639" name="TextBox 9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37634" name="Group 914"/>
          <p:cNvGrpSpPr/>
          <p:nvPr/>
        </p:nvGrpSpPr>
        <p:grpSpPr bwMode="auto">
          <a:xfrm>
            <a:off x="7101427" y="3316859"/>
            <a:ext cx="143901" cy="143901"/>
            <a:chOff x="0" y="0"/>
            <a:chExt cx="812799" cy="812799"/>
          </a:xfrm>
        </p:grpSpPr>
        <p:sp>
          <p:nvSpPr>
            <p:cNvPr id="869997928" name="Freeform 9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699580" name="TextBox 9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0343783" name="Group 917"/>
          <p:cNvGrpSpPr/>
          <p:nvPr/>
        </p:nvGrpSpPr>
        <p:grpSpPr bwMode="auto">
          <a:xfrm>
            <a:off x="4985845" y="3316859"/>
            <a:ext cx="143901" cy="143901"/>
            <a:chOff x="0" y="0"/>
            <a:chExt cx="812799" cy="812799"/>
          </a:xfrm>
        </p:grpSpPr>
        <p:sp>
          <p:nvSpPr>
            <p:cNvPr id="2121294102" name="Freeform 9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4847113" name="TextBox 9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5856798" name="Group 920"/>
          <p:cNvGrpSpPr/>
          <p:nvPr/>
        </p:nvGrpSpPr>
        <p:grpSpPr bwMode="auto">
          <a:xfrm>
            <a:off x="5178469" y="3316859"/>
            <a:ext cx="143901" cy="143901"/>
            <a:chOff x="0" y="0"/>
            <a:chExt cx="812799" cy="812799"/>
          </a:xfrm>
        </p:grpSpPr>
        <p:sp>
          <p:nvSpPr>
            <p:cNvPr id="1400994890" name="Freeform 9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2918850" name="TextBox 9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0604432" name="Group 923"/>
          <p:cNvGrpSpPr/>
          <p:nvPr/>
        </p:nvGrpSpPr>
        <p:grpSpPr bwMode="auto">
          <a:xfrm>
            <a:off x="5371096" y="3316859"/>
            <a:ext cx="143901" cy="143901"/>
            <a:chOff x="0" y="0"/>
            <a:chExt cx="812799" cy="812799"/>
          </a:xfrm>
        </p:grpSpPr>
        <p:sp>
          <p:nvSpPr>
            <p:cNvPr id="1309842192" name="Freeform 9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4582561" name="TextBox 9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666476" name="Group 926"/>
          <p:cNvGrpSpPr/>
          <p:nvPr/>
        </p:nvGrpSpPr>
        <p:grpSpPr bwMode="auto">
          <a:xfrm>
            <a:off x="5562625" y="3506331"/>
            <a:ext cx="143901" cy="143901"/>
            <a:chOff x="0" y="0"/>
            <a:chExt cx="812799" cy="812799"/>
          </a:xfrm>
        </p:grpSpPr>
        <p:sp>
          <p:nvSpPr>
            <p:cNvPr id="1649740687" name="Freeform 9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9692808" name="TextBox 9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91455927" name="Group 929"/>
          <p:cNvGrpSpPr/>
          <p:nvPr/>
        </p:nvGrpSpPr>
        <p:grpSpPr bwMode="auto">
          <a:xfrm>
            <a:off x="5755248" y="3506331"/>
            <a:ext cx="143901" cy="143901"/>
            <a:chOff x="0" y="0"/>
            <a:chExt cx="812799" cy="812799"/>
          </a:xfrm>
        </p:grpSpPr>
        <p:sp>
          <p:nvSpPr>
            <p:cNvPr id="482572088" name="Freeform 9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255955" name="TextBox 9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901024" name="Group 932"/>
          <p:cNvGrpSpPr/>
          <p:nvPr/>
        </p:nvGrpSpPr>
        <p:grpSpPr bwMode="auto">
          <a:xfrm>
            <a:off x="5947870" y="3506331"/>
            <a:ext cx="143901" cy="143901"/>
            <a:chOff x="0" y="0"/>
            <a:chExt cx="812799" cy="812799"/>
          </a:xfrm>
        </p:grpSpPr>
        <p:sp>
          <p:nvSpPr>
            <p:cNvPr id="938972284" name="Freeform 9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6249454" name="TextBox 9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6567490" name="Group 935"/>
          <p:cNvGrpSpPr/>
          <p:nvPr/>
        </p:nvGrpSpPr>
        <p:grpSpPr bwMode="auto">
          <a:xfrm>
            <a:off x="6139399" y="3506331"/>
            <a:ext cx="143901" cy="143901"/>
            <a:chOff x="0" y="0"/>
            <a:chExt cx="812799" cy="812799"/>
          </a:xfrm>
        </p:grpSpPr>
        <p:sp>
          <p:nvSpPr>
            <p:cNvPr id="913824763" name="Freeform 9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7804645" name="TextBox 9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081615" name="Group 938"/>
          <p:cNvGrpSpPr/>
          <p:nvPr/>
        </p:nvGrpSpPr>
        <p:grpSpPr bwMode="auto">
          <a:xfrm>
            <a:off x="6332026" y="3506331"/>
            <a:ext cx="143901" cy="143901"/>
            <a:chOff x="0" y="0"/>
            <a:chExt cx="812799" cy="812799"/>
          </a:xfrm>
        </p:grpSpPr>
        <p:sp>
          <p:nvSpPr>
            <p:cNvPr id="1547519733" name="Freeform 9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593283" name="TextBox 9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9870480" name="Group 941"/>
          <p:cNvGrpSpPr/>
          <p:nvPr/>
        </p:nvGrpSpPr>
        <p:grpSpPr bwMode="auto">
          <a:xfrm>
            <a:off x="6524645" y="3506331"/>
            <a:ext cx="143901" cy="143901"/>
            <a:chOff x="0" y="0"/>
            <a:chExt cx="812799" cy="812799"/>
          </a:xfrm>
        </p:grpSpPr>
        <p:sp>
          <p:nvSpPr>
            <p:cNvPr id="503293321" name="Freeform 9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1123613" name="TextBox 9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7309973" name="Group 944"/>
          <p:cNvGrpSpPr/>
          <p:nvPr/>
        </p:nvGrpSpPr>
        <p:grpSpPr bwMode="auto">
          <a:xfrm>
            <a:off x="6716175" y="3506331"/>
            <a:ext cx="143901" cy="143901"/>
            <a:chOff x="0" y="0"/>
            <a:chExt cx="812799" cy="812799"/>
          </a:xfrm>
        </p:grpSpPr>
        <p:sp>
          <p:nvSpPr>
            <p:cNvPr id="612696318" name="Freeform 9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178" name="TextBox 9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1607621" name="Group 947"/>
          <p:cNvGrpSpPr/>
          <p:nvPr/>
        </p:nvGrpSpPr>
        <p:grpSpPr bwMode="auto">
          <a:xfrm>
            <a:off x="6908799" y="3506331"/>
            <a:ext cx="143901" cy="143901"/>
            <a:chOff x="0" y="0"/>
            <a:chExt cx="812799" cy="812799"/>
          </a:xfrm>
        </p:grpSpPr>
        <p:sp>
          <p:nvSpPr>
            <p:cNvPr id="1009893397" name="Freeform 9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44704" name="TextBox 9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4156021" name="Group 950"/>
          <p:cNvGrpSpPr/>
          <p:nvPr/>
        </p:nvGrpSpPr>
        <p:grpSpPr bwMode="auto">
          <a:xfrm>
            <a:off x="7101427" y="3506331"/>
            <a:ext cx="143901" cy="143901"/>
            <a:chOff x="0" y="0"/>
            <a:chExt cx="812799" cy="812799"/>
          </a:xfrm>
        </p:grpSpPr>
        <p:sp>
          <p:nvSpPr>
            <p:cNvPr id="2021098776" name="Freeform 9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6780464" name="TextBox 9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107873" name="Group 953"/>
          <p:cNvGrpSpPr/>
          <p:nvPr/>
        </p:nvGrpSpPr>
        <p:grpSpPr bwMode="auto">
          <a:xfrm>
            <a:off x="4985845" y="3506331"/>
            <a:ext cx="143901" cy="143901"/>
            <a:chOff x="0" y="0"/>
            <a:chExt cx="812799" cy="812799"/>
          </a:xfrm>
        </p:grpSpPr>
        <p:sp>
          <p:nvSpPr>
            <p:cNvPr id="1138428401" name="Freeform 9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5366787" name="TextBox 9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3587749" name="Group 956"/>
          <p:cNvGrpSpPr/>
          <p:nvPr/>
        </p:nvGrpSpPr>
        <p:grpSpPr bwMode="auto">
          <a:xfrm>
            <a:off x="5178469" y="3506331"/>
            <a:ext cx="143901" cy="143901"/>
            <a:chOff x="0" y="0"/>
            <a:chExt cx="812799" cy="812799"/>
          </a:xfrm>
        </p:grpSpPr>
        <p:sp>
          <p:nvSpPr>
            <p:cNvPr id="1971637811" name="Freeform 9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6212557" name="TextBox 9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63977" name="Group 959"/>
          <p:cNvGrpSpPr/>
          <p:nvPr/>
        </p:nvGrpSpPr>
        <p:grpSpPr bwMode="auto">
          <a:xfrm>
            <a:off x="5371096" y="3506331"/>
            <a:ext cx="143901" cy="143901"/>
            <a:chOff x="0" y="0"/>
            <a:chExt cx="812799" cy="812799"/>
          </a:xfrm>
        </p:grpSpPr>
        <p:sp>
          <p:nvSpPr>
            <p:cNvPr id="1682403798" name="Freeform 9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1787306" name="TextBox 9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6075233" name="Group 962"/>
          <p:cNvGrpSpPr/>
          <p:nvPr/>
        </p:nvGrpSpPr>
        <p:grpSpPr bwMode="auto">
          <a:xfrm>
            <a:off x="5562625" y="3697859"/>
            <a:ext cx="143901" cy="143901"/>
            <a:chOff x="0" y="0"/>
            <a:chExt cx="812799" cy="812799"/>
          </a:xfrm>
        </p:grpSpPr>
        <p:sp>
          <p:nvSpPr>
            <p:cNvPr id="259509918" name="Freeform 9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7355014" name="TextBox 9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1790514" name="Group 965"/>
          <p:cNvGrpSpPr/>
          <p:nvPr/>
        </p:nvGrpSpPr>
        <p:grpSpPr bwMode="auto">
          <a:xfrm>
            <a:off x="5755248" y="3697859"/>
            <a:ext cx="143901" cy="143901"/>
            <a:chOff x="0" y="0"/>
            <a:chExt cx="812799" cy="812799"/>
          </a:xfrm>
        </p:grpSpPr>
        <p:sp>
          <p:nvSpPr>
            <p:cNvPr id="1497255773" name="Freeform 9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4842507" name="TextBox 9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6197399" name="Group 968"/>
          <p:cNvGrpSpPr/>
          <p:nvPr/>
        </p:nvGrpSpPr>
        <p:grpSpPr bwMode="auto">
          <a:xfrm>
            <a:off x="5947870" y="3697859"/>
            <a:ext cx="143901" cy="143901"/>
            <a:chOff x="0" y="0"/>
            <a:chExt cx="812799" cy="812799"/>
          </a:xfrm>
        </p:grpSpPr>
        <p:sp>
          <p:nvSpPr>
            <p:cNvPr id="637088141" name="Freeform 9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599634" name="TextBox 9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6128199" name="Group 971"/>
          <p:cNvGrpSpPr/>
          <p:nvPr/>
        </p:nvGrpSpPr>
        <p:grpSpPr bwMode="auto">
          <a:xfrm>
            <a:off x="6139399" y="3697859"/>
            <a:ext cx="143901" cy="143901"/>
            <a:chOff x="0" y="0"/>
            <a:chExt cx="812799" cy="812799"/>
          </a:xfrm>
        </p:grpSpPr>
        <p:sp>
          <p:nvSpPr>
            <p:cNvPr id="1381579676" name="Freeform 9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3792164" name="TextBox 9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9428899" name="Group 974"/>
          <p:cNvGrpSpPr/>
          <p:nvPr/>
        </p:nvGrpSpPr>
        <p:grpSpPr bwMode="auto">
          <a:xfrm>
            <a:off x="6332026" y="3697859"/>
            <a:ext cx="143901" cy="143901"/>
            <a:chOff x="0" y="0"/>
            <a:chExt cx="812799" cy="812799"/>
          </a:xfrm>
        </p:grpSpPr>
        <p:sp>
          <p:nvSpPr>
            <p:cNvPr id="529497153" name="Freeform 9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57098692" name="TextBox 9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8743475" name="Group 977"/>
          <p:cNvGrpSpPr/>
          <p:nvPr/>
        </p:nvGrpSpPr>
        <p:grpSpPr bwMode="auto">
          <a:xfrm>
            <a:off x="6524645" y="3697859"/>
            <a:ext cx="143901" cy="143901"/>
            <a:chOff x="0" y="0"/>
            <a:chExt cx="812799" cy="812799"/>
          </a:xfrm>
        </p:grpSpPr>
        <p:sp>
          <p:nvSpPr>
            <p:cNvPr id="905728224" name="Freeform 9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7580057" name="TextBox 9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184986" name="Group 980"/>
          <p:cNvGrpSpPr/>
          <p:nvPr/>
        </p:nvGrpSpPr>
        <p:grpSpPr bwMode="auto">
          <a:xfrm>
            <a:off x="6716175" y="3697859"/>
            <a:ext cx="143901" cy="143901"/>
            <a:chOff x="0" y="0"/>
            <a:chExt cx="812799" cy="812799"/>
          </a:xfrm>
        </p:grpSpPr>
        <p:sp>
          <p:nvSpPr>
            <p:cNvPr id="1888760943" name="Freeform 9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3806277" name="TextBox 9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6669485" name="Group 983"/>
          <p:cNvGrpSpPr/>
          <p:nvPr/>
        </p:nvGrpSpPr>
        <p:grpSpPr bwMode="auto">
          <a:xfrm>
            <a:off x="6908799" y="3697859"/>
            <a:ext cx="143901" cy="143901"/>
            <a:chOff x="0" y="0"/>
            <a:chExt cx="812799" cy="812799"/>
          </a:xfrm>
        </p:grpSpPr>
        <p:sp>
          <p:nvSpPr>
            <p:cNvPr id="740316247" name="Freeform 9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72402350" name="TextBox 9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96580" name="Group 986"/>
          <p:cNvGrpSpPr/>
          <p:nvPr/>
        </p:nvGrpSpPr>
        <p:grpSpPr bwMode="auto">
          <a:xfrm>
            <a:off x="7101427" y="3697859"/>
            <a:ext cx="143901" cy="143901"/>
            <a:chOff x="0" y="0"/>
            <a:chExt cx="812799" cy="812799"/>
          </a:xfrm>
        </p:grpSpPr>
        <p:sp>
          <p:nvSpPr>
            <p:cNvPr id="1598856518" name="Freeform 9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5297162" name="TextBox 9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9588836" name="Group 989"/>
          <p:cNvGrpSpPr/>
          <p:nvPr/>
        </p:nvGrpSpPr>
        <p:grpSpPr bwMode="auto">
          <a:xfrm>
            <a:off x="4985845" y="3697859"/>
            <a:ext cx="143901" cy="143901"/>
            <a:chOff x="0" y="0"/>
            <a:chExt cx="812799" cy="812799"/>
          </a:xfrm>
        </p:grpSpPr>
        <p:sp>
          <p:nvSpPr>
            <p:cNvPr id="429678103" name="Freeform 9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454261" name="TextBox 9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842010" name="Group 992"/>
          <p:cNvGrpSpPr/>
          <p:nvPr/>
        </p:nvGrpSpPr>
        <p:grpSpPr bwMode="auto">
          <a:xfrm>
            <a:off x="5178469" y="3697859"/>
            <a:ext cx="143901" cy="143901"/>
            <a:chOff x="0" y="0"/>
            <a:chExt cx="812799" cy="812799"/>
          </a:xfrm>
        </p:grpSpPr>
        <p:sp>
          <p:nvSpPr>
            <p:cNvPr id="1580221933" name="Freeform 9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6091233" name="TextBox 9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50899" name="Group 995"/>
          <p:cNvGrpSpPr/>
          <p:nvPr/>
        </p:nvGrpSpPr>
        <p:grpSpPr bwMode="auto">
          <a:xfrm>
            <a:off x="5371096" y="3697859"/>
            <a:ext cx="143901" cy="143901"/>
            <a:chOff x="0" y="0"/>
            <a:chExt cx="812799" cy="812799"/>
          </a:xfrm>
        </p:grpSpPr>
        <p:sp>
          <p:nvSpPr>
            <p:cNvPr id="749782003" name="Freeform 9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5339932" name="TextBox 9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5775942" name="Group 998"/>
          <p:cNvGrpSpPr/>
          <p:nvPr/>
        </p:nvGrpSpPr>
        <p:grpSpPr bwMode="auto">
          <a:xfrm>
            <a:off x="5562625" y="3887332"/>
            <a:ext cx="143901" cy="143901"/>
            <a:chOff x="0" y="0"/>
            <a:chExt cx="812799" cy="812799"/>
          </a:xfrm>
        </p:grpSpPr>
        <p:sp>
          <p:nvSpPr>
            <p:cNvPr id="1756178568" name="Freeform 9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2726950" name="TextBox 10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9599911" name="Group 1001"/>
          <p:cNvGrpSpPr/>
          <p:nvPr/>
        </p:nvGrpSpPr>
        <p:grpSpPr bwMode="auto">
          <a:xfrm>
            <a:off x="5755248" y="3887332"/>
            <a:ext cx="143901" cy="143901"/>
            <a:chOff x="0" y="0"/>
            <a:chExt cx="812799" cy="812799"/>
          </a:xfrm>
        </p:grpSpPr>
        <p:sp>
          <p:nvSpPr>
            <p:cNvPr id="159791990" name="Freeform 10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3848398" name="TextBox 10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9928890" name="Group 1004"/>
          <p:cNvGrpSpPr/>
          <p:nvPr/>
        </p:nvGrpSpPr>
        <p:grpSpPr bwMode="auto">
          <a:xfrm>
            <a:off x="5947870" y="3887332"/>
            <a:ext cx="143901" cy="143901"/>
            <a:chOff x="0" y="0"/>
            <a:chExt cx="812799" cy="812799"/>
          </a:xfrm>
        </p:grpSpPr>
        <p:sp>
          <p:nvSpPr>
            <p:cNvPr id="1212988045" name="Freeform 10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1175348" name="TextBox 10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843882" name="Group 1007"/>
          <p:cNvGrpSpPr/>
          <p:nvPr/>
        </p:nvGrpSpPr>
        <p:grpSpPr bwMode="auto">
          <a:xfrm>
            <a:off x="6139399" y="3887332"/>
            <a:ext cx="143901" cy="143901"/>
            <a:chOff x="0" y="0"/>
            <a:chExt cx="812799" cy="812799"/>
          </a:xfrm>
        </p:grpSpPr>
        <p:sp>
          <p:nvSpPr>
            <p:cNvPr id="1339444320" name="Freeform 10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617070" name="TextBox 10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417817" name="Group 1010"/>
          <p:cNvGrpSpPr/>
          <p:nvPr/>
        </p:nvGrpSpPr>
        <p:grpSpPr bwMode="auto">
          <a:xfrm>
            <a:off x="6332026" y="3887332"/>
            <a:ext cx="143901" cy="143901"/>
            <a:chOff x="0" y="0"/>
            <a:chExt cx="812799" cy="812799"/>
          </a:xfrm>
        </p:grpSpPr>
        <p:sp>
          <p:nvSpPr>
            <p:cNvPr id="282191348" name="Freeform 10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9902746" name="TextBox 10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559287" name="Group 1013"/>
          <p:cNvGrpSpPr/>
          <p:nvPr/>
        </p:nvGrpSpPr>
        <p:grpSpPr bwMode="auto">
          <a:xfrm>
            <a:off x="6524645" y="3887332"/>
            <a:ext cx="143901" cy="143901"/>
            <a:chOff x="0" y="0"/>
            <a:chExt cx="812799" cy="812799"/>
          </a:xfrm>
        </p:grpSpPr>
        <p:sp>
          <p:nvSpPr>
            <p:cNvPr id="1634232388" name="Freeform 10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3293999" name="TextBox 10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3493939" name="Group 1016"/>
          <p:cNvGrpSpPr/>
          <p:nvPr/>
        </p:nvGrpSpPr>
        <p:grpSpPr bwMode="auto">
          <a:xfrm>
            <a:off x="6716175" y="3887332"/>
            <a:ext cx="143901" cy="143901"/>
            <a:chOff x="0" y="0"/>
            <a:chExt cx="812799" cy="812799"/>
          </a:xfrm>
        </p:grpSpPr>
        <p:sp>
          <p:nvSpPr>
            <p:cNvPr id="763522663" name="Freeform 10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9510850" name="TextBox 10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2034872" name="Group 1019"/>
          <p:cNvGrpSpPr/>
          <p:nvPr/>
        </p:nvGrpSpPr>
        <p:grpSpPr bwMode="auto">
          <a:xfrm>
            <a:off x="6908799" y="3887332"/>
            <a:ext cx="143901" cy="143901"/>
            <a:chOff x="0" y="0"/>
            <a:chExt cx="812799" cy="812799"/>
          </a:xfrm>
        </p:grpSpPr>
        <p:sp>
          <p:nvSpPr>
            <p:cNvPr id="1122693414" name="Freeform 10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64243" name="TextBox 10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6873691" name="Group 1022"/>
          <p:cNvGrpSpPr/>
          <p:nvPr/>
        </p:nvGrpSpPr>
        <p:grpSpPr bwMode="auto">
          <a:xfrm>
            <a:off x="7101427" y="3887332"/>
            <a:ext cx="143901" cy="143901"/>
            <a:chOff x="0" y="0"/>
            <a:chExt cx="812799" cy="812799"/>
          </a:xfrm>
        </p:grpSpPr>
        <p:sp>
          <p:nvSpPr>
            <p:cNvPr id="19766612" name="Freeform 10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1214919" name="TextBox 10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2981690" name="Group 1025"/>
          <p:cNvGrpSpPr/>
          <p:nvPr/>
        </p:nvGrpSpPr>
        <p:grpSpPr bwMode="auto">
          <a:xfrm>
            <a:off x="4985845" y="3887332"/>
            <a:ext cx="143901" cy="143901"/>
            <a:chOff x="0" y="0"/>
            <a:chExt cx="812799" cy="812799"/>
          </a:xfrm>
        </p:grpSpPr>
        <p:sp>
          <p:nvSpPr>
            <p:cNvPr id="128675114" name="Freeform 10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3873662" name="TextBox 10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7203127" name="Group 1028"/>
          <p:cNvGrpSpPr/>
          <p:nvPr/>
        </p:nvGrpSpPr>
        <p:grpSpPr bwMode="auto">
          <a:xfrm>
            <a:off x="5178469" y="3887332"/>
            <a:ext cx="143901" cy="143901"/>
            <a:chOff x="0" y="0"/>
            <a:chExt cx="812799" cy="812799"/>
          </a:xfrm>
        </p:grpSpPr>
        <p:sp>
          <p:nvSpPr>
            <p:cNvPr id="1119140071" name="Freeform 10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537466" name="TextBox 10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6720" name="Group 1031"/>
          <p:cNvGrpSpPr/>
          <p:nvPr/>
        </p:nvGrpSpPr>
        <p:grpSpPr bwMode="auto">
          <a:xfrm>
            <a:off x="5371096" y="3887332"/>
            <a:ext cx="143901" cy="143901"/>
            <a:chOff x="0" y="0"/>
            <a:chExt cx="812799" cy="812799"/>
          </a:xfrm>
        </p:grpSpPr>
        <p:sp>
          <p:nvSpPr>
            <p:cNvPr id="709011542" name="Freeform 10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4406826" name="TextBox 10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187338" name="Group 1034"/>
          <p:cNvGrpSpPr/>
          <p:nvPr/>
        </p:nvGrpSpPr>
        <p:grpSpPr bwMode="auto">
          <a:xfrm>
            <a:off x="5562625" y="1410069"/>
            <a:ext cx="143901" cy="143901"/>
            <a:chOff x="0" y="0"/>
            <a:chExt cx="812799" cy="812799"/>
          </a:xfrm>
        </p:grpSpPr>
        <p:sp>
          <p:nvSpPr>
            <p:cNvPr id="1935065502" name="Freeform 10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6317947" name="TextBox 10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7761613" name="Group 1037"/>
          <p:cNvGrpSpPr/>
          <p:nvPr/>
        </p:nvGrpSpPr>
        <p:grpSpPr bwMode="auto">
          <a:xfrm>
            <a:off x="5755248" y="1410069"/>
            <a:ext cx="143901" cy="143901"/>
            <a:chOff x="0" y="0"/>
            <a:chExt cx="812799" cy="812799"/>
          </a:xfrm>
        </p:grpSpPr>
        <p:sp>
          <p:nvSpPr>
            <p:cNvPr id="1855905192" name="Freeform 10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0799" name="TextBox 10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1939937" name="Group 1040"/>
          <p:cNvGrpSpPr/>
          <p:nvPr/>
        </p:nvGrpSpPr>
        <p:grpSpPr bwMode="auto">
          <a:xfrm>
            <a:off x="5947870" y="1410069"/>
            <a:ext cx="143901" cy="143901"/>
            <a:chOff x="0" y="0"/>
            <a:chExt cx="812799" cy="812799"/>
          </a:xfrm>
        </p:grpSpPr>
        <p:sp>
          <p:nvSpPr>
            <p:cNvPr id="954988005" name="Freeform 10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2461106" name="TextBox 10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176504" name="Group 1043"/>
          <p:cNvGrpSpPr/>
          <p:nvPr/>
        </p:nvGrpSpPr>
        <p:grpSpPr bwMode="auto">
          <a:xfrm>
            <a:off x="6139399" y="1410069"/>
            <a:ext cx="143901" cy="143901"/>
            <a:chOff x="0" y="0"/>
            <a:chExt cx="812799" cy="812799"/>
          </a:xfrm>
        </p:grpSpPr>
        <p:sp>
          <p:nvSpPr>
            <p:cNvPr id="717923144" name="Freeform 10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733078" name="TextBox 10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424908" name="Group 1046"/>
          <p:cNvGrpSpPr/>
          <p:nvPr/>
        </p:nvGrpSpPr>
        <p:grpSpPr bwMode="auto">
          <a:xfrm>
            <a:off x="6332026" y="1410069"/>
            <a:ext cx="143901" cy="143901"/>
            <a:chOff x="0" y="0"/>
            <a:chExt cx="812799" cy="812799"/>
          </a:xfrm>
        </p:grpSpPr>
        <p:sp>
          <p:nvSpPr>
            <p:cNvPr id="9097219" name="Freeform 10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6645928" name="TextBox 10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7407772" name="Group 1049"/>
          <p:cNvGrpSpPr/>
          <p:nvPr/>
        </p:nvGrpSpPr>
        <p:grpSpPr bwMode="auto">
          <a:xfrm>
            <a:off x="6524645" y="1410069"/>
            <a:ext cx="143901" cy="143901"/>
            <a:chOff x="0" y="0"/>
            <a:chExt cx="812799" cy="812799"/>
          </a:xfrm>
        </p:grpSpPr>
        <p:sp>
          <p:nvSpPr>
            <p:cNvPr id="498365135" name="Freeform 10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93753" name="TextBox 10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4136292" name="Group 1052"/>
          <p:cNvGrpSpPr/>
          <p:nvPr/>
        </p:nvGrpSpPr>
        <p:grpSpPr bwMode="auto">
          <a:xfrm>
            <a:off x="6716175" y="1410069"/>
            <a:ext cx="143901" cy="143901"/>
            <a:chOff x="0" y="0"/>
            <a:chExt cx="812799" cy="812799"/>
          </a:xfrm>
        </p:grpSpPr>
        <p:sp>
          <p:nvSpPr>
            <p:cNvPr id="755054476" name="Freeform 10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8223087" name="TextBox 10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6008590" name="Group 1055"/>
          <p:cNvGrpSpPr/>
          <p:nvPr/>
        </p:nvGrpSpPr>
        <p:grpSpPr bwMode="auto">
          <a:xfrm>
            <a:off x="6908799" y="1410069"/>
            <a:ext cx="143901" cy="143901"/>
            <a:chOff x="0" y="0"/>
            <a:chExt cx="812799" cy="812799"/>
          </a:xfrm>
        </p:grpSpPr>
        <p:sp>
          <p:nvSpPr>
            <p:cNvPr id="1611811339" name="Freeform 10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7024488" name="TextBox 10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7682721" name="Group 1058"/>
          <p:cNvGrpSpPr/>
          <p:nvPr/>
        </p:nvGrpSpPr>
        <p:grpSpPr bwMode="auto">
          <a:xfrm>
            <a:off x="7101427" y="1410069"/>
            <a:ext cx="143901" cy="143901"/>
            <a:chOff x="0" y="0"/>
            <a:chExt cx="812799" cy="812799"/>
          </a:xfrm>
        </p:grpSpPr>
        <p:sp>
          <p:nvSpPr>
            <p:cNvPr id="552744486" name="Freeform 10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3234482" name="TextBox 10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3384463" name="Group 1061"/>
          <p:cNvGrpSpPr/>
          <p:nvPr/>
        </p:nvGrpSpPr>
        <p:grpSpPr bwMode="auto">
          <a:xfrm>
            <a:off x="4985845" y="1410069"/>
            <a:ext cx="143901" cy="143901"/>
            <a:chOff x="0" y="0"/>
            <a:chExt cx="812799" cy="812799"/>
          </a:xfrm>
        </p:grpSpPr>
        <p:sp>
          <p:nvSpPr>
            <p:cNvPr id="1522463429" name="Freeform 10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596204" name="TextBox 10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816470" name="Group 1064"/>
          <p:cNvGrpSpPr/>
          <p:nvPr/>
        </p:nvGrpSpPr>
        <p:grpSpPr bwMode="auto">
          <a:xfrm>
            <a:off x="5178469" y="1410069"/>
            <a:ext cx="143901" cy="143901"/>
            <a:chOff x="0" y="0"/>
            <a:chExt cx="812799" cy="812799"/>
          </a:xfrm>
        </p:grpSpPr>
        <p:sp>
          <p:nvSpPr>
            <p:cNvPr id="106283926" name="Freeform 10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10311351" name="TextBox 10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6149835" name="Group 1067"/>
          <p:cNvGrpSpPr/>
          <p:nvPr/>
        </p:nvGrpSpPr>
        <p:grpSpPr bwMode="auto">
          <a:xfrm>
            <a:off x="5371096" y="1410069"/>
            <a:ext cx="143901" cy="143901"/>
            <a:chOff x="0" y="0"/>
            <a:chExt cx="812799" cy="812799"/>
          </a:xfrm>
        </p:grpSpPr>
        <p:sp>
          <p:nvSpPr>
            <p:cNvPr id="1368292475" name="Freeform 10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2643482" name="TextBox 10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0071208" name="Group 1070"/>
          <p:cNvGrpSpPr/>
          <p:nvPr/>
        </p:nvGrpSpPr>
        <p:grpSpPr bwMode="auto">
          <a:xfrm>
            <a:off x="5562625" y="1599542"/>
            <a:ext cx="143901" cy="143901"/>
            <a:chOff x="0" y="0"/>
            <a:chExt cx="812799" cy="812799"/>
          </a:xfrm>
        </p:grpSpPr>
        <p:sp>
          <p:nvSpPr>
            <p:cNvPr id="2101118990" name="Freeform 10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8474327" name="TextBox 10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2973110" name="Group 1073"/>
          <p:cNvGrpSpPr/>
          <p:nvPr/>
        </p:nvGrpSpPr>
        <p:grpSpPr bwMode="auto">
          <a:xfrm>
            <a:off x="5755248" y="1599542"/>
            <a:ext cx="143901" cy="143901"/>
            <a:chOff x="0" y="0"/>
            <a:chExt cx="812799" cy="812799"/>
          </a:xfrm>
        </p:grpSpPr>
        <p:sp>
          <p:nvSpPr>
            <p:cNvPr id="294276009" name="Freeform 10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5793315" name="TextBox 10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9031708" name="Group 1076"/>
          <p:cNvGrpSpPr/>
          <p:nvPr/>
        </p:nvGrpSpPr>
        <p:grpSpPr bwMode="auto">
          <a:xfrm>
            <a:off x="5947870" y="1599542"/>
            <a:ext cx="143901" cy="143901"/>
            <a:chOff x="0" y="0"/>
            <a:chExt cx="812799" cy="812799"/>
          </a:xfrm>
        </p:grpSpPr>
        <p:sp>
          <p:nvSpPr>
            <p:cNvPr id="710233358" name="Freeform 10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5377017" name="TextBox 10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3480293" name="Group 1079"/>
          <p:cNvGrpSpPr/>
          <p:nvPr/>
        </p:nvGrpSpPr>
        <p:grpSpPr bwMode="auto">
          <a:xfrm>
            <a:off x="6139399" y="1599542"/>
            <a:ext cx="143901" cy="143901"/>
            <a:chOff x="0" y="0"/>
            <a:chExt cx="812799" cy="812799"/>
          </a:xfrm>
        </p:grpSpPr>
        <p:sp>
          <p:nvSpPr>
            <p:cNvPr id="763904943" name="Freeform 10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5704995" name="TextBox 10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2445753" name="Group 1082"/>
          <p:cNvGrpSpPr/>
          <p:nvPr/>
        </p:nvGrpSpPr>
        <p:grpSpPr bwMode="auto">
          <a:xfrm>
            <a:off x="6332026" y="1599542"/>
            <a:ext cx="143901" cy="143901"/>
            <a:chOff x="0" y="0"/>
            <a:chExt cx="812799" cy="812799"/>
          </a:xfrm>
        </p:grpSpPr>
        <p:sp>
          <p:nvSpPr>
            <p:cNvPr id="1099351384" name="Freeform 10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5311118" name="TextBox 10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3370930" name="Group 1085"/>
          <p:cNvGrpSpPr/>
          <p:nvPr/>
        </p:nvGrpSpPr>
        <p:grpSpPr bwMode="auto">
          <a:xfrm>
            <a:off x="6524645" y="1599542"/>
            <a:ext cx="143901" cy="143901"/>
            <a:chOff x="0" y="0"/>
            <a:chExt cx="812799" cy="812799"/>
          </a:xfrm>
        </p:grpSpPr>
        <p:sp>
          <p:nvSpPr>
            <p:cNvPr id="2138706543" name="Freeform 10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6869" name="TextBox 10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5339172" name="Group 1088"/>
          <p:cNvGrpSpPr/>
          <p:nvPr/>
        </p:nvGrpSpPr>
        <p:grpSpPr bwMode="auto">
          <a:xfrm>
            <a:off x="6716175" y="1599542"/>
            <a:ext cx="143901" cy="143901"/>
            <a:chOff x="0" y="0"/>
            <a:chExt cx="812799" cy="812799"/>
          </a:xfrm>
        </p:grpSpPr>
        <p:sp>
          <p:nvSpPr>
            <p:cNvPr id="429588957" name="Freeform 10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24594070" name="TextBox 10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840966" name="Group 1091"/>
          <p:cNvGrpSpPr/>
          <p:nvPr/>
        </p:nvGrpSpPr>
        <p:grpSpPr bwMode="auto">
          <a:xfrm>
            <a:off x="6908799" y="1599542"/>
            <a:ext cx="143901" cy="143901"/>
            <a:chOff x="0" y="0"/>
            <a:chExt cx="812799" cy="812799"/>
          </a:xfrm>
        </p:grpSpPr>
        <p:sp>
          <p:nvSpPr>
            <p:cNvPr id="81109615" name="Freeform 10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1591977" name="TextBox 10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0973322" name="Group 1094"/>
          <p:cNvGrpSpPr/>
          <p:nvPr/>
        </p:nvGrpSpPr>
        <p:grpSpPr bwMode="auto">
          <a:xfrm>
            <a:off x="7101427" y="1599542"/>
            <a:ext cx="143901" cy="143901"/>
            <a:chOff x="0" y="0"/>
            <a:chExt cx="812799" cy="812799"/>
          </a:xfrm>
        </p:grpSpPr>
        <p:sp>
          <p:nvSpPr>
            <p:cNvPr id="1947826850" name="Freeform 10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6899407" name="TextBox 10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773905" name="Group 1097"/>
          <p:cNvGrpSpPr/>
          <p:nvPr/>
        </p:nvGrpSpPr>
        <p:grpSpPr bwMode="auto">
          <a:xfrm>
            <a:off x="4985845" y="1599542"/>
            <a:ext cx="143901" cy="143901"/>
            <a:chOff x="0" y="0"/>
            <a:chExt cx="812799" cy="812799"/>
          </a:xfrm>
        </p:grpSpPr>
        <p:sp>
          <p:nvSpPr>
            <p:cNvPr id="1227593275" name="Freeform 10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3983926" name="TextBox 10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1542041" name="Group 1100"/>
          <p:cNvGrpSpPr/>
          <p:nvPr/>
        </p:nvGrpSpPr>
        <p:grpSpPr bwMode="auto">
          <a:xfrm>
            <a:off x="5178469" y="1599542"/>
            <a:ext cx="143901" cy="143901"/>
            <a:chOff x="0" y="0"/>
            <a:chExt cx="812799" cy="812799"/>
          </a:xfrm>
        </p:grpSpPr>
        <p:sp>
          <p:nvSpPr>
            <p:cNvPr id="750744645" name="Freeform 11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0175428" name="TextBox 11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679556" name="Group 1103"/>
          <p:cNvGrpSpPr/>
          <p:nvPr/>
        </p:nvGrpSpPr>
        <p:grpSpPr bwMode="auto">
          <a:xfrm>
            <a:off x="5371096" y="1599542"/>
            <a:ext cx="143901" cy="143901"/>
            <a:chOff x="0" y="0"/>
            <a:chExt cx="812799" cy="812799"/>
          </a:xfrm>
        </p:grpSpPr>
        <p:sp>
          <p:nvSpPr>
            <p:cNvPr id="1459335417" name="Freeform 11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547168" name="TextBox 11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9329703" name="Group 1106"/>
          <p:cNvGrpSpPr/>
          <p:nvPr/>
        </p:nvGrpSpPr>
        <p:grpSpPr bwMode="auto">
          <a:xfrm>
            <a:off x="5562625" y="4077831"/>
            <a:ext cx="143901" cy="143901"/>
            <a:chOff x="0" y="0"/>
            <a:chExt cx="812799" cy="812799"/>
          </a:xfrm>
        </p:grpSpPr>
        <p:sp>
          <p:nvSpPr>
            <p:cNvPr id="932796847" name="Freeform 11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5075525" name="TextBox 11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4940154" name="Group 1109"/>
          <p:cNvGrpSpPr/>
          <p:nvPr/>
        </p:nvGrpSpPr>
        <p:grpSpPr bwMode="auto">
          <a:xfrm>
            <a:off x="5755248" y="4077831"/>
            <a:ext cx="143901" cy="143901"/>
            <a:chOff x="0" y="0"/>
            <a:chExt cx="812799" cy="812799"/>
          </a:xfrm>
        </p:grpSpPr>
        <p:sp>
          <p:nvSpPr>
            <p:cNvPr id="1000735271" name="Freeform 11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14516437" name="TextBox 11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9873745" name="Group 1112"/>
          <p:cNvGrpSpPr/>
          <p:nvPr/>
        </p:nvGrpSpPr>
        <p:grpSpPr bwMode="auto">
          <a:xfrm>
            <a:off x="5947870" y="4077831"/>
            <a:ext cx="143901" cy="143901"/>
            <a:chOff x="0" y="0"/>
            <a:chExt cx="812799" cy="812799"/>
          </a:xfrm>
        </p:grpSpPr>
        <p:sp>
          <p:nvSpPr>
            <p:cNvPr id="1528994340" name="Freeform 11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9463191" name="TextBox 11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898902" name="Group 1115"/>
          <p:cNvGrpSpPr/>
          <p:nvPr/>
        </p:nvGrpSpPr>
        <p:grpSpPr bwMode="auto">
          <a:xfrm>
            <a:off x="6139399" y="4077831"/>
            <a:ext cx="143901" cy="143901"/>
            <a:chOff x="0" y="0"/>
            <a:chExt cx="812799" cy="812799"/>
          </a:xfrm>
        </p:grpSpPr>
        <p:sp>
          <p:nvSpPr>
            <p:cNvPr id="1149706598" name="Freeform 11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640805" name="TextBox 11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0212597" name="Group 1118"/>
          <p:cNvGrpSpPr/>
          <p:nvPr/>
        </p:nvGrpSpPr>
        <p:grpSpPr bwMode="auto">
          <a:xfrm>
            <a:off x="6332026" y="4077831"/>
            <a:ext cx="143901" cy="143901"/>
            <a:chOff x="0" y="0"/>
            <a:chExt cx="812799" cy="812799"/>
          </a:xfrm>
        </p:grpSpPr>
        <p:sp>
          <p:nvSpPr>
            <p:cNvPr id="495052880" name="Freeform 11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3401705" name="TextBox 11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9909752" name="Group 1121"/>
          <p:cNvGrpSpPr/>
          <p:nvPr/>
        </p:nvGrpSpPr>
        <p:grpSpPr bwMode="auto">
          <a:xfrm>
            <a:off x="6524645" y="4077831"/>
            <a:ext cx="143901" cy="143901"/>
            <a:chOff x="0" y="0"/>
            <a:chExt cx="812799" cy="812799"/>
          </a:xfrm>
        </p:grpSpPr>
        <p:sp>
          <p:nvSpPr>
            <p:cNvPr id="1617391091" name="Freeform 11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0661959" name="TextBox 11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407415" name="Group 1124"/>
          <p:cNvGrpSpPr/>
          <p:nvPr/>
        </p:nvGrpSpPr>
        <p:grpSpPr bwMode="auto">
          <a:xfrm>
            <a:off x="6716175" y="4077831"/>
            <a:ext cx="143901" cy="143901"/>
            <a:chOff x="0" y="0"/>
            <a:chExt cx="812799" cy="812799"/>
          </a:xfrm>
        </p:grpSpPr>
        <p:sp>
          <p:nvSpPr>
            <p:cNvPr id="1156257653" name="Freeform 11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940134" name="TextBox 11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7576019" name="Group 1127"/>
          <p:cNvGrpSpPr/>
          <p:nvPr/>
        </p:nvGrpSpPr>
        <p:grpSpPr bwMode="auto">
          <a:xfrm>
            <a:off x="6908799" y="4077831"/>
            <a:ext cx="143901" cy="143901"/>
            <a:chOff x="0" y="0"/>
            <a:chExt cx="812799" cy="812799"/>
          </a:xfrm>
        </p:grpSpPr>
        <p:sp>
          <p:nvSpPr>
            <p:cNvPr id="1049702103" name="Freeform 11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780972" name="TextBox 11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340117" name="Group 1130"/>
          <p:cNvGrpSpPr/>
          <p:nvPr/>
        </p:nvGrpSpPr>
        <p:grpSpPr bwMode="auto">
          <a:xfrm>
            <a:off x="7101427" y="4077831"/>
            <a:ext cx="143901" cy="143901"/>
            <a:chOff x="0" y="0"/>
            <a:chExt cx="812799" cy="812799"/>
          </a:xfrm>
        </p:grpSpPr>
        <p:sp>
          <p:nvSpPr>
            <p:cNvPr id="620362063" name="Freeform 11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1011874" name="TextBox 11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7430433" name="Group 1133"/>
          <p:cNvGrpSpPr/>
          <p:nvPr/>
        </p:nvGrpSpPr>
        <p:grpSpPr bwMode="auto">
          <a:xfrm>
            <a:off x="4985845" y="4077831"/>
            <a:ext cx="143901" cy="143901"/>
            <a:chOff x="0" y="0"/>
            <a:chExt cx="812799" cy="812799"/>
          </a:xfrm>
        </p:grpSpPr>
        <p:sp>
          <p:nvSpPr>
            <p:cNvPr id="1971029241" name="Freeform 11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953245" name="TextBox 11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5797873" name="Group 1136"/>
          <p:cNvGrpSpPr/>
          <p:nvPr/>
        </p:nvGrpSpPr>
        <p:grpSpPr bwMode="auto">
          <a:xfrm>
            <a:off x="5178469" y="4077831"/>
            <a:ext cx="143901" cy="143901"/>
            <a:chOff x="0" y="0"/>
            <a:chExt cx="812799" cy="812799"/>
          </a:xfrm>
        </p:grpSpPr>
        <p:sp>
          <p:nvSpPr>
            <p:cNvPr id="1198377191" name="Freeform 11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8436303" name="TextBox 11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006478" name="Group 1139"/>
          <p:cNvGrpSpPr/>
          <p:nvPr/>
        </p:nvGrpSpPr>
        <p:grpSpPr bwMode="auto">
          <a:xfrm>
            <a:off x="5371096" y="4077831"/>
            <a:ext cx="143901" cy="143901"/>
            <a:chOff x="0" y="0"/>
            <a:chExt cx="812799" cy="812799"/>
          </a:xfrm>
        </p:grpSpPr>
        <p:sp>
          <p:nvSpPr>
            <p:cNvPr id="385162019" name="Freeform 11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229461" name="TextBox 11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261092" name="Group 1142"/>
          <p:cNvGrpSpPr/>
          <p:nvPr/>
        </p:nvGrpSpPr>
        <p:grpSpPr bwMode="auto">
          <a:xfrm>
            <a:off x="5562625" y="4267302"/>
            <a:ext cx="143901" cy="143901"/>
            <a:chOff x="0" y="0"/>
            <a:chExt cx="812799" cy="812799"/>
          </a:xfrm>
        </p:grpSpPr>
        <p:sp>
          <p:nvSpPr>
            <p:cNvPr id="1148202345" name="Freeform 11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484785" name="TextBox 11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0000433" name="Group 1145"/>
          <p:cNvGrpSpPr/>
          <p:nvPr/>
        </p:nvGrpSpPr>
        <p:grpSpPr bwMode="auto">
          <a:xfrm>
            <a:off x="5755248" y="4267302"/>
            <a:ext cx="143901" cy="143901"/>
            <a:chOff x="0" y="0"/>
            <a:chExt cx="812799" cy="812799"/>
          </a:xfrm>
        </p:grpSpPr>
        <p:sp>
          <p:nvSpPr>
            <p:cNvPr id="1945506719" name="Freeform 11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442677" name="TextBox 11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0672520" name="Group 1148"/>
          <p:cNvGrpSpPr/>
          <p:nvPr/>
        </p:nvGrpSpPr>
        <p:grpSpPr bwMode="auto">
          <a:xfrm>
            <a:off x="5947870" y="4267302"/>
            <a:ext cx="143901" cy="143901"/>
            <a:chOff x="0" y="0"/>
            <a:chExt cx="812799" cy="812799"/>
          </a:xfrm>
        </p:grpSpPr>
        <p:sp>
          <p:nvSpPr>
            <p:cNvPr id="295189379" name="Freeform 11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6189973" name="TextBox 11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197478" name="Group 1151"/>
          <p:cNvGrpSpPr/>
          <p:nvPr/>
        </p:nvGrpSpPr>
        <p:grpSpPr bwMode="auto">
          <a:xfrm>
            <a:off x="6139399" y="4267302"/>
            <a:ext cx="143901" cy="143901"/>
            <a:chOff x="0" y="0"/>
            <a:chExt cx="812799" cy="812799"/>
          </a:xfrm>
        </p:grpSpPr>
        <p:sp>
          <p:nvSpPr>
            <p:cNvPr id="1687601896" name="Freeform 11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20220" name="TextBox 11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8367824" name="Group 1154"/>
          <p:cNvGrpSpPr/>
          <p:nvPr/>
        </p:nvGrpSpPr>
        <p:grpSpPr bwMode="auto">
          <a:xfrm>
            <a:off x="6332026" y="4267302"/>
            <a:ext cx="143901" cy="143901"/>
            <a:chOff x="0" y="0"/>
            <a:chExt cx="812799" cy="812799"/>
          </a:xfrm>
        </p:grpSpPr>
        <p:sp>
          <p:nvSpPr>
            <p:cNvPr id="171408626" name="Freeform 11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3196040" name="TextBox 11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9278183" name="Group 1157"/>
          <p:cNvGrpSpPr/>
          <p:nvPr/>
        </p:nvGrpSpPr>
        <p:grpSpPr bwMode="auto">
          <a:xfrm>
            <a:off x="6524645" y="4267302"/>
            <a:ext cx="143901" cy="143901"/>
            <a:chOff x="0" y="0"/>
            <a:chExt cx="812799" cy="812799"/>
          </a:xfrm>
        </p:grpSpPr>
        <p:sp>
          <p:nvSpPr>
            <p:cNvPr id="416944411" name="Freeform 11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8911627" name="TextBox 11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107437" name="Group 1160"/>
          <p:cNvGrpSpPr/>
          <p:nvPr/>
        </p:nvGrpSpPr>
        <p:grpSpPr bwMode="auto">
          <a:xfrm>
            <a:off x="6716175" y="4267302"/>
            <a:ext cx="143901" cy="143901"/>
            <a:chOff x="0" y="0"/>
            <a:chExt cx="812799" cy="812799"/>
          </a:xfrm>
        </p:grpSpPr>
        <p:sp>
          <p:nvSpPr>
            <p:cNvPr id="1920830153" name="Freeform 11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7078222" name="TextBox 11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9728646" name="Group 1163"/>
          <p:cNvGrpSpPr/>
          <p:nvPr/>
        </p:nvGrpSpPr>
        <p:grpSpPr bwMode="auto">
          <a:xfrm>
            <a:off x="6908799" y="4267302"/>
            <a:ext cx="143901" cy="143901"/>
            <a:chOff x="0" y="0"/>
            <a:chExt cx="812799" cy="812799"/>
          </a:xfrm>
        </p:grpSpPr>
        <p:sp>
          <p:nvSpPr>
            <p:cNvPr id="1498143209" name="Freeform 11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830526" name="TextBox 11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64113" name="Group 1166"/>
          <p:cNvGrpSpPr/>
          <p:nvPr/>
        </p:nvGrpSpPr>
        <p:grpSpPr bwMode="auto">
          <a:xfrm>
            <a:off x="7101427" y="4267302"/>
            <a:ext cx="143901" cy="143901"/>
            <a:chOff x="0" y="0"/>
            <a:chExt cx="812799" cy="812799"/>
          </a:xfrm>
        </p:grpSpPr>
        <p:sp>
          <p:nvSpPr>
            <p:cNvPr id="1425689737" name="Freeform 11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745936" name="TextBox 11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9412589" name="Group 1169"/>
          <p:cNvGrpSpPr/>
          <p:nvPr/>
        </p:nvGrpSpPr>
        <p:grpSpPr bwMode="auto">
          <a:xfrm>
            <a:off x="4985845" y="4267302"/>
            <a:ext cx="143901" cy="143901"/>
            <a:chOff x="0" y="0"/>
            <a:chExt cx="812799" cy="812799"/>
          </a:xfrm>
        </p:grpSpPr>
        <p:sp>
          <p:nvSpPr>
            <p:cNvPr id="1138756202" name="Freeform 11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6437998" name="TextBox 11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7285138" name="Group 1172"/>
          <p:cNvGrpSpPr/>
          <p:nvPr/>
        </p:nvGrpSpPr>
        <p:grpSpPr bwMode="auto">
          <a:xfrm>
            <a:off x="5178469" y="4267302"/>
            <a:ext cx="143901" cy="143901"/>
            <a:chOff x="0" y="0"/>
            <a:chExt cx="812799" cy="812799"/>
          </a:xfrm>
        </p:grpSpPr>
        <p:sp>
          <p:nvSpPr>
            <p:cNvPr id="1025052827" name="Freeform 11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329852" name="TextBox 11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2766020" name="Group 1175"/>
          <p:cNvGrpSpPr/>
          <p:nvPr/>
        </p:nvGrpSpPr>
        <p:grpSpPr bwMode="auto">
          <a:xfrm>
            <a:off x="5371096" y="4267302"/>
            <a:ext cx="143901" cy="143901"/>
            <a:chOff x="0" y="0"/>
            <a:chExt cx="812799" cy="812799"/>
          </a:xfrm>
        </p:grpSpPr>
        <p:sp>
          <p:nvSpPr>
            <p:cNvPr id="845626629" name="Freeform 11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6626136" name="TextBox 11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5554888" name="Group 1178"/>
          <p:cNvGrpSpPr/>
          <p:nvPr/>
        </p:nvGrpSpPr>
        <p:grpSpPr bwMode="auto">
          <a:xfrm>
            <a:off x="4671868" y="167437"/>
            <a:ext cx="2887434" cy="5486400"/>
            <a:chOff x="0" y="0"/>
            <a:chExt cx="1140714" cy="2167465"/>
          </a:xfrm>
        </p:grpSpPr>
        <p:sp>
          <p:nvSpPr>
            <p:cNvPr id="1880749990" name="Freeform 1179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19008723" name="TextBox 1180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245801" name="Group 1181"/>
          <p:cNvGrpSpPr/>
          <p:nvPr/>
        </p:nvGrpSpPr>
        <p:grpSpPr bwMode="auto">
          <a:xfrm>
            <a:off x="545503" y="167437"/>
            <a:ext cx="2887434" cy="5486400"/>
            <a:chOff x="0" y="0"/>
            <a:chExt cx="1140714" cy="2167465"/>
          </a:xfrm>
        </p:grpSpPr>
        <p:sp>
          <p:nvSpPr>
            <p:cNvPr id="1498661740" name="Freeform 1182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06079162" name="TextBox 1183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2419272" name="Group 1184"/>
          <p:cNvGrpSpPr/>
          <p:nvPr/>
        </p:nvGrpSpPr>
        <p:grpSpPr bwMode="auto">
          <a:xfrm>
            <a:off x="8800276" y="167437"/>
            <a:ext cx="2887434" cy="5486400"/>
            <a:chOff x="0" y="0"/>
            <a:chExt cx="1140714" cy="2167465"/>
          </a:xfrm>
        </p:grpSpPr>
        <p:sp>
          <p:nvSpPr>
            <p:cNvPr id="968062535" name="Freeform 1185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6742957" name="TextBox 1186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67502600" name="Group 1187"/>
          <p:cNvGrpSpPr/>
          <p:nvPr/>
        </p:nvGrpSpPr>
        <p:grpSpPr bwMode="auto">
          <a:xfrm>
            <a:off x="9691029" y="1791070"/>
            <a:ext cx="143901" cy="143901"/>
            <a:chOff x="0" y="0"/>
            <a:chExt cx="812799" cy="812799"/>
          </a:xfrm>
        </p:grpSpPr>
        <p:sp>
          <p:nvSpPr>
            <p:cNvPr id="779618800" name="Freeform 11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2689898" name="TextBox 11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2262230" name="Group 1190"/>
          <p:cNvGrpSpPr/>
          <p:nvPr/>
        </p:nvGrpSpPr>
        <p:grpSpPr bwMode="auto">
          <a:xfrm>
            <a:off x="9883656" y="1791070"/>
            <a:ext cx="143901" cy="143901"/>
            <a:chOff x="0" y="0"/>
            <a:chExt cx="812799" cy="812799"/>
          </a:xfrm>
        </p:grpSpPr>
        <p:sp>
          <p:nvSpPr>
            <p:cNvPr id="2071107268" name="Freeform 11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2141520" name="TextBox 11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471236" name="Group 1193"/>
          <p:cNvGrpSpPr/>
          <p:nvPr/>
        </p:nvGrpSpPr>
        <p:grpSpPr bwMode="auto">
          <a:xfrm>
            <a:off x="10076278" y="1791070"/>
            <a:ext cx="143901" cy="143901"/>
            <a:chOff x="0" y="0"/>
            <a:chExt cx="812799" cy="812799"/>
          </a:xfrm>
        </p:grpSpPr>
        <p:sp>
          <p:nvSpPr>
            <p:cNvPr id="1431651553" name="Freeform 11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6693810" name="TextBox 11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7103636" name="Group 1196"/>
          <p:cNvGrpSpPr/>
          <p:nvPr/>
        </p:nvGrpSpPr>
        <p:grpSpPr bwMode="auto">
          <a:xfrm>
            <a:off x="10267807" y="1791070"/>
            <a:ext cx="143901" cy="143901"/>
            <a:chOff x="0" y="0"/>
            <a:chExt cx="812799" cy="812799"/>
          </a:xfrm>
        </p:grpSpPr>
        <p:sp>
          <p:nvSpPr>
            <p:cNvPr id="974869124" name="Freeform 11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757457" name="TextBox 11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6436187" name="Group 1199"/>
          <p:cNvGrpSpPr/>
          <p:nvPr/>
        </p:nvGrpSpPr>
        <p:grpSpPr bwMode="auto">
          <a:xfrm>
            <a:off x="10460430" y="1791070"/>
            <a:ext cx="143901" cy="143901"/>
            <a:chOff x="0" y="0"/>
            <a:chExt cx="812799" cy="812799"/>
          </a:xfrm>
        </p:grpSpPr>
        <p:sp>
          <p:nvSpPr>
            <p:cNvPr id="326276465" name="Freeform 12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0294163" name="TextBox 12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1773815" name="Group 1202"/>
          <p:cNvGrpSpPr/>
          <p:nvPr/>
        </p:nvGrpSpPr>
        <p:grpSpPr bwMode="auto">
          <a:xfrm>
            <a:off x="10653054" y="1791070"/>
            <a:ext cx="143901" cy="143901"/>
            <a:chOff x="0" y="0"/>
            <a:chExt cx="812799" cy="812799"/>
          </a:xfrm>
        </p:grpSpPr>
        <p:sp>
          <p:nvSpPr>
            <p:cNvPr id="533160983" name="Freeform 12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8945974" name="TextBox 12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4871969" name="Group 1205"/>
          <p:cNvGrpSpPr/>
          <p:nvPr/>
        </p:nvGrpSpPr>
        <p:grpSpPr bwMode="auto">
          <a:xfrm>
            <a:off x="10844582" y="1791070"/>
            <a:ext cx="143901" cy="143901"/>
            <a:chOff x="0" y="0"/>
            <a:chExt cx="812799" cy="812799"/>
          </a:xfrm>
        </p:grpSpPr>
        <p:sp>
          <p:nvSpPr>
            <p:cNvPr id="756021167" name="Freeform 12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663630" name="TextBox 12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6653105" name="Group 1208"/>
          <p:cNvGrpSpPr/>
          <p:nvPr/>
        </p:nvGrpSpPr>
        <p:grpSpPr bwMode="auto">
          <a:xfrm>
            <a:off x="11037208" y="1791070"/>
            <a:ext cx="143901" cy="143901"/>
            <a:chOff x="0" y="0"/>
            <a:chExt cx="812799" cy="812799"/>
          </a:xfrm>
        </p:grpSpPr>
        <p:sp>
          <p:nvSpPr>
            <p:cNvPr id="1064864526" name="Freeform 12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46809552" name="TextBox 12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3035735" name="Group 1211"/>
          <p:cNvGrpSpPr/>
          <p:nvPr/>
        </p:nvGrpSpPr>
        <p:grpSpPr bwMode="auto">
          <a:xfrm>
            <a:off x="11229831" y="1791070"/>
            <a:ext cx="143901" cy="143901"/>
            <a:chOff x="0" y="0"/>
            <a:chExt cx="812799" cy="812799"/>
          </a:xfrm>
        </p:grpSpPr>
        <p:sp>
          <p:nvSpPr>
            <p:cNvPr id="373920961" name="Freeform 12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282724" name="TextBox 12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6748850" name="Group 1214"/>
          <p:cNvGrpSpPr/>
          <p:nvPr/>
        </p:nvGrpSpPr>
        <p:grpSpPr bwMode="auto">
          <a:xfrm>
            <a:off x="9114255" y="1791070"/>
            <a:ext cx="143901" cy="143901"/>
            <a:chOff x="0" y="0"/>
            <a:chExt cx="812799" cy="812799"/>
          </a:xfrm>
        </p:grpSpPr>
        <p:sp>
          <p:nvSpPr>
            <p:cNvPr id="1393045198" name="Freeform 12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6974008" name="TextBox 12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05147" name="Group 1217"/>
          <p:cNvGrpSpPr/>
          <p:nvPr/>
        </p:nvGrpSpPr>
        <p:grpSpPr bwMode="auto">
          <a:xfrm>
            <a:off x="9306877" y="1791070"/>
            <a:ext cx="143901" cy="143901"/>
            <a:chOff x="0" y="0"/>
            <a:chExt cx="812799" cy="812799"/>
          </a:xfrm>
        </p:grpSpPr>
        <p:sp>
          <p:nvSpPr>
            <p:cNvPr id="346572973" name="Freeform 12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3689115" name="TextBox 12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531401" name="Group 1220"/>
          <p:cNvGrpSpPr/>
          <p:nvPr/>
        </p:nvGrpSpPr>
        <p:grpSpPr bwMode="auto">
          <a:xfrm>
            <a:off x="9499500" y="1791070"/>
            <a:ext cx="143901" cy="143901"/>
            <a:chOff x="0" y="0"/>
            <a:chExt cx="812799" cy="812799"/>
          </a:xfrm>
        </p:grpSpPr>
        <p:sp>
          <p:nvSpPr>
            <p:cNvPr id="1375153015" name="Freeform 12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6342763" name="TextBox 12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4664166" name="Group 1223"/>
          <p:cNvGrpSpPr/>
          <p:nvPr/>
        </p:nvGrpSpPr>
        <p:grpSpPr bwMode="auto">
          <a:xfrm>
            <a:off x="9691029" y="1980542"/>
            <a:ext cx="143901" cy="143901"/>
            <a:chOff x="0" y="0"/>
            <a:chExt cx="812799" cy="812799"/>
          </a:xfrm>
        </p:grpSpPr>
        <p:sp>
          <p:nvSpPr>
            <p:cNvPr id="1931928721" name="Freeform 12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329306" name="TextBox 12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4318857" name="Group 1226"/>
          <p:cNvGrpSpPr/>
          <p:nvPr/>
        </p:nvGrpSpPr>
        <p:grpSpPr bwMode="auto">
          <a:xfrm>
            <a:off x="9883656" y="1980542"/>
            <a:ext cx="143901" cy="143901"/>
            <a:chOff x="0" y="0"/>
            <a:chExt cx="812799" cy="812799"/>
          </a:xfrm>
        </p:grpSpPr>
        <p:sp>
          <p:nvSpPr>
            <p:cNvPr id="1856007006" name="Freeform 12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1736414" name="TextBox 12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5411487" name="Group 1229"/>
          <p:cNvGrpSpPr/>
          <p:nvPr/>
        </p:nvGrpSpPr>
        <p:grpSpPr bwMode="auto">
          <a:xfrm>
            <a:off x="10076278" y="1980542"/>
            <a:ext cx="143901" cy="143901"/>
            <a:chOff x="0" y="0"/>
            <a:chExt cx="812799" cy="812799"/>
          </a:xfrm>
        </p:grpSpPr>
        <p:sp>
          <p:nvSpPr>
            <p:cNvPr id="202857397" name="Freeform 12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6923563" name="TextBox 12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2634686" name="Group 1232"/>
          <p:cNvGrpSpPr/>
          <p:nvPr/>
        </p:nvGrpSpPr>
        <p:grpSpPr bwMode="auto">
          <a:xfrm>
            <a:off x="10267807" y="1980542"/>
            <a:ext cx="143901" cy="143901"/>
            <a:chOff x="0" y="0"/>
            <a:chExt cx="812799" cy="812799"/>
          </a:xfrm>
        </p:grpSpPr>
        <p:sp>
          <p:nvSpPr>
            <p:cNvPr id="328320646" name="Freeform 12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0613745" name="TextBox 12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5241124" name="Group 1235"/>
          <p:cNvGrpSpPr/>
          <p:nvPr/>
        </p:nvGrpSpPr>
        <p:grpSpPr bwMode="auto">
          <a:xfrm>
            <a:off x="10460430" y="1980542"/>
            <a:ext cx="143901" cy="143901"/>
            <a:chOff x="0" y="0"/>
            <a:chExt cx="812799" cy="812799"/>
          </a:xfrm>
        </p:grpSpPr>
        <p:sp>
          <p:nvSpPr>
            <p:cNvPr id="1057888913" name="Freeform 12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5421365" name="TextBox 12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5119806" name="Group 1238"/>
          <p:cNvGrpSpPr/>
          <p:nvPr/>
        </p:nvGrpSpPr>
        <p:grpSpPr bwMode="auto">
          <a:xfrm>
            <a:off x="10653054" y="1980542"/>
            <a:ext cx="143901" cy="143901"/>
            <a:chOff x="0" y="0"/>
            <a:chExt cx="812799" cy="812799"/>
          </a:xfrm>
        </p:grpSpPr>
        <p:sp>
          <p:nvSpPr>
            <p:cNvPr id="424023843" name="Freeform 12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501954" name="TextBox 12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6595971" name="Group 1241"/>
          <p:cNvGrpSpPr/>
          <p:nvPr/>
        </p:nvGrpSpPr>
        <p:grpSpPr bwMode="auto">
          <a:xfrm>
            <a:off x="10844582" y="1980542"/>
            <a:ext cx="143901" cy="143901"/>
            <a:chOff x="0" y="0"/>
            <a:chExt cx="812799" cy="812799"/>
          </a:xfrm>
        </p:grpSpPr>
        <p:sp>
          <p:nvSpPr>
            <p:cNvPr id="679473024" name="Freeform 12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750938" name="TextBox 12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2649988" name="Group 1244"/>
          <p:cNvGrpSpPr/>
          <p:nvPr/>
        </p:nvGrpSpPr>
        <p:grpSpPr bwMode="auto">
          <a:xfrm>
            <a:off x="11037208" y="1980542"/>
            <a:ext cx="143901" cy="143901"/>
            <a:chOff x="0" y="0"/>
            <a:chExt cx="812799" cy="812799"/>
          </a:xfrm>
        </p:grpSpPr>
        <p:sp>
          <p:nvSpPr>
            <p:cNvPr id="602329002" name="Freeform 12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6157386" name="TextBox 12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0141777" name="Group 1247"/>
          <p:cNvGrpSpPr/>
          <p:nvPr/>
        </p:nvGrpSpPr>
        <p:grpSpPr bwMode="auto">
          <a:xfrm>
            <a:off x="11229831" y="1980542"/>
            <a:ext cx="143901" cy="143901"/>
            <a:chOff x="0" y="0"/>
            <a:chExt cx="812799" cy="812799"/>
          </a:xfrm>
        </p:grpSpPr>
        <p:sp>
          <p:nvSpPr>
            <p:cNvPr id="557885659" name="Freeform 12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352766" name="TextBox 12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9072758" name="Group 1250"/>
          <p:cNvGrpSpPr/>
          <p:nvPr/>
        </p:nvGrpSpPr>
        <p:grpSpPr bwMode="auto">
          <a:xfrm>
            <a:off x="9114255" y="1980542"/>
            <a:ext cx="143901" cy="143901"/>
            <a:chOff x="0" y="0"/>
            <a:chExt cx="812799" cy="812799"/>
          </a:xfrm>
        </p:grpSpPr>
        <p:sp>
          <p:nvSpPr>
            <p:cNvPr id="168267938" name="Freeform 12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7991414" name="TextBox 12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3401087" name="Group 1253"/>
          <p:cNvGrpSpPr/>
          <p:nvPr/>
        </p:nvGrpSpPr>
        <p:grpSpPr bwMode="auto">
          <a:xfrm>
            <a:off x="9306877" y="1980542"/>
            <a:ext cx="143901" cy="143901"/>
            <a:chOff x="0" y="0"/>
            <a:chExt cx="812799" cy="812799"/>
          </a:xfrm>
        </p:grpSpPr>
        <p:sp>
          <p:nvSpPr>
            <p:cNvPr id="763628040" name="Freeform 12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236776" name="TextBox 12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0377625" name="Group 1256"/>
          <p:cNvGrpSpPr/>
          <p:nvPr/>
        </p:nvGrpSpPr>
        <p:grpSpPr bwMode="auto">
          <a:xfrm>
            <a:off x="9499500" y="1980542"/>
            <a:ext cx="143901" cy="143901"/>
            <a:chOff x="0" y="0"/>
            <a:chExt cx="812799" cy="812799"/>
          </a:xfrm>
        </p:grpSpPr>
        <p:sp>
          <p:nvSpPr>
            <p:cNvPr id="1107560456" name="Freeform 12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3781333" name="TextBox 12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3277914" name="Group 1259"/>
          <p:cNvGrpSpPr/>
          <p:nvPr/>
        </p:nvGrpSpPr>
        <p:grpSpPr bwMode="auto">
          <a:xfrm>
            <a:off x="9691029" y="2172070"/>
            <a:ext cx="143901" cy="143901"/>
            <a:chOff x="0" y="0"/>
            <a:chExt cx="812799" cy="812799"/>
          </a:xfrm>
        </p:grpSpPr>
        <p:sp>
          <p:nvSpPr>
            <p:cNvPr id="168136404" name="Freeform 12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40725803" name="TextBox 12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968565" name="Group 1262"/>
          <p:cNvGrpSpPr/>
          <p:nvPr/>
        </p:nvGrpSpPr>
        <p:grpSpPr bwMode="auto">
          <a:xfrm>
            <a:off x="9883656" y="2172070"/>
            <a:ext cx="143901" cy="143901"/>
            <a:chOff x="0" y="0"/>
            <a:chExt cx="812799" cy="812799"/>
          </a:xfrm>
        </p:grpSpPr>
        <p:sp>
          <p:nvSpPr>
            <p:cNvPr id="516617798" name="Freeform 12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8782184" name="TextBox 12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7528909" name="Group 1265"/>
          <p:cNvGrpSpPr/>
          <p:nvPr/>
        </p:nvGrpSpPr>
        <p:grpSpPr bwMode="auto">
          <a:xfrm>
            <a:off x="10076278" y="2172070"/>
            <a:ext cx="143901" cy="143901"/>
            <a:chOff x="0" y="0"/>
            <a:chExt cx="812799" cy="812799"/>
          </a:xfrm>
        </p:grpSpPr>
        <p:sp>
          <p:nvSpPr>
            <p:cNvPr id="701464230" name="Freeform 12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379019" name="TextBox 12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9028418" name="Group 1268"/>
          <p:cNvGrpSpPr/>
          <p:nvPr/>
        </p:nvGrpSpPr>
        <p:grpSpPr bwMode="auto">
          <a:xfrm>
            <a:off x="10267807" y="2172070"/>
            <a:ext cx="143901" cy="143901"/>
            <a:chOff x="0" y="0"/>
            <a:chExt cx="812799" cy="812799"/>
          </a:xfrm>
        </p:grpSpPr>
        <p:sp>
          <p:nvSpPr>
            <p:cNvPr id="1006927899" name="Freeform 12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925450" name="TextBox 12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046560" name="Group 1271"/>
          <p:cNvGrpSpPr/>
          <p:nvPr/>
        </p:nvGrpSpPr>
        <p:grpSpPr bwMode="auto">
          <a:xfrm>
            <a:off x="10460430" y="2172070"/>
            <a:ext cx="143901" cy="143901"/>
            <a:chOff x="0" y="0"/>
            <a:chExt cx="812799" cy="812799"/>
          </a:xfrm>
        </p:grpSpPr>
        <p:sp>
          <p:nvSpPr>
            <p:cNvPr id="1247827451" name="Freeform 12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0822230" name="TextBox 12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7794969" name="Group 1274"/>
          <p:cNvGrpSpPr/>
          <p:nvPr/>
        </p:nvGrpSpPr>
        <p:grpSpPr bwMode="auto">
          <a:xfrm>
            <a:off x="10653054" y="2172070"/>
            <a:ext cx="143901" cy="143901"/>
            <a:chOff x="0" y="0"/>
            <a:chExt cx="812799" cy="812799"/>
          </a:xfrm>
        </p:grpSpPr>
        <p:sp>
          <p:nvSpPr>
            <p:cNvPr id="699490507" name="Freeform 12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964691" name="TextBox 12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6033280" name="Group 1277"/>
          <p:cNvGrpSpPr/>
          <p:nvPr/>
        </p:nvGrpSpPr>
        <p:grpSpPr bwMode="auto">
          <a:xfrm>
            <a:off x="10844582" y="2172070"/>
            <a:ext cx="143901" cy="143901"/>
            <a:chOff x="0" y="0"/>
            <a:chExt cx="812799" cy="812799"/>
          </a:xfrm>
        </p:grpSpPr>
        <p:sp>
          <p:nvSpPr>
            <p:cNvPr id="1680146895" name="Freeform 12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6553400" name="TextBox 12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515797" name="Group 1280"/>
          <p:cNvGrpSpPr/>
          <p:nvPr/>
        </p:nvGrpSpPr>
        <p:grpSpPr bwMode="auto">
          <a:xfrm>
            <a:off x="11037208" y="2172070"/>
            <a:ext cx="143901" cy="143901"/>
            <a:chOff x="0" y="0"/>
            <a:chExt cx="812799" cy="812799"/>
          </a:xfrm>
        </p:grpSpPr>
        <p:sp>
          <p:nvSpPr>
            <p:cNvPr id="729616238" name="Freeform 12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0420554" name="TextBox 12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5532007" name="Group 1283"/>
          <p:cNvGrpSpPr/>
          <p:nvPr/>
        </p:nvGrpSpPr>
        <p:grpSpPr bwMode="auto">
          <a:xfrm>
            <a:off x="11229831" y="2172070"/>
            <a:ext cx="143901" cy="143901"/>
            <a:chOff x="0" y="0"/>
            <a:chExt cx="812799" cy="812799"/>
          </a:xfrm>
        </p:grpSpPr>
        <p:sp>
          <p:nvSpPr>
            <p:cNvPr id="858428422" name="Freeform 12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7989736" name="TextBox 12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9212879" name="Group 1286"/>
          <p:cNvGrpSpPr/>
          <p:nvPr/>
        </p:nvGrpSpPr>
        <p:grpSpPr bwMode="auto">
          <a:xfrm>
            <a:off x="9114255" y="2172070"/>
            <a:ext cx="143901" cy="143901"/>
            <a:chOff x="0" y="0"/>
            <a:chExt cx="812799" cy="812799"/>
          </a:xfrm>
        </p:grpSpPr>
        <p:sp>
          <p:nvSpPr>
            <p:cNvPr id="2010333895" name="Freeform 12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85610" name="TextBox 12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5676295" name="Group 1289"/>
          <p:cNvGrpSpPr/>
          <p:nvPr/>
        </p:nvGrpSpPr>
        <p:grpSpPr bwMode="auto">
          <a:xfrm>
            <a:off x="9306877" y="2172070"/>
            <a:ext cx="143901" cy="143901"/>
            <a:chOff x="0" y="0"/>
            <a:chExt cx="812799" cy="812799"/>
          </a:xfrm>
        </p:grpSpPr>
        <p:sp>
          <p:nvSpPr>
            <p:cNvPr id="561394381" name="Freeform 12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1900134" name="TextBox 12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686890" name="Group 1292"/>
          <p:cNvGrpSpPr/>
          <p:nvPr/>
        </p:nvGrpSpPr>
        <p:grpSpPr bwMode="auto">
          <a:xfrm>
            <a:off x="9499500" y="2172070"/>
            <a:ext cx="143901" cy="143901"/>
            <a:chOff x="0" y="0"/>
            <a:chExt cx="812799" cy="812799"/>
          </a:xfrm>
        </p:grpSpPr>
        <p:sp>
          <p:nvSpPr>
            <p:cNvPr id="1635984557" name="Freeform 12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2147479" name="TextBox 12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7929542" name="Group 1295"/>
          <p:cNvGrpSpPr/>
          <p:nvPr/>
        </p:nvGrpSpPr>
        <p:grpSpPr bwMode="auto">
          <a:xfrm>
            <a:off x="9691029" y="2361542"/>
            <a:ext cx="143901" cy="143901"/>
            <a:chOff x="0" y="0"/>
            <a:chExt cx="812799" cy="812799"/>
          </a:xfrm>
        </p:grpSpPr>
        <p:sp>
          <p:nvSpPr>
            <p:cNvPr id="1751726895" name="Freeform 12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6006401" name="TextBox 12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318986" name="Group 1298"/>
          <p:cNvGrpSpPr/>
          <p:nvPr/>
        </p:nvGrpSpPr>
        <p:grpSpPr bwMode="auto">
          <a:xfrm>
            <a:off x="9883656" y="2361542"/>
            <a:ext cx="143901" cy="143901"/>
            <a:chOff x="0" y="0"/>
            <a:chExt cx="812799" cy="812799"/>
          </a:xfrm>
        </p:grpSpPr>
        <p:sp>
          <p:nvSpPr>
            <p:cNvPr id="816124339" name="Freeform 12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9684091" name="TextBox 13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332892" name="Group 1301"/>
          <p:cNvGrpSpPr/>
          <p:nvPr/>
        </p:nvGrpSpPr>
        <p:grpSpPr bwMode="auto">
          <a:xfrm>
            <a:off x="10076278" y="2361542"/>
            <a:ext cx="143901" cy="143901"/>
            <a:chOff x="0" y="0"/>
            <a:chExt cx="812799" cy="812799"/>
          </a:xfrm>
        </p:grpSpPr>
        <p:sp>
          <p:nvSpPr>
            <p:cNvPr id="2085092683" name="Freeform 13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6427597" name="TextBox 13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079349" name="Group 1304"/>
          <p:cNvGrpSpPr/>
          <p:nvPr/>
        </p:nvGrpSpPr>
        <p:grpSpPr bwMode="auto">
          <a:xfrm>
            <a:off x="10267807" y="2361542"/>
            <a:ext cx="143901" cy="143901"/>
            <a:chOff x="0" y="0"/>
            <a:chExt cx="812799" cy="812799"/>
          </a:xfrm>
        </p:grpSpPr>
        <p:sp>
          <p:nvSpPr>
            <p:cNvPr id="2051517880" name="Freeform 13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138462" name="TextBox 13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3423962" name="Group 1307"/>
          <p:cNvGrpSpPr/>
          <p:nvPr/>
        </p:nvGrpSpPr>
        <p:grpSpPr bwMode="auto">
          <a:xfrm>
            <a:off x="10460430" y="2361542"/>
            <a:ext cx="143901" cy="143901"/>
            <a:chOff x="0" y="0"/>
            <a:chExt cx="812799" cy="812799"/>
          </a:xfrm>
        </p:grpSpPr>
        <p:sp>
          <p:nvSpPr>
            <p:cNvPr id="630221808" name="Freeform 13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2112576" name="TextBox 13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222989" name="Group 1310"/>
          <p:cNvGrpSpPr/>
          <p:nvPr/>
        </p:nvGrpSpPr>
        <p:grpSpPr bwMode="auto">
          <a:xfrm>
            <a:off x="10653054" y="2361542"/>
            <a:ext cx="143901" cy="143901"/>
            <a:chOff x="0" y="0"/>
            <a:chExt cx="812799" cy="812799"/>
          </a:xfrm>
        </p:grpSpPr>
        <p:sp>
          <p:nvSpPr>
            <p:cNvPr id="437321913" name="Freeform 13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0226523" name="TextBox 13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3436555" name="Group 1313"/>
          <p:cNvGrpSpPr/>
          <p:nvPr/>
        </p:nvGrpSpPr>
        <p:grpSpPr bwMode="auto">
          <a:xfrm>
            <a:off x="10844582" y="2361542"/>
            <a:ext cx="143901" cy="143901"/>
            <a:chOff x="0" y="0"/>
            <a:chExt cx="812799" cy="812799"/>
          </a:xfrm>
        </p:grpSpPr>
        <p:sp>
          <p:nvSpPr>
            <p:cNvPr id="899166671" name="Freeform 13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525222" name="TextBox 13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8138170" name="Group 1316"/>
          <p:cNvGrpSpPr/>
          <p:nvPr/>
        </p:nvGrpSpPr>
        <p:grpSpPr bwMode="auto">
          <a:xfrm>
            <a:off x="11037208" y="2361542"/>
            <a:ext cx="143901" cy="143901"/>
            <a:chOff x="0" y="0"/>
            <a:chExt cx="812799" cy="812799"/>
          </a:xfrm>
        </p:grpSpPr>
        <p:sp>
          <p:nvSpPr>
            <p:cNvPr id="1601002935" name="Freeform 13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751953" name="TextBox 13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4182817" name="Group 1319"/>
          <p:cNvGrpSpPr/>
          <p:nvPr/>
        </p:nvGrpSpPr>
        <p:grpSpPr bwMode="auto">
          <a:xfrm>
            <a:off x="11229831" y="2361542"/>
            <a:ext cx="143901" cy="143901"/>
            <a:chOff x="0" y="0"/>
            <a:chExt cx="812799" cy="812799"/>
          </a:xfrm>
        </p:grpSpPr>
        <p:sp>
          <p:nvSpPr>
            <p:cNvPr id="66530517" name="Freeform 13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3275614" name="TextBox 13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4000257" name="Group 1322"/>
          <p:cNvGrpSpPr/>
          <p:nvPr/>
        </p:nvGrpSpPr>
        <p:grpSpPr bwMode="auto">
          <a:xfrm>
            <a:off x="9114255" y="2361542"/>
            <a:ext cx="143901" cy="143901"/>
            <a:chOff x="0" y="0"/>
            <a:chExt cx="812799" cy="812799"/>
          </a:xfrm>
        </p:grpSpPr>
        <p:sp>
          <p:nvSpPr>
            <p:cNvPr id="947801190" name="Freeform 13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615030" name="TextBox 13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5742751" name="Group 1325"/>
          <p:cNvGrpSpPr/>
          <p:nvPr/>
        </p:nvGrpSpPr>
        <p:grpSpPr bwMode="auto">
          <a:xfrm>
            <a:off x="9306877" y="2361542"/>
            <a:ext cx="143901" cy="143901"/>
            <a:chOff x="0" y="0"/>
            <a:chExt cx="812799" cy="812799"/>
          </a:xfrm>
        </p:grpSpPr>
        <p:sp>
          <p:nvSpPr>
            <p:cNvPr id="651439930" name="Freeform 13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5687797" name="TextBox 13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1825966" name="Group 1328"/>
          <p:cNvGrpSpPr/>
          <p:nvPr/>
        </p:nvGrpSpPr>
        <p:grpSpPr bwMode="auto">
          <a:xfrm>
            <a:off x="9499500" y="2361542"/>
            <a:ext cx="143901" cy="143901"/>
            <a:chOff x="0" y="0"/>
            <a:chExt cx="812799" cy="812799"/>
          </a:xfrm>
        </p:grpSpPr>
        <p:sp>
          <p:nvSpPr>
            <p:cNvPr id="1871357782" name="Freeform 13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4960977" name="TextBox 13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8313366" name="Group 1331"/>
          <p:cNvGrpSpPr/>
          <p:nvPr/>
        </p:nvGrpSpPr>
        <p:grpSpPr bwMode="auto">
          <a:xfrm>
            <a:off x="9691029" y="2553069"/>
            <a:ext cx="143901" cy="143901"/>
            <a:chOff x="0" y="0"/>
            <a:chExt cx="812799" cy="812799"/>
          </a:xfrm>
        </p:grpSpPr>
        <p:sp>
          <p:nvSpPr>
            <p:cNvPr id="2091707256" name="Freeform 13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5413616" name="TextBox 13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7226462" name="Group 1334"/>
          <p:cNvGrpSpPr/>
          <p:nvPr/>
        </p:nvGrpSpPr>
        <p:grpSpPr bwMode="auto">
          <a:xfrm>
            <a:off x="9883656" y="2553069"/>
            <a:ext cx="143901" cy="143901"/>
            <a:chOff x="0" y="0"/>
            <a:chExt cx="812799" cy="812799"/>
          </a:xfrm>
        </p:grpSpPr>
        <p:sp>
          <p:nvSpPr>
            <p:cNvPr id="1503020724" name="Freeform 13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2272262" name="TextBox 13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9799662" name="Group 1337"/>
          <p:cNvGrpSpPr/>
          <p:nvPr/>
        </p:nvGrpSpPr>
        <p:grpSpPr bwMode="auto">
          <a:xfrm>
            <a:off x="10076278" y="2553069"/>
            <a:ext cx="143901" cy="143901"/>
            <a:chOff x="0" y="0"/>
            <a:chExt cx="812799" cy="812799"/>
          </a:xfrm>
        </p:grpSpPr>
        <p:sp>
          <p:nvSpPr>
            <p:cNvPr id="200185807" name="Freeform 13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960878" name="TextBox 13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4601324" name="Group 1340"/>
          <p:cNvGrpSpPr/>
          <p:nvPr/>
        </p:nvGrpSpPr>
        <p:grpSpPr bwMode="auto">
          <a:xfrm>
            <a:off x="10267807" y="2553069"/>
            <a:ext cx="143901" cy="143901"/>
            <a:chOff x="0" y="0"/>
            <a:chExt cx="812799" cy="812799"/>
          </a:xfrm>
        </p:grpSpPr>
        <p:sp>
          <p:nvSpPr>
            <p:cNvPr id="1798994933" name="Freeform 13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6467617" name="TextBox 13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1842547" name="Group 1343"/>
          <p:cNvGrpSpPr/>
          <p:nvPr/>
        </p:nvGrpSpPr>
        <p:grpSpPr bwMode="auto">
          <a:xfrm>
            <a:off x="10460430" y="2553069"/>
            <a:ext cx="143901" cy="143901"/>
            <a:chOff x="0" y="0"/>
            <a:chExt cx="812799" cy="812799"/>
          </a:xfrm>
        </p:grpSpPr>
        <p:sp>
          <p:nvSpPr>
            <p:cNvPr id="1932663239" name="Freeform 13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994876" name="TextBox 13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1374591" name="Group 1346"/>
          <p:cNvGrpSpPr/>
          <p:nvPr/>
        </p:nvGrpSpPr>
        <p:grpSpPr bwMode="auto">
          <a:xfrm>
            <a:off x="10653054" y="2553069"/>
            <a:ext cx="143901" cy="143901"/>
            <a:chOff x="0" y="0"/>
            <a:chExt cx="812799" cy="812799"/>
          </a:xfrm>
        </p:grpSpPr>
        <p:sp>
          <p:nvSpPr>
            <p:cNvPr id="2143419837" name="Freeform 13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7991450" name="TextBox 13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1242059" name="Group 1349"/>
          <p:cNvGrpSpPr/>
          <p:nvPr/>
        </p:nvGrpSpPr>
        <p:grpSpPr bwMode="auto">
          <a:xfrm>
            <a:off x="10844582" y="2553069"/>
            <a:ext cx="143901" cy="143901"/>
            <a:chOff x="0" y="0"/>
            <a:chExt cx="812799" cy="812799"/>
          </a:xfrm>
        </p:grpSpPr>
        <p:sp>
          <p:nvSpPr>
            <p:cNvPr id="1742615329" name="Freeform 13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933139" name="TextBox 13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0431009" name="Group 1352"/>
          <p:cNvGrpSpPr/>
          <p:nvPr/>
        </p:nvGrpSpPr>
        <p:grpSpPr bwMode="auto">
          <a:xfrm>
            <a:off x="11037208" y="2553069"/>
            <a:ext cx="143901" cy="143901"/>
            <a:chOff x="0" y="0"/>
            <a:chExt cx="812799" cy="812799"/>
          </a:xfrm>
        </p:grpSpPr>
        <p:sp>
          <p:nvSpPr>
            <p:cNvPr id="1945862685" name="Freeform 13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382342" name="TextBox 13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4536283" name="Group 1355"/>
          <p:cNvGrpSpPr/>
          <p:nvPr/>
        </p:nvGrpSpPr>
        <p:grpSpPr bwMode="auto">
          <a:xfrm>
            <a:off x="11229831" y="2553069"/>
            <a:ext cx="143901" cy="143901"/>
            <a:chOff x="0" y="0"/>
            <a:chExt cx="812799" cy="812799"/>
          </a:xfrm>
        </p:grpSpPr>
        <p:sp>
          <p:nvSpPr>
            <p:cNvPr id="1400981335" name="Freeform 13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7995110" name="TextBox 13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0881802" name="Group 1358"/>
          <p:cNvGrpSpPr/>
          <p:nvPr/>
        </p:nvGrpSpPr>
        <p:grpSpPr bwMode="auto">
          <a:xfrm>
            <a:off x="9114255" y="2553069"/>
            <a:ext cx="143901" cy="143901"/>
            <a:chOff x="0" y="0"/>
            <a:chExt cx="812799" cy="812799"/>
          </a:xfrm>
        </p:grpSpPr>
        <p:sp>
          <p:nvSpPr>
            <p:cNvPr id="451018709" name="Freeform 13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843479" name="TextBox 13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5306783" name="Group 1361"/>
          <p:cNvGrpSpPr/>
          <p:nvPr/>
        </p:nvGrpSpPr>
        <p:grpSpPr bwMode="auto">
          <a:xfrm>
            <a:off x="9306877" y="2553069"/>
            <a:ext cx="143901" cy="143901"/>
            <a:chOff x="0" y="0"/>
            <a:chExt cx="812799" cy="812799"/>
          </a:xfrm>
        </p:grpSpPr>
        <p:sp>
          <p:nvSpPr>
            <p:cNvPr id="1859474495" name="Freeform 13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0376425" name="TextBox 13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019335" name="Group 1364"/>
          <p:cNvGrpSpPr/>
          <p:nvPr/>
        </p:nvGrpSpPr>
        <p:grpSpPr bwMode="auto">
          <a:xfrm>
            <a:off x="9499500" y="2553069"/>
            <a:ext cx="143901" cy="143901"/>
            <a:chOff x="0" y="0"/>
            <a:chExt cx="812799" cy="812799"/>
          </a:xfrm>
        </p:grpSpPr>
        <p:sp>
          <p:nvSpPr>
            <p:cNvPr id="343420437" name="Freeform 13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35980452" name="TextBox 13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38162259" name="Group 1367"/>
          <p:cNvGrpSpPr/>
          <p:nvPr/>
        </p:nvGrpSpPr>
        <p:grpSpPr bwMode="auto">
          <a:xfrm>
            <a:off x="9691029" y="2742542"/>
            <a:ext cx="143901" cy="143901"/>
            <a:chOff x="0" y="0"/>
            <a:chExt cx="812799" cy="812799"/>
          </a:xfrm>
        </p:grpSpPr>
        <p:sp>
          <p:nvSpPr>
            <p:cNvPr id="1235764108" name="Freeform 13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8594386" name="TextBox 13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8170691" name="Group 1370"/>
          <p:cNvGrpSpPr/>
          <p:nvPr/>
        </p:nvGrpSpPr>
        <p:grpSpPr bwMode="auto">
          <a:xfrm>
            <a:off x="9883656" y="2742542"/>
            <a:ext cx="143901" cy="143901"/>
            <a:chOff x="0" y="0"/>
            <a:chExt cx="812799" cy="812799"/>
          </a:xfrm>
        </p:grpSpPr>
        <p:sp>
          <p:nvSpPr>
            <p:cNvPr id="1202135029" name="Freeform 13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6641688" name="TextBox 13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8640668" name="Group 1373"/>
          <p:cNvGrpSpPr/>
          <p:nvPr/>
        </p:nvGrpSpPr>
        <p:grpSpPr bwMode="auto">
          <a:xfrm>
            <a:off x="10076278" y="2742542"/>
            <a:ext cx="143901" cy="143901"/>
            <a:chOff x="0" y="0"/>
            <a:chExt cx="812799" cy="812799"/>
          </a:xfrm>
        </p:grpSpPr>
        <p:sp>
          <p:nvSpPr>
            <p:cNvPr id="888456675" name="Freeform 13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8054587" name="TextBox 13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4153312" name="Group 1376"/>
          <p:cNvGrpSpPr/>
          <p:nvPr/>
        </p:nvGrpSpPr>
        <p:grpSpPr bwMode="auto">
          <a:xfrm>
            <a:off x="10267807" y="2742542"/>
            <a:ext cx="143901" cy="143901"/>
            <a:chOff x="0" y="0"/>
            <a:chExt cx="812799" cy="812799"/>
          </a:xfrm>
        </p:grpSpPr>
        <p:sp>
          <p:nvSpPr>
            <p:cNvPr id="1997043592" name="Freeform 13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9873221" name="TextBox 13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578640" name="Group 1379"/>
          <p:cNvGrpSpPr/>
          <p:nvPr/>
        </p:nvGrpSpPr>
        <p:grpSpPr bwMode="auto">
          <a:xfrm>
            <a:off x="10460430" y="2742542"/>
            <a:ext cx="143901" cy="143901"/>
            <a:chOff x="0" y="0"/>
            <a:chExt cx="812799" cy="812799"/>
          </a:xfrm>
        </p:grpSpPr>
        <p:sp>
          <p:nvSpPr>
            <p:cNvPr id="2128917225" name="Freeform 13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93428" name="TextBox 13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4112501" name="Group 1382"/>
          <p:cNvGrpSpPr/>
          <p:nvPr/>
        </p:nvGrpSpPr>
        <p:grpSpPr bwMode="auto">
          <a:xfrm>
            <a:off x="10653054" y="2742542"/>
            <a:ext cx="143901" cy="143901"/>
            <a:chOff x="0" y="0"/>
            <a:chExt cx="812799" cy="812799"/>
          </a:xfrm>
        </p:grpSpPr>
        <p:sp>
          <p:nvSpPr>
            <p:cNvPr id="463405132" name="Freeform 13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7291179" name="TextBox 13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9666545" name="Group 1385"/>
          <p:cNvGrpSpPr/>
          <p:nvPr/>
        </p:nvGrpSpPr>
        <p:grpSpPr bwMode="auto">
          <a:xfrm>
            <a:off x="10844582" y="2742542"/>
            <a:ext cx="143901" cy="143901"/>
            <a:chOff x="0" y="0"/>
            <a:chExt cx="812799" cy="812799"/>
          </a:xfrm>
        </p:grpSpPr>
        <p:sp>
          <p:nvSpPr>
            <p:cNvPr id="1343121826" name="Freeform 13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2070891" name="TextBox 13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4629044" name="Group 1388"/>
          <p:cNvGrpSpPr/>
          <p:nvPr/>
        </p:nvGrpSpPr>
        <p:grpSpPr bwMode="auto">
          <a:xfrm>
            <a:off x="11037208" y="2742542"/>
            <a:ext cx="143901" cy="143901"/>
            <a:chOff x="0" y="0"/>
            <a:chExt cx="812799" cy="812799"/>
          </a:xfrm>
        </p:grpSpPr>
        <p:sp>
          <p:nvSpPr>
            <p:cNvPr id="1486485181" name="Freeform 13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753039" name="TextBox 13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4999914" name="Group 1391"/>
          <p:cNvGrpSpPr/>
          <p:nvPr/>
        </p:nvGrpSpPr>
        <p:grpSpPr bwMode="auto">
          <a:xfrm>
            <a:off x="11229831" y="2742542"/>
            <a:ext cx="143901" cy="143901"/>
            <a:chOff x="0" y="0"/>
            <a:chExt cx="812799" cy="812799"/>
          </a:xfrm>
        </p:grpSpPr>
        <p:sp>
          <p:nvSpPr>
            <p:cNvPr id="904808683" name="Freeform 13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5230901" name="TextBox 13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9396984" name="Group 1394"/>
          <p:cNvGrpSpPr/>
          <p:nvPr/>
        </p:nvGrpSpPr>
        <p:grpSpPr bwMode="auto">
          <a:xfrm>
            <a:off x="9114255" y="2742542"/>
            <a:ext cx="143901" cy="143901"/>
            <a:chOff x="0" y="0"/>
            <a:chExt cx="812799" cy="812799"/>
          </a:xfrm>
        </p:grpSpPr>
        <p:sp>
          <p:nvSpPr>
            <p:cNvPr id="320279023" name="Freeform 13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1771971" name="TextBox 13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0374088" name="Group 1397"/>
          <p:cNvGrpSpPr/>
          <p:nvPr/>
        </p:nvGrpSpPr>
        <p:grpSpPr bwMode="auto">
          <a:xfrm>
            <a:off x="9306877" y="2742542"/>
            <a:ext cx="143901" cy="143901"/>
            <a:chOff x="0" y="0"/>
            <a:chExt cx="812799" cy="812799"/>
          </a:xfrm>
        </p:grpSpPr>
        <p:sp>
          <p:nvSpPr>
            <p:cNvPr id="2006118014" name="Freeform 13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6344429" name="TextBox 13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8852163" name="Group 1400"/>
          <p:cNvGrpSpPr/>
          <p:nvPr/>
        </p:nvGrpSpPr>
        <p:grpSpPr bwMode="auto">
          <a:xfrm>
            <a:off x="9499500" y="2742542"/>
            <a:ext cx="143901" cy="143901"/>
            <a:chOff x="0" y="0"/>
            <a:chExt cx="812799" cy="812799"/>
          </a:xfrm>
        </p:grpSpPr>
        <p:sp>
          <p:nvSpPr>
            <p:cNvPr id="1035712295" name="Freeform 14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4381844" name="TextBox 14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3358775" name="Group 1403"/>
          <p:cNvGrpSpPr/>
          <p:nvPr/>
        </p:nvGrpSpPr>
        <p:grpSpPr bwMode="auto">
          <a:xfrm>
            <a:off x="9691029" y="2935859"/>
            <a:ext cx="143901" cy="143901"/>
            <a:chOff x="0" y="0"/>
            <a:chExt cx="812799" cy="812799"/>
          </a:xfrm>
        </p:grpSpPr>
        <p:sp>
          <p:nvSpPr>
            <p:cNvPr id="50382720" name="Freeform 14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0184545" name="TextBox 14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7946563" name="Group 1406"/>
          <p:cNvGrpSpPr/>
          <p:nvPr/>
        </p:nvGrpSpPr>
        <p:grpSpPr bwMode="auto">
          <a:xfrm>
            <a:off x="9883656" y="2935859"/>
            <a:ext cx="143901" cy="143901"/>
            <a:chOff x="0" y="0"/>
            <a:chExt cx="812799" cy="812799"/>
          </a:xfrm>
        </p:grpSpPr>
        <p:sp>
          <p:nvSpPr>
            <p:cNvPr id="507306411" name="Freeform 14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7661187" name="TextBox 14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4097198" name="Group 1409"/>
          <p:cNvGrpSpPr/>
          <p:nvPr/>
        </p:nvGrpSpPr>
        <p:grpSpPr bwMode="auto">
          <a:xfrm>
            <a:off x="10076278" y="2935859"/>
            <a:ext cx="143901" cy="143901"/>
            <a:chOff x="0" y="0"/>
            <a:chExt cx="812799" cy="812799"/>
          </a:xfrm>
        </p:grpSpPr>
        <p:sp>
          <p:nvSpPr>
            <p:cNvPr id="743787994" name="Freeform 14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435215" name="TextBox 14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1849270" name="Group 1412"/>
          <p:cNvGrpSpPr/>
          <p:nvPr/>
        </p:nvGrpSpPr>
        <p:grpSpPr bwMode="auto">
          <a:xfrm>
            <a:off x="10267807" y="2935859"/>
            <a:ext cx="143901" cy="143901"/>
            <a:chOff x="0" y="0"/>
            <a:chExt cx="812799" cy="812799"/>
          </a:xfrm>
        </p:grpSpPr>
        <p:sp>
          <p:nvSpPr>
            <p:cNvPr id="1495531318" name="Freeform 14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065773" name="TextBox 14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3035963" name="Group 1415"/>
          <p:cNvGrpSpPr/>
          <p:nvPr/>
        </p:nvGrpSpPr>
        <p:grpSpPr bwMode="auto">
          <a:xfrm>
            <a:off x="10460430" y="2935859"/>
            <a:ext cx="143901" cy="143901"/>
            <a:chOff x="0" y="0"/>
            <a:chExt cx="812799" cy="812799"/>
          </a:xfrm>
        </p:grpSpPr>
        <p:sp>
          <p:nvSpPr>
            <p:cNvPr id="44560301" name="Freeform 14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2035559" name="TextBox 14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6911245" name="Group 1418"/>
          <p:cNvGrpSpPr/>
          <p:nvPr/>
        </p:nvGrpSpPr>
        <p:grpSpPr bwMode="auto">
          <a:xfrm>
            <a:off x="10653054" y="2935859"/>
            <a:ext cx="143901" cy="143901"/>
            <a:chOff x="0" y="0"/>
            <a:chExt cx="812799" cy="812799"/>
          </a:xfrm>
        </p:grpSpPr>
        <p:sp>
          <p:nvSpPr>
            <p:cNvPr id="1549646658" name="Freeform 14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59999514" name="TextBox 14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623872" name="Group 1421"/>
          <p:cNvGrpSpPr/>
          <p:nvPr/>
        </p:nvGrpSpPr>
        <p:grpSpPr bwMode="auto">
          <a:xfrm>
            <a:off x="10844582" y="2935859"/>
            <a:ext cx="143901" cy="143901"/>
            <a:chOff x="0" y="0"/>
            <a:chExt cx="812799" cy="812799"/>
          </a:xfrm>
        </p:grpSpPr>
        <p:sp>
          <p:nvSpPr>
            <p:cNvPr id="1732598242" name="Freeform 14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5278565" name="TextBox 14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8271247" name="Group 1424"/>
          <p:cNvGrpSpPr/>
          <p:nvPr/>
        </p:nvGrpSpPr>
        <p:grpSpPr bwMode="auto">
          <a:xfrm>
            <a:off x="11037208" y="2935859"/>
            <a:ext cx="143901" cy="143901"/>
            <a:chOff x="0" y="0"/>
            <a:chExt cx="812799" cy="812799"/>
          </a:xfrm>
        </p:grpSpPr>
        <p:sp>
          <p:nvSpPr>
            <p:cNvPr id="1289125238" name="Freeform 14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1026919" name="TextBox 14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3863156" name="Group 1427"/>
          <p:cNvGrpSpPr/>
          <p:nvPr/>
        </p:nvGrpSpPr>
        <p:grpSpPr bwMode="auto">
          <a:xfrm>
            <a:off x="11229831" y="2935859"/>
            <a:ext cx="143901" cy="143901"/>
            <a:chOff x="0" y="0"/>
            <a:chExt cx="812799" cy="812799"/>
          </a:xfrm>
        </p:grpSpPr>
        <p:sp>
          <p:nvSpPr>
            <p:cNvPr id="995728550" name="Freeform 14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9235701" name="TextBox 14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8173359" name="Group 1430"/>
          <p:cNvGrpSpPr/>
          <p:nvPr/>
        </p:nvGrpSpPr>
        <p:grpSpPr bwMode="auto">
          <a:xfrm>
            <a:off x="9114255" y="2935859"/>
            <a:ext cx="143901" cy="143901"/>
            <a:chOff x="0" y="0"/>
            <a:chExt cx="812799" cy="812799"/>
          </a:xfrm>
        </p:grpSpPr>
        <p:sp>
          <p:nvSpPr>
            <p:cNvPr id="1250254321" name="Freeform 14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014613" name="TextBox 14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2607372" name="Group 1433"/>
          <p:cNvGrpSpPr/>
          <p:nvPr/>
        </p:nvGrpSpPr>
        <p:grpSpPr bwMode="auto">
          <a:xfrm>
            <a:off x="9306877" y="2935859"/>
            <a:ext cx="143901" cy="143901"/>
            <a:chOff x="0" y="0"/>
            <a:chExt cx="812799" cy="812799"/>
          </a:xfrm>
        </p:grpSpPr>
        <p:sp>
          <p:nvSpPr>
            <p:cNvPr id="1873006631" name="Freeform 14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11528" name="TextBox 14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3430270" name="Group 1436"/>
          <p:cNvGrpSpPr/>
          <p:nvPr/>
        </p:nvGrpSpPr>
        <p:grpSpPr bwMode="auto">
          <a:xfrm>
            <a:off x="9499500" y="2935859"/>
            <a:ext cx="143901" cy="143901"/>
            <a:chOff x="0" y="0"/>
            <a:chExt cx="812799" cy="812799"/>
          </a:xfrm>
        </p:grpSpPr>
        <p:sp>
          <p:nvSpPr>
            <p:cNvPr id="202966351" name="Freeform 14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2565384" name="TextBox 14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1639677" name="Group 1439"/>
          <p:cNvGrpSpPr/>
          <p:nvPr/>
        </p:nvGrpSpPr>
        <p:grpSpPr bwMode="auto">
          <a:xfrm>
            <a:off x="9691029" y="3125331"/>
            <a:ext cx="143901" cy="143901"/>
            <a:chOff x="0" y="0"/>
            <a:chExt cx="812799" cy="812799"/>
          </a:xfrm>
        </p:grpSpPr>
        <p:sp>
          <p:nvSpPr>
            <p:cNvPr id="1512518352" name="Freeform 14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0265035" name="TextBox 14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6842218" name="Group 1442"/>
          <p:cNvGrpSpPr/>
          <p:nvPr/>
        </p:nvGrpSpPr>
        <p:grpSpPr bwMode="auto">
          <a:xfrm>
            <a:off x="9883656" y="3125331"/>
            <a:ext cx="143901" cy="143901"/>
            <a:chOff x="0" y="0"/>
            <a:chExt cx="812799" cy="812799"/>
          </a:xfrm>
        </p:grpSpPr>
        <p:sp>
          <p:nvSpPr>
            <p:cNvPr id="1425670414" name="Freeform 14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90245680" name="TextBox 14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7362761" name="Group 1445"/>
          <p:cNvGrpSpPr/>
          <p:nvPr/>
        </p:nvGrpSpPr>
        <p:grpSpPr bwMode="auto">
          <a:xfrm>
            <a:off x="10076278" y="3125331"/>
            <a:ext cx="143901" cy="143901"/>
            <a:chOff x="0" y="0"/>
            <a:chExt cx="812799" cy="812799"/>
          </a:xfrm>
        </p:grpSpPr>
        <p:sp>
          <p:nvSpPr>
            <p:cNvPr id="1579891828" name="Freeform 14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8392380" name="TextBox 14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4514664" name="Group 1448"/>
          <p:cNvGrpSpPr/>
          <p:nvPr/>
        </p:nvGrpSpPr>
        <p:grpSpPr bwMode="auto">
          <a:xfrm>
            <a:off x="10267807" y="3125331"/>
            <a:ext cx="143901" cy="143901"/>
            <a:chOff x="0" y="0"/>
            <a:chExt cx="812799" cy="812799"/>
          </a:xfrm>
        </p:grpSpPr>
        <p:sp>
          <p:nvSpPr>
            <p:cNvPr id="412357994" name="Freeform 14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0776357" name="TextBox 14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0001650" name="Group 1451"/>
          <p:cNvGrpSpPr/>
          <p:nvPr/>
        </p:nvGrpSpPr>
        <p:grpSpPr bwMode="auto">
          <a:xfrm>
            <a:off x="10460430" y="3125331"/>
            <a:ext cx="143901" cy="143901"/>
            <a:chOff x="0" y="0"/>
            <a:chExt cx="812799" cy="812799"/>
          </a:xfrm>
        </p:grpSpPr>
        <p:sp>
          <p:nvSpPr>
            <p:cNvPr id="2065585162" name="Freeform 14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91536519" name="TextBox 14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2147169" name="Group 1454"/>
          <p:cNvGrpSpPr/>
          <p:nvPr/>
        </p:nvGrpSpPr>
        <p:grpSpPr bwMode="auto">
          <a:xfrm>
            <a:off x="10653054" y="3125331"/>
            <a:ext cx="143901" cy="143901"/>
            <a:chOff x="0" y="0"/>
            <a:chExt cx="812799" cy="812799"/>
          </a:xfrm>
        </p:grpSpPr>
        <p:sp>
          <p:nvSpPr>
            <p:cNvPr id="938615519" name="Freeform 14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3224" name="TextBox 14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315688" name="Group 1457"/>
          <p:cNvGrpSpPr/>
          <p:nvPr/>
        </p:nvGrpSpPr>
        <p:grpSpPr bwMode="auto">
          <a:xfrm>
            <a:off x="10844582" y="3125331"/>
            <a:ext cx="143901" cy="143901"/>
            <a:chOff x="0" y="0"/>
            <a:chExt cx="812799" cy="812799"/>
          </a:xfrm>
        </p:grpSpPr>
        <p:sp>
          <p:nvSpPr>
            <p:cNvPr id="1170121962" name="Freeform 14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0535355" name="TextBox 14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3535782" name="Group 1460"/>
          <p:cNvGrpSpPr/>
          <p:nvPr/>
        </p:nvGrpSpPr>
        <p:grpSpPr bwMode="auto">
          <a:xfrm>
            <a:off x="11037208" y="3125331"/>
            <a:ext cx="143901" cy="143901"/>
            <a:chOff x="0" y="0"/>
            <a:chExt cx="812799" cy="812799"/>
          </a:xfrm>
        </p:grpSpPr>
        <p:sp>
          <p:nvSpPr>
            <p:cNvPr id="660182236" name="Freeform 14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0530282" name="TextBox 14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7262440" name="Group 1463"/>
          <p:cNvGrpSpPr/>
          <p:nvPr/>
        </p:nvGrpSpPr>
        <p:grpSpPr bwMode="auto">
          <a:xfrm>
            <a:off x="11229831" y="3125331"/>
            <a:ext cx="143901" cy="143901"/>
            <a:chOff x="0" y="0"/>
            <a:chExt cx="812799" cy="812799"/>
          </a:xfrm>
        </p:grpSpPr>
        <p:sp>
          <p:nvSpPr>
            <p:cNvPr id="168382992" name="Freeform 14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403854" name="TextBox 14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0478892" name="Group 1466"/>
          <p:cNvGrpSpPr/>
          <p:nvPr/>
        </p:nvGrpSpPr>
        <p:grpSpPr bwMode="auto">
          <a:xfrm>
            <a:off x="9114255" y="3125331"/>
            <a:ext cx="143901" cy="143901"/>
            <a:chOff x="0" y="0"/>
            <a:chExt cx="812799" cy="812799"/>
          </a:xfrm>
        </p:grpSpPr>
        <p:sp>
          <p:nvSpPr>
            <p:cNvPr id="1937901342" name="Freeform 14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90464455" name="TextBox 14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323035" name="Group 1469"/>
          <p:cNvGrpSpPr/>
          <p:nvPr/>
        </p:nvGrpSpPr>
        <p:grpSpPr bwMode="auto">
          <a:xfrm>
            <a:off x="9306877" y="3125331"/>
            <a:ext cx="143901" cy="143901"/>
            <a:chOff x="0" y="0"/>
            <a:chExt cx="812799" cy="812799"/>
          </a:xfrm>
        </p:grpSpPr>
        <p:sp>
          <p:nvSpPr>
            <p:cNvPr id="434805340" name="Freeform 14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1186243" name="TextBox 14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4786826" name="Group 1472"/>
          <p:cNvGrpSpPr/>
          <p:nvPr/>
        </p:nvGrpSpPr>
        <p:grpSpPr bwMode="auto">
          <a:xfrm>
            <a:off x="9499500" y="3125331"/>
            <a:ext cx="143901" cy="143901"/>
            <a:chOff x="0" y="0"/>
            <a:chExt cx="812799" cy="812799"/>
          </a:xfrm>
        </p:grpSpPr>
        <p:sp>
          <p:nvSpPr>
            <p:cNvPr id="1840630975" name="Freeform 14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55332671" name="TextBox 14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2247673" name="Group 1475"/>
          <p:cNvGrpSpPr/>
          <p:nvPr/>
        </p:nvGrpSpPr>
        <p:grpSpPr bwMode="auto">
          <a:xfrm>
            <a:off x="9691029" y="3316859"/>
            <a:ext cx="143901" cy="143901"/>
            <a:chOff x="0" y="0"/>
            <a:chExt cx="812799" cy="812799"/>
          </a:xfrm>
        </p:grpSpPr>
        <p:sp>
          <p:nvSpPr>
            <p:cNvPr id="2068308579" name="Freeform 14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254170" name="TextBox 14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5298207" name="Group 1478"/>
          <p:cNvGrpSpPr/>
          <p:nvPr/>
        </p:nvGrpSpPr>
        <p:grpSpPr bwMode="auto">
          <a:xfrm>
            <a:off x="9883656" y="3316859"/>
            <a:ext cx="143901" cy="143901"/>
            <a:chOff x="0" y="0"/>
            <a:chExt cx="812799" cy="812799"/>
          </a:xfrm>
        </p:grpSpPr>
        <p:sp>
          <p:nvSpPr>
            <p:cNvPr id="1678195047" name="Freeform 14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720612" name="TextBox 14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7085690" name="Group 1481"/>
          <p:cNvGrpSpPr/>
          <p:nvPr/>
        </p:nvGrpSpPr>
        <p:grpSpPr bwMode="auto">
          <a:xfrm>
            <a:off x="10076278" y="3316859"/>
            <a:ext cx="143901" cy="143901"/>
            <a:chOff x="0" y="0"/>
            <a:chExt cx="812799" cy="812799"/>
          </a:xfrm>
        </p:grpSpPr>
        <p:sp>
          <p:nvSpPr>
            <p:cNvPr id="1144894290" name="Freeform 14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96566666" name="TextBox 14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4371764" name="Group 1484"/>
          <p:cNvGrpSpPr/>
          <p:nvPr/>
        </p:nvGrpSpPr>
        <p:grpSpPr bwMode="auto">
          <a:xfrm>
            <a:off x="10267807" y="3316859"/>
            <a:ext cx="143901" cy="143901"/>
            <a:chOff x="0" y="0"/>
            <a:chExt cx="812799" cy="812799"/>
          </a:xfrm>
        </p:grpSpPr>
        <p:sp>
          <p:nvSpPr>
            <p:cNvPr id="333069743" name="Freeform 14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640498" name="TextBox 14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2198250" name="Group 1487"/>
          <p:cNvGrpSpPr/>
          <p:nvPr/>
        </p:nvGrpSpPr>
        <p:grpSpPr bwMode="auto">
          <a:xfrm>
            <a:off x="10460430" y="3316859"/>
            <a:ext cx="143901" cy="143901"/>
            <a:chOff x="0" y="0"/>
            <a:chExt cx="812799" cy="812799"/>
          </a:xfrm>
        </p:grpSpPr>
        <p:sp>
          <p:nvSpPr>
            <p:cNvPr id="1279434396" name="Freeform 14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53273" name="TextBox 14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969583" name="Group 1490"/>
          <p:cNvGrpSpPr/>
          <p:nvPr/>
        </p:nvGrpSpPr>
        <p:grpSpPr bwMode="auto">
          <a:xfrm>
            <a:off x="10653054" y="3316859"/>
            <a:ext cx="143901" cy="143901"/>
            <a:chOff x="0" y="0"/>
            <a:chExt cx="812799" cy="812799"/>
          </a:xfrm>
        </p:grpSpPr>
        <p:sp>
          <p:nvSpPr>
            <p:cNvPr id="2132194131" name="Freeform 14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471492" name="TextBox 14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0835401" name="Group 1493"/>
          <p:cNvGrpSpPr/>
          <p:nvPr/>
        </p:nvGrpSpPr>
        <p:grpSpPr bwMode="auto">
          <a:xfrm>
            <a:off x="10844582" y="3316859"/>
            <a:ext cx="143901" cy="143901"/>
            <a:chOff x="0" y="0"/>
            <a:chExt cx="812799" cy="812799"/>
          </a:xfrm>
        </p:grpSpPr>
        <p:sp>
          <p:nvSpPr>
            <p:cNvPr id="236846693" name="Freeform 14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912203" name="TextBox 14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3569493" name="Group 1496"/>
          <p:cNvGrpSpPr/>
          <p:nvPr/>
        </p:nvGrpSpPr>
        <p:grpSpPr bwMode="auto">
          <a:xfrm>
            <a:off x="11037208" y="3316859"/>
            <a:ext cx="143901" cy="143901"/>
            <a:chOff x="0" y="0"/>
            <a:chExt cx="812799" cy="812799"/>
          </a:xfrm>
        </p:grpSpPr>
        <p:sp>
          <p:nvSpPr>
            <p:cNvPr id="1488798386" name="Freeform 14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0981754" name="TextBox 14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9984435" name="Group 1499"/>
          <p:cNvGrpSpPr/>
          <p:nvPr/>
        </p:nvGrpSpPr>
        <p:grpSpPr bwMode="auto">
          <a:xfrm>
            <a:off x="11229831" y="3316859"/>
            <a:ext cx="143901" cy="143901"/>
            <a:chOff x="0" y="0"/>
            <a:chExt cx="812799" cy="812799"/>
          </a:xfrm>
        </p:grpSpPr>
        <p:sp>
          <p:nvSpPr>
            <p:cNvPr id="1424475685" name="Freeform 15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55811" name="TextBox 15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7517682" name="Group 1502"/>
          <p:cNvGrpSpPr/>
          <p:nvPr/>
        </p:nvGrpSpPr>
        <p:grpSpPr bwMode="auto">
          <a:xfrm>
            <a:off x="9114255" y="3316859"/>
            <a:ext cx="143901" cy="143901"/>
            <a:chOff x="0" y="0"/>
            <a:chExt cx="812799" cy="812799"/>
          </a:xfrm>
        </p:grpSpPr>
        <p:sp>
          <p:nvSpPr>
            <p:cNvPr id="1889968843" name="Freeform 15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519668" name="TextBox 15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8143522" name="Group 1505"/>
          <p:cNvGrpSpPr/>
          <p:nvPr/>
        </p:nvGrpSpPr>
        <p:grpSpPr bwMode="auto">
          <a:xfrm>
            <a:off x="9306877" y="3316859"/>
            <a:ext cx="143901" cy="143901"/>
            <a:chOff x="0" y="0"/>
            <a:chExt cx="812799" cy="812799"/>
          </a:xfrm>
        </p:grpSpPr>
        <p:sp>
          <p:nvSpPr>
            <p:cNvPr id="245308398" name="Freeform 15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1306129" name="TextBox 15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8142087" name="Group 1508"/>
          <p:cNvGrpSpPr/>
          <p:nvPr/>
        </p:nvGrpSpPr>
        <p:grpSpPr bwMode="auto">
          <a:xfrm>
            <a:off x="9499500" y="3316859"/>
            <a:ext cx="143901" cy="143901"/>
            <a:chOff x="0" y="0"/>
            <a:chExt cx="812799" cy="812799"/>
          </a:xfrm>
        </p:grpSpPr>
        <p:sp>
          <p:nvSpPr>
            <p:cNvPr id="1961127987" name="Freeform 15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824115" name="TextBox 15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089013" name="Group 1511"/>
          <p:cNvGrpSpPr/>
          <p:nvPr/>
        </p:nvGrpSpPr>
        <p:grpSpPr bwMode="auto">
          <a:xfrm>
            <a:off x="9691029" y="3506331"/>
            <a:ext cx="143901" cy="143901"/>
            <a:chOff x="0" y="0"/>
            <a:chExt cx="812799" cy="812799"/>
          </a:xfrm>
        </p:grpSpPr>
        <p:sp>
          <p:nvSpPr>
            <p:cNvPr id="945060799" name="Freeform 15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1130569" name="TextBox 15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1540361" name="Group 1514"/>
          <p:cNvGrpSpPr/>
          <p:nvPr/>
        </p:nvGrpSpPr>
        <p:grpSpPr bwMode="auto">
          <a:xfrm>
            <a:off x="9883656" y="3506331"/>
            <a:ext cx="143901" cy="143901"/>
            <a:chOff x="0" y="0"/>
            <a:chExt cx="812799" cy="812799"/>
          </a:xfrm>
        </p:grpSpPr>
        <p:sp>
          <p:nvSpPr>
            <p:cNvPr id="1356455002" name="Freeform 15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9649330" name="TextBox 15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9714847" name="Group 1517"/>
          <p:cNvGrpSpPr/>
          <p:nvPr/>
        </p:nvGrpSpPr>
        <p:grpSpPr bwMode="auto">
          <a:xfrm>
            <a:off x="10076278" y="3506331"/>
            <a:ext cx="143901" cy="143901"/>
            <a:chOff x="0" y="0"/>
            <a:chExt cx="812799" cy="812799"/>
          </a:xfrm>
        </p:grpSpPr>
        <p:sp>
          <p:nvSpPr>
            <p:cNvPr id="1968047370" name="Freeform 15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575051" name="TextBox 15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7671380" name="Group 1520"/>
          <p:cNvGrpSpPr/>
          <p:nvPr/>
        </p:nvGrpSpPr>
        <p:grpSpPr bwMode="auto">
          <a:xfrm>
            <a:off x="10267807" y="3506331"/>
            <a:ext cx="143901" cy="143901"/>
            <a:chOff x="0" y="0"/>
            <a:chExt cx="812799" cy="812799"/>
          </a:xfrm>
        </p:grpSpPr>
        <p:sp>
          <p:nvSpPr>
            <p:cNvPr id="1087962017" name="Freeform 15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724362" name="TextBox 15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7014897" name="Group 1523"/>
          <p:cNvGrpSpPr/>
          <p:nvPr/>
        </p:nvGrpSpPr>
        <p:grpSpPr bwMode="auto">
          <a:xfrm>
            <a:off x="10460430" y="3506331"/>
            <a:ext cx="143901" cy="143901"/>
            <a:chOff x="0" y="0"/>
            <a:chExt cx="812799" cy="812799"/>
          </a:xfrm>
        </p:grpSpPr>
        <p:sp>
          <p:nvSpPr>
            <p:cNvPr id="827040536" name="Freeform 15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8826702" name="TextBox 15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1934922" name="Group 1526"/>
          <p:cNvGrpSpPr/>
          <p:nvPr/>
        </p:nvGrpSpPr>
        <p:grpSpPr bwMode="auto">
          <a:xfrm>
            <a:off x="10653054" y="3506331"/>
            <a:ext cx="143901" cy="143901"/>
            <a:chOff x="0" y="0"/>
            <a:chExt cx="812799" cy="812799"/>
          </a:xfrm>
        </p:grpSpPr>
        <p:sp>
          <p:nvSpPr>
            <p:cNvPr id="2053315720" name="Freeform 15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966632" name="TextBox 15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9411631" name="Group 1529"/>
          <p:cNvGrpSpPr/>
          <p:nvPr/>
        </p:nvGrpSpPr>
        <p:grpSpPr bwMode="auto">
          <a:xfrm>
            <a:off x="10844582" y="3506331"/>
            <a:ext cx="143901" cy="143901"/>
            <a:chOff x="0" y="0"/>
            <a:chExt cx="812799" cy="812799"/>
          </a:xfrm>
        </p:grpSpPr>
        <p:sp>
          <p:nvSpPr>
            <p:cNvPr id="666392355" name="Freeform 15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9170619" name="TextBox 15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4860948" name="Group 1532"/>
          <p:cNvGrpSpPr/>
          <p:nvPr/>
        </p:nvGrpSpPr>
        <p:grpSpPr bwMode="auto">
          <a:xfrm>
            <a:off x="11037208" y="3506331"/>
            <a:ext cx="143901" cy="143901"/>
            <a:chOff x="0" y="0"/>
            <a:chExt cx="812799" cy="812799"/>
          </a:xfrm>
        </p:grpSpPr>
        <p:sp>
          <p:nvSpPr>
            <p:cNvPr id="2113415090" name="Freeform 15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897072" name="TextBox 15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7455930" name="Group 1535"/>
          <p:cNvGrpSpPr/>
          <p:nvPr/>
        </p:nvGrpSpPr>
        <p:grpSpPr bwMode="auto">
          <a:xfrm>
            <a:off x="11229831" y="3506331"/>
            <a:ext cx="143901" cy="143901"/>
            <a:chOff x="0" y="0"/>
            <a:chExt cx="812799" cy="812799"/>
          </a:xfrm>
        </p:grpSpPr>
        <p:sp>
          <p:nvSpPr>
            <p:cNvPr id="239254762" name="Freeform 15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4985801" name="TextBox 15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1165748" name="Group 1538"/>
          <p:cNvGrpSpPr/>
          <p:nvPr/>
        </p:nvGrpSpPr>
        <p:grpSpPr bwMode="auto">
          <a:xfrm>
            <a:off x="9114255" y="3506331"/>
            <a:ext cx="143901" cy="143901"/>
            <a:chOff x="0" y="0"/>
            <a:chExt cx="812799" cy="812799"/>
          </a:xfrm>
        </p:grpSpPr>
        <p:sp>
          <p:nvSpPr>
            <p:cNvPr id="1257006552" name="Freeform 15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8862200" name="TextBox 15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703448" name="Group 1541"/>
          <p:cNvGrpSpPr/>
          <p:nvPr/>
        </p:nvGrpSpPr>
        <p:grpSpPr bwMode="auto">
          <a:xfrm>
            <a:off x="9306877" y="3506331"/>
            <a:ext cx="143901" cy="143901"/>
            <a:chOff x="0" y="0"/>
            <a:chExt cx="812799" cy="812799"/>
          </a:xfrm>
        </p:grpSpPr>
        <p:sp>
          <p:nvSpPr>
            <p:cNvPr id="1120480118" name="Freeform 15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8836497" name="TextBox 15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3611" name="Group 1544"/>
          <p:cNvGrpSpPr/>
          <p:nvPr/>
        </p:nvGrpSpPr>
        <p:grpSpPr bwMode="auto">
          <a:xfrm>
            <a:off x="9499500" y="3506331"/>
            <a:ext cx="143901" cy="143901"/>
            <a:chOff x="0" y="0"/>
            <a:chExt cx="812799" cy="812799"/>
          </a:xfrm>
        </p:grpSpPr>
        <p:sp>
          <p:nvSpPr>
            <p:cNvPr id="745826009" name="Freeform 15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81252528" name="TextBox 15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8645890" name="Group 1547"/>
          <p:cNvGrpSpPr/>
          <p:nvPr/>
        </p:nvGrpSpPr>
        <p:grpSpPr bwMode="auto">
          <a:xfrm>
            <a:off x="9691029" y="3697859"/>
            <a:ext cx="143901" cy="143901"/>
            <a:chOff x="0" y="0"/>
            <a:chExt cx="812799" cy="812799"/>
          </a:xfrm>
        </p:grpSpPr>
        <p:sp>
          <p:nvSpPr>
            <p:cNvPr id="1765944729" name="Freeform 15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99512537" name="TextBox 15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9641276" name="Group 1550"/>
          <p:cNvGrpSpPr/>
          <p:nvPr/>
        </p:nvGrpSpPr>
        <p:grpSpPr bwMode="auto">
          <a:xfrm>
            <a:off x="9883656" y="3697859"/>
            <a:ext cx="143901" cy="143901"/>
            <a:chOff x="0" y="0"/>
            <a:chExt cx="812799" cy="812799"/>
          </a:xfrm>
        </p:grpSpPr>
        <p:sp>
          <p:nvSpPr>
            <p:cNvPr id="98429792" name="Freeform 15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1931181" name="TextBox 15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9306794" name="Group 1553"/>
          <p:cNvGrpSpPr/>
          <p:nvPr/>
        </p:nvGrpSpPr>
        <p:grpSpPr bwMode="auto">
          <a:xfrm>
            <a:off x="10076278" y="3697859"/>
            <a:ext cx="143901" cy="143901"/>
            <a:chOff x="0" y="0"/>
            <a:chExt cx="812799" cy="812799"/>
          </a:xfrm>
        </p:grpSpPr>
        <p:sp>
          <p:nvSpPr>
            <p:cNvPr id="655898753" name="Freeform 15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53226606" name="TextBox 15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8801959" name="Group 1556"/>
          <p:cNvGrpSpPr/>
          <p:nvPr/>
        </p:nvGrpSpPr>
        <p:grpSpPr bwMode="auto">
          <a:xfrm>
            <a:off x="10267807" y="3697859"/>
            <a:ext cx="143901" cy="143901"/>
            <a:chOff x="0" y="0"/>
            <a:chExt cx="812799" cy="812799"/>
          </a:xfrm>
        </p:grpSpPr>
        <p:sp>
          <p:nvSpPr>
            <p:cNvPr id="1738221945" name="Freeform 15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454417" name="TextBox 15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5054531" name="Group 1559"/>
          <p:cNvGrpSpPr/>
          <p:nvPr/>
        </p:nvGrpSpPr>
        <p:grpSpPr bwMode="auto">
          <a:xfrm>
            <a:off x="10460430" y="3697859"/>
            <a:ext cx="143901" cy="143901"/>
            <a:chOff x="0" y="0"/>
            <a:chExt cx="812799" cy="812799"/>
          </a:xfrm>
        </p:grpSpPr>
        <p:sp>
          <p:nvSpPr>
            <p:cNvPr id="1063320564" name="Freeform 15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6493524" name="TextBox 15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0810369" name="Group 1562"/>
          <p:cNvGrpSpPr/>
          <p:nvPr/>
        </p:nvGrpSpPr>
        <p:grpSpPr bwMode="auto">
          <a:xfrm>
            <a:off x="10653054" y="3697859"/>
            <a:ext cx="143901" cy="143901"/>
            <a:chOff x="0" y="0"/>
            <a:chExt cx="812799" cy="812799"/>
          </a:xfrm>
        </p:grpSpPr>
        <p:sp>
          <p:nvSpPr>
            <p:cNvPr id="1054350926" name="Freeform 15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1777564" name="TextBox 15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691698" name="Group 1565"/>
          <p:cNvGrpSpPr/>
          <p:nvPr/>
        </p:nvGrpSpPr>
        <p:grpSpPr bwMode="auto">
          <a:xfrm>
            <a:off x="10844582" y="3697859"/>
            <a:ext cx="143901" cy="143901"/>
            <a:chOff x="0" y="0"/>
            <a:chExt cx="812799" cy="812799"/>
          </a:xfrm>
        </p:grpSpPr>
        <p:sp>
          <p:nvSpPr>
            <p:cNvPr id="1224665204" name="Freeform 15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1660985" name="TextBox 15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449986" name="Group 1568"/>
          <p:cNvGrpSpPr/>
          <p:nvPr/>
        </p:nvGrpSpPr>
        <p:grpSpPr bwMode="auto">
          <a:xfrm>
            <a:off x="11037208" y="3697859"/>
            <a:ext cx="143901" cy="143901"/>
            <a:chOff x="0" y="0"/>
            <a:chExt cx="812799" cy="812799"/>
          </a:xfrm>
        </p:grpSpPr>
        <p:sp>
          <p:nvSpPr>
            <p:cNvPr id="641204456" name="Freeform 15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258128" name="TextBox 15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3217411" name="Group 1571"/>
          <p:cNvGrpSpPr/>
          <p:nvPr/>
        </p:nvGrpSpPr>
        <p:grpSpPr bwMode="auto">
          <a:xfrm>
            <a:off x="11229831" y="3697859"/>
            <a:ext cx="143901" cy="143901"/>
            <a:chOff x="0" y="0"/>
            <a:chExt cx="812799" cy="812799"/>
          </a:xfrm>
        </p:grpSpPr>
        <p:sp>
          <p:nvSpPr>
            <p:cNvPr id="1869997311" name="Freeform 15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684460" name="TextBox 15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4470533" name="Group 1574"/>
          <p:cNvGrpSpPr/>
          <p:nvPr/>
        </p:nvGrpSpPr>
        <p:grpSpPr bwMode="auto">
          <a:xfrm>
            <a:off x="9114255" y="3697859"/>
            <a:ext cx="143901" cy="143901"/>
            <a:chOff x="0" y="0"/>
            <a:chExt cx="812799" cy="812799"/>
          </a:xfrm>
        </p:grpSpPr>
        <p:sp>
          <p:nvSpPr>
            <p:cNvPr id="804285659" name="Freeform 15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5799852" name="TextBox 15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9564746" name="Group 1577"/>
          <p:cNvGrpSpPr/>
          <p:nvPr/>
        </p:nvGrpSpPr>
        <p:grpSpPr bwMode="auto">
          <a:xfrm>
            <a:off x="9306877" y="3697859"/>
            <a:ext cx="143901" cy="143901"/>
            <a:chOff x="0" y="0"/>
            <a:chExt cx="812799" cy="812799"/>
          </a:xfrm>
        </p:grpSpPr>
        <p:sp>
          <p:nvSpPr>
            <p:cNvPr id="1056694450" name="Freeform 15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1988478" name="TextBox 15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1285848" name="Group 1580"/>
          <p:cNvGrpSpPr/>
          <p:nvPr/>
        </p:nvGrpSpPr>
        <p:grpSpPr bwMode="auto">
          <a:xfrm>
            <a:off x="9499500" y="3697859"/>
            <a:ext cx="143901" cy="143901"/>
            <a:chOff x="0" y="0"/>
            <a:chExt cx="812799" cy="812799"/>
          </a:xfrm>
        </p:grpSpPr>
        <p:sp>
          <p:nvSpPr>
            <p:cNvPr id="1246907386" name="Freeform 15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20704185" name="TextBox 15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7544995" name="Group 1583"/>
          <p:cNvGrpSpPr/>
          <p:nvPr/>
        </p:nvGrpSpPr>
        <p:grpSpPr bwMode="auto">
          <a:xfrm>
            <a:off x="9691029" y="3887332"/>
            <a:ext cx="143901" cy="143901"/>
            <a:chOff x="0" y="0"/>
            <a:chExt cx="812799" cy="812799"/>
          </a:xfrm>
        </p:grpSpPr>
        <p:sp>
          <p:nvSpPr>
            <p:cNvPr id="1412619815" name="Freeform 15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4329476" name="TextBox 15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8958697" name="Group 1586"/>
          <p:cNvGrpSpPr/>
          <p:nvPr/>
        </p:nvGrpSpPr>
        <p:grpSpPr bwMode="auto">
          <a:xfrm>
            <a:off x="9883656" y="3887332"/>
            <a:ext cx="143901" cy="143901"/>
            <a:chOff x="0" y="0"/>
            <a:chExt cx="812799" cy="812799"/>
          </a:xfrm>
        </p:grpSpPr>
        <p:sp>
          <p:nvSpPr>
            <p:cNvPr id="1910427506" name="Freeform 15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893341" name="TextBox 15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0757951" name="Group 1589"/>
          <p:cNvGrpSpPr/>
          <p:nvPr/>
        </p:nvGrpSpPr>
        <p:grpSpPr bwMode="auto">
          <a:xfrm>
            <a:off x="10076278" y="3887332"/>
            <a:ext cx="143901" cy="143901"/>
            <a:chOff x="0" y="0"/>
            <a:chExt cx="812799" cy="812799"/>
          </a:xfrm>
        </p:grpSpPr>
        <p:sp>
          <p:nvSpPr>
            <p:cNvPr id="123608397" name="Freeform 15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2919178" name="TextBox 15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1227499" name="Group 1592"/>
          <p:cNvGrpSpPr/>
          <p:nvPr/>
        </p:nvGrpSpPr>
        <p:grpSpPr bwMode="auto">
          <a:xfrm>
            <a:off x="10267807" y="3887332"/>
            <a:ext cx="143901" cy="143901"/>
            <a:chOff x="0" y="0"/>
            <a:chExt cx="812799" cy="812799"/>
          </a:xfrm>
        </p:grpSpPr>
        <p:sp>
          <p:nvSpPr>
            <p:cNvPr id="38655930" name="Freeform 15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295584" name="TextBox 15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9856361" name="Group 1595"/>
          <p:cNvGrpSpPr/>
          <p:nvPr/>
        </p:nvGrpSpPr>
        <p:grpSpPr bwMode="auto">
          <a:xfrm>
            <a:off x="10460430" y="3887332"/>
            <a:ext cx="143901" cy="143901"/>
            <a:chOff x="0" y="0"/>
            <a:chExt cx="812799" cy="812799"/>
          </a:xfrm>
        </p:grpSpPr>
        <p:sp>
          <p:nvSpPr>
            <p:cNvPr id="37704410" name="Freeform 15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5085160" name="TextBox 15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7136226" name="Group 1598"/>
          <p:cNvGrpSpPr/>
          <p:nvPr/>
        </p:nvGrpSpPr>
        <p:grpSpPr bwMode="auto">
          <a:xfrm>
            <a:off x="10653054" y="3887332"/>
            <a:ext cx="143901" cy="143901"/>
            <a:chOff x="0" y="0"/>
            <a:chExt cx="812799" cy="812799"/>
          </a:xfrm>
        </p:grpSpPr>
        <p:sp>
          <p:nvSpPr>
            <p:cNvPr id="294554288" name="Freeform 15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4397000" name="TextBox 16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273171" name="Group 1601"/>
          <p:cNvGrpSpPr/>
          <p:nvPr/>
        </p:nvGrpSpPr>
        <p:grpSpPr bwMode="auto">
          <a:xfrm>
            <a:off x="10844582" y="3887332"/>
            <a:ext cx="143901" cy="143901"/>
            <a:chOff x="0" y="0"/>
            <a:chExt cx="812799" cy="812799"/>
          </a:xfrm>
        </p:grpSpPr>
        <p:sp>
          <p:nvSpPr>
            <p:cNvPr id="1973865918" name="Freeform 16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11046874" name="TextBox 16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9837258" name="Group 1604"/>
          <p:cNvGrpSpPr/>
          <p:nvPr/>
        </p:nvGrpSpPr>
        <p:grpSpPr bwMode="auto">
          <a:xfrm>
            <a:off x="11037208" y="3887332"/>
            <a:ext cx="143901" cy="143901"/>
            <a:chOff x="0" y="0"/>
            <a:chExt cx="812799" cy="812799"/>
          </a:xfrm>
        </p:grpSpPr>
        <p:sp>
          <p:nvSpPr>
            <p:cNvPr id="56741066" name="Freeform 16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7315465" name="TextBox 16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5838299" name="Group 1607"/>
          <p:cNvGrpSpPr/>
          <p:nvPr/>
        </p:nvGrpSpPr>
        <p:grpSpPr bwMode="auto">
          <a:xfrm>
            <a:off x="11229831" y="3887332"/>
            <a:ext cx="143901" cy="143901"/>
            <a:chOff x="0" y="0"/>
            <a:chExt cx="812799" cy="812799"/>
          </a:xfrm>
        </p:grpSpPr>
        <p:sp>
          <p:nvSpPr>
            <p:cNvPr id="1470523267" name="Freeform 16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100088" name="TextBox 16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147848" name="Group 1610"/>
          <p:cNvGrpSpPr/>
          <p:nvPr/>
        </p:nvGrpSpPr>
        <p:grpSpPr bwMode="auto">
          <a:xfrm>
            <a:off x="9114255" y="3887332"/>
            <a:ext cx="143901" cy="143901"/>
            <a:chOff x="0" y="0"/>
            <a:chExt cx="812799" cy="812799"/>
          </a:xfrm>
        </p:grpSpPr>
        <p:sp>
          <p:nvSpPr>
            <p:cNvPr id="803580605" name="Freeform 16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7787278" name="TextBox 16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7244857" name="Group 1613"/>
          <p:cNvGrpSpPr/>
          <p:nvPr/>
        </p:nvGrpSpPr>
        <p:grpSpPr bwMode="auto">
          <a:xfrm>
            <a:off x="9306877" y="3887332"/>
            <a:ext cx="143901" cy="143901"/>
            <a:chOff x="0" y="0"/>
            <a:chExt cx="812799" cy="812799"/>
          </a:xfrm>
        </p:grpSpPr>
        <p:sp>
          <p:nvSpPr>
            <p:cNvPr id="778550660" name="Freeform 16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6349979" name="TextBox 16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973851" name="Group 1616"/>
          <p:cNvGrpSpPr/>
          <p:nvPr/>
        </p:nvGrpSpPr>
        <p:grpSpPr bwMode="auto">
          <a:xfrm>
            <a:off x="9499500" y="3887332"/>
            <a:ext cx="143901" cy="143901"/>
            <a:chOff x="0" y="0"/>
            <a:chExt cx="812799" cy="812799"/>
          </a:xfrm>
        </p:grpSpPr>
        <p:sp>
          <p:nvSpPr>
            <p:cNvPr id="55591018" name="Freeform 16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915188" name="TextBox 16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2774494" name="Group 1619"/>
          <p:cNvGrpSpPr/>
          <p:nvPr/>
        </p:nvGrpSpPr>
        <p:grpSpPr bwMode="auto">
          <a:xfrm>
            <a:off x="9691029" y="1410069"/>
            <a:ext cx="143901" cy="143901"/>
            <a:chOff x="0" y="0"/>
            <a:chExt cx="812799" cy="812799"/>
          </a:xfrm>
        </p:grpSpPr>
        <p:sp>
          <p:nvSpPr>
            <p:cNvPr id="447417806" name="Freeform 16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2447434" name="TextBox 16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1776404" name="Group 1622"/>
          <p:cNvGrpSpPr/>
          <p:nvPr/>
        </p:nvGrpSpPr>
        <p:grpSpPr bwMode="auto">
          <a:xfrm>
            <a:off x="9883656" y="1410069"/>
            <a:ext cx="143901" cy="143901"/>
            <a:chOff x="0" y="0"/>
            <a:chExt cx="812799" cy="812799"/>
          </a:xfrm>
        </p:grpSpPr>
        <p:sp>
          <p:nvSpPr>
            <p:cNvPr id="1837932430" name="Freeform 16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9885759" name="TextBox 16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2746944" name="Group 1625"/>
          <p:cNvGrpSpPr/>
          <p:nvPr/>
        </p:nvGrpSpPr>
        <p:grpSpPr bwMode="auto">
          <a:xfrm>
            <a:off x="10076278" y="1410069"/>
            <a:ext cx="143901" cy="143901"/>
            <a:chOff x="0" y="0"/>
            <a:chExt cx="812799" cy="812799"/>
          </a:xfrm>
        </p:grpSpPr>
        <p:sp>
          <p:nvSpPr>
            <p:cNvPr id="593682756" name="Freeform 16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3279696" name="TextBox 16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5764770" name="Group 1628"/>
          <p:cNvGrpSpPr/>
          <p:nvPr/>
        </p:nvGrpSpPr>
        <p:grpSpPr bwMode="auto">
          <a:xfrm>
            <a:off x="10267807" y="1410069"/>
            <a:ext cx="143901" cy="143901"/>
            <a:chOff x="0" y="0"/>
            <a:chExt cx="812799" cy="812799"/>
          </a:xfrm>
        </p:grpSpPr>
        <p:sp>
          <p:nvSpPr>
            <p:cNvPr id="1023685618" name="Freeform 16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12810" name="TextBox 16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1256979" name="Group 1631"/>
          <p:cNvGrpSpPr/>
          <p:nvPr/>
        </p:nvGrpSpPr>
        <p:grpSpPr bwMode="auto">
          <a:xfrm>
            <a:off x="10460430" y="1410069"/>
            <a:ext cx="143901" cy="143901"/>
            <a:chOff x="0" y="0"/>
            <a:chExt cx="812799" cy="812799"/>
          </a:xfrm>
        </p:grpSpPr>
        <p:sp>
          <p:nvSpPr>
            <p:cNvPr id="1800518778" name="Freeform 16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430330" name="TextBox 16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0951455" name="Group 1634"/>
          <p:cNvGrpSpPr/>
          <p:nvPr/>
        </p:nvGrpSpPr>
        <p:grpSpPr bwMode="auto">
          <a:xfrm>
            <a:off x="10653054" y="1410069"/>
            <a:ext cx="143901" cy="143901"/>
            <a:chOff x="0" y="0"/>
            <a:chExt cx="812799" cy="812799"/>
          </a:xfrm>
        </p:grpSpPr>
        <p:sp>
          <p:nvSpPr>
            <p:cNvPr id="1171024099" name="Freeform 16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794998" name="TextBox 16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4815023" name="Group 1637"/>
          <p:cNvGrpSpPr/>
          <p:nvPr/>
        </p:nvGrpSpPr>
        <p:grpSpPr bwMode="auto">
          <a:xfrm>
            <a:off x="10844582" y="1410069"/>
            <a:ext cx="143901" cy="143901"/>
            <a:chOff x="0" y="0"/>
            <a:chExt cx="812799" cy="812799"/>
          </a:xfrm>
        </p:grpSpPr>
        <p:sp>
          <p:nvSpPr>
            <p:cNvPr id="111653253" name="Freeform 16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1706122" name="TextBox 16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0183189" name="Group 1640"/>
          <p:cNvGrpSpPr/>
          <p:nvPr/>
        </p:nvGrpSpPr>
        <p:grpSpPr bwMode="auto">
          <a:xfrm>
            <a:off x="11037208" y="1410069"/>
            <a:ext cx="143901" cy="143901"/>
            <a:chOff x="0" y="0"/>
            <a:chExt cx="812799" cy="812799"/>
          </a:xfrm>
        </p:grpSpPr>
        <p:sp>
          <p:nvSpPr>
            <p:cNvPr id="1854457188" name="Freeform 16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692963" name="TextBox 16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7322138" name="Group 1643"/>
          <p:cNvGrpSpPr/>
          <p:nvPr/>
        </p:nvGrpSpPr>
        <p:grpSpPr bwMode="auto">
          <a:xfrm>
            <a:off x="11229831" y="1410069"/>
            <a:ext cx="143901" cy="143901"/>
            <a:chOff x="0" y="0"/>
            <a:chExt cx="812799" cy="812799"/>
          </a:xfrm>
        </p:grpSpPr>
        <p:sp>
          <p:nvSpPr>
            <p:cNvPr id="167129412" name="Freeform 16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3659912" name="TextBox 16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254597" name="Group 1646"/>
          <p:cNvGrpSpPr/>
          <p:nvPr/>
        </p:nvGrpSpPr>
        <p:grpSpPr bwMode="auto">
          <a:xfrm>
            <a:off x="9114255" y="1410069"/>
            <a:ext cx="143901" cy="143901"/>
            <a:chOff x="0" y="0"/>
            <a:chExt cx="812799" cy="812799"/>
          </a:xfrm>
        </p:grpSpPr>
        <p:sp>
          <p:nvSpPr>
            <p:cNvPr id="1897884528" name="Freeform 16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823339" name="TextBox 16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2723092" name="Group 1649"/>
          <p:cNvGrpSpPr/>
          <p:nvPr/>
        </p:nvGrpSpPr>
        <p:grpSpPr bwMode="auto">
          <a:xfrm>
            <a:off x="9306877" y="1410069"/>
            <a:ext cx="143901" cy="143901"/>
            <a:chOff x="0" y="0"/>
            <a:chExt cx="812799" cy="812799"/>
          </a:xfrm>
        </p:grpSpPr>
        <p:sp>
          <p:nvSpPr>
            <p:cNvPr id="803436121" name="Freeform 16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314692" name="TextBox 16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2540750" name="Group 1652"/>
          <p:cNvGrpSpPr/>
          <p:nvPr/>
        </p:nvGrpSpPr>
        <p:grpSpPr bwMode="auto">
          <a:xfrm>
            <a:off x="9499500" y="1410069"/>
            <a:ext cx="143901" cy="143901"/>
            <a:chOff x="0" y="0"/>
            <a:chExt cx="812799" cy="812799"/>
          </a:xfrm>
        </p:grpSpPr>
        <p:sp>
          <p:nvSpPr>
            <p:cNvPr id="2123505538" name="Freeform 16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9200926" name="TextBox 16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317932" name="Group 1655"/>
          <p:cNvGrpSpPr/>
          <p:nvPr/>
        </p:nvGrpSpPr>
        <p:grpSpPr bwMode="auto">
          <a:xfrm>
            <a:off x="9691029" y="1599542"/>
            <a:ext cx="143901" cy="143901"/>
            <a:chOff x="0" y="0"/>
            <a:chExt cx="812799" cy="812799"/>
          </a:xfrm>
        </p:grpSpPr>
        <p:sp>
          <p:nvSpPr>
            <p:cNvPr id="2027974321" name="Freeform 16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290037" name="TextBox 16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0078915" name="Group 1658"/>
          <p:cNvGrpSpPr/>
          <p:nvPr/>
        </p:nvGrpSpPr>
        <p:grpSpPr bwMode="auto">
          <a:xfrm>
            <a:off x="9883656" y="1599542"/>
            <a:ext cx="143901" cy="143901"/>
            <a:chOff x="0" y="0"/>
            <a:chExt cx="812799" cy="812799"/>
          </a:xfrm>
        </p:grpSpPr>
        <p:sp>
          <p:nvSpPr>
            <p:cNvPr id="1970185363" name="Freeform 16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2427899" name="TextBox 16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119416" name="Group 1661"/>
          <p:cNvGrpSpPr/>
          <p:nvPr/>
        </p:nvGrpSpPr>
        <p:grpSpPr bwMode="auto">
          <a:xfrm>
            <a:off x="10076278" y="1599542"/>
            <a:ext cx="143901" cy="143901"/>
            <a:chOff x="0" y="0"/>
            <a:chExt cx="812799" cy="812799"/>
          </a:xfrm>
        </p:grpSpPr>
        <p:sp>
          <p:nvSpPr>
            <p:cNvPr id="1957658239" name="Freeform 16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043326" name="TextBox 16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10806" name="Group 1664"/>
          <p:cNvGrpSpPr/>
          <p:nvPr/>
        </p:nvGrpSpPr>
        <p:grpSpPr bwMode="auto">
          <a:xfrm>
            <a:off x="10267807" y="1599542"/>
            <a:ext cx="143901" cy="143901"/>
            <a:chOff x="0" y="0"/>
            <a:chExt cx="812799" cy="812799"/>
          </a:xfrm>
        </p:grpSpPr>
        <p:sp>
          <p:nvSpPr>
            <p:cNvPr id="1123274864" name="Freeform 16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8852462" name="TextBox 16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445594" name="Group 1667"/>
          <p:cNvGrpSpPr/>
          <p:nvPr/>
        </p:nvGrpSpPr>
        <p:grpSpPr bwMode="auto">
          <a:xfrm>
            <a:off x="10460430" y="1599542"/>
            <a:ext cx="143901" cy="143901"/>
            <a:chOff x="0" y="0"/>
            <a:chExt cx="812799" cy="812799"/>
          </a:xfrm>
        </p:grpSpPr>
        <p:sp>
          <p:nvSpPr>
            <p:cNvPr id="1149430874" name="Freeform 16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45394" name="TextBox 16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1867218" name="Group 1670"/>
          <p:cNvGrpSpPr/>
          <p:nvPr/>
        </p:nvGrpSpPr>
        <p:grpSpPr bwMode="auto">
          <a:xfrm>
            <a:off x="10653054" y="1599542"/>
            <a:ext cx="143901" cy="143901"/>
            <a:chOff x="0" y="0"/>
            <a:chExt cx="812799" cy="812799"/>
          </a:xfrm>
        </p:grpSpPr>
        <p:sp>
          <p:nvSpPr>
            <p:cNvPr id="1419992100" name="Freeform 16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2273498" name="TextBox 16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8205880" name="Group 1673"/>
          <p:cNvGrpSpPr/>
          <p:nvPr/>
        </p:nvGrpSpPr>
        <p:grpSpPr bwMode="auto">
          <a:xfrm>
            <a:off x="10844582" y="1599542"/>
            <a:ext cx="143901" cy="143901"/>
            <a:chOff x="0" y="0"/>
            <a:chExt cx="812799" cy="812799"/>
          </a:xfrm>
        </p:grpSpPr>
        <p:sp>
          <p:nvSpPr>
            <p:cNvPr id="549037028" name="Freeform 16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5902828" name="TextBox 16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928529" name="Group 1676"/>
          <p:cNvGrpSpPr/>
          <p:nvPr/>
        </p:nvGrpSpPr>
        <p:grpSpPr bwMode="auto">
          <a:xfrm>
            <a:off x="11037208" y="1599542"/>
            <a:ext cx="143901" cy="143901"/>
            <a:chOff x="0" y="0"/>
            <a:chExt cx="812799" cy="812799"/>
          </a:xfrm>
        </p:grpSpPr>
        <p:sp>
          <p:nvSpPr>
            <p:cNvPr id="1682071849" name="Freeform 16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887262" name="TextBox 16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6654327" name="Group 1679"/>
          <p:cNvGrpSpPr/>
          <p:nvPr/>
        </p:nvGrpSpPr>
        <p:grpSpPr bwMode="auto">
          <a:xfrm>
            <a:off x="11229831" y="1599542"/>
            <a:ext cx="143901" cy="143901"/>
            <a:chOff x="0" y="0"/>
            <a:chExt cx="812799" cy="812799"/>
          </a:xfrm>
        </p:grpSpPr>
        <p:sp>
          <p:nvSpPr>
            <p:cNvPr id="514266704" name="Freeform 16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4746948" name="TextBox 16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9781121" name="Group 1682"/>
          <p:cNvGrpSpPr/>
          <p:nvPr/>
        </p:nvGrpSpPr>
        <p:grpSpPr bwMode="auto">
          <a:xfrm>
            <a:off x="9114255" y="1599542"/>
            <a:ext cx="143901" cy="143901"/>
            <a:chOff x="0" y="0"/>
            <a:chExt cx="812799" cy="812799"/>
          </a:xfrm>
        </p:grpSpPr>
        <p:sp>
          <p:nvSpPr>
            <p:cNvPr id="375964740" name="Freeform 16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9884564" name="TextBox 16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746733" name="Group 1685"/>
          <p:cNvGrpSpPr/>
          <p:nvPr/>
        </p:nvGrpSpPr>
        <p:grpSpPr bwMode="auto">
          <a:xfrm>
            <a:off x="9306877" y="1599542"/>
            <a:ext cx="143901" cy="143901"/>
            <a:chOff x="0" y="0"/>
            <a:chExt cx="812799" cy="812799"/>
          </a:xfrm>
        </p:grpSpPr>
        <p:sp>
          <p:nvSpPr>
            <p:cNvPr id="1172854471" name="Freeform 16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4104812" name="TextBox 16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407669" name="Group 1688"/>
          <p:cNvGrpSpPr/>
          <p:nvPr/>
        </p:nvGrpSpPr>
        <p:grpSpPr bwMode="auto">
          <a:xfrm>
            <a:off x="9499500" y="1599542"/>
            <a:ext cx="143901" cy="143901"/>
            <a:chOff x="0" y="0"/>
            <a:chExt cx="812799" cy="812799"/>
          </a:xfrm>
        </p:grpSpPr>
        <p:sp>
          <p:nvSpPr>
            <p:cNvPr id="1730849294" name="Freeform 16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2108510" name="TextBox 16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1050455" name="Group 1691"/>
          <p:cNvGrpSpPr/>
          <p:nvPr/>
        </p:nvGrpSpPr>
        <p:grpSpPr bwMode="auto">
          <a:xfrm>
            <a:off x="9691029" y="4077831"/>
            <a:ext cx="143901" cy="143901"/>
            <a:chOff x="0" y="0"/>
            <a:chExt cx="812799" cy="812799"/>
          </a:xfrm>
        </p:grpSpPr>
        <p:sp>
          <p:nvSpPr>
            <p:cNvPr id="1235888305" name="Freeform 16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559179" name="TextBox 16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0511387" name="Group 1694"/>
          <p:cNvGrpSpPr/>
          <p:nvPr/>
        </p:nvGrpSpPr>
        <p:grpSpPr bwMode="auto">
          <a:xfrm>
            <a:off x="9883656" y="4077831"/>
            <a:ext cx="143901" cy="143901"/>
            <a:chOff x="0" y="0"/>
            <a:chExt cx="812799" cy="812799"/>
          </a:xfrm>
        </p:grpSpPr>
        <p:sp>
          <p:nvSpPr>
            <p:cNvPr id="1430812548" name="Freeform 16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5885429" name="TextBox 16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3949402" name="Group 1697"/>
          <p:cNvGrpSpPr/>
          <p:nvPr/>
        </p:nvGrpSpPr>
        <p:grpSpPr bwMode="auto">
          <a:xfrm>
            <a:off x="10076278" y="4077831"/>
            <a:ext cx="143901" cy="143901"/>
            <a:chOff x="0" y="0"/>
            <a:chExt cx="812799" cy="812799"/>
          </a:xfrm>
        </p:grpSpPr>
        <p:sp>
          <p:nvSpPr>
            <p:cNvPr id="2075665064" name="Freeform 16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2368991" name="TextBox 16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6352650" name="Group 1700"/>
          <p:cNvGrpSpPr/>
          <p:nvPr/>
        </p:nvGrpSpPr>
        <p:grpSpPr bwMode="auto">
          <a:xfrm>
            <a:off x="10267807" y="4077831"/>
            <a:ext cx="143901" cy="143901"/>
            <a:chOff x="0" y="0"/>
            <a:chExt cx="812799" cy="812799"/>
          </a:xfrm>
        </p:grpSpPr>
        <p:sp>
          <p:nvSpPr>
            <p:cNvPr id="437709048" name="Freeform 17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3612699" name="TextBox 17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7910251" name="Group 1703"/>
          <p:cNvGrpSpPr/>
          <p:nvPr/>
        </p:nvGrpSpPr>
        <p:grpSpPr bwMode="auto">
          <a:xfrm>
            <a:off x="10460430" y="4077831"/>
            <a:ext cx="143901" cy="143901"/>
            <a:chOff x="0" y="0"/>
            <a:chExt cx="812799" cy="812799"/>
          </a:xfrm>
        </p:grpSpPr>
        <p:sp>
          <p:nvSpPr>
            <p:cNvPr id="1491354027" name="Freeform 17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035003" name="TextBox 17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5524727" name="Group 1706"/>
          <p:cNvGrpSpPr/>
          <p:nvPr/>
        </p:nvGrpSpPr>
        <p:grpSpPr bwMode="auto">
          <a:xfrm>
            <a:off x="10653054" y="4077831"/>
            <a:ext cx="143901" cy="143901"/>
            <a:chOff x="0" y="0"/>
            <a:chExt cx="812799" cy="812799"/>
          </a:xfrm>
        </p:grpSpPr>
        <p:sp>
          <p:nvSpPr>
            <p:cNvPr id="114834869" name="Freeform 17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2984069" name="TextBox 17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5994946" name="Group 1709"/>
          <p:cNvGrpSpPr/>
          <p:nvPr/>
        </p:nvGrpSpPr>
        <p:grpSpPr bwMode="auto">
          <a:xfrm>
            <a:off x="10844582" y="4077831"/>
            <a:ext cx="143901" cy="143901"/>
            <a:chOff x="0" y="0"/>
            <a:chExt cx="812799" cy="812799"/>
          </a:xfrm>
        </p:grpSpPr>
        <p:sp>
          <p:nvSpPr>
            <p:cNvPr id="1070509080" name="Freeform 17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4318465" name="TextBox 17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730592" name="Group 1712"/>
          <p:cNvGrpSpPr/>
          <p:nvPr/>
        </p:nvGrpSpPr>
        <p:grpSpPr bwMode="auto">
          <a:xfrm>
            <a:off x="11037208" y="4077831"/>
            <a:ext cx="143901" cy="143901"/>
            <a:chOff x="0" y="0"/>
            <a:chExt cx="812799" cy="812799"/>
          </a:xfrm>
        </p:grpSpPr>
        <p:sp>
          <p:nvSpPr>
            <p:cNvPr id="1736409230" name="Freeform 17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3927934" name="TextBox 17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1130598" name="Group 1715"/>
          <p:cNvGrpSpPr/>
          <p:nvPr/>
        </p:nvGrpSpPr>
        <p:grpSpPr bwMode="auto">
          <a:xfrm>
            <a:off x="11229831" y="4077831"/>
            <a:ext cx="143901" cy="143901"/>
            <a:chOff x="0" y="0"/>
            <a:chExt cx="812799" cy="812799"/>
          </a:xfrm>
        </p:grpSpPr>
        <p:sp>
          <p:nvSpPr>
            <p:cNvPr id="427201175" name="Freeform 17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0874605" name="TextBox 17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077104" name="Group 1718"/>
          <p:cNvGrpSpPr/>
          <p:nvPr/>
        </p:nvGrpSpPr>
        <p:grpSpPr bwMode="auto">
          <a:xfrm>
            <a:off x="9114255" y="4077831"/>
            <a:ext cx="143901" cy="143901"/>
            <a:chOff x="0" y="0"/>
            <a:chExt cx="812799" cy="812799"/>
          </a:xfrm>
        </p:grpSpPr>
        <p:sp>
          <p:nvSpPr>
            <p:cNvPr id="1102521922" name="Freeform 17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6632542" name="TextBox 17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936535" name="Group 1721"/>
          <p:cNvGrpSpPr/>
          <p:nvPr/>
        </p:nvGrpSpPr>
        <p:grpSpPr bwMode="auto">
          <a:xfrm>
            <a:off x="9306877" y="4077831"/>
            <a:ext cx="143901" cy="143901"/>
            <a:chOff x="0" y="0"/>
            <a:chExt cx="812799" cy="812799"/>
          </a:xfrm>
        </p:grpSpPr>
        <p:sp>
          <p:nvSpPr>
            <p:cNvPr id="1175326510" name="Freeform 17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2311216" name="TextBox 17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981520" name="Group 1724"/>
          <p:cNvGrpSpPr/>
          <p:nvPr/>
        </p:nvGrpSpPr>
        <p:grpSpPr bwMode="auto">
          <a:xfrm>
            <a:off x="9499500" y="4077831"/>
            <a:ext cx="143901" cy="143901"/>
            <a:chOff x="0" y="0"/>
            <a:chExt cx="812799" cy="812799"/>
          </a:xfrm>
        </p:grpSpPr>
        <p:sp>
          <p:nvSpPr>
            <p:cNvPr id="1840372914" name="Freeform 17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461992" name="TextBox 17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3535828" name="Group 1727"/>
          <p:cNvGrpSpPr/>
          <p:nvPr/>
        </p:nvGrpSpPr>
        <p:grpSpPr bwMode="auto">
          <a:xfrm>
            <a:off x="9691029" y="4267302"/>
            <a:ext cx="143901" cy="143901"/>
            <a:chOff x="0" y="0"/>
            <a:chExt cx="812799" cy="812799"/>
          </a:xfrm>
        </p:grpSpPr>
        <p:sp>
          <p:nvSpPr>
            <p:cNvPr id="1251968290" name="Freeform 17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64898649" name="TextBox 17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4381187" name="Group 1730"/>
          <p:cNvGrpSpPr/>
          <p:nvPr/>
        </p:nvGrpSpPr>
        <p:grpSpPr bwMode="auto">
          <a:xfrm>
            <a:off x="9883656" y="4267302"/>
            <a:ext cx="143901" cy="143901"/>
            <a:chOff x="0" y="0"/>
            <a:chExt cx="812799" cy="812799"/>
          </a:xfrm>
        </p:grpSpPr>
        <p:sp>
          <p:nvSpPr>
            <p:cNvPr id="1777387516" name="Freeform 17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0466642" name="TextBox 17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9745845" name="Group 1733"/>
          <p:cNvGrpSpPr/>
          <p:nvPr/>
        </p:nvGrpSpPr>
        <p:grpSpPr bwMode="auto">
          <a:xfrm>
            <a:off x="10076278" y="4267302"/>
            <a:ext cx="143901" cy="143901"/>
            <a:chOff x="0" y="0"/>
            <a:chExt cx="812799" cy="812799"/>
          </a:xfrm>
        </p:grpSpPr>
        <p:sp>
          <p:nvSpPr>
            <p:cNvPr id="1563089699" name="Freeform 17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8462497" name="TextBox 17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1914720" name="Group 1736"/>
          <p:cNvGrpSpPr/>
          <p:nvPr/>
        </p:nvGrpSpPr>
        <p:grpSpPr bwMode="auto">
          <a:xfrm>
            <a:off x="10267807" y="4267302"/>
            <a:ext cx="143901" cy="143901"/>
            <a:chOff x="0" y="0"/>
            <a:chExt cx="812799" cy="812799"/>
          </a:xfrm>
        </p:grpSpPr>
        <p:sp>
          <p:nvSpPr>
            <p:cNvPr id="1359332362" name="Freeform 17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6207114" name="TextBox 17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7646644" name="Group 1739"/>
          <p:cNvGrpSpPr/>
          <p:nvPr/>
        </p:nvGrpSpPr>
        <p:grpSpPr bwMode="auto">
          <a:xfrm>
            <a:off x="10460430" y="4267302"/>
            <a:ext cx="143901" cy="143901"/>
            <a:chOff x="0" y="0"/>
            <a:chExt cx="812799" cy="812799"/>
          </a:xfrm>
        </p:grpSpPr>
        <p:sp>
          <p:nvSpPr>
            <p:cNvPr id="575085587" name="Freeform 17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8496454" name="TextBox 17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8100512" name="Group 1742"/>
          <p:cNvGrpSpPr/>
          <p:nvPr/>
        </p:nvGrpSpPr>
        <p:grpSpPr bwMode="auto">
          <a:xfrm>
            <a:off x="10653054" y="4267302"/>
            <a:ext cx="143901" cy="143901"/>
            <a:chOff x="0" y="0"/>
            <a:chExt cx="812799" cy="812799"/>
          </a:xfrm>
        </p:grpSpPr>
        <p:sp>
          <p:nvSpPr>
            <p:cNvPr id="373325193" name="Freeform 17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36770614" name="TextBox 17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6011015" name="Group 1745"/>
          <p:cNvGrpSpPr/>
          <p:nvPr/>
        </p:nvGrpSpPr>
        <p:grpSpPr bwMode="auto">
          <a:xfrm>
            <a:off x="10844582" y="4267302"/>
            <a:ext cx="143901" cy="143901"/>
            <a:chOff x="0" y="0"/>
            <a:chExt cx="812799" cy="812799"/>
          </a:xfrm>
        </p:grpSpPr>
        <p:sp>
          <p:nvSpPr>
            <p:cNvPr id="366638273" name="Freeform 17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392368" name="TextBox 17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1653405" name="Group 1748"/>
          <p:cNvGrpSpPr/>
          <p:nvPr/>
        </p:nvGrpSpPr>
        <p:grpSpPr bwMode="auto">
          <a:xfrm>
            <a:off x="11037208" y="4267302"/>
            <a:ext cx="143901" cy="143901"/>
            <a:chOff x="0" y="0"/>
            <a:chExt cx="812799" cy="812799"/>
          </a:xfrm>
        </p:grpSpPr>
        <p:sp>
          <p:nvSpPr>
            <p:cNvPr id="2017153835" name="Freeform 17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766047" name="TextBox 17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5220393" name="Group 1751"/>
          <p:cNvGrpSpPr/>
          <p:nvPr/>
        </p:nvGrpSpPr>
        <p:grpSpPr bwMode="auto">
          <a:xfrm>
            <a:off x="11229831" y="4267302"/>
            <a:ext cx="143901" cy="143901"/>
            <a:chOff x="0" y="0"/>
            <a:chExt cx="812799" cy="812799"/>
          </a:xfrm>
        </p:grpSpPr>
        <p:sp>
          <p:nvSpPr>
            <p:cNvPr id="134870164" name="Freeform 17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5721271" name="TextBox 17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685636" name="Group 1754"/>
          <p:cNvGrpSpPr/>
          <p:nvPr/>
        </p:nvGrpSpPr>
        <p:grpSpPr bwMode="auto">
          <a:xfrm>
            <a:off x="9114255" y="4267302"/>
            <a:ext cx="143901" cy="143901"/>
            <a:chOff x="0" y="0"/>
            <a:chExt cx="812799" cy="812799"/>
          </a:xfrm>
        </p:grpSpPr>
        <p:sp>
          <p:nvSpPr>
            <p:cNvPr id="2043087250" name="Freeform 17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74965304" name="TextBox 17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249999" name="Group 1757"/>
          <p:cNvGrpSpPr/>
          <p:nvPr/>
        </p:nvGrpSpPr>
        <p:grpSpPr bwMode="auto">
          <a:xfrm>
            <a:off x="9306877" y="4267302"/>
            <a:ext cx="143901" cy="143901"/>
            <a:chOff x="0" y="0"/>
            <a:chExt cx="812799" cy="812799"/>
          </a:xfrm>
        </p:grpSpPr>
        <p:sp>
          <p:nvSpPr>
            <p:cNvPr id="1507386436" name="Freeform 17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7295519" name="TextBox 17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762709" name="Group 1760"/>
          <p:cNvGrpSpPr/>
          <p:nvPr/>
        </p:nvGrpSpPr>
        <p:grpSpPr bwMode="auto">
          <a:xfrm>
            <a:off x="9499500" y="4267302"/>
            <a:ext cx="143901" cy="143901"/>
            <a:chOff x="0" y="0"/>
            <a:chExt cx="812799" cy="812799"/>
          </a:xfrm>
        </p:grpSpPr>
        <p:sp>
          <p:nvSpPr>
            <p:cNvPr id="1998080847" name="Freeform 17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580152" name="TextBox 17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33485387" name="AutoShape 1763"/>
          <p:cNvSpPr/>
          <p:nvPr/>
        </p:nvSpPr>
        <p:spPr bwMode="auto">
          <a:xfrm flipH="1">
            <a:off x="3432938" y="2910638"/>
            <a:ext cx="123892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2346" name="AutoShape 1764"/>
          <p:cNvSpPr/>
          <p:nvPr/>
        </p:nvSpPr>
        <p:spPr bwMode="auto">
          <a:xfrm flipH="1">
            <a:off x="7559304" y="2910638"/>
            <a:ext cx="12409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083988" name="AutoShape 26"/>
          <p:cNvSpPr/>
          <p:nvPr/>
        </p:nvSpPr>
        <p:spPr bwMode="auto">
          <a:xfrm flipH="1" flipV="1">
            <a:off x="1847466" y="1187287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057355" name="AutoShape 27"/>
          <p:cNvSpPr/>
          <p:nvPr/>
        </p:nvSpPr>
        <p:spPr bwMode="auto">
          <a:xfrm flipH="1" flipV="1">
            <a:off x="1847466" y="2350473"/>
            <a:ext cx="3268031" cy="9130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772007" name="AutoShape 28"/>
          <p:cNvSpPr/>
          <p:nvPr/>
        </p:nvSpPr>
        <p:spPr bwMode="auto">
          <a:xfrm flipH="1" flipV="1">
            <a:off x="1847466" y="3513657"/>
            <a:ext cx="3268031" cy="68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5120997" name="AutoShape 29"/>
          <p:cNvSpPr/>
          <p:nvPr/>
        </p:nvSpPr>
        <p:spPr bwMode="auto">
          <a:xfrm flipH="1">
            <a:off x="1847466" y="3777507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580200" name="AutoShape 30"/>
          <p:cNvSpPr/>
          <p:nvPr/>
        </p:nvSpPr>
        <p:spPr bwMode="auto">
          <a:xfrm flipH="1">
            <a:off x="1847466" y="4033854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0449375" name="Freeform 31"/>
          <p:cNvSpPr/>
          <p:nvPr/>
        </p:nvSpPr>
        <p:spPr bwMode="auto">
          <a:xfrm>
            <a:off x="1047906" y="7485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87425" name="Freeform 32"/>
          <p:cNvSpPr/>
          <p:nvPr/>
        </p:nvSpPr>
        <p:spPr bwMode="auto">
          <a:xfrm>
            <a:off x="1047906" y="307494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2581847" name="Freeform 33"/>
          <p:cNvSpPr/>
          <p:nvPr/>
        </p:nvSpPr>
        <p:spPr bwMode="auto">
          <a:xfrm>
            <a:off x="1047906" y="1911756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57742" name="Freeform 34"/>
          <p:cNvSpPr/>
          <p:nvPr/>
        </p:nvSpPr>
        <p:spPr bwMode="auto">
          <a:xfrm>
            <a:off x="1047906" y="539849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236227" name="Freeform 35"/>
          <p:cNvSpPr/>
          <p:nvPr/>
        </p:nvSpPr>
        <p:spPr bwMode="auto">
          <a:xfrm>
            <a:off x="1047906" y="4238125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736635" name="AutoShape 36"/>
          <p:cNvSpPr/>
          <p:nvPr/>
        </p:nvSpPr>
        <p:spPr bwMode="auto">
          <a:xfrm flipH="1" flipV="1">
            <a:off x="6968889" y="4038378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118141" name="AutoShape 37"/>
          <p:cNvSpPr/>
          <p:nvPr/>
        </p:nvSpPr>
        <p:spPr bwMode="auto">
          <a:xfrm flipH="1" flipV="1">
            <a:off x="6968889" y="3782031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38489" name="AutoShape 38"/>
          <p:cNvSpPr/>
          <p:nvPr/>
        </p:nvSpPr>
        <p:spPr bwMode="auto">
          <a:xfrm flipH="1" flipV="1">
            <a:off x="6968889" y="3525061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89943" name="AutoShape 39"/>
          <p:cNvSpPr/>
          <p:nvPr/>
        </p:nvSpPr>
        <p:spPr bwMode="auto">
          <a:xfrm flipH="1">
            <a:off x="6968889" y="2370951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2346090" name="AutoShape 40"/>
          <p:cNvSpPr/>
          <p:nvPr/>
        </p:nvSpPr>
        <p:spPr bwMode="auto">
          <a:xfrm flipH="1">
            <a:off x="6968889" y="120776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608818" name="Freeform 41"/>
          <p:cNvSpPr/>
          <p:nvPr/>
        </p:nvSpPr>
        <p:spPr bwMode="auto">
          <a:xfrm>
            <a:off x="10236922" y="769049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8852839" name="Freeform 42"/>
          <p:cNvSpPr/>
          <p:nvPr/>
        </p:nvSpPr>
        <p:spPr bwMode="auto">
          <a:xfrm>
            <a:off x="10236922" y="309541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109409" name="Freeform 43"/>
          <p:cNvSpPr/>
          <p:nvPr/>
        </p:nvSpPr>
        <p:spPr bwMode="auto">
          <a:xfrm>
            <a:off x="10236922" y="1932234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513987" name="Freeform 44"/>
          <p:cNvSpPr/>
          <p:nvPr/>
        </p:nvSpPr>
        <p:spPr bwMode="auto">
          <a:xfrm>
            <a:off x="10236922" y="54189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9668461" name="Freeform 45"/>
          <p:cNvSpPr/>
          <p:nvPr/>
        </p:nvSpPr>
        <p:spPr bwMode="auto">
          <a:xfrm>
            <a:off x="10236922" y="425860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450274" name="Freeform 46"/>
          <p:cNvSpPr/>
          <p:nvPr/>
        </p:nvSpPr>
        <p:spPr bwMode="auto">
          <a:xfrm>
            <a:off x="5115501" y="2636231"/>
            <a:ext cx="1853388" cy="1772514"/>
          </a:xfrm>
          <a:custGeom>
            <a:avLst/>
            <a:gdLst/>
            <a:ahLst/>
            <a:cxnLst/>
            <a:rect l="l" t="t" r="r" b="b"/>
            <a:pathLst>
              <a:path w="1853389" h="1772514" fill="norm" stroke="1" extrusionOk="0">
                <a:moveTo>
                  <a:pt x="0" y="0"/>
                </a:moveTo>
                <a:lnTo>
                  <a:pt x="1853389" y="0"/>
                </a:lnTo>
                <a:lnTo>
                  <a:pt x="1853389" y="1772514"/>
                </a:lnTo>
                <a:lnTo>
                  <a:pt x="0" y="17725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3712788" name="Freeform 47"/>
          <p:cNvSpPr/>
          <p:nvPr/>
        </p:nvSpPr>
        <p:spPr bwMode="auto">
          <a:xfrm>
            <a:off x="3267789" y="188568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084199" name="Freeform 48"/>
          <p:cNvSpPr/>
          <p:nvPr/>
        </p:nvSpPr>
        <p:spPr bwMode="auto">
          <a:xfrm>
            <a:off x="3267789" y="2586822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294107" name="Freeform 49"/>
          <p:cNvSpPr/>
          <p:nvPr/>
        </p:nvSpPr>
        <p:spPr bwMode="auto">
          <a:xfrm>
            <a:off x="3267789" y="3299961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7745720" name="Freeform 50"/>
          <p:cNvSpPr/>
          <p:nvPr/>
        </p:nvSpPr>
        <p:spPr bwMode="auto">
          <a:xfrm>
            <a:off x="3267789" y="401310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64230" name="Freeform 51"/>
          <p:cNvSpPr/>
          <p:nvPr/>
        </p:nvSpPr>
        <p:spPr bwMode="auto">
          <a:xfrm>
            <a:off x="3267789" y="4723784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730725" name="Freeform 52"/>
          <p:cNvSpPr/>
          <p:nvPr/>
        </p:nvSpPr>
        <p:spPr bwMode="auto">
          <a:xfrm>
            <a:off x="8388114" y="1850070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8187529" name="Freeform 53"/>
          <p:cNvSpPr/>
          <p:nvPr/>
        </p:nvSpPr>
        <p:spPr bwMode="auto">
          <a:xfrm>
            <a:off x="8388114" y="2551206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727507" name="Freeform 54"/>
          <p:cNvSpPr/>
          <p:nvPr/>
        </p:nvSpPr>
        <p:spPr bwMode="auto">
          <a:xfrm>
            <a:off x="8388114" y="326434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490188" name="Freeform 55"/>
          <p:cNvSpPr/>
          <p:nvPr/>
        </p:nvSpPr>
        <p:spPr bwMode="auto">
          <a:xfrm>
            <a:off x="8388114" y="3977487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8245285" name="Freeform 56"/>
          <p:cNvSpPr/>
          <p:nvPr/>
        </p:nvSpPr>
        <p:spPr bwMode="auto">
          <a:xfrm>
            <a:off x="8388114" y="468816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14640603" name=""/>
          <p:cNvPicPr>
            <a:picLocks noChangeAspect="1"/>
          </p:cNvPicPr>
          <p:nvPr/>
        </p:nvPicPr>
        <p:blipFill>
          <a:blip r:embed="rId24"/>
          <a:stretch/>
        </p:blipFill>
        <p:spPr bwMode="auto">
          <a:xfrm flipH="0" flipV="0">
            <a:off x="5577255" y="4657836"/>
            <a:ext cx="986670" cy="986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209477" name="Freeform 27"/>
          <p:cNvSpPr/>
          <p:nvPr/>
        </p:nvSpPr>
        <p:spPr bwMode="auto">
          <a:xfrm rot="0" flipH="0" flipV="0">
            <a:off x="479007" y="694498"/>
            <a:ext cx="5678752" cy="5657456"/>
          </a:xfrm>
          <a:custGeom>
            <a:avLst/>
            <a:gdLst/>
            <a:ahLst/>
            <a:cxnLst/>
            <a:rect l="l" t="t" r="r" b="b"/>
            <a:pathLst>
              <a:path w="7571673" h="7543280" fill="norm" stroke="1" extrusionOk="0">
                <a:moveTo>
                  <a:pt x="0" y="0"/>
                </a:moveTo>
                <a:lnTo>
                  <a:pt x="7571673" y="0"/>
                </a:lnTo>
                <a:lnTo>
                  <a:pt x="7571673" y="7543280"/>
                </a:lnTo>
                <a:lnTo>
                  <a:pt x="0" y="7543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grpSp>
        <p:nvGrpSpPr>
          <p:cNvPr id="1101436915" name="Group 28"/>
          <p:cNvGrpSpPr/>
          <p:nvPr/>
        </p:nvGrpSpPr>
        <p:grpSpPr bwMode="auto">
          <a:xfrm rot="0" flipH="0" flipV="0">
            <a:off x="479007" y="693015"/>
            <a:ext cx="5657456" cy="5657456"/>
            <a:chOff x="0" y="0"/>
            <a:chExt cx="5657456" cy="5657456"/>
          </a:xfrm>
        </p:grpSpPr>
        <p:sp>
          <p:nvSpPr>
            <p:cNvPr id="623280162" name="Freeform 29"/>
            <p:cNvSpPr/>
            <p:nvPr/>
          </p:nvSpPr>
          <p:spPr bwMode="auto">
            <a:xfrm>
              <a:off x="0" y="0"/>
              <a:ext cx="5657456" cy="5657456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80512514" name="TextBox 30"/>
            <p:cNvSpPr txBox="1"/>
            <p:nvPr/>
          </p:nvSpPr>
          <p:spPr bwMode="auto">
            <a:xfrm>
              <a:off x="530373" y="198894"/>
              <a:ext cx="4596675" cy="49281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1305171346" name="AutoShape 31"/>
          <p:cNvSpPr/>
          <p:nvPr/>
        </p:nvSpPr>
        <p:spPr bwMode="auto">
          <a:xfrm flipH="1" flipV="1">
            <a:off x="4643718" y="2505207"/>
            <a:ext cx="2092613" cy="73376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281229" name="AutoShape 32"/>
          <p:cNvSpPr/>
          <p:nvPr/>
        </p:nvSpPr>
        <p:spPr bwMode="auto">
          <a:xfrm flipH="1" flipV="1">
            <a:off x="2818914" y="1244076"/>
            <a:ext cx="3917417" cy="18886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67903" name="AutoShape 33"/>
          <p:cNvSpPr/>
          <p:nvPr/>
        </p:nvSpPr>
        <p:spPr bwMode="auto">
          <a:xfrm flipH="1" flipV="1">
            <a:off x="1088106" y="2890724"/>
            <a:ext cx="5648225" cy="55264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605055" name="AutoShape 34"/>
          <p:cNvSpPr/>
          <p:nvPr/>
        </p:nvSpPr>
        <p:spPr bwMode="auto">
          <a:xfrm flipH="1">
            <a:off x="3900076" y="3591194"/>
            <a:ext cx="2836253" cy="2410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747816" name="AutoShape 35"/>
          <p:cNvSpPr/>
          <p:nvPr/>
        </p:nvSpPr>
        <p:spPr bwMode="auto">
          <a:xfrm flipH="1">
            <a:off x="2015240" y="3759069"/>
            <a:ext cx="4721090" cy="138139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3634082" name="Freeform 36"/>
          <p:cNvSpPr/>
          <p:nvPr/>
        </p:nvSpPr>
        <p:spPr bwMode="auto">
          <a:xfrm>
            <a:off x="2395377" y="1011682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1488103" name="Freeform 38"/>
          <p:cNvSpPr/>
          <p:nvPr/>
        </p:nvSpPr>
        <p:spPr bwMode="auto">
          <a:xfrm>
            <a:off x="4220181" y="2272813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460924" name="Freeform 39"/>
          <p:cNvSpPr/>
          <p:nvPr/>
        </p:nvSpPr>
        <p:spPr bwMode="auto">
          <a:xfrm>
            <a:off x="664569" y="263761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3549944" name="Freeform 40"/>
          <p:cNvSpPr/>
          <p:nvPr/>
        </p:nvSpPr>
        <p:spPr bwMode="auto">
          <a:xfrm>
            <a:off x="3476540" y="3617802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85877" name="Freeform 41"/>
          <p:cNvSpPr/>
          <p:nvPr/>
        </p:nvSpPr>
        <p:spPr bwMode="auto">
          <a:xfrm>
            <a:off x="1591701" y="4970034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899855" name="Freeform 42"/>
          <p:cNvSpPr/>
          <p:nvPr/>
        </p:nvSpPr>
        <p:spPr bwMode="auto">
          <a:xfrm>
            <a:off x="6736334" y="2878682"/>
            <a:ext cx="1617093" cy="1287609"/>
          </a:xfrm>
          <a:custGeom>
            <a:avLst/>
            <a:gdLst/>
            <a:ahLst/>
            <a:cxnLst/>
            <a:rect l="l" t="t" r="r" b="b"/>
            <a:pathLst>
              <a:path w="1617094" h="1287611" fill="norm" stroke="1" extrusionOk="0">
                <a:moveTo>
                  <a:pt x="0" y="0"/>
                </a:moveTo>
                <a:lnTo>
                  <a:pt x="1617094" y="0"/>
                </a:lnTo>
                <a:lnTo>
                  <a:pt x="1617094" y="1287611"/>
                </a:lnTo>
                <a:lnTo>
                  <a:pt x="0" y="1287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181939" name="AutoShape 43"/>
          <p:cNvSpPr/>
          <p:nvPr/>
        </p:nvSpPr>
        <p:spPr bwMode="auto">
          <a:xfrm flipH="1">
            <a:off x="8353427" y="3522488"/>
            <a:ext cx="9597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574730" name="Freeform 45"/>
          <p:cNvSpPr/>
          <p:nvPr/>
        </p:nvSpPr>
        <p:spPr bwMode="auto">
          <a:xfrm rot="0" flipH="0" flipV="0">
            <a:off x="9313200" y="2660548"/>
            <a:ext cx="2441007" cy="1723878"/>
          </a:xfrm>
          <a:custGeom>
            <a:avLst/>
            <a:gdLst/>
            <a:ahLst/>
            <a:cxnLst/>
            <a:rect l="l" t="t" r="r" b="b"/>
            <a:pathLst>
              <a:path w="2845795" h="2009746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009746"/>
                </a:lnTo>
                <a:lnTo>
                  <a:pt x="0" y="20097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14989716" name="TextBox 46"/>
          <p:cNvSpPr txBox="1"/>
          <p:nvPr/>
        </p:nvSpPr>
        <p:spPr bwMode="auto">
          <a:xfrm rot="0" flipH="0" flipV="0">
            <a:off x="9313200" y="2652381"/>
            <a:ext cx="2441007" cy="173204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424929" name="Freeform 48"/>
          <p:cNvSpPr/>
          <p:nvPr/>
        </p:nvSpPr>
        <p:spPr bwMode="auto">
          <a:xfrm rot="0" flipH="0" flipV="0">
            <a:off x="9529317" y="2747813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59588079" name="TextBox 49"/>
          <p:cNvSpPr txBox="1"/>
          <p:nvPr/>
        </p:nvSpPr>
        <p:spPr bwMode="auto">
          <a:xfrm rot="0" flipH="0" flipV="0">
            <a:off x="9529317" y="2739646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2743785" name="AutoShape 50"/>
          <p:cNvSpPr/>
          <p:nvPr/>
        </p:nvSpPr>
        <p:spPr bwMode="auto">
          <a:xfrm>
            <a:off x="10533705" y="2747814"/>
            <a:ext cx="0" cy="15526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926715" name="Freeform 52"/>
          <p:cNvSpPr/>
          <p:nvPr/>
        </p:nvSpPr>
        <p:spPr bwMode="auto">
          <a:xfrm rot="0" flipH="0" flipV="0">
            <a:off x="9529317" y="307513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719024" name="TextBox 53"/>
          <p:cNvSpPr txBox="1"/>
          <p:nvPr/>
        </p:nvSpPr>
        <p:spPr bwMode="auto">
          <a:xfrm rot="0" flipH="0" flipV="0">
            <a:off x="9529317" y="306696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059992195" name="Freeform 55"/>
          <p:cNvSpPr/>
          <p:nvPr/>
        </p:nvSpPr>
        <p:spPr bwMode="auto">
          <a:xfrm rot="0" flipH="0" flipV="0">
            <a:off x="9529380" y="3402446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24675876" name="TextBox 56"/>
          <p:cNvSpPr txBox="1"/>
          <p:nvPr/>
        </p:nvSpPr>
        <p:spPr bwMode="auto">
          <a:xfrm rot="0" flipH="0" flipV="0">
            <a:off x="9529380" y="3394279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15186613" name="Freeform 58"/>
          <p:cNvSpPr/>
          <p:nvPr/>
        </p:nvSpPr>
        <p:spPr bwMode="auto">
          <a:xfrm rot="0" flipH="0" flipV="0">
            <a:off x="9529380" y="372976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3610121" name="TextBox 59"/>
          <p:cNvSpPr txBox="1"/>
          <p:nvPr/>
        </p:nvSpPr>
        <p:spPr bwMode="auto">
          <a:xfrm rot="0" flipH="0" flipV="0">
            <a:off x="9529380" y="372159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336683202" name="Freeform 61"/>
          <p:cNvSpPr/>
          <p:nvPr/>
        </p:nvSpPr>
        <p:spPr bwMode="auto">
          <a:xfrm rot="0" flipH="0" flipV="0">
            <a:off x="9529380" y="405707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673354" name="TextBox 62"/>
          <p:cNvSpPr txBox="1"/>
          <p:nvPr/>
        </p:nvSpPr>
        <p:spPr bwMode="auto">
          <a:xfrm rot="0" flipH="0" flipV="0">
            <a:off x="9529380" y="404891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22296779" name="Freeform 64"/>
          <p:cNvSpPr/>
          <p:nvPr/>
        </p:nvSpPr>
        <p:spPr bwMode="auto">
          <a:xfrm rot="0" flipH="0" flipV="0">
            <a:off x="10756417" y="2747813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38844882" name="TextBox 65"/>
          <p:cNvSpPr txBox="1"/>
          <p:nvPr/>
        </p:nvSpPr>
        <p:spPr bwMode="auto">
          <a:xfrm rot="0" flipH="0" flipV="0">
            <a:off x="10756417" y="2739646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61611171" name="Freeform 67"/>
          <p:cNvSpPr/>
          <p:nvPr/>
        </p:nvSpPr>
        <p:spPr bwMode="auto">
          <a:xfrm rot="0" flipH="0" flipV="0">
            <a:off x="10756417" y="307513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531736" name="TextBox 68"/>
          <p:cNvSpPr txBox="1"/>
          <p:nvPr/>
        </p:nvSpPr>
        <p:spPr bwMode="auto">
          <a:xfrm rot="0" flipH="0" flipV="0">
            <a:off x="10756417" y="306696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84779670" name="Freeform 70"/>
          <p:cNvSpPr/>
          <p:nvPr/>
        </p:nvSpPr>
        <p:spPr bwMode="auto">
          <a:xfrm rot="0" flipH="0" flipV="0">
            <a:off x="10756480" y="3402446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3304476" name="TextBox 71"/>
          <p:cNvSpPr txBox="1"/>
          <p:nvPr/>
        </p:nvSpPr>
        <p:spPr bwMode="auto">
          <a:xfrm rot="0" flipH="0" flipV="0">
            <a:off x="10756480" y="3394279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74173936" name="Freeform 73"/>
          <p:cNvSpPr/>
          <p:nvPr/>
        </p:nvSpPr>
        <p:spPr bwMode="auto">
          <a:xfrm rot="0" flipH="0" flipV="0">
            <a:off x="10756480" y="372976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0361861" name="TextBox 74"/>
          <p:cNvSpPr txBox="1"/>
          <p:nvPr/>
        </p:nvSpPr>
        <p:spPr bwMode="auto">
          <a:xfrm rot="0" flipH="0" flipV="0">
            <a:off x="10756480" y="372159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356364097" name="Freeform 76"/>
          <p:cNvSpPr/>
          <p:nvPr/>
        </p:nvSpPr>
        <p:spPr bwMode="auto">
          <a:xfrm rot="0" flipH="0" flipV="0">
            <a:off x="10756480" y="405707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507709" name="TextBox 77"/>
          <p:cNvSpPr txBox="1"/>
          <p:nvPr/>
        </p:nvSpPr>
        <p:spPr bwMode="auto">
          <a:xfrm rot="0" flipH="0" flipV="0">
            <a:off x="10756480" y="404891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pic>
        <p:nvPicPr>
          <p:cNvPr id="1724793937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flipH="0" flipV="0">
            <a:off x="7120395" y="4350911"/>
            <a:ext cx="848968" cy="848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846274" name="Freeform 26"/>
          <p:cNvSpPr/>
          <p:nvPr/>
        </p:nvSpPr>
        <p:spPr bwMode="auto">
          <a:xfrm>
            <a:off x="5719618" y="1713889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20" y="0"/>
                </a:lnTo>
                <a:lnTo>
                  <a:pt x="1311720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2900903" name="AutoShape 28"/>
          <p:cNvSpPr/>
          <p:nvPr/>
        </p:nvSpPr>
        <p:spPr bwMode="auto">
          <a:xfrm flipH="1">
            <a:off x="2813692" y="2181339"/>
            <a:ext cx="29059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495644" name="Freeform 29"/>
          <p:cNvSpPr/>
          <p:nvPr/>
        </p:nvSpPr>
        <p:spPr bwMode="auto">
          <a:xfrm>
            <a:off x="7988426" y="1228167"/>
            <a:ext cx="990947" cy="842303"/>
          </a:xfrm>
          <a:custGeom>
            <a:avLst/>
            <a:gdLst/>
            <a:ahLst/>
            <a:cxnLst/>
            <a:rect l="l" t="t" r="r" b="b"/>
            <a:pathLst>
              <a:path w="990949" h="842306" fill="norm" stroke="1" extrusionOk="0">
                <a:moveTo>
                  <a:pt x="0" y="0"/>
                </a:moveTo>
                <a:lnTo>
                  <a:pt x="990948" y="0"/>
                </a:lnTo>
                <a:lnTo>
                  <a:pt x="990948" y="842306"/>
                </a:lnTo>
                <a:lnTo>
                  <a:pt x="0" y="84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8180336" name="Freeform 30"/>
          <p:cNvSpPr/>
          <p:nvPr/>
        </p:nvSpPr>
        <p:spPr bwMode="auto">
          <a:xfrm>
            <a:off x="3989932" y="1282649"/>
            <a:ext cx="553446" cy="787824"/>
          </a:xfrm>
          <a:custGeom>
            <a:avLst/>
            <a:gdLst/>
            <a:ahLst/>
            <a:cxnLst/>
            <a:rect l="l" t="t" r="r" b="b"/>
            <a:pathLst>
              <a:path w="553446" h="787824" fill="norm" stroke="1" extrusionOk="0">
                <a:moveTo>
                  <a:pt x="0" y="0"/>
                </a:moveTo>
                <a:lnTo>
                  <a:pt x="553446" y="0"/>
                </a:lnTo>
                <a:lnTo>
                  <a:pt x="553446" y="787824"/>
                </a:lnTo>
                <a:lnTo>
                  <a:pt x="0" y="787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152869" name="AutoShape 31"/>
          <p:cNvSpPr/>
          <p:nvPr/>
        </p:nvSpPr>
        <p:spPr bwMode="auto">
          <a:xfrm flipH="1">
            <a:off x="7031338" y="2181339"/>
            <a:ext cx="29051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334912" name="Freeform 32"/>
          <p:cNvSpPr/>
          <p:nvPr/>
        </p:nvSpPr>
        <p:spPr bwMode="auto">
          <a:xfrm>
            <a:off x="9936463" y="1713889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389379" name="Freeform 34"/>
          <p:cNvSpPr/>
          <p:nvPr/>
        </p:nvSpPr>
        <p:spPr bwMode="auto">
          <a:xfrm>
            <a:off x="5622196" y="4699523"/>
            <a:ext cx="1506561" cy="1280577"/>
          </a:xfrm>
          <a:custGeom>
            <a:avLst/>
            <a:gdLst/>
            <a:ahLst/>
            <a:cxnLst/>
            <a:rect l="l" t="t" r="r" b="b"/>
            <a:pathLst>
              <a:path w="1506563" h="1280579" fill="norm" stroke="1" extrusionOk="0">
                <a:moveTo>
                  <a:pt x="0" y="0"/>
                </a:moveTo>
                <a:lnTo>
                  <a:pt x="1506564" y="0"/>
                </a:lnTo>
                <a:lnTo>
                  <a:pt x="1506564" y="1280579"/>
                </a:lnTo>
                <a:lnTo>
                  <a:pt x="0" y="1280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332518" name="AutoShape 35"/>
          <p:cNvSpPr/>
          <p:nvPr/>
        </p:nvSpPr>
        <p:spPr bwMode="auto">
          <a:xfrm flipH="1">
            <a:off x="2813692" y="5339815"/>
            <a:ext cx="280850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3248590" name="Freeform 36"/>
          <p:cNvSpPr/>
          <p:nvPr/>
        </p:nvSpPr>
        <p:spPr bwMode="auto">
          <a:xfrm>
            <a:off x="9936463" y="4680029"/>
            <a:ext cx="1311717" cy="1285483"/>
          </a:xfrm>
          <a:custGeom>
            <a:avLst/>
            <a:gdLst/>
            <a:ahLst/>
            <a:cxnLst/>
            <a:rect l="l" t="t" r="r" b="b"/>
            <a:pathLst>
              <a:path w="1311719" h="1285485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1285485"/>
                </a:lnTo>
                <a:lnTo>
                  <a:pt x="0" y="12854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6745147" name="AutoShape 37"/>
          <p:cNvSpPr/>
          <p:nvPr/>
        </p:nvSpPr>
        <p:spPr bwMode="auto">
          <a:xfrm flipH="1">
            <a:off x="7128760" y="5322772"/>
            <a:ext cx="2807703" cy="170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214237" name="Freeform 38"/>
          <p:cNvSpPr/>
          <p:nvPr/>
        </p:nvSpPr>
        <p:spPr bwMode="auto">
          <a:xfrm>
            <a:off x="8664378" y="1228167"/>
            <a:ext cx="314995" cy="448392"/>
          </a:xfrm>
          <a:custGeom>
            <a:avLst/>
            <a:gdLst/>
            <a:ahLst/>
            <a:cxnLst/>
            <a:rect l="l" t="t" r="r" b="b"/>
            <a:pathLst>
              <a:path w="314997" h="448394" fill="norm" stroke="1" extrusionOk="0">
                <a:moveTo>
                  <a:pt x="0" y="0"/>
                </a:moveTo>
                <a:lnTo>
                  <a:pt x="314997" y="0"/>
                </a:lnTo>
                <a:lnTo>
                  <a:pt x="314997" y="448394"/>
                </a:lnTo>
                <a:lnTo>
                  <a:pt x="0" y="4483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27185555" name=""/>
          <p:cNvPicPr>
            <a:picLocks noChangeAspect="1"/>
          </p:cNvPicPr>
          <p:nvPr/>
        </p:nvPicPr>
        <p:blipFill>
          <a:blip r:embed="rId10"/>
          <a:srcRect l="0" t="0" r="8328" b="0"/>
          <a:stretch/>
        </p:blipFill>
        <p:spPr bwMode="auto">
          <a:xfrm flipH="0" flipV="0">
            <a:off x="756835" y="1019729"/>
            <a:ext cx="1885511" cy="2056855"/>
          </a:xfrm>
          <a:prstGeom prst="rect">
            <a:avLst/>
          </a:prstGeom>
        </p:spPr>
      </p:pic>
      <p:pic>
        <p:nvPicPr>
          <p:cNvPr id="1975087008" name=""/>
          <p:cNvPicPr>
            <a:picLocks noChangeAspect="1"/>
          </p:cNvPicPr>
          <p:nvPr/>
        </p:nvPicPr>
        <p:blipFill>
          <a:blip r:embed="rId11"/>
          <a:srcRect l="0" t="0" r="8328" b="0"/>
          <a:stretch/>
        </p:blipFill>
        <p:spPr bwMode="auto">
          <a:xfrm flipH="0" flipV="0">
            <a:off x="807905" y="4110692"/>
            <a:ext cx="1885511" cy="2056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95499" name="Freeform 26"/>
          <p:cNvSpPr/>
          <p:nvPr/>
        </p:nvSpPr>
        <p:spPr bwMode="auto">
          <a:xfrm>
            <a:off x="3131768" y="537980"/>
            <a:ext cx="604289" cy="663143"/>
          </a:xfrm>
          <a:custGeom>
            <a:avLst/>
            <a:gdLst/>
            <a:ahLst/>
            <a:cxnLst/>
            <a:rect l="l" t="t" r="r" b="b"/>
            <a:pathLst>
              <a:path w="604291" h="663145" fill="norm" stroke="1" extrusionOk="0">
                <a:moveTo>
                  <a:pt x="0" y="0"/>
                </a:moveTo>
                <a:lnTo>
                  <a:pt x="604291" y="0"/>
                </a:lnTo>
                <a:lnTo>
                  <a:pt x="604291" y="663145"/>
                </a:lnTo>
                <a:lnTo>
                  <a:pt x="0" y="6631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9292762" name="Freeform 27"/>
          <p:cNvSpPr/>
          <p:nvPr/>
        </p:nvSpPr>
        <p:spPr bwMode="auto">
          <a:xfrm>
            <a:off x="8295677" y="623348"/>
            <a:ext cx="725620" cy="577775"/>
          </a:xfrm>
          <a:custGeom>
            <a:avLst/>
            <a:gdLst/>
            <a:ahLst/>
            <a:cxnLst/>
            <a:rect l="l" t="t" r="r" b="b"/>
            <a:pathLst>
              <a:path w="725622" h="577777" fill="norm" stroke="1" extrusionOk="0">
                <a:moveTo>
                  <a:pt x="0" y="0"/>
                </a:moveTo>
                <a:lnTo>
                  <a:pt x="725622" y="0"/>
                </a:lnTo>
                <a:lnTo>
                  <a:pt x="725622" y="577777"/>
                </a:lnTo>
                <a:lnTo>
                  <a:pt x="0" y="5777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423595" name="AutoShape 28"/>
          <p:cNvSpPr/>
          <p:nvPr/>
        </p:nvSpPr>
        <p:spPr bwMode="auto">
          <a:xfrm flipV="1">
            <a:off x="3433914" y="1201125"/>
            <a:ext cx="0" cy="53785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806919" name="AutoShape 29"/>
          <p:cNvSpPr/>
          <p:nvPr/>
        </p:nvSpPr>
        <p:spPr bwMode="auto">
          <a:xfrm flipH="1" flipV="1">
            <a:off x="8658488" y="1201125"/>
            <a:ext cx="0" cy="53785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907315" name="AutoShape 30"/>
          <p:cNvSpPr/>
          <p:nvPr/>
        </p:nvSpPr>
        <p:spPr bwMode="auto">
          <a:xfrm>
            <a:off x="3433914" y="2032188"/>
            <a:ext cx="522457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007889" name="TextBox 31"/>
          <p:cNvSpPr txBox="1"/>
          <p:nvPr/>
        </p:nvSpPr>
        <p:spPr bwMode="auto">
          <a:xfrm flipH="0" flipV="0">
            <a:off x="3433914" y="1626012"/>
            <a:ext cx="5226011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入力＋ブラインド出力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3040200" name=""/>
          <p:cNvSpPr/>
          <p:nvPr/>
        </p:nvSpPr>
        <p:spPr bwMode="auto">
          <a:xfrm rot="0" flipH="0" flipV="0">
            <a:off x="2382333" y="21166"/>
            <a:ext cx="7397749" cy="6773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645602" name="Freeform 26"/>
          <p:cNvSpPr/>
          <p:nvPr/>
        </p:nvSpPr>
        <p:spPr bwMode="auto">
          <a:xfrm>
            <a:off x="3048299" y="426702"/>
            <a:ext cx="604395" cy="663258"/>
          </a:xfrm>
          <a:custGeom>
            <a:avLst/>
            <a:gdLst/>
            <a:ahLst/>
            <a:cxnLst/>
            <a:rect l="l" t="t" r="r" b="b"/>
            <a:pathLst>
              <a:path w="604395" h="663260" fill="norm" stroke="1" extrusionOk="0">
                <a:moveTo>
                  <a:pt x="0" y="0"/>
                </a:moveTo>
                <a:lnTo>
                  <a:pt x="604395" y="0"/>
                </a:lnTo>
                <a:lnTo>
                  <a:pt x="604395" y="663260"/>
                </a:lnTo>
                <a:lnTo>
                  <a:pt x="0" y="663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575873" name="Freeform 27"/>
          <p:cNvSpPr/>
          <p:nvPr/>
        </p:nvSpPr>
        <p:spPr bwMode="auto">
          <a:xfrm>
            <a:off x="8213100" y="512085"/>
            <a:ext cx="725746" cy="577874"/>
          </a:xfrm>
          <a:custGeom>
            <a:avLst/>
            <a:gdLst/>
            <a:ahLst/>
            <a:cxnLst/>
            <a:rect l="l" t="t" r="r" b="b"/>
            <a:pathLst>
              <a:path w="725748" h="577877" fill="norm" stroke="1" extrusionOk="0">
                <a:moveTo>
                  <a:pt x="0" y="0"/>
                </a:moveTo>
                <a:lnTo>
                  <a:pt x="725748" y="0"/>
                </a:lnTo>
                <a:lnTo>
                  <a:pt x="725748" y="577877"/>
                </a:lnTo>
                <a:lnTo>
                  <a:pt x="0" y="5778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605717" name="AutoShape 28"/>
          <p:cNvSpPr/>
          <p:nvPr/>
        </p:nvSpPr>
        <p:spPr bwMode="auto">
          <a:xfrm flipV="1">
            <a:off x="3350496" y="1089964"/>
            <a:ext cx="0" cy="5379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440137" name="AutoShape 29"/>
          <p:cNvSpPr/>
          <p:nvPr/>
        </p:nvSpPr>
        <p:spPr bwMode="auto">
          <a:xfrm flipV="1">
            <a:off x="8575973" y="1089964"/>
            <a:ext cx="0" cy="5379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6456153" name="AutoShape 30"/>
          <p:cNvSpPr/>
          <p:nvPr/>
        </p:nvSpPr>
        <p:spPr bwMode="auto">
          <a:xfrm>
            <a:off x="3350496" y="1921169"/>
            <a:ext cx="522547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495894" name="TextBox 31"/>
          <p:cNvSpPr txBox="1"/>
          <p:nvPr/>
        </p:nvSpPr>
        <p:spPr bwMode="auto">
          <a:xfrm flipH="0" flipV="0">
            <a:off x="3350496" y="1514929"/>
            <a:ext cx="52269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入力＋ブラインド出力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32672414" name="AutoShape 32"/>
          <p:cNvSpPr/>
          <p:nvPr/>
        </p:nvSpPr>
        <p:spPr bwMode="auto">
          <a:xfrm flipH="1">
            <a:off x="3350496" y="2561573"/>
            <a:ext cx="522547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625092" name="TextBox 33"/>
          <p:cNvSpPr txBox="1"/>
          <p:nvPr/>
        </p:nvSpPr>
        <p:spPr bwMode="auto">
          <a:xfrm flipH="0" flipV="0">
            <a:off x="3350496" y="2155181"/>
            <a:ext cx="52269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ブラインド署名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7814830" name=""/>
          <p:cNvSpPr/>
          <p:nvPr/>
        </p:nvSpPr>
        <p:spPr bwMode="auto">
          <a:xfrm rot="0" flipH="0" flipV="0">
            <a:off x="2382332" y="21165"/>
            <a:ext cx="7397749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669010" name="Freeform 26"/>
          <p:cNvSpPr/>
          <p:nvPr/>
        </p:nvSpPr>
        <p:spPr bwMode="auto">
          <a:xfrm>
            <a:off x="593393" y="503987"/>
            <a:ext cx="603818" cy="662628"/>
          </a:xfrm>
          <a:custGeom>
            <a:avLst/>
            <a:gdLst/>
            <a:ahLst/>
            <a:cxnLst/>
            <a:rect l="l" t="t" r="r" b="b"/>
            <a:pathLst>
              <a:path w="603821" h="662630" fill="norm" stroke="1" extrusionOk="0">
                <a:moveTo>
                  <a:pt x="0" y="0"/>
                </a:moveTo>
                <a:lnTo>
                  <a:pt x="603822" y="0"/>
                </a:lnTo>
                <a:lnTo>
                  <a:pt x="603822" y="662630"/>
                </a:lnTo>
                <a:lnTo>
                  <a:pt x="0" y="662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4930644" name="Freeform 27"/>
          <p:cNvSpPr/>
          <p:nvPr/>
        </p:nvSpPr>
        <p:spPr bwMode="auto">
          <a:xfrm>
            <a:off x="5753288" y="589289"/>
            <a:ext cx="725058" cy="577326"/>
          </a:xfrm>
          <a:custGeom>
            <a:avLst/>
            <a:gdLst/>
            <a:ahLst/>
            <a:cxnLst/>
            <a:rect l="l" t="t" r="r" b="b"/>
            <a:pathLst>
              <a:path w="725058" h="577328" fill="norm" stroke="1" extrusionOk="0">
                <a:moveTo>
                  <a:pt x="0" y="0"/>
                </a:moveTo>
                <a:lnTo>
                  <a:pt x="725058" y="0"/>
                </a:lnTo>
                <a:lnTo>
                  <a:pt x="725058" y="577328"/>
                </a:lnTo>
                <a:lnTo>
                  <a:pt x="0" y="5773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865903" name="AutoShape 28"/>
          <p:cNvSpPr/>
          <p:nvPr/>
        </p:nvSpPr>
        <p:spPr bwMode="auto">
          <a:xfrm flipV="1">
            <a:off x="895307" y="1166616"/>
            <a:ext cx="0" cy="53743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919342" name="AutoShape 29"/>
          <p:cNvSpPr/>
          <p:nvPr/>
        </p:nvSpPr>
        <p:spPr bwMode="auto">
          <a:xfrm flipV="1">
            <a:off x="6115817" y="1166616"/>
            <a:ext cx="0" cy="53743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926130" name="AutoShape 30"/>
          <p:cNvSpPr/>
          <p:nvPr/>
        </p:nvSpPr>
        <p:spPr bwMode="auto">
          <a:xfrm>
            <a:off x="895307" y="1997034"/>
            <a:ext cx="52205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2754899" name="TextBox 31"/>
          <p:cNvSpPr txBox="1"/>
          <p:nvPr/>
        </p:nvSpPr>
        <p:spPr bwMode="auto">
          <a:xfrm flipH="0" flipV="0">
            <a:off x="895306" y="1591137"/>
            <a:ext cx="520213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入力＋ブラインド出力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2361785" name="AutoShape 32"/>
          <p:cNvSpPr/>
          <p:nvPr/>
        </p:nvSpPr>
        <p:spPr bwMode="auto">
          <a:xfrm flipH="1">
            <a:off x="895307" y="2636830"/>
            <a:ext cx="52205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098609" name="TextBox 33"/>
          <p:cNvSpPr txBox="1"/>
          <p:nvPr/>
        </p:nvSpPr>
        <p:spPr bwMode="auto">
          <a:xfrm flipH="0" flipV="0">
            <a:off x="895306" y="2230779"/>
            <a:ext cx="520213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ブラインド署名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0347385" name="Freeform 34"/>
          <p:cNvSpPr/>
          <p:nvPr/>
        </p:nvSpPr>
        <p:spPr bwMode="auto">
          <a:xfrm>
            <a:off x="11036003" y="503987"/>
            <a:ext cx="603818" cy="662628"/>
          </a:xfrm>
          <a:custGeom>
            <a:avLst/>
            <a:gdLst/>
            <a:ahLst/>
            <a:cxnLst/>
            <a:rect l="l" t="t" r="r" b="b"/>
            <a:pathLst>
              <a:path w="603821" h="662630" fill="norm" stroke="1" extrusionOk="0">
                <a:moveTo>
                  <a:pt x="0" y="0"/>
                </a:moveTo>
                <a:lnTo>
                  <a:pt x="603821" y="0"/>
                </a:lnTo>
                <a:lnTo>
                  <a:pt x="603821" y="662630"/>
                </a:lnTo>
                <a:lnTo>
                  <a:pt x="0" y="6626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6634529" name="AutoShape 35"/>
          <p:cNvSpPr/>
          <p:nvPr/>
        </p:nvSpPr>
        <p:spPr bwMode="auto">
          <a:xfrm flipH="1" flipV="1">
            <a:off x="11337912" y="1166616"/>
            <a:ext cx="0" cy="5374371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569659" name=""/>
          <p:cNvSpPr/>
          <p:nvPr/>
        </p:nvSpPr>
        <p:spPr bwMode="auto">
          <a:xfrm rot="0" flipH="0" flipV="0">
            <a:off x="329166" y="21165"/>
            <a:ext cx="11662833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657562" name="Freeform 26"/>
          <p:cNvSpPr/>
          <p:nvPr/>
        </p:nvSpPr>
        <p:spPr bwMode="auto">
          <a:xfrm>
            <a:off x="593102" y="503828"/>
            <a:ext cx="603851" cy="662663"/>
          </a:xfrm>
          <a:custGeom>
            <a:avLst/>
            <a:gdLst/>
            <a:ahLst/>
            <a:cxnLst/>
            <a:rect l="l" t="t" r="r" b="b"/>
            <a:pathLst>
              <a:path w="603853" h="662665" fill="norm" stroke="1" extrusionOk="0">
                <a:moveTo>
                  <a:pt x="0" y="0"/>
                </a:moveTo>
                <a:lnTo>
                  <a:pt x="603854" y="0"/>
                </a:lnTo>
                <a:lnTo>
                  <a:pt x="603854" y="662664"/>
                </a:lnTo>
                <a:lnTo>
                  <a:pt x="0" y="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6064909" name="Freeform 27"/>
          <p:cNvSpPr/>
          <p:nvPr/>
        </p:nvSpPr>
        <p:spPr bwMode="auto">
          <a:xfrm>
            <a:off x="5753269" y="589134"/>
            <a:ext cx="725095" cy="577356"/>
          </a:xfrm>
          <a:custGeom>
            <a:avLst/>
            <a:gdLst/>
            <a:ahLst/>
            <a:cxnLst/>
            <a:rect l="l" t="t" r="r" b="b"/>
            <a:pathLst>
              <a:path w="725097" h="577358" fill="norm" stroke="1" extrusionOk="0">
                <a:moveTo>
                  <a:pt x="0" y="0"/>
                </a:moveTo>
                <a:lnTo>
                  <a:pt x="725097" y="0"/>
                </a:lnTo>
                <a:lnTo>
                  <a:pt x="725097" y="577358"/>
                </a:lnTo>
                <a:lnTo>
                  <a:pt x="0" y="577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168589" name="AutoShape 28"/>
          <p:cNvSpPr/>
          <p:nvPr/>
        </p:nvSpPr>
        <p:spPr bwMode="auto">
          <a:xfrm flipV="1">
            <a:off x="895028" y="1166493"/>
            <a:ext cx="0" cy="53746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883872" name="AutoShape 29"/>
          <p:cNvSpPr/>
          <p:nvPr/>
        </p:nvSpPr>
        <p:spPr bwMode="auto">
          <a:xfrm flipV="1">
            <a:off x="6115817" y="1166493"/>
            <a:ext cx="0" cy="53746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166185" name="AutoShape 30"/>
          <p:cNvSpPr/>
          <p:nvPr/>
        </p:nvSpPr>
        <p:spPr bwMode="auto">
          <a:xfrm>
            <a:off x="895028" y="1996954"/>
            <a:ext cx="522078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51285" name="TextBox 31"/>
          <p:cNvSpPr txBox="1"/>
          <p:nvPr/>
        </p:nvSpPr>
        <p:spPr bwMode="auto">
          <a:xfrm flipH="0" flipV="0">
            <a:off x="895027" y="1591038"/>
            <a:ext cx="522222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入力＋ブラインド出力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118106" name="AutoShape 32"/>
          <p:cNvSpPr/>
          <p:nvPr/>
        </p:nvSpPr>
        <p:spPr bwMode="auto">
          <a:xfrm flipH="1">
            <a:off x="895028" y="2636783"/>
            <a:ext cx="522078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212968" name="TextBox 33"/>
          <p:cNvSpPr txBox="1"/>
          <p:nvPr/>
        </p:nvSpPr>
        <p:spPr bwMode="auto">
          <a:xfrm flipH="0" flipV="0">
            <a:off x="895027" y="2230713"/>
            <a:ext cx="522222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ブラインド署名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3929692" name="Freeform 34"/>
          <p:cNvSpPr/>
          <p:nvPr/>
        </p:nvSpPr>
        <p:spPr bwMode="auto">
          <a:xfrm>
            <a:off x="11036264" y="503828"/>
            <a:ext cx="603851" cy="662663"/>
          </a:xfrm>
          <a:custGeom>
            <a:avLst/>
            <a:gdLst/>
            <a:ahLst/>
            <a:cxnLst/>
            <a:rect l="l" t="t" r="r" b="b"/>
            <a:pathLst>
              <a:path w="603853" h="662665" fill="norm" stroke="1" extrusionOk="0">
                <a:moveTo>
                  <a:pt x="0" y="0"/>
                </a:moveTo>
                <a:lnTo>
                  <a:pt x="603853" y="0"/>
                </a:lnTo>
                <a:lnTo>
                  <a:pt x="603853" y="662664"/>
                </a:lnTo>
                <a:lnTo>
                  <a:pt x="0" y="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254411" name="AutoShape 35"/>
          <p:cNvSpPr/>
          <p:nvPr/>
        </p:nvSpPr>
        <p:spPr bwMode="auto">
          <a:xfrm flipV="1">
            <a:off x="11338188" y="1166493"/>
            <a:ext cx="0" cy="537465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417331" name="TextBox 36"/>
          <p:cNvSpPr txBox="1"/>
          <p:nvPr/>
        </p:nvSpPr>
        <p:spPr bwMode="auto">
          <a:xfrm flipH="0" flipV="0">
            <a:off x="6117256" y="3526634"/>
            <a:ext cx="522237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非盲検出力＋サイン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728812" name="AutoShape 37"/>
          <p:cNvSpPr/>
          <p:nvPr/>
        </p:nvSpPr>
        <p:spPr bwMode="auto">
          <a:xfrm flipH="1">
            <a:off x="6115817" y="3933150"/>
            <a:ext cx="5222369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63158" name=""/>
          <p:cNvSpPr/>
          <p:nvPr/>
        </p:nvSpPr>
        <p:spPr bwMode="auto">
          <a:xfrm rot="0" flipH="0" flipV="0">
            <a:off x="403249" y="21165"/>
            <a:ext cx="11578166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286935" name="Freeform 26"/>
          <p:cNvSpPr/>
          <p:nvPr/>
        </p:nvSpPr>
        <p:spPr bwMode="auto">
          <a:xfrm>
            <a:off x="594173" y="504412"/>
            <a:ext cx="603734" cy="662534"/>
          </a:xfrm>
          <a:custGeom>
            <a:avLst/>
            <a:gdLst/>
            <a:ahLst/>
            <a:cxnLst/>
            <a:rect l="l" t="t" r="r" b="b"/>
            <a:pathLst>
              <a:path w="603736" h="662536" fill="norm" stroke="1" extrusionOk="0">
                <a:moveTo>
                  <a:pt x="0" y="0"/>
                </a:moveTo>
                <a:lnTo>
                  <a:pt x="603736" y="0"/>
                </a:lnTo>
                <a:lnTo>
                  <a:pt x="603736" y="662536"/>
                </a:lnTo>
                <a:lnTo>
                  <a:pt x="0" y="662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485621" name="Freeform 27"/>
          <p:cNvSpPr/>
          <p:nvPr/>
        </p:nvSpPr>
        <p:spPr bwMode="auto">
          <a:xfrm>
            <a:off x="5753340" y="589703"/>
            <a:ext cx="724953" cy="577244"/>
          </a:xfrm>
          <a:custGeom>
            <a:avLst/>
            <a:gdLst/>
            <a:ahLst/>
            <a:cxnLst/>
            <a:rect l="l" t="t" r="r" b="b"/>
            <a:pathLst>
              <a:path w="724956" h="577246" fill="norm" stroke="1" extrusionOk="0">
                <a:moveTo>
                  <a:pt x="0" y="0"/>
                </a:moveTo>
                <a:lnTo>
                  <a:pt x="724957" y="0"/>
                </a:lnTo>
                <a:lnTo>
                  <a:pt x="724957" y="577246"/>
                </a:lnTo>
                <a:lnTo>
                  <a:pt x="0" y="5772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132521" name="AutoShape 28"/>
          <p:cNvSpPr/>
          <p:nvPr/>
        </p:nvSpPr>
        <p:spPr bwMode="auto">
          <a:xfrm flipV="1">
            <a:off x="896041" y="1166949"/>
            <a:ext cx="0" cy="53736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707210" name="AutoShape 29"/>
          <p:cNvSpPr/>
          <p:nvPr/>
        </p:nvSpPr>
        <p:spPr bwMode="auto">
          <a:xfrm flipV="1">
            <a:off x="6115817" y="1166949"/>
            <a:ext cx="0" cy="53736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0973460" name="AutoShape 30"/>
          <p:cNvSpPr/>
          <p:nvPr/>
        </p:nvSpPr>
        <p:spPr bwMode="auto">
          <a:xfrm>
            <a:off x="896041" y="1997249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149327" name="TextBox 31"/>
          <p:cNvSpPr txBox="1"/>
          <p:nvPr/>
        </p:nvSpPr>
        <p:spPr bwMode="auto">
          <a:xfrm flipH="0" flipV="0">
            <a:off x="896040" y="1591402"/>
            <a:ext cx="520139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入力＋ブラインド出力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1039018" name="AutoShape 32"/>
          <p:cNvSpPr/>
          <p:nvPr/>
        </p:nvSpPr>
        <p:spPr bwMode="auto">
          <a:xfrm flipH="1">
            <a:off x="896041" y="2636955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393853" name="TextBox 33"/>
          <p:cNvSpPr txBox="1"/>
          <p:nvPr/>
        </p:nvSpPr>
        <p:spPr bwMode="auto">
          <a:xfrm flipH="0" flipV="0">
            <a:off x="896040" y="2230955"/>
            <a:ext cx="520139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ブラインド署名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2295592" name="Freeform 34"/>
          <p:cNvSpPr/>
          <p:nvPr/>
        </p:nvSpPr>
        <p:spPr bwMode="auto">
          <a:xfrm>
            <a:off x="11035310" y="504412"/>
            <a:ext cx="603734" cy="662534"/>
          </a:xfrm>
          <a:custGeom>
            <a:avLst/>
            <a:gdLst/>
            <a:ahLst/>
            <a:cxnLst/>
            <a:rect l="l" t="t" r="r" b="b"/>
            <a:pathLst>
              <a:path w="603736" h="662536" fill="norm" stroke="1" extrusionOk="0">
                <a:moveTo>
                  <a:pt x="0" y="0"/>
                </a:moveTo>
                <a:lnTo>
                  <a:pt x="603736" y="0"/>
                </a:lnTo>
                <a:lnTo>
                  <a:pt x="603736" y="662536"/>
                </a:lnTo>
                <a:lnTo>
                  <a:pt x="0" y="6625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756777" name="AutoShape 35"/>
          <p:cNvSpPr/>
          <p:nvPr/>
        </p:nvSpPr>
        <p:spPr bwMode="auto">
          <a:xfrm flipV="1">
            <a:off x="11337175" y="1166949"/>
            <a:ext cx="0" cy="537361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057313" name="TextBox 36"/>
          <p:cNvSpPr txBox="1"/>
          <p:nvPr/>
        </p:nvSpPr>
        <p:spPr bwMode="auto">
          <a:xfrm flipH="0" flipV="0">
            <a:off x="6117256" y="3526624"/>
            <a:ext cx="5220636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非盲検出力＋サイン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80785680" name="AutoShape 37"/>
          <p:cNvSpPr/>
          <p:nvPr/>
        </p:nvSpPr>
        <p:spPr bwMode="auto">
          <a:xfrm flipH="1">
            <a:off x="6115817" y="3933070"/>
            <a:ext cx="522135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376575" name="AutoShape 38"/>
          <p:cNvSpPr/>
          <p:nvPr/>
        </p:nvSpPr>
        <p:spPr bwMode="auto">
          <a:xfrm flipH="1">
            <a:off x="896041" y="5227444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52489" name="TextBox 39"/>
          <p:cNvSpPr txBox="1"/>
          <p:nvPr/>
        </p:nvSpPr>
        <p:spPr bwMode="auto">
          <a:xfrm flipH="0" flipV="0">
            <a:off x="896040" y="4821596"/>
            <a:ext cx="5221215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無記名トランザクション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7153698" name=""/>
          <p:cNvSpPr/>
          <p:nvPr/>
        </p:nvSpPr>
        <p:spPr bwMode="auto">
          <a:xfrm rot="0" flipH="0" flipV="0">
            <a:off x="403249" y="21165"/>
            <a:ext cx="11408833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809065" name="Freeform 26"/>
          <p:cNvSpPr/>
          <p:nvPr/>
        </p:nvSpPr>
        <p:spPr bwMode="auto">
          <a:xfrm>
            <a:off x="515666" y="502176"/>
            <a:ext cx="604182" cy="663025"/>
          </a:xfrm>
          <a:custGeom>
            <a:avLst/>
            <a:gdLst/>
            <a:ahLst/>
            <a:cxnLst/>
            <a:rect l="l" t="t" r="r" b="b"/>
            <a:pathLst>
              <a:path w="604184" h="663027" fill="norm" stroke="1" extrusionOk="0">
                <a:moveTo>
                  <a:pt x="0" y="0"/>
                </a:moveTo>
                <a:lnTo>
                  <a:pt x="604184" y="0"/>
                </a:lnTo>
                <a:lnTo>
                  <a:pt x="604184" y="663027"/>
                </a:lnTo>
                <a:lnTo>
                  <a:pt x="0" y="6630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570975" name="Freeform 27"/>
          <p:cNvSpPr/>
          <p:nvPr/>
        </p:nvSpPr>
        <p:spPr bwMode="auto">
          <a:xfrm>
            <a:off x="5678656" y="587529"/>
            <a:ext cx="725491" cy="577674"/>
          </a:xfrm>
          <a:custGeom>
            <a:avLst/>
            <a:gdLst/>
            <a:ahLst/>
            <a:cxnLst/>
            <a:rect l="l" t="t" r="r" b="b"/>
            <a:pathLst>
              <a:path w="725493" h="577674" fill="norm" stroke="1" extrusionOk="0">
                <a:moveTo>
                  <a:pt x="0" y="0"/>
                </a:moveTo>
                <a:lnTo>
                  <a:pt x="725494" y="0"/>
                </a:lnTo>
                <a:lnTo>
                  <a:pt x="725494" y="577674"/>
                </a:lnTo>
                <a:lnTo>
                  <a:pt x="0" y="5776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764798" name="AutoShape 28"/>
          <p:cNvSpPr/>
          <p:nvPr/>
        </p:nvSpPr>
        <p:spPr bwMode="auto">
          <a:xfrm flipV="1">
            <a:off x="817758" y="1165203"/>
            <a:ext cx="0" cy="53775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2780192" name="AutoShape 29"/>
          <p:cNvSpPr/>
          <p:nvPr/>
        </p:nvSpPr>
        <p:spPr bwMode="auto">
          <a:xfrm flipV="1">
            <a:off x="6041403" y="1165203"/>
            <a:ext cx="0" cy="53775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381013" name="AutoShape 30"/>
          <p:cNvSpPr/>
          <p:nvPr/>
        </p:nvSpPr>
        <p:spPr bwMode="auto">
          <a:xfrm>
            <a:off x="817758" y="1996119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091249" name="TextBox 31"/>
          <p:cNvSpPr txBox="1"/>
          <p:nvPr/>
        </p:nvSpPr>
        <p:spPr bwMode="auto">
          <a:xfrm flipH="0" flipV="0">
            <a:off x="864726" y="1590005"/>
            <a:ext cx="51781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入力＋ブラインド出力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0449043" name="AutoShape 32"/>
          <p:cNvSpPr/>
          <p:nvPr/>
        </p:nvSpPr>
        <p:spPr bwMode="auto">
          <a:xfrm flipH="1">
            <a:off x="817758" y="2636299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940356" name="TextBox 33"/>
          <p:cNvSpPr txBox="1"/>
          <p:nvPr/>
        </p:nvSpPr>
        <p:spPr bwMode="auto">
          <a:xfrm flipH="0" flipV="0">
            <a:off x="817757" y="2230033"/>
            <a:ext cx="5224363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ブラインド署名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40111346" name="Freeform 34"/>
          <p:cNvSpPr/>
          <p:nvPr/>
        </p:nvSpPr>
        <p:spPr bwMode="auto">
          <a:xfrm>
            <a:off x="10964539" y="502176"/>
            <a:ext cx="604182" cy="663025"/>
          </a:xfrm>
          <a:custGeom>
            <a:avLst/>
            <a:gdLst/>
            <a:ahLst/>
            <a:cxnLst/>
            <a:rect l="l" t="t" r="r" b="b"/>
            <a:pathLst>
              <a:path w="604184" h="663027" fill="norm" stroke="1" extrusionOk="0">
                <a:moveTo>
                  <a:pt x="0" y="0"/>
                </a:moveTo>
                <a:lnTo>
                  <a:pt x="604183" y="0"/>
                </a:lnTo>
                <a:lnTo>
                  <a:pt x="604183" y="663027"/>
                </a:lnTo>
                <a:lnTo>
                  <a:pt x="0" y="6630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3062102" name="AutoShape 35"/>
          <p:cNvSpPr/>
          <p:nvPr/>
        </p:nvSpPr>
        <p:spPr bwMode="auto">
          <a:xfrm flipV="1">
            <a:off x="11266631" y="1165203"/>
            <a:ext cx="0" cy="537759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987197" name="TextBox 36"/>
          <p:cNvSpPr txBox="1"/>
          <p:nvPr/>
        </p:nvSpPr>
        <p:spPr bwMode="auto">
          <a:xfrm flipH="0" flipV="0">
            <a:off x="6163006" y="3526662"/>
            <a:ext cx="5001345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非盲検出力＋サイン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2440377" name="AutoShape 37"/>
          <p:cNvSpPr/>
          <p:nvPr/>
        </p:nvSpPr>
        <p:spPr bwMode="auto">
          <a:xfrm flipH="1">
            <a:off x="6041403" y="3933374"/>
            <a:ext cx="5225229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174999" name="AutoShape 38"/>
          <p:cNvSpPr/>
          <p:nvPr/>
        </p:nvSpPr>
        <p:spPr bwMode="auto">
          <a:xfrm flipH="1">
            <a:off x="817758" y="5228708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767445" name="AutoShape 39"/>
          <p:cNvSpPr/>
          <p:nvPr/>
        </p:nvSpPr>
        <p:spPr bwMode="auto">
          <a:xfrm flipH="1">
            <a:off x="817758" y="5863461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03298" name="TextBox 40"/>
          <p:cNvSpPr txBox="1"/>
          <p:nvPr/>
        </p:nvSpPr>
        <p:spPr bwMode="auto">
          <a:xfrm flipH="0" flipV="0">
            <a:off x="864726" y="4822594"/>
            <a:ext cx="5178834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無記名トランザクション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15781846" name="TextBox 41"/>
          <p:cNvSpPr txBox="1"/>
          <p:nvPr/>
        </p:nvSpPr>
        <p:spPr bwMode="auto">
          <a:xfrm flipH="0" flipV="0">
            <a:off x="864726" y="5459373"/>
            <a:ext cx="5178834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トランザクション署名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46079309" name=""/>
          <p:cNvSpPr/>
          <p:nvPr/>
        </p:nvSpPr>
        <p:spPr bwMode="auto">
          <a:xfrm rot="0" flipH="0" flipV="0">
            <a:off x="329166" y="21165"/>
            <a:ext cx="11482916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391527" name="Freeform 27"/>
          <p:cNvSpPr/>
          <p:nvPr/>
        </p:nvSpPr>
        <p:spPr bwMode="auto">
          <a:xfrm rot="0" flipH="0" flipV="0">
            <a:off x="3500379" y="704873"/>
            <a:ext cx="4785971" cy="4785971"/>
          </a:xfrm>
          <a:prstGeom prst="rect">
            <a:avLst/>
          </a:prstGeom>
          <a:blipFill>
            <a:blip r:embed="rId3"/>
            <a:stretch/>
          </a:blipFill>
          <a:ln/>
        </p:spPr>
        <p:txBody>
          <a:bodyPr/>
          <a:p/>
        </p:txBody>
      </p:sp>
      <p:sp>
        <p:nvSpPr>
          <p:cNvPr id="771950696" name="TextBox 28"/>
          <p:cNvSpPr txBox="1"/>
          <p:nvPr/>
        </p:nvSpPr>
        <p:spPr bwMode="auto">
          <a:xfrm flipH="0" flipV="0">
            <a:off x="3500379" y="5520608"/>
            <a:ext cx="478741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グレゴリー・マクスウェル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593908" name="TextBox 28"/>
          <p:cNvSpPr txBox="1"/>
          <p:nvPr/>
        </p:nvSpPr>
        <p:spPr bwMode="auto">
          <a:xfrm flipH="0" flipV="0">
            <a:off x="3507218" y="5594895"/>
            <a:ext cx="4945577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ピーター・トッド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694635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7220" y="595090"/>
            <a:ext cx="4944138" cy="494413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101654" name="TextBox 28"/>
          <p:cNvSpPr txBox="1"/>
          <p:nvPr/>
        </p:nvSpPr>
        <p:spPr bwMode="auto">
          <a:xfrm flipH="0" flipV="0">
            <a:off x="313490" y="5054862"/>
            <a:ext cx="478533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ノパラ73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4519943" name="Group 29"/>
          <p:cNvGrpSpPr/>
          <p:nvPr/>
        </p:nvGrpSpPr>
        <p:grpSpPr bwMode="auto">
          <a:xfrm>
            <a:off x="6133871" y="165785"/>
            <a:ext cx="4785972" cy="4785972"/>
            <a:chOff x="0" y="0"/>
            <a:chExt cx="812799" cy="812799"/>
          </a:xfrm>
        </p:grpSpPr>
        <p:sp>
          <p:nvSpPr>
            <p:cNvPr id="9679446" name="Freeform 30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sp>
        <p:nvSpPr>
          <p:cNvPr id="1973558114" name="TextBox 31"/>
          <p:cNvSpPr txBox="1"/>
          <p:nvPr/>
        </p:nvSpPr>
        <p:spPr bwMode="auto">
          <a:xfrm flipH="0" flipV="0">
            <a:off x="6235318" y="5054862"/>
            <a:ext cx="4688484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TDevD</a:t>
            </a:r>
            <a:endParaRPr sz="2000">
              <a:latin typeface="IBM Plex Sans"/>
              <a:cs typeface="IBM Plex Sans"/>
            </a:endParaRPr>
          </a:p>
        </p:txBody>
      </p:sp>
      <p:pic>
        <p:nvPicPr>
          <p:cNvPr id="5616591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3490" y="92321"/>
            <a:ext cx="4860635" cy="486063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495737" name="TextBox 32"/>
          <p:cNvSpPr txBox="1"/>
          <p:nvPr/>
        </p:nvSpPr>
        <p:spPr bwMode="auto">
          <a:xfrm>
            <a:off x="434580" y="338785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ゼロリンク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0441299" name="TextBox 33"/>
          <p:cNvSpPr txBox="1"/>
          <p:nvPr/>
        </p:nvSpPr>
        <p:spPr bwMode="auto">
          <a:xfrm>
            <a:off x="609248" y="971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98786521" name="TextBox 38"/>
          <p:cNvSpPr txBox="1"/>
          <p:nvPr/>
        </p:nvSpPr>
        <p:spPr bwMode="auto">
          <a:xfrm>
            <a:off x="4230425" y="971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32707902" name="Rectangle: Rounded Corners 12"/>
          <p:cNvSpPr/>
          <p:nvPr/>
        </p:nvSpPr>
        <p:spPr bwMode="auto">
          <a:xfrm flipH="0" flipV="0">
            <a:off x="133480" y="102525"/>
            <a:ext cx="6911163" cy="642937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35619503" name=""/>
          <p:cNvGrpSpPr/>
          <p:nvPr/>
        </p:nvGrpSpPr>
        <p:grpSpPr bwMode="auto">
          <a:xfrm>
            <a:off x="567926" y="1433554"/>
            <a:ext cx="5927904" cy="4796321"/>
            <a:chOff x="0" y="0"/>
            <a:chExt cx="5927904" cy="4796321"/>
          </a:xfrm>
        </p:grpSpPr>
        <p:sp>
          <p:nvSpPr>
            <p:cNvPr id="301498128" name="Freeform 30"/>
            <p:cNvSpPr/>
            <p:nvPr/>
          </p:nvSpPr>
          <p:spPr bwMode="auto">
            <a:xfrm rot="0" flipH="0" flipV="0">
              <a:off x="0" y="214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8810422" name="TextBox 31"/>
            <p:cNvSpPr txBox="1"/>
            <p:nvPr/>
          </p:nvSpPr>
          <p:spPr bwMode="auto">
            <a:xfrm rot="0" flipH="0" flipV="0">
              <a:off x="0" y="45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15229402" name="AutoShape 34"/>
            <p:cNvSpPr/>
            <p:nvPr/>
          </p:nvSpPr>
          <p:spPr bwMode="auto">
            <a:xfrm flipH="0" flipV="0">
              <a:off x="2963952" y="0"/>
              <a:ext cx="0" cy="479631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165150491" name="Freeform 36"/>
            <p:cNvSpPr/>
            <p:nvPr/>
          </p:nvSpPr>
          <p:spPr bwMode="auto">
            <a:xfrm rot="0" flipH="0" flipV="0">
              <a:off x="0" y="11803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55075824" name="TextBox 37"/>
            <p:cNvSpPr txBox="1"/>
            <p:nvPr/>
          </p:nvSpPr>
          <p:spPr bwMode="auto">
            <a:xfrm rot="0" flipH="0" flipV="0">
              <a:off x="0" y="10115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2064862" name="Freeform 40"/>
            <p:cNvSpPr/>
            <p:nvPr/>
          </p:nvSpPr>
          <p:spPr bwMode="auto">
            <a:xfrm rot="0" flipH="0" flipV="0">
              <a:off x="187" y="214623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20475749" name="TextBox 41"/>
            <p:cNvSpPr txBox="1"/>
            <p:nvPr/>
          </p:nvSpPr>
          <p:spPr bwMode="auto">
            <a:xfrm rot="0" flipH="0" flipV="0">
              <a:off x="187" y="19774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07853794" name="Freeform 43"/>
            <p:cNvSpPr/>
            <p:nvPr/>
          </p:nvSpPr>
          <p:spPr bwMode="auto">
            <a:xfrm rot="0" flipH="0" flipV="0">
              <a:off x="187" y="311214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6466384" name="TextBox 44"/>
            <p:cNvSpPr txBox="1"/>
            <p:nvPr/>
          </p:nvSpPr>
          <p:spPr bwMode="auto">
            <a:xfrm rot="0" flipH="0" flipV="0">
              <a:off x="187" y="294337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28338751" name="Freeform 46"/>
            <p:cNvSpPr/>
            <p:nvPr/>
          </p:nvSpPr>
          <p:spPr bwMode="auto">
            <a:xfrm rot="0" flipH="0" flipV="0">
              <a:off x="187" y="40780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51321298" name="TextBox 47"/>
            <p:cNvSpPr txBox="1"/>
            <p:nvPr/>
          </p:nvSpPr>
          <p:spPr bwMode="auto">
            <a:xfrm rot="0" flipH="0" flipV="0">
              <a:off x="187" y="390929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55711115" name="Freeform 49"/>
            <p:cNvSpPr/>
            <p:nvPr/>
          </p:nvSpPr>
          <p:spPr bwMode="auto">
            <a:xfrm rot="0" flipH="0" flipV="0">
              <a:off x="3621178" y="214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46754709" name="TextBox 50"/>
            <p:cNvSpPr txBox="1"/>
            <p:nvPr/>
          </p:nvSpPr>
          <p:spPr bwMode="auto">
            <a:xfrm rot="0" flipH="0" flipV="0">
              <a:off x="3621178" y="45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7613779" name="Freeform 52"/>
            <p:cNvSpPr/>
            <p:nvPr/>
          </p:nvSpPr>
          <p:spPr bwMode="auto">
            <a:xfrm rot="0" flipH="0" flipV="0">
              <a:off x="3621178" y="11803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34195062" name="TextBox 53"/>
            <p:cNvSpPr txBox="1"/>
            <p:nvPr/>
          </p:nvSpPr>
          <p:spPr bwMode="auto">
            <a:xfrm rot="0" flipH="0" flipV="0">
              <a:off x="3621178" y="10115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57533596" name="Freeform 55"/>
            <p:cNvSpPr/>
            <p:nvPr/>
          </p:nvSpPr>
          <p:spPr bwMode="auto">
            <a:xfrm rot="0" flipH="0" flipV="0">
              <a:off x="3621364" y="214623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81087326" name="TextBox 56"/>
            <p:cNvSpPr txBox="1"/>
            <p:nvPr/>
          </p:nvSpPr>
          <p:spPr bwMode="auto">
            <a:xfrm rot="0" flipH="0" flipV="0">
              <a:off x="3621364" y="19774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01404" name="Freeform 58"/>
            <p:cNvSpPr/>
            <p:nvPr/>
          </p:nvSpPr>
          <p:spPr bwMode="auto">
            <a:xfrm rot="0" flipH="0" flipV="0">
              <a:off x="3621364" y="311214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31529651" name="TextBox 59"/>
            <p:cNvSpPr txBox="1"/>
            <p:nvPr/>
          </p:nvSpPr>
          <p:spPr bwMode="auto">
            <a:xfrm rot="0" flipH="0" flipV="0">
              <a:off x="3621364" y="294337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01798928" name="Freeform 61"/>
            <p:cNvSpPr/>
            <p:nvPr/>
          </p:nvSpPr>
          <p:spPr bwMode="auto">
            <a:xfrm rot="0" flipH="0" flipV="0">
              <a:off x="3621364" y="40780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25755623" name="TextBox 62"/>
            <p:cNvSpPr txBox="1"/>
            <p:nvPr/>
          </p:nvSpPr>
          <p:spPr bwMode="auto">
            <a:xfrm rot="0" flipH="0" flipV="0">
              <a:off x="3621364" y="390929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670745" name="Freeform 32"/>
          <p:cNvSpPr/>
          <p:nvPr/>
        </p:nvSpPr>
        <p:spPr bwMode="auto">
          <a:xfrm>
            <a:off x="1352304" y="2378881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898316" name="Freeform 33"/>
          <p:cNvSpPr/>
          <p:nvPr/>
        </p:nvSpPr>
        <p:spPr bwMode="auto">
          <a:xfrm>
            <a:off x="3205758" y="1708524"/>
            <a:ext cx="755172" cy="755172"/>
          </a:xfrm>
          <a:custGeom>
            <a:avLst/>
            <a:gdLst/>
            <a:ahLst/>
            <a:cxnLst/>
            <a:rect l="l" t="t" r="r" b="b"/>
            <a:pathLst>
              <a:path w="755174" h="755174" fill="norm" stroke="1" extrusionOk="0">
                <a:moveTo>
                  <a:pt x="0" y="0"/>
                </a:moveTo>
                <a:lnTo>
                  <a:pt x="755174" y="0"/>
                </a:lnTo>
                <a:lnTo>
                  <a:pt x="755174" y="755173"/>
                </a:lnTo>
                <a:lnTo>
                  <a:pt x="0" y="7551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6019865" name="Freeform 34"/>
          <p:cNvSpPr/>
          <p:nvPr/>
        </p:nvSpPr>
        <p:spPr bwMode="auto">
          <a:xfrm>
            <a:off x="2343033" y="3352853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829303" name="Freeform 35"/>
          <p:cNvSpPr/>
          <p:nvPr/>
        </p:nvSpPr>
        <p:spPr bwMode="auto">
          <a:xfrm>
            <a:off x="1352304" y="3566136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8"/>
                </a:lnTo>
                <a:lnTo>
                  <a:pt x="0" y="4265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389656" name="Freeform 36"/>
          <p:cNvSpPr/>
          <p:nvPr/>
        </p:nvSpPr>
        <p:spPr bwMode="auto">
          <a:xfrm>
            <a:off x="2182327" y="4323534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8"/>
                </a:lnTo>
                <a:lnTo>
                  <a:pt x="0" y="4265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130391" name="Freeform 37"/>
          <p:cNvSpPr/>
          <p:nvPr/>
        </p:nvSpPr>
        <p:spPr bwMode="auto">
          <a:xfrm>
            <a:off x="3205758" y="4125504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821491" name="Freeform 38"/>
          <p:cNvSpPr/>
          <p:nvPr/>
        </p:nvSpPr>
        <p:spPr bwMode="auto">
          <a:xfrm>
            <a:off x="1139019" y="4978636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967670" name="Freeform 39"/>
          <p:cNvSpPr/>
          <p:nvPr/>
        </p:nvSpPr>
        <p:spPr bwMode="auto">
          <a:xfrm>
            <a:off x="1956015" y="5294216"/>
            <a:ext cx="600300" cy="600300"/>
          </a:xfrm>
          <a:custGeom>
            <a:avLst/>
            <a:gdLst/>
            <a:ahLst/>
            <a:cxnLst/>
            <a:rect l="l" t="t" r="r" b="b"/>
            <a:pathLst>
              <a:path w="600302" h="600302" fill="norm" stroke="1" extrusionOk="0">
                <a:moveTo>
                  <a:pt x="0" y="0"/>
                </a:moveTo>
                <a:lnTo>
                  <a:pt x="600303" y="0"/>
                </a:lnTo>
                <a:lnTo>
                  <a:pt x="600303" y="600302"/>
                </a:lnTo>
                <a:lnTo>
                  <a:pt x="0" y="6003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4851443" name="Freeform 40"/>
          <p:cNvSpPr/>
          <p:nvPr/>
        </p:nvSpPr>
        <p:spPr bwMode="auto">
          <a:xfrm>
            <a:off x="2279031" y="2113020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1247235" name="Freeform 41"/>
          <p:cNvSpPr/>
          <p:nvPr/>
        </p:nvSpPr>
        <p:spPr bwMode="auto">
          <a:xfrm>
            <a:off x="3583346" y="5191922"/>
            <a:ext cx="600300" cy="600300"/>
          </a:xfrm>
          <a:custGeom>
            <a:avLst/>
            <a:gdLst/>
            <a:ahLst/>
            <a:cxnLst/>
            <a:rect l="l" t="t" r="r" b="b"/>
            <a:pathLst>
              <a:path w="600302" h="600302" fill="norm" stroke="1" extrusionOk="0">
                <a:moveTo>
                  <a:pt x="0" y="0"/>
                </a:moveTo>
                <a:lnTo>
                  <a:pt x="600303" y="0"/>
                </a:lnTo>
                <a:lnTo>
                  <a:pt x="600303" y="600302"/>
                </a:lnTo>
                <a:lnTo>
                  <a:pt x="0" y="60030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5247728" name="Freeform 42"/>
          <p:cNvSpPr/>
          <p:nvPr/>
        </p:nvSpPr>
        <p:spPr bwMode="auto">
          <a:xfrm>
            <a:off x="3128324" y="3135972"/>
            <a:ext cx="755172" cy="755172"/>
          </a:xfrm>
          <a:custGeom>
            <a:avLst/>
            <a:gdLst/>
            <a:ahLst/>
            <a:cxnLst/>
            <a:rect l="l" t="t" r="r" b="b"/>
            <a:pathLst>
              <a:path w="755174" h="755174" fill="norm" stroke="1" extrusionOk="0">
                <a:moveTo>
                  <a:pt x="0" y="0"/>
                </a:moveTo>
                <a:lnTo>
                  <a:pt x="755173" y="0"/>
                </a:lnTo>
                <a:lnTo>
                  <a:pt x="755173" y="755173"/>
                </a:lnTo>
                <a:lnTo>
                  <a:pt x="0" y="75517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95677" name="Freeform 43"/>
          <p:cNvSpPr/>
          <p:nvPr/>
        </p:nvSpPr>
        <p:spPr bwMode="auto">
          <a:xfrm>
            <a:off x="1352304" y="1616317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7698770" name="Freeform 44"/>
          <p:cNvSpPr/>
          <p:nvPr/>
        </p:nvSpPr>
        <p:spPr bwMode="auto">
          <a:xfrm>
            <a:off x="8820153" y="1616317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3278963" name="Freeform 45"/>
          <p:cNvSpPr/>
          <p:nvPr/>
        </p:nvSpPr>
        <p:spPr bwMode="auto">
          <a:xfrm>
            <a:off x="10765617" y="2443543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0421896" name="Freeform 46"/>
          <p:cNvSpPr/>
          <p:nvPr/>
        </p:nvSpPr>
        <p:spPr bwMode="auto">
          <a:xfrm>
            <a:off x="8672590" y="2644741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2"/>
                </a:lnTo>
                <a:lnTo>
                  <a:pt x="0" y="53172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37239" name="Freeform 47"/>
          <p:cNvSpPr/>
          <p:nvPr/>
        </p:nvSpPr>
        <p:spPr bwMode="auto">
          <a:xfrm>
            <a:off x="10765617" y="3464579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8980650" name="Freeform 48"/>
          <p:cNvSpPr/>
          <p:nvPr/>
        </p:nvSpPr>
        <p:spPr bwMode="auto">
          <a:xfrm>
            <a:off x="10001894" y="1820250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389040" name="Freeform 49"/>
          <p:cNvSpPr/>
          <p:nvPr/>
        </p:nvSpPr>
        <p:spPr bwMode="auto">
          <a:xfrm>
            <a:off x="9470172" y="3247697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153702" name="Freeform 50"/>
          <p:cNvSpPr/>
          <p:nvPr/>
        </p:nvSpPr>
        <p:spPr bwMode="auto">
          <a:xfrm>
            <a:off x="8406730" y="4446916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927472" name="Freeform 51"/>
          <p:cNvSpPr/>
          <p:nvPr/>
        </p:nvSpPr>
        <p:spPr bwMode="auto">
          <a:xfrm>
            <a:off x="10638088" y="4346976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2"/>
                </a:lnTo>
                <a:lnTo>
                  <a:pt x="0" y="53172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563832" name="Freeform 52"/>
          <p:cNvSpPr/>
          <p:nvPr/>
        </p:nvSpPr>
        <p:spPr bwMode="auto">
          <a:xfrm>
            <a:off x="8938450" y="5526363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2" y="0"/>
                </a:lnTo>
                <a:lnTo>
                  <a:pt x="531722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869271" name="Freeform 53"/>
          <p:cNvSpPr/>
          <p:nvPr/>
        </p:nvSpPr>
        <p:spPr bwMode="auto">
          <a:xfrm>
            <a:off x="9553435" y="4612838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6737621" name="Freeform 54"/>
          <p:cNvSpPr/>
          <p:nvPr/>
        </p:nvSpPr>
        <p:spPr bwMode="auto">
          <a:xfrm>
            <a:off x="10857839" y="5633872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2" y="0"/>
                </a:lnTo>
                <a:lnTo>
                  <a:pt x="531722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5629663" name="TextBox 55"/>
          <p:cNvSpPr txBox="1"/>
          <p:nvPr/>
        </p:nvSpPr>
        <p:spPr bwMode="auto">
          <a:xfrm flipH="0" flipV="0">
            <a:off x="860512" y="861292"/>
            <a:ext cx="3594883" cy="43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プレミックス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729324248" name="TextBox 56"/>
          <p:cNvSpPr txBox="1"/>
          <p:nvPr/>
        </p:nvSpPr>
        <p:spPr bwMode="auto">
          <a:xfrm flipH="0" flipV="0">
            <a:off x="8219655" y="861292"/>
            <a:ext cx="3368756" cy="43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ポストミックス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097518043" name="Freeform 58"/>
          <p:cNvSpPr/>
          <p:nvPr/>
        </p:nvSpPr>
        <p:spPr bwMode="auto">
          <a:xfrm rot="0" flipH="0" flipV="0">
            <a:off x="4680184" y="2540985"/>
            <a:ext cx="3208488" cy="1945145"/>
          </a:xfrm>
          <a:custGeom>
            <a:avLst/>
            <a:gdLst/>
            <a:ahLst/>
            <a:cxnLst/>
            <a:rect l="l" t="t" r="r" b="b"/>
            <a:pathLst>
              <a:path w="4277986" h="2593529" fill="norm" stroke="1" extrusionOk="0">
                <a:moveTo>
                  <a:pt x="0" y="0"/>
                </a:moveTo>
                <a:lnTo>
                  <a:pt x="4277986" y="0"/>
                </a:lnTo>
                <a:lnTo>
                  <a:pt x="4277986" y="2593529"/>
                </a:lnTo>
                <a:lnTo>
                  <a:pt x="0" y="259352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p/>
        </p:txBody>
      </p:sp>
      <p:sp>
        <p:nvSpPr>
          <p:cNvPr id="1064401323" name="TextBox 59"/>
          <p:cNvSpPr txBox="1"/>
          <p:nvPr/>
        </p:nvSpPr>
        <p:spPr bwMode="auto">
          <a:xfrm rot="0" flipH="0" flipV="0">
            <a:off x="5136093" y="3429000"/>
            <a:ext cx="2367807" cy="439017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インコインズ</a:t>
            </a:r>
            <a:endParaRPr/>
          </a:p>
        </p:txBody>
      </p:sp>
      <p:sp>
        <p:nvSpPr>
          <p:cNvPr id="965374686" name="AutoShape 60"/>
          <p:cNvSpPr/>
          <p:nvPr/>
        </p:nvSpPr>
        <p:spPr bwMode="auto">
          <a:xfrm>
            <a:off x="2810752" y="2459550"/>
            <a:ext cx="1869431" cy="5672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682750" name="AutoShape 61"/>
          <p:cNvSpPr/>
          <p:nvPr/>
        </p:nvSpPr>
        <p:spPr bwMode="auto">
          <a:xfrm>
            <a:off x="3883497" y="3513558"/>
            <a:ext cx="79668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1610565" name="AutoShape 62"/>
          <p:cNvSpPr/>
          <p:nvPr/>
        </p:nvSpPr>
        <p:spPr bwMode="auto">
          <a:xfrm flipV="1">
            <a:off x="2556317" y="4342235"/>
            <a:ext cx="2123866" cy="10970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767543" name="AutoShape 63"/>
          <p:cNvSpPr/>
          <p:nvPr/>
        </p:nvSpPr>
        <p:spPr bwMode="auto">
          <a:xfrm>
            <a:off x="7888674" y="4319133"/>
            <a:ext cx="518053" cy="260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548252" name="AutoShape 64"/>
          <p:cNvSpPr/>
          <p:nvPr/>
        </p:nvSpPr>
        <p:spPr bwMode="auto">
          <a:xfrm>
            <a:off x="7888674" y="3513558"/>
            <a:ext cx="158149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67979" name="AutoShape 65"/>
          <p:cNvSpPr/>
          <p:nvPr/>
        </p:nvSpPr>
        <p:spPr bwMode="auto">
          <a:xfrm flipV="1">
            <a:off x="7888674" y="2971002"/>
            <a:ext cx="783914" cy="1780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5974641" name="AutoShape 66"/>
          <p:cNvSpPr/>
          <p:nvPr/>
        </p:nvSpPr>
        <p:spPr bwMode="auto">
          <a:xfrm flipV="1">
            <a:off x="9204310" y="2734962"/>
            <a:ext cx="1561304" cy="1500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034285" name="AutoShape 67"/>
          <p:cNvSpPr/>
          <p:nvPr/>
        </p:nvSpPr>
        <p:spPr bwMode="auto">
          <a:xfrm>
            <a:off x="10001894" y="3558069"/>
            <a:ext cx="763722" cy="12785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180098" name="AutoShape 68"/>
          <p:cNvSpPr/>
          <p:nvPr/>
        </p:nvSpPr>
        <p:spPr bwMode="auto">
          <a:xfrm flipV="1">
            <a:off x="10085154" y="4678003"/>
            <a:ext cx="552929" cy="13552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578783" name="AutoShape 69"/>
          <p:cNvSpPr/>
          <p:nvPr/>
        </p:nvSpPr>
        <p:spPr bwMode="auto">
          <a:xfrm>
            <a:off x="8938450" y="4751246"/>
            <a:ext cx="614983" cy="889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962930" name="Freeform 70"/>
          <p:cNvSpPr/>
          <p:nvPr/>
        </p:nvSpPr>
        <p:spPr bwMode="auto">
          <a:xfrm>
            <a:off x="5983513" y="4678003"/>
            <a:ext cx="601830" cy="551426"/>
          </a:xfrm>
          <a:custGeom>
            <a:avLst/>
            <a:gdLst/>
            <a:ahLst/>
            <a:cxnLst/>
            <a:rect l="l" t="t" r="r" b="b"/>
            <a:pathLst>
              <a:path w="601831" h="551428" fill="norm" stroke="1" extrusionOk="0">
                <a:moveTo>
                  <a:pt x="0" y="0"/>
                </a:moveTo>
                <a:lnTo>
                  <a:pt x="601831" y="0"/>
                </a:lnTo>
                <a:lnTo>
                  <a:pt x="601831" y="551428"/>
                </a:lnTo>
                <a:lnTo>
                  <a:pt x="0" y="551428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964721" name="Rectangle: Rounded Corners 12"/>
          <p:cNvSpPr/>
          <p:nvPr/>
        </p:nvSpPr>
        <p:spPr bwMode="auto">
          <a:xfrm>
            <a:off x="821167" y="485940"/>
            <a:ext cx="3632789" cy="588939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677767640" name="Rectangle: Rounded Corners 12"/>
          <p:cNvSpPr/>
          <p:nvPr/>
        </p:nvSpPr>
        <p:spPr bwMode="auto">
          <a:xfrm>
            <a:off x="8219655" y="397335"/>
            <a:ext cx="3367676" cy="59779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165899" name="Freeform 29"/>
          <p:cNvSpPr/>
          <p:nvPr/>
        </p:nvSpPr>
        <p:spPr bwMode="auto">
          <a:xfrm>
            <a:off x="1235170" y="2550691"/>
            <a:ext cx="560007" cy="560007"/>
          </a:xfrm>
          <a:custGeom>
            <a:avLst/>
            <a:gdLst/>
            <a:ahLst/>
            <a:cxnLst/>
            <a:rect l="l" t="t" r="r" b="b"/>
            <a:pathLst>
              <a:path w="560007" h="560007" fill="norm" stroke="1" extrusionOk="0">
                <a:moveTo>
                  <a:pt x="0" y="0"/>
                </a:moveTo>
                <a:lnTo>
                  <a:pt x="560007" y="0"/>
                </a:lnTo>
                <a:lnTo>
                  <a:pt x="560007" y="560007"/>
                </a:lnTo>
                <a:lnTo>
                  <a:pt x="0" y="5600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547504" name="Freeform 30"/>
          <p:cNvSpPr/>
          <p:nvPr/>
        </p:nvSpPr>
        <p:spPr bwMode="auto">
          <a:xfrm>
            <a:off x="3187224" y="1844673"/>
            <a:ext cx="795344" cy="795344"/>
          </a:xfrm>
          <a:custGeom>
            <a:avLst/>
            <a:gdLst/>
            <a:ahLst/>
            <a:cxnLst/>
            <a:rect l="l" t="t" r="r" b="b"/>
            <a:pathLst>
              <a:path w="795346" h="795346" fill="norm" stroke="1" extrusionOk="0">
                <a:moveTo>
                  <a:pt x="0" y="0"/>
                </a:moveTo>
                <a:lnTo>
                  <a:pt x="795346" y="0"/>
                </a:lnTo>
                <a:lnTo>
                  <a:pt x="795346" y="795346"/>
                </a:lnTo>
                <a:lnTo>
                  <a:pt x="0" y="795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8491429" name="Freeform 31"/>
          <p:cNvSpPr/>
          <p:nvPr/>
        </p:nvSpPr>
        <p:spPr bwMode="auto">
          <a:xfrm>
            <a:off x="2278602" y="3576475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60" y="0"/>
                </a:lnTo>
                <a:lnTo>
                  <a:pt x="449260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251377" name="Freeform 32"/>
          <p:cNvSpPr/>
          <p:nvPr/>
        </p:nvSpPr>
        <p:spPr bwMode="auto">
          <a:xfrm>
            <a:off x="1235170" y="3801106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42469" name="Freeform 33"/>
          <p:cNvSpPr/>
          <p:nvPr/>
        </p:nvSpPr>
        <p:spPr bwMode="auto">
          <a:xfrm>
            <a:off x="2109348" y="4598794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242821" name="Freeform 34"/>
          <p:cNvSpPr/>
          <p:nvPr/>
        </p:nvSpPr>
        <p:spPr bwMode="auto">
          <a:xfrm>
            <a:off x="3187224" y="4390228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4013450" name="Freeform 35"/>
          <p:cNvSpPr/>
          <p:nvPr/>
        </p:nvSpPr>
        <p:spPr bwMode="auto">
          <a:xfrm>
            <a:off x="1010540" y="5288747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60"/>
                </a:lnTo>
                <a:lnTo>
                  <a:pt x="0" y="4492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718574" name="Freeform 36"/>
          <p:cNvSpPr/>
          <p:nvPr/>
        </p:nvSpPr>
        <p:spPr bwMode="auto">
          <a:xfrm>
            <a:off x="1870997" y="5621113"/>
            <a:ext cx="632235" cy="632235"/>
          </a:xfrm>
          <a:custGeom>
            <a:avLst/>
            <a:gdLst/>
            <a:ahLst/>
            <a:cxnLst/>
            <a:rect l="l" t="t" r="r" b="b"/>
            <a:pathLst>
              <a:path w="632237" h="632237" fill="norm" stroke="1" extrusionOk="0">
                <a:moveTo>
                  <a:pt x="0" y="0"/>
                </a:moveTo>
                <a:lnTo>
                  <a:pt x="632237" y="0"/>
                </a:lnTo>
                <a:lnTo>
                  <a:pt x="632237" y="632236"/>
                </a:lnTo>
                <a:lnTo>
                  <a:pt x="0" y="6322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85522" name="Freeform 37"/>
          <p:cNvSpPr/>
          <p:nvPr/>
        </p:nvSpPr>
        <p:spPr bwMode="auto">
          <a:xfrm>
            <a:off x="2211197" y="2270688"/>
            <a:ext cx="560007" cy="560007"/>
          </a:xfrm>
          <a:custGeom>
            <a:avLst/>
            <a:gdLst/>
            <a:ahLst/>
            <a:cxnLst/>
            <a:rect l="l" t="t" r="r" b="b"/>
            <a:pathLst>
              <a:path w="560007" h="560007" fill="norm" stroke="1" extrusionOk="0">
                <a:moveTo>
                  <a:pt x="0" y="0"/>
                </a:moveTo>
                <a:lnTo>
                  <a:pt x="560007" y="0"/>
                </a:lnTo>
                <a:lnTo>
                  <a:pt x="560007" y="560007"/>
                </a:lnTo>
                <a:lnTo>
                  <a:pt x="0" y="5600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038712" name="Freeform 38"/>
          <p:cNvSpPr/>
          <p:nvPr/>
        </p:nvSpPr>
        <p:spPr bwMode="auto">
          <a:xfrm>
            <a:off x="3584896" y="5513375"/>
            <a:ext cx="632235" cy="632235"/>
          </a:xfrm>
          <a:custGeom>
            <a:avLst/>
            <a:gdLst/>
            <a:ahLst/>
            <a:cxnLst/>
            <a:rect l="l" t="t" r="r" b="b"/>
            <a:pathLst>
              <a:path w="632237" h="632237" fill="norm" stroke="1" extrusionOk="0">
                <a:moveTo>
                  <a:pt x="0" y="0"/>
                </a:moveTo>
                <a:lnTo>
                  <a:pt x="632236" y="0"/>
                </a:lnTo>
                <a:lnTo>
                  <a:pt x="632236" y="632237"/>
                </a:lnTo>
                <a:lnTo>
                  <a:pt x="0" y="632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869088" name="Freeform 39"/>
          <p:cNvSpPr/>
          <p:nvPr/>
        </p:nvSpPr>
        <p:spPr bwMode="auto">
          <a:xfrm>
            <a:off x="3105668" y="3348057"/>
            <a:ext cx="795344" cy="795344"/>
          </a:xfrm>
          <a:custGeom>
            <a:avLst/>
            <a:gdLst/>
            <a:ahLst/>
            <a:cxnLst/>
            <a:rect l="l" t="t" r="r" b="b"/>
            <a:pathLst>
              <a:path w="795346" h="795346" fill="norm" stroke="1" extrusionOk="0">
                <a:moveTo>
                  <a:pt x="0" y="0"/>
                </a:moveTo>
                <a:lnTo>
                  <a:pt x="795346" y="0"/>
                </a:lnTo>
                <a:lnTo>
                  <a:pt x="795346" y="795347"/>
                </a:lnTo>
                <a:lnTo>
                  <a:pt x="0" y="79534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760929" name="Freeform 40"/>
          <p:cNvSpPr/>
          <p:nvPr/>
        </p:nvSpPr>
        <p:spPr bwMode="auto">
          <a:xfrm>
            <a:off x="1235170" y="1747562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572838" name="AutoShape 41"/>
          <p:cNvSpPr/>
          <p:nvPr/>
        </p:nvSpPr>
        <p:spPr bwMode="auto">
          <a:xfrm>
            <a:off x="2771204" y="2600822"/>
            <a:ext cx="4345617" cy="778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134352" name="AutoShape 42"/>
          <p:cNvSpPr/>
          <p:nvPr/>
        </p:nvSpPr>
        <p:spPr bwMode="auto">
          <a:xfrm flipV="1">
            <a:off x="4217132" y="4844811"/>
            <a:ext cx="2899818" cy="88789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3839732" name="AutoShape 43"/>
          <p:cNvSpPr/>
          <p:nvPr/>
        </p:nvSpPr>
        <p:spPr bwMode="auto">
          <a:xfrm flipV="1">
            <a:off x="2503233" y="4111841"/>
            <a:ext cx="4613715" cy="17083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9729361" name="Freeform 48"/>
          <p:cNvSpPr/>
          <p:nvPr/>
        </p:nvSpPr>
        <p:spPr bwMode="auto">
          <a:xfrm rot="0" flipH="0" flipV="0">
            <a:off x="7116822" y="2373381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41674311" name="TextBox 49"/>
          <p:cNvSpPr txBox="1"/>
          <p:nvPr/>
        </p:nvSpPr>
        <p:spPr bwMode="auto">
          <a:xfrm rot="0" flipH="0" flipV="0">
            <a:off x="7116822" y="2300202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07530778" name="AutoShape 50"/>
          <p:cNvSpPr/>
          <p:nvPr/>
        </p:nvSpPr>
        <p:spPr bwMode="auto">
          <a:xfrm>
            <a:off x="9158261" y="1914342"/>
            <a:ext cx="0" cy="393596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038501" name="Freeform 52"/>
          <p:cNvSpPr/>
          <p:nvPr/>
        </p:nvSpPr>
        <p:spPr bwMode="auto">
          <a:xfrm rot="0" flipH="0" flipV="0">
            <a:off x="7116822" y="3106350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9090302" name="TextBox 53"/>
          <p:cNvSpPr txBox="1"/>
          <p:nvPr/>
        </p:nvSpPr>
        <p:spPr bwMode="auto">
          <a:xfrm rot="0" flipH="0" flipV="0">
            <a:off x="7116822" y="3033171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5442510" name="Freeform 55"/>
          <p:cNvSpPr/>
          <p:nvPr/>
        </p:nvSpPr>
        <p:spPr bwMode="auto">
          <a:xfrm rot="0" flipH="0" flipV="0">
            <a:off x="7116952" y="3839319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771405" name="TextBox 56"/>
          <p:cNvSpPr txBox="1"/>
          <p:nvPr/>
        </p:nvSpPr>
        <p:spPr bwMode="auto">
          <a:xfrm rot="0" flipH="0" flipV="0">
            <a:off x="7116952" y="3766140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308998976" name="Freeform 58"/>
          <p:cNvSpPr/>
          <p:nvPr/>
        </p:nvSpPr>
        <p:spPr bwMode="auto">
          <a:xfrm rot="0" flipH="0" flipV="0">
            <a:off x="7116952" y="4572288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3745644" name="TextBox 59"/>
          <p:cNvSpPr txBox="1"/>
          <p:nvPr/>
        </p:nvSpPr>
        <p:spPr bwMode="auto">
          <a:xfrm rot="0" flipH="0" flipV="0">
            <a:off x="7116952" y="4499109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529699055" name="Freeform 61"/>
          <p:cNvSpPr/>
          <p:nvPr/>
        </p:nvSpPr>
        <p:spPr bwMode="auto">
          <a:xfrm rot="0" flipH="0" flipV="0">
            <a:off x="9610925" y="2373381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7453633" name="TextBox 62"/>
          <p:cNvSpPr txBox="1"/>
          <p:nvPr/>
        </p:nvSpPr>
        <p:spPr bwMode="auto">
          <a:xfrm rot="0" flipH="0" flipV="0">
            <a:off x="9610925" y="2300202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914997801" name="Freeform 64"/>
          <p:cNvSpPr/>
          <p:nvPr/>
        </p:nvSpPr>
        <p:spPr bwMode="auto">
          <a:xfrm rot="0" flipH="0" flipV="0">
            <a:off x="9610925" y="3106350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49255906" name="TextBox 65"/>
          <p:cNvSpPr txBox="1"/>
          <p:nvPr/>
        </p:nvSpPr>
        <p:spPr bwMode="auto">
          <a:xfrm rot="0" flipH="0" flipV="0">
            <a:off x="9610925" y="3033171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180154975" name="AutoShape 66"/>
          <p:cNvSpPr/>
          <p:nvPr/>
        </p:nvSpPr>
        <p:spPr bwMode="auto">
          <a:xfrm>
            <a:off x="3982569" y="2287784"/>
            <a:ext cx="3134251" cy="3581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929183" name="Freeform 67"/>
          <p:cNvSpPr/>
          <p:nvPr/>
        </p:nvSpPr>
        <p:spPr bwMode="auto">
          <a:xfrm>
            <a:off x="5206322" y="1111253"/>
            <a:ext cx="787869" cy="600750"/>
          </a:xfrm>
          <a:custGeom>
            <a:avLst/>
            <a:gdLst/>
            <a:ahLst/>
            <a:cxnLst/>
            <a:rect l="l" t="t" r="r" b="b"/>
            <a:pathLst>
              <a:path w="787869" h="600750" fill="norm" stroke="1" extrusionOk="0">
                <a:moveTo>
                  <a:pt x="0" y="0"/>
                </a:moveTo>
                <a:lnTo>
                  <a:pt x="787870" y="0"/>
                </a:lnTo>
                <a:lnTo>
                  <a:pt x="787870" y="600750"/>
                </a:lnTo>
                <a:lnTo>
                  <a:pt x="0" y="6007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984912" name="TextBox 68"/>
          <p:cNvSpPr txBox="1"/>
          <p:nvPr/>
        </p:nvSpPr>
        <p:spPr bwMode="auto">
          <a:xfrm flipH="0" flipV="0">
            <a:off x="746752" y="945379"/>
            <a:ext cx="363422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財布</a:t>
            </a:r>
            <a:endParaRPr/>
          </a:p>
        </p:txBody>
      </p:sp>
      <p:sp>
        <p:nvSpPr>
          <p:cNvPr id="1355008505" name="TextBox 69"/>
          <p:cNvSpPr txBox="1"/>
          <p:nvPr/>
        </p:nvSpPr>
        <p:spPr bwMode="auto">
          <a:xfrm>
            <a:off x="7024977" y="1339777"/>
            <a:ext cx="4268002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98007077" name="TextBox 70"/>
          <p:cNvSpPr txBox="1"/>
          <p:nvPr/>
        </p:nvSpPr>
        <p:spPr bwMode="auto">
          <a:xfrm>
            <a:off x="7145280" y="1866254"/>
            <a:ext cx="1533163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46472435" name="TextBox 71"/>
          <p:cNvSpPr txBox="1"/>
          <p:nvPr/>
        </p:nvSpPr>
        <p:spPr bwMode="auto">
          <a:xfrm>
            <a:off x="9639384" y="1866254"/>
            <a:ext cx="1533163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17459617" name="TextBox 72"/>
          <p:cNvSpPr txBox="1"/>
          <p:nvPr/>
        </p:nvSpPr>
        <p:spPr bwMode="auto">
          <a:xfrm flipH="0" flipV="0">
            <a:off x="4540781" y="1765224"/>
            <a:ext cx="2040383" cy="350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b="1" i="1" lang="en-US">
                <a:solidFill>
                  <a:srgbClr val="FF5C00"/>
                </a:solidFill>
                <a:latin typeface="IBM Plex Sans"/>
              </a:rPr>
              <a:t>CIOH！ </a:t>
            </a:r>
            <a:r>
              <a:rPr sz="1950" b="1" i="1" lang="en-US">
                <a:solidFill>
                  <a:srgbClr val="FF5C00"/>
                </a:solidFill>
                <a:latin typeface="Rubik Bold Italics"/>
              </a:rPr>
              <a:t/>
            </a:r>
            <a:endParaRPr/>
          </a:p>
        </p:txBody>
      </p:sp>
      <p:sp>
        <p:nvSpPr>
          <p:cNvPr id="1596419667" name="Rectangle: Rounded Corners 12"/>
          <p:cNvSpPr/>
          <p:nvPr/>
        </p:nvSpPr>
        <p:spPr bwMode="auto">
          <a:xfrm>
            <a:off x="746753" y="558622"/>
            <a:ext cx="3632788" cy="588939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881081774" name="Rectangle: Rounded Corners 12"/>
          <p:cNvSpPr/>
          <p:nvPr/>
        </p:nvSpPr>
        <p:spPr bwMode="auto">
          <a:xfrm>
            <a:off x="6727566" y="1045950"/>
            <a:ext cx="4873254" cy="518055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76966381" name=""/>
          <p:cNvPicPr>
            <a:picLocks noChangeAspect="1"/>
          </p:cNvPicPr>
          <p:nvPr/>
        </p:nvPicPr>
        <p:blipFill>
          <a:blip r:embed="rId3"/>
          <a:srcRect l="-31270" t="0" r="-34256" b="0"/>
          <a:stretch/>
        </p:blipFill>
        <p:spPr bwMode="auto">
          <a:xfrm flipH="0" flipV="0">
            <a:off x="3797785" y="1823498"/>
            <a:ext cx="4680856" cy="2897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815808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64916" y="0"/>
            <a:ext cx="766216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7486909" name=""/>
          <p:cNvPicPr>
            <a:picLocks noChangeAspect="1"/>
          </p:cNvPicPr>
          <p:nvPr/>
        </p:nvPicPr>
        <p:blipFill>
          <a:blip r:embed="rId3"/>
          <a:srcRect l="6058" t="12050" r="6251" b="14599"/>
          <a:stretch/>
        </p:blipFill>
        <p:spPr bwMode="auto">
          <a:xfrm flipH="0" flipV="0">
            <a:off x="2450678" y="1747761"/>
            <a:ext cx="7613641" cy="3725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62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82176"/>
            <a:ext cx="12191999" cy="6693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225059" name="TextBox 32"/>
          <p:cNvSpPr txBox="1"/>
          <p:nvPr/>
        </p:nvSpPr>
        <p:spPr bwMode="auto">
          <a:xfrm>
            <a:off x="1872210" y="534792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わさび 1.0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23302649" name="TextBox 33"/>
          <p:cNvSpPr txBox="1"/>
          <p:nvPr/>
        </p:nvSpPr>
        <p:spPr bwMode="auto">
          <a:xfrm>
            <a:off x="2046880" y="1390294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54245157" name="TextBox 38"/>
          <p:cNvSpPr txBox="1"/>
          <p:nvPr/>
        </p:nvSpPr>
        <p:spPr bwMode="auto">
          <a:xfrm>
            <a:off x="5668058" y="1390294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238200" name="Freeform 54"/>
          <p:cNvSpPr/>
          <p:nvPr/>
        </p:nvSpPr>
        <p:spPr bwMode="auto">
          <a:xfrm>
            <a:off x="200370" y="2149016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62218" name="Freeform 56"/>
          <p:cNvSpPr/>
          <p:nvPr/>
        </p:nvSpPr>
        <p:spPr bwMode="auto">
          <a:xfrm>
            <a:off x="200370" y="3114927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1"/>
                </a:lnTo>
                <a:lnTo>
                  <a:pt x="0" y="703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835210" name="AutoShape 58"/>
          <p:cNvSpPr/>
          <p:nvPr/>
        </p:nvSpPr>
        <p:spPr bwMode="auto">
          <a:xfrm flipH="1">
            <a:off x="841426" y="3466671"/>
            <a:ext cx="116413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4418479" name="AutoShape 59"/>
          <p:cNvSpPr/>
          <p:nvPr/>
        </p:nvSpPr>
        <p:spPr bwMode="auto">
          <a:xfrm flipH="1">
            <a:off x="841426" y="2500761"/>
            <a:ext cx="11641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9626424" name="Rectangle: Rounded Corners 12"/>
          <p:cNvSpPr/>
          <p:nvPr/>
        </p:nvSpPr>
        <p:spPr bwMode="auto">
          <a:xfrm flipH="0" flipV="0">
            <a:off x="1697962" y="153788"/>
            <a:ext cx="6572301" cy="634007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333107" name=""/>
          <p:cNvGrpSpPr/>
          <p:nvPr/>
        </p:nvGrpSpPr>
        <p:grpSpPr bwMode="auto">
          <a:xfrm>
            <a:off x="2005561" y="1982269"/>
            <a:ext cx="5927902" cy="4155364"/>
            <a:chOff x="0" y="0"/>
            <a:chExt cx="5927902" cy="4155364"/>
          </a:xfrm>
        </p:grpSpPr>
        <p:sp>
          <p:nvSpPr>
            <p:cNvPr id="1674812895" name="Freeform 30"/>
            <p:cNvSpPr/>
            <p:nvPr/>
          </p:nvSpPr>
          <p:spPr bwMode="auto">
            <a:xfrm rot="0" flipH="0" flipV="0">
              <a:off x="0" y="16876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69586367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53288946" name="AutoShape 34"/>
            <p:cNvSpPr/>
            <p:nvPr/>
          </p:nvSpPr>
          <p:spPr bwMode="auto">
            <a:xfrm flipH="0" flipV="0">
              <a:off x="2963952" y="46751"/>
              <a:ext cx="0" cy="40992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540116530" name="Freeform 36"/>
            <p:cNvSpPr/>
            <p:nvPr/>
          </p:nvSpPr>
          <p:spPr bwMode="auto">
            <a:xfrm rot="0" flipH="0" flipV="0">
              <a:off x="0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98227460" name="TextBox 37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76762817" name="Freeform 40"/>
            <p:cNvSpPr/>
            <p:nvPr/>
          </p:nvSpPr>
          <p:spPr bwMode="auto">
            <a:xfrm rot="0" flipH="0" flipV="0">
              <a:off x="3621177" y="16876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1903859" name="TextBox 41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44154909" name="Freeform 43"/>
            <p:cNvSpPr/>
            <p:nvPr/>
          </p:nvSpPr>
          <p:spPr bwMode="auto">
            <a:xfrm rot="0" flipH="0" flipV="0">
              <a:off x="3621177" y="98584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92286149" name="TextBox 44"/>
            <p:cNvSpPr txBox="1"/>
            <p:nvPr/>
          </p:nvSpPr>
          <p:spPr bwMode="auto">
            <a:xfrm rot="0" flipH="0" flipV="0">
              <a:off x="3621177" y="81708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17477535" name="Freeform 46"/>
            <p:cNvSpPr/>
            <p:nvPr/>
          </p:nvSpPr>
          <p:spPr bwMode="auto">
            <a:xfrm rot="0" flipH="0" flipV="0">
              <a:off x="3621363" y="180293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076398" name="TextBox 47"/>
            <p:cNvSpPr txBox="1"/>
            <p:nvPr/>
          </p:nvSpPr>
          <p:spPr bwMode="auto">
            <a:xfrm rot="0" flipH="0" flipV="0">
              <a:off x="3621363" y="163416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08789363" name="Freeform 49"/>
            <p:cNvSpPr/>
            <p:nvPr/>
          </p:nvSpPr>
          <p:spPr bwMode="auto">
            <a:xfrm rot="0" flipH="0" flipV="0">
              <a:off x="3621363" y="262001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51866959" name="TextBox 50"/>
            <p:cNvSpPr txBox="1"/>
            <p:nvPr/>
          </p:nvSpPr>
          <p:spPr bwMode="auto">
            <a:xfrm rot="0" flipH="0" flipV="0">
              <a:off x="3621363" y="245124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01987719" name="Freeform 52"/>
            <p:cNvSpPr/>
            <p:nvPr/>
          </p:nvSpPr>
          <p:spPr bwMode="auto">
            <a:xfrm rot="0" flipH="0" flipV="0">
              <a:off x="3621363" y="34371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44239116" name="TextBox 53"/>
            <p:cNvSpPr txBox="1"/>
            <p:nvPr/>
          </p:nvSpPr>
          <p:spPr bwMode="auto">
            <a:xfrm rot="0" flipH="0" flipV="0">
              <a:off x="3621363" y="32683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348182" name="TextBox 32"/>
          <p:cNvSpPr txBox="1"/>
          <p:nvPr/>
        </p:nvSpPr>
        <p:spPr bwMode="auto">
          <a:xfrm>
            <a:off x="2983793" y="25832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ワビサビ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20839132" name="TextBox 33"/>
          <p:cNvSpPr txBox="1"/>
          <p:nvPr/>
        </p:nvSpPr>
        <p:spPr bwMode="auto">
          <a:xfrm>
            <a:off x="3158462" y="739648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62606029" name="TextBox 38"/>
          <p:cNvSpPr txBox="1"/>
          <p:nvPr/>
        </p:nvSpPr>
        <p:spPr bwMode="auto">
          <a:xfrm>
            <a:off x="6779640" y="739648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85069672" name="Freeform 54"/>
          <p:cNvSpPr/>
          <p:nvPr/>
        </p:nvSpPr>
        <p:spPr bwMode="auto">
          <a:xfrm>
            <a:off x="1311952" y="1004513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932086" name="TextBox 55"/>
          <p:cNvSpPr txBox="1"/>
          <p:nvPr/>
        </p:nvSpPr>
        <p:spPr bwMode="auto">
          <a:xfrm>
            <a:off x="114921" y="1073881"/>
            <a:ext cx="1113031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アリス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5908664" name="Freeform 56"/>
          <p:cNvSpPr/>
          <p:nvPr/>
        </p:nvSpPr>
        <p:spPr bwMode="auto">
          <a:xfrm>
            <a:off x="1311952" y="2067746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522220" name="TextBox 57"/>
          <p:cNvSpPr txBox="1"/>
          <p:nvPr/>
        </p:nvSpPr>
        <p:spPr bwMode="auto">
          <a:xfrm>
            <a:off x="114921" y="2137117"/>
            <a:ext cx="1113031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ボブ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48473511" name="AutoShape 58"/>
          <p:cNvSpPr/>
          <p:nvPr/>
        </p:nvSpPr>
        <p:spPr bwMode="auto">
          <a:xfrm flipH="1">
            <a:off x="1953008" y="2211645"/>
            <a:ext cx="1164134" cy="20784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720457" name="AutoShape 59"/>
          <p:cNvSpPr/>
          <p:nvPr/>
        </p:nvSpPr>
        <p:spPr bwMode="auto">
          <a:xfrm flipH="1" flipV="1">
            <a:off x="1953008" y="1356256"/>
            <a:ext cx="1164134" cy="1951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4772438" name="Rectangle: Rounded Corners 12"/>
          <p:cNvSpPr/>
          <p:nvPr/>
        </p:nvSpPr>
        <p:spPr bwMode="auto">
          <a:xfrm flipH="0" flipV="0">
            <a:off x="2729798" y="125676"/>
            <a:ext cx="6815963" cy="651867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75431441" name=""/>
          <p:cNvGrpSpPr/>
          <p:nvPr/>
        </p:nvGrpSpPr>
        <p:grpSpPr bwMode="auto">
          <a:xfrm>
            <a:off x="3117141" y="1149375"/>
            <a:ext cx="5927904" cy="5278527"/>
            <a:chOff x="0" y="0"/>
            <a:chExt cx="5927904" cy="5278527"/>
          </a:xfrm>
        </p:grpSpPr>
        <p:sp>
          <p:nvSpPr>
            <p:cNvPr id="1146239601" name="Freeform 30"/>
            <p:cNvSpPr/>
            <p:nvPr/>
          </p:nvSpPr>
          <p:spPr bwMode="auto">
            <a:xfrm rot="0" flipH="0" flipV="0">
              <a:off x="0" y="144660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13875258" name="TextBox 31"/>
            <p:cNvSpPr txBox="1"/>
            <p:nvPr/>
          </p:nvSpPr>
          <p:spPr bwMode="auto">
            <a:xfrm rot="0" flipH="0" flipV="0">
              <a:off x="0" y="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1707798" name="AutoShape 34"/>
            <p:cNvSpPr/>
            <p:nvPr/>
          </p:nvSpPr>
          <p:spPr bwMode="auto">
            <a:xfrm flipH="1">
              <a:off x="2963954" y="144661"/>
              <a:ext cx="0" cy="513386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595985722" name="Freeform 36"/>
            <p:cNvSpPr/>
            <p:nvPr/>
          </p:nvSpPr>
          <p:spPr bwMode="auto">
            <a:xfrm rot="0" flipH="0" flipV="0">
              <a:off x="0" y="80494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8777412" name="TextBox 37"/>
            <p:cNvSpPr txBox="1"/>
            <p:nvPr/>
          </p:nvSpPr>
          <p:spPr bwMode="auto">
            <a:xfrm rot="0" flipH="0" flipV="0">
              <a:off x="0" y="660279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20128520" name="Freeform 40"/>
            <p:cNvSpPr/>
            <p:nvPr/>
          </p:nvSpPr>
          <p:spPr bwMode="auto">
            <a:xfrm rot="0" flipH="0" flipV="0">
              <a:off x="3621178" y="144660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2447781" name="TextBox 41"/>
            <p:cNvSpPr txBox="1"/>
            <p:nvPr/>
          </p:nvSpPr>
          <p:spPr bwMode="auto">
            <a:xfrm rot="0" flipH="0" flipV="0">
              <a:off x="3621178" y="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5524277" name="Freeform 43"/>
            <p:cNvSpPr/>
            <p:nvPr/>
          </p:nvSpPr>
          <p:spPr bwMode="auto">
            <a:xfrm rot="0" flipH="0" flipV="0">
              <a:off x="3621178" y="80494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7591834" name="TextBox 44"/>
            <p:cNvSpPr txBox="1"/>
            <p:nvPr/>
          </p:nvSpPr>
          <p:spPr bwMode="auto">
            <a:xfrm rot="0" flipH="0" flipV="0">
              <a:off x="3621178" y="660279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31786232" name="Freeform 46"/>
            <p:cNvSpPr/>
            <p:nvPr/>
          </p:nvSpPr>
          <p:spPr bwMode="auto">
            <a:xfrm rot="0" flipH="0" flipV="0">
              <a:off x="3621364" y="146522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2794972" name="TextBox 47"/>
            <p:cNvSpPr txBox="1"/>
            <p:nvPr/>
          </p:nvSpPr>
          <p:spPr bwMode="auto">
            <a:xfrm rot="0" flipH="0" flipV="0">
              <a:off x="3621364" y="132056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49928316" name="Freeform 49"/>
            <p:cNvSpPr/>
            <p:nvPr/>
          </p:nvSpPr>
          <p:spPr bwMode="auto">
            <a:xfrm rot="0" flipH="0" flipV="0">
              <a:off x="3621364" y="2125503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6441431" name="TextBox 50"/>
            <p:cNvSpPr txBox="1"/>
            <p:nvPr/>
          </p:nvSpPr>
          <p:spPr bwMode="auto">
            <a:xfrm rot="0" flipH="0" flipV="0">
              <a:off x="3621364" y="198084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8958005" name="Freeform 52"/>
            <p:cNvSpPr/>
            <p:nvPr/>
          </p:nvSpPr>
          <p:spPr bwMode="auto">
            <a:xfrm rot="0" flipH="0" flipV="0">
              <a:off x="3621364" y="278578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4368516" name="TextBox 53"/>
            <p:cNvSpPr txBox="1"/>
            <p:nvPr/>
          </p:nvSpPr>
          <p:spPr bwMode="auto">
            <a:xfrm rot="0" flipH="0" flipV="0">
              <a:off x="3621364" y="264112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629587" name="Freeform 61"/>
            <p:cNvSpPr/>
            <p:nvPr/>
          </p:nvSpPr>
          <p:spPr bwMode="auto">
            <a:xfrm rot="0" flipH="0" flipV="0">
              <a:off x="3621364" y="344331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3459768" name="TextBox 62"/>
            <p:cNvSpPr txBox="1"/>
            <p:nvPr/>
          </p:nvSpPr>
          <p:spPr bwMode="auto">
            <a:xfrm rot="0" flipH="0" flipV="0">
              <a:off x="3621364" y="329865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3668759" name="Freeform 64"/>
            <p:cNvSpPr/>
            <p:nvPr/>
          </p:nvSpPr>
          <p:spPr bwMode="auto">
            <a:xfrm rot="0" flipH="0" flipV="0">
              <a:off x="3621364" y="4103595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64354501" name="TextBox 65"/>
            <p:cNvSpPr txBox="1"/>
            <p:nvPr/>
          </p:nvSpPr>
          <p:spPr bwMode="auto">
            <a:xfrm rot="0" flipH="0" flipV="0">
              <a:off x="3621364" y="3958932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19729948" name="Freeform 67"/>
            <p:cNvSpPr/>
            <p:nvPr/>
          </p:nvSpPr>
          <p:spPr bwMode="auto">
            <a:xfrm rot="0" flipH="0" flipV="0">
              <a:off x="3621364" y="476387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38519380" name="TextBox 68"/>
            <p:cNvSpPr txBox="1"/>
            <p:nvPr/>
          </p:nvSpPr>
          <p:spPr bwMode="auto">
            <a:xfrm rot="0" flipH="0" flipV="0">
              <a:off x="3621364" y="461921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384921" name="AutoShape 26"/>
          <p:cNvSpPr/>
          <p:nvPr/>
        </p:nvSpPr>
        <p:spPr bwMode="auto">
          <a:xfrm flipH="1" flipV="1">
            <a:off x="1020329" y="635532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891926" name="AutoShape 27"/>
          <p:cNvSpPr/>
          <p:nvPr/>
        </p:nvSpPr>
        <p:spPr bwMode="auto">
          <a:xfrm flipH="1" flipV="1">
            <a:off x="1020329" y="1798717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5937138" name="AutoShape 28"/>
          <p:cNvSpPr/>
          <p:nvPr/>
        </p:nvSpPr>
        <p:spPr bwMode="auto">
          <a:xfrm flipH="1">
            <a:off x="1020329" y="2961901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8246052" name="AutoShape 29"/>
          <p:cNvSpPr/>
          <p:nvPr/>
        </p:nvSpPr>
        <p:spPr bwMode="auto">
          <a:xfrm flipH="1">
            <a:off x="1001279" y="3216920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0026115" name="AutoShape 30"/>
          <p:cNvSpPr/>
          <p:nvPr/>
        </p:nvSpPr>
        <p:spPr bwMode="auto">
          <a:xfrm flipH="1">
            <a:off x="1020329" y="3478185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9469493" name="AutoShape 31"/>
          <p:cNvSpPr/>
          <p:nvPr/>
        </p:nvSpPr>
        <p:spPr bwMode="auto">
          <a:xfrm flipH="1" flipV="1">
            <a:off x="6122701" y="3477792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448300" name="AutoShape 32"/>
          <p:cNvSpPr/>
          <p:nvPr/>
        </p:nvSpPr>
        <p:spPr bwMode="auto">
          <a:xfrm flipH="1" flipV="1">
            <a:off x="6122701" y="3221445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5673482" name="AutoShape 33"/>
          <p:cNvSpPr/>
          <p:nvPr/>
        </p:nvSpPr>
        <p:spPr bwMode="auto">
          <a:xfrm flipH="1" flipV="1">
            <a:off x="6122701" y="2964474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4643773" name="AutoShape 34"/>
          <p:cNvSpPr/>
          <p:nvPr/>
        </p:nvSpPr>
        <p:spPr bwMode="auto">
          <a:xfrm flipH="1">
            <a:off x="6122701" y="1810364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001482" name="AutoShape 35"/>
          <p:cNvSpPr/>
          <p:nvPr/>
        </p:nvSpPr>
        <p:spPr bwMode="auto">
          <a:xfrm flipH="1">
            <a:off x="6122701" y="647180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752570" name="Freeform 36"/>
          <p:cNvSpPr/>
          <p:nvPr/>
        </p:nvSpPr>
        <p:spPr bwMode="auto">
          <a:xfrm>
            <a:off x="142895" y="19681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15996825" name="Group 37"/>
          <p:cNvGrpSpPr/>
          <p:nvPr/>
        </p:nvGrpSpPr>
        <p:grpSpPr bwMode="auto">
          <a:xfrm>
            <a:off x="4346414" y="2112309"/>
            <a:ext cx="1699185" cy="1699185"/>
            <a:chOff x="0" y="0"/>
            <a:chExt cx="812799" cy="812799"/>
          </a:xfrm>
        </p:grpSpPr>
        <p:sp>
          <p:nvSpPr>
            <p:cNvPr id="435026970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2514199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1833980815" name="Freeform 41"/>
          <p:cNvSpPr/>
          <p:nvPr/>
        </p:nvSpPr>
        <p:spPr bwMode="auto">
          <a:xfrm>
            <a:off x="142895" y="135999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8356" name="Freeform 42"/>
          <p:cNvSpPr/>
          <p:nvPr/>
        </p:nvSpPr>
        <p:spPr bwMode="auto">
          <a:xfrm>
            <a:off x="142895" y="252318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372760" name="Freeform 43"/>
          <p:cNvSpPr/>
          <p:nvPr/>
        </p:nvSpPr>
        <p:spPr bwMode="auto">
          <a:xfrm>
            <a:off x="142895" y="368636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097545" name="Freeform 44"/>
          <p:cNvSpPr/>
          <p:nvPr/>
        </p:nvSpPr>
        <p:spPr bwMode="auto">
          <a:xfrm>
            <a:off x="142895" y="484955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33033" name="Freeform 45"/>
          <p:cNvSpPr/>
          <p:nvPr/>
        </p:nvSpPr>
        <p:spPr bwMode="auto">
          <a:xfrm>
            <a:off x="9370726" y="19681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456637" name="Freeform 46"/>
          <p:cNvSpPr/>
          <p:nvPr/>
        </p:nvSpPr>
        <p:spPr bwMode="auto">
          <a:xfrm>
            <a:off x="9370726" y="135999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741338" name="Freeform 47"/>
          <p:cNvSpPr/>
          <p:nvPr/>
        </p:nvSpPr>
        <p:spPr bwMode="auto">
          <a:xfrm>
            <a:off x="9370726" y="252318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969696" name="Freeform 48"/>
          <p:cNvSpPr/>
          <p:nvPr/>
        </p:nvSpPr>
        <p:spPr bwMode="auto">
          <a:xfrm>
            <a:off x="9370726" y="368636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084653" name="Freeform 49"/>
          <p:cNvSpPr/>
          <p:nvPr/>
        </p:nvSpPr>
        <p:spPr bwMode="auto">
          <a:xfrm>
            <a:off x="9370726" y="484955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99584043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4705961" y="2445199"/>
            <a:ext cx="957006" cy="957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925495" name="TextBox 32"/>
          <p:cNvSpPr txBox="1"/>
          <p:nvPr/>
        </p:nvSpPr>
        <p:spPr bwMode="auto">
          <a:xfrm>
            <a:off x="404892" y="38530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5x5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13040576" name="TextBox 33"/>
          <p:cNvSpPr txBox="1"/>
          <p:nvPr/>
        </p:nvSpPr>
        <p:spPr bwMode="auto">
          <a:xfrm>
            <a:off x="579559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8866012" name="AutoShape 34"/>
          <p:cNvSpPr/>
          <p:nvPr/>
        </p:nvSpPr>
        <p:spPr bwMode="auto">
          <a:xfrm>
            <a:off x="3502194" y="1035980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426986" name="TextBox 38"/>
          <p:cNvSpPr txBox="1"/>
          <p:nvPr/>
        </p:nvSpPr>
        <p:spPr bwMode="auto">
          <a:xfrm>
            <a:off x="4200738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2662351" name="Rectangle: Rounded Corners 12"/>
          <p:cNvSpPr/>
          <p:nvPr/>
        </p:nvSpPr>
        <p:spPr bwMode="auto">
          <a:xfrm flipH="0" flipV="0">
            <a:off x="176837" y="87642"/>
            <a:ext cx="6727360" cy="650378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30027410" name=""/>
          <p:cNvGrpSpPr/>
          <p:nvPr/>
        </p:nvGrpSpPr>
        <p:grpSpPr bwMode="auto">
          <a:xfrm>
            <a:off x="538238" y="1472138"/>
            <a:ext cx="5927902" cy="4750675"/>
            <a:chOff x="0" y="0"/>
            <a:chExt cx="5927902" cy="4750675"/>
          </a:xfrm>
        </p:grpSpPr>
        <p:sp>
          <p:nvSpPr>
            <p:cNvPr id="1283118363" name="Freeform 30"/>
            <p:cNvSpPr/>
            <p:nvPr/>
          </p:nvSpPr>
          <p:spPr bwMode="auto">
            <a:xfrm rot="0" flipH="0" flipV="0">
              <a:off x="0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76571969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02936932" name="Freeform 36"/>
            <p:cNvSpPr/>
            <p:nvPr/>
          </p:nvSpPr>
          <p:spPr bwMode="auto">
            <a:xfrm rot="0" flipH="0" flipV="0">
              <a:off x="0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8752405" name="TextBox 37"/>
            <p:cNvSpPr txBox="1"/>
            <p:nvPr/>
          </p:nvSpPr>
          <p:spPr bwMode="auto">
            <a:xfrm rot="0" flipH="0" flipV="0">
              <a:off x="0" y="96591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35791110" name="Freeform 40"/>
            <p:cNvSpPr/>
            <p:nvPr/>
          </p:nvSpPr>
          <p:spPr bwMode="auto">
            <a:xfrm rot="0" flipH="0" flipV="0">
              <a:off x="186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93486985" name="TextBox 41"/>
            <p:cNvSpPr txBox="1"/>
            <p:nvPr/>
          </p:nvSpPr>
          <p:spPr bwMode="auto">
            <a:xfrm rot="0" flipH="0" flipV="0">
              <a:off x="186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31751029" name="Freeform 43"/>
            <p:cNvSpPr/>
            <p:nvPr/>
          </p:nvSpPr>
          <p:spPr bwMode="auto">
            <a:xfrm rot="0" flipH="0" flipV="0">
              <a:off x="186" y="30665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08311066" name="TextBox 44"/>
            <p:cNvSpPr txBox="1"/>
            <p:nvPr/>
          </p:nvSpPr>
          <p:spPr bwMode="auto">
            <a:xfrm rot="0" flipH="0" flipV="0">
              <a:off x="186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48046821" name="Freeform 46"/>
            <p:cNvSpPr/>
            <p:nvPr/>
          </p:nvSpPr>
          <p:spPr bwMode="auto">
            <a:xfrm rot="0" flipH="0" flipV="0">
              <a:off x="186" y="4032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33850198" name="TextBox 47"/>
            <p:cNvSpPr txBox="1"/>
            <p:nvPr/>
          </p:nvSpPr>
          <p:spPr bwMode="auto">
            <a:xfrm rot="0" flipH="0" flipV="0">
              <a:off x="186" y="3863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1736618" name="Freeform 49"/>
            <p:cNvSpPr/>
            <p:nvPr/>
          </p:nvSpPr>
          <p:spPr bwMode="auto">
            <a:xfrm rot="0" flipH="0" flipV="0">
              <a:off x="3621179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51752625" name="TextBox 50"/>
            <p:cNvSpPr txBox="1"/>
            <p:nvPr/>
          </p:nvSpPr>
          <p:spPr bwMode="auto">
            <a:xfrm rot="0" flipH="0" flipV="0">
              <a:off x="3621179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9404464" name="Freeform 52"/>
            <p:cNvSpPr/>
            <p:nvPr/>
          </p:nvSpPr>
          <p:spPr bwMode="auto">
            <a:xfrm rot="0" flipH="0" flipV="0">
              <a:off x="3621179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7524191" name="TextBox 53"/>
            <p:cNvSpPr txBox="1"/>
            <p:nvPr/>
          </p:nvSpPr>
          <p:spPr bwMode="auto">
            <a:xfrm rot="0" flipH="0" flipV="0">
              <a:off x="3621179" y="96591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66219339" name="Freeform 55"/>
            <p:cNvSpPr/>
            <p:nvPr/>
          </p:nvSpPr>
          <p:spPr bwMode="auto">
            <a:xfrm rot="0" flipH="0" flipV="0">
              <a:off x="3621363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91442646" name="TextBox 56"/>
            <p:cNvSpPr txBox="1"/>
            <p:nvPr/>
          </p:nvSpPr>
          <p:spPr bwMode="auto">
            <a:xfrm rot="0" flipH="0" flipV="0">
              <a:off x="3621363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42210211" name="Freeform 58"/>
            <p:cNvSpPr/>
            <p:nvPr/>
          </p:nvSpPr>
          <p:spPr bwMode="auto">
            <a:xfrm rot="0" flipH="0" flipV="0">
              <a:off x="3621363" y="30665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7205807" name="TextBox 59"/>
            <p:cNvSpPr txBox="1"/>
            <p:nvPr/>
          </p:nvSpPr>
          <p:spPr bwMode="auto">
            <a:xfrm rot="0" flipH="0" flipV="0">
              <a:off x="3621363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69416448" name="Freeform 61"/>
            <p:cNvSpPr/>
            <p:nvPr/>
          </p:nvSpPr>
          <p:spPr bwMode="auto">
            <a:xfrm rot="0" flipH="0" flipV="0">
              <a:off x="3621363" y="4032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5051581" name="TextBox 62"/>
            <p:cNvSpPr txBox="1"/>
            <p:nvPr/>
          </p:nvSpPr>
          <p:spPr bwMode="auto">
            <a:xfrm rot="0" flipH="0" flipV="0">
              <a:off x="3621363" y="3863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286931" name="TextBox 32"/>
          <p:cNvSpPr txBox="1"/>
          <p:nvPr/>
        </p:nvSpPr>
        <p:spPr bwMode="auto">
          <a:xfrm>
            <a:off x="373473" y="374058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6x6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9399950" name="TextBox 33"/>
          <p:cNvSpPr txBox="1"/>
          <p:nvPr/>
        </p:nvSpPr>
        <p:spPr bwMode="auto">
          <a:xfrm>
            <a:off x="548140" y="8574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81736467" name="AutoShape 34"/>
          <p:cNvSpPr/>
          <p:nvPr/>
        </p:nvSpPr>
        <p:spPr bwMode="auto">
          <a:xfrm>
            <a:off x="3470775" y="1024736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356368" name="TextBox 38"/>
          <p:cNvSpPr txBox="1"/>
          <p:nvPr/>
        </p:nvSpPr>
        <p:spPr bwMode="auto">
          <a:xfrm>
            <a:off x="4169318" y="8574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51482458" name="Rectangle: Rounded Corners 12"/>
          <p:cNvSpPr/>
          <p:nvPr/>
        </p:nvSpPr>
        <p:spPr bwMode="auto">
          <a:xfrm flipH="0" flipV="0">
            <a:off x="145417" y="153788"/>
            <a:ext cx="6660906" cy="63698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573325286" name=""/>
          <p:cNvGrpSpPr/>
          <p:nvPr/>
        </p:nvGrpSpPr>
        <p:grpSpPr bwMode="auto">
          <a:xfrm>
            <a:off x="506821" y="1460894"/>
            <a:ext cx="5927901" cy="4758644"/>
            <a:chOff x="0" y="0"/>
            <a:chExt cx="5927901" cy="4758644"/>
          </a:xfrm>
        </p:grpSpPr>
        <p:sp>
          <p:nvSpPr>
            <p:cNvPr id="1792812786" name="Freeform 30"/>
            <p:cNvSpPr/>
            <p:nvPr/>
          </p:nvSpPr>
          <p:spPr bwMode="auto">
            <a:xfrm rot="0" flipH="0" flipV="0">
              <a:off x="0" y="16876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91002921" name="TextBox 31"/>
            <p:cNvSpPr txBox="1"/>
            <p:nvPr/>
          </p:nvSpPr>
          <p:spPr bwMode="auto">
            <a:xfrm rot="0" flipH="0" flipV="0">
              <a:off x="0" y="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65636003" name="Freeform 36"/>
            <p:cNvSpPr/>
            <p:nvPr/>
          </p:nvSpPr>
          <p:spPr bwMode="auto">
            <a:xfrm rot="0" flipH="0" flipV="0">
              <a:off x="0" y="963227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22799106" name="TextBox 37"/>
            <p:cNvSpPr txBox="1"/>
            <p:nvPr/>
          </p:nvSpPr>
          <p:spPr bwMode="auto">
            <a:xfrm rot="0" flipH="0" flipV="0">
              <a:off x="0" y="794461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92002631" name="Freeform 40"/>
            <p:cNvSpPr/>
            <p:nvPr/>
          </p:nvSpPr>
          <p:spPr bwMode="auto">
            <a:xfrm rot="0" flipH="0" flipV="0">
              <a:off x="185" y="1753318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34118117" name="TextBox 41"/>
            <p:cNvSpPr txBox="1"/>
            <p:nvPr/>
          </p:nvSpPr>
          <p:spPr bwMode="auto">
            <a:xfrm rot="0" flipH="0" flipV="0">
              <a:off x="185" y="1584553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8170098" name="Freeform 43"/>
            <p:cNvSpPr/>
            <p:nvPr/>
          </p:nvSpPr>
          <p:spPr bwMode="auto">
            <a:xfrm rot="0" flipH="0" flipV="0">
              <a:off x="185" y="2543411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49698567" name="TextBox 44"/>
            <p:cNvSpPr txBox="1"/>
            <p:nvPr/>
          </p:nvSpPr>
          <p:spPr bwMode="auto">
            <a:xfrm rot="0" flipH="0" flipV="0">
              <a:off x="185" y="2374644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10864195" name="Freeform 46"/>
            <p:cNvSpPr/>
            <p:nvPr/>
          </p:nvSpPr>
          <p:spPr bwMode="auto">
            <a:xfrm rot="0" flipH="0" flipV="0">
              <a:off x="185" y="3333503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81448195" name="TextBox 47"/>
            <p:cNvSpPr txBox="1"/>
            <p:nvPr/>
          </p:nvSpPr>
          <p:spPr bwMode="auto">
            <a:xfrm rot="0" flipH="0" flipV="0">
              <a:off x="185" y="3164738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67680218" name="Freeform 49"/>
            <p:cNvSpPr/>
            <p:nvPr/>
          </p:nvSpPr>
          <p:spPr bwMode="auto">
            <a:xfrm rot="0" flipH="0" flipV="0">
              <a:off x="3621177" y="16876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75785526" name="TextBox 50"/>
            <p:cNvSpPr txBox="1"/>
            <p:nvPr/>
          </p:nvSpPr>
          <p:spPr bwMode="auto">
            <a:xfrm rot="0" flipH="0" flipV="0">
              <a:off x="3621177" y="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525172489" name="Freeform 52"/>
            <p:cNvSpPr/>
            <p:nvPr/>
          </p:nvSpPr>
          <p:spPr bwMode="auto">
            <a:xfrm rot="0" flipH="0" flipV="0">
              <a:off x="3621362" y="1753318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4722117" name="TextBox 53"/>
            <p:cNvSpPr txBox="1"/>
            <p:nvPr/>
          </p:nvSpPr>
          <p:spPr bwMode="auto">
            <a:xfrm rot="0" flipH="0" flipV="0">
              <a:off x="3621362" y="1584553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47256485" name="Freeform 55"/>
            <p:cNvSpPr/>
            <p:nvPr/>
          </p:nvSpPr>
          <p:spPr bwMode="auto">
            <a:xfrm rot="0" flipH="0" flipV="0">
              <a:off x="3621362" y="2543411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85205114" name="TextBox 56"/>
            <p:cNvSpPr txBox="1"/>
            <p:nvPr/>
          </p:nvSpPr>
          <p:spPr bwMode="auto">
            <a:xfrm rot="0" flipH="0" flipV="0">
              <a:off x="3621362" y="2374644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8872435" name="Freeform 58"/>
            <p:cNvSpPr/>
            <p:nvPr/>
          </p:nvSpPr>
          <p:spPr bwMode="auto">
            <a:xfrm rot="0" flipH="0" flipV="0">
              <a:off x="185" y="412359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35111699" name="TextBox 59"/>
            <p:cNvSpPr txBox="1"/>
            <p:nvPr/>
          </p:nvSpPr>
          <p:spPr bwMode="auto">
            <a:xfrm rot="0" flipH="0" flipV="0">
              <a:off x="185" y="395483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80138877" name="Freeform 61"/>
            <p:cNvSpPr/>
            <p:nvPr/>
          </p:nvSpPr>
          <p:spPr bwMode="auto">
            <a:xfrm rot="0" flipH="0" flipV="0">
              <a:off x="3621362" y="958856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44434345" name="TextBox 62"/>
            <p:cNvSpPr txBox="1"/>
            <p:nvPr/>
          </p:nvSpPr>
          <p:spPr bwMode="auto">
            <a:xfrm rot="0" flipH="0" flipV="0">
              <a:off x="3621362" y="790092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69390349" name="Freeform 64"/>
            <p:cNvSpPr/>
            <p:nvPr/>
          </p:nvSpPr>
          <p:spPr bwMode="auto">
            <a:xfrm rot="0" flipH="0" flipV="0">
              <a:off x="3621177" y="3333503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95903857" name="TextBox 65"/>
            <p:cNvSpPr txBox="1"/>
            <p:nvPr/>
          </p:nvSpPr>
          <p:spPr bwMode="auto">
            <a:xfrm rot="0" flipH="0" flipV="0">
              <a:off x="3621177" y="3164738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75081661" name="Freeform 67"/>
            <p:cNvSpPr/>
            <p:nvPr/>
          </p:nvSpPr>
          <p:spPr bwMode="auto">
            <a:xfrm rot="0" flipH="0" flipV="0">
              <a:off x="3621177" y="412359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20010201" name="TextBox 68"/>
            <p:cNvSpPr txBox="1"/>
            <p:nvPr/>
          </p:nvSpPr>
          <p:spPr bwMode="auto">
            <a:xfrm rot="0" flipH="0" flipV="0">
              <a:off x="3621177" y="395483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498454" name="TextBox 32"/>
          <p:cNvSpPr txBox="1"/>
          <p:nvPr/>
        </p:nvSpPr>
        <p:spPr bwMode="auto">
          <a:xfrm>
            <a:off x="330477" y="406140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7x7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21318337" name="TextBox 33"/>
          <p:cNvSpPr txBox="1"/>
          <p:nvPr/>
        </p:nvSpPr>
        <p:spPr bwMode="auto">
          <a:xfrm>
            <a:off x="505145" y="88956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95578726" name="AutoShape 34"/>
          <p:cNvSpPr/>
          <p:nvPr/>
        </p:nvSpPr>
        <p:spPr bwMode="auto">
          <a:xfrm>
            <a:off x="3427779" y="1152067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631785" name="TextBox 38"/>
          <p:cNvSpPr txBox="1"/>
          <p:nvPr/>
        </p:nvSpPr>
        <p:spPr bwMode="auto">
          <a:xfrm>
            <a:off x="4126322" y="88956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2900882" name="Rectangle: Rounded Corners 12"/>
          <p:cNvSpPr/>
          <p:nvPr/>
        </p:nvSpPr>
        <p:spPr bwMode="auto">
          <a:xfrm flipH="0" flipV="0">
            <a:off x="102422" y="117408"/>
            <a:ext cx="6727359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6292328" name=""/>
          <p:cNvGrpSpPr/>
          <p:nvPr/>
        </p:nvGrpSpPr>
        <p:grpSpPr bwMode="auto">
          <a:xfrm>
            <a:off x="463824" y="1587094"/>
            <a:ext cx="5927902" cy="4599680"/>
            <a:chOff x="0" y="0"/>
            <a:chExt cx="5927902" cy="4599680"/>
          </a:xfrm>
        </p:grpSpPr>
        <p:sp>
          <p:nvSpPr>
            <p:cNvPr id="2083217307" name="Freeform 30"/>
            <p:cNvSpPr/>
            <p:nvPr/>
          </p:nvSpPr>
          <p:spPr bwMode="auto">
            <a:xfrm rot="0" flipH="0" flipV="0">
              <a:off x="0" y="16989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2932514" name="TextBox 31"/>
            <p:cNvSpPr txBox="1"/>
            <p:nvPr/>
          </p:nvSpPr>
          <p:spPr bwMode="auto">
            <a:xfrm rot="0" flipH="0" flipV="0">
              <a:off x="0" y="113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49818349" name="Freeform 36"/>
            <p:cNvSpPr/>
            <p:nvPr/>
          </p:nvSpPr>
          <p:spPr bwMode="auto">
            <a:xfrm rot="0" flipH="0" flipV="0">
              <a:off x="0" y="81652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3759931" name="TextBox 37"/>
            <p:cNvSpPr txBox="1"/>
            <p:nvPr/>
          </p:nvSpPr>
          <p:spPr bwMode="auto">
            <a:xfrm rot="0" flipH="0" flipV="0">
              <a:off x="0" y="647755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4284252" name="Freeform 40"/>
            <p:cNvSpPr/>
            <p:nvPr/>
          </p:nvSpPr>
          <p:spPr bwMode="auto">
            <a:xfrm rot="0" flipH="0" flipV="0">
              <a:off x="186" y="1465404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16351426" name="TextBox 41"/>
            <p:cNvSpPr txBox="1"/>
            <p:nvPr/>
          </p:nvSpPr>
          <p:spPr bwMode="auto">
            <a:xfrm rot="0" flipH="0" flipV="0">
              <a:off x="186" y="1296639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25158599" name="Freeform 43"/>
            <p:cNvSpPr/>
            <p:nvPr/>
          </p:nvSpPr>
          <p:spPr bwMode="auto">
            <a:xfrm rot="0" flipH="0" flipV="0">
              <a:off x="186" y="2114292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41030179" name="TextBox 44"/>
            <p:cNvSpPr txBox="1"/>
            <p:nvPr/>
          </p:nvSpPr>
          <p:spPr bwMode="auto">
            <a:xfrm rot="0" flipH="0" flipV="0">
              <a:off x="186" y="1945526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350323" name="Freeform 46"/>
            <p:cNvSpPr/>
            <p:nvPr/>
          </p:nvSpPr>
          <p:spPr bwMode="auto">
            <a:xfrm rot="0" flipH="0" flipV="0">
              <a:off x="186" y="276317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6137121" name="TextBox 47"/>
            <p:cNvSpPr txBox="1"/>
            <p:nvPr/>
          </p:nvSpPr>
          <p:spPr bwMode="auto">
            <a:xfrm rot="0" flipH="0" flipV="0">
              <a:off x="186" y="259441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4478581" name="Freeform 49"/>
            <p:cNvSpPr/>
            <p:nvPr/>
          </p:nvSpPr>
          <p:spPr bwMode="auto">
            <a:xfrm rot="0" flipH="0" flipV="0">
              <a:off x="186" y="341206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3168605" name="TextBox 50"/>
            <p:cNvSpPr txBox="1"/>
            <p:nvPr/>
          </p:nvSpPr>
          <p:spPr bwMode="auto">
            <a:xfrm rot="0" flipH="0" flipV="0">
              <a:off x="186" y="3243295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7472801" name="Freeform 52"/>
            <p:cNvSpPr/>
            <p:nvPr/>
          </p:nvSpPr>
          <p:spPr bwMode="auto">
            <a:xfrm rot="0" flipH="0" flipV="0">
              <a:off x="0" y="406094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4031951" name="TextBox 53"/>
            <p:cNvSpPr txBox="1"/>
            <p:nvPr/>
          </p:nvSpPr>
          <p:spPr bwMode="auto">
            <a:xfrm rot="0" flipH="0" flipV="0">
              <a:off x="0" y="389218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6628763" name="Freeform 55"/>
            <p:cNvSpPr/>
            <p:nvPr/>
          </p:nvSpPr>
          <p:spPr bwMode="auto">
            <a:xfrm rot="0" flipH="0" flipV="0">
              <a:off x="3621178" y="168765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4112505" name="TextBox 56"/>
            <p:cNvSpPr txBox="1"/>
            <p:nvPr/>
          </p:nvSpPr>
          <p:spPr bwMode="auto">
            <a:xfrm rot="0" flipH="0" flipV="0">
              <a:off x="3621178" y="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565787" name="Freeform 58"/>
            <p:cNvSpPr/>
            <p:nvPr/>
          </p:nvSpPr>
          <p:spPr bwMode="auto">
            <a:xfrm rot="0" flipH="0" flipV="0">
              <a:off x="3621178" y="815389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0923961" name="TextBox 59"/>
            <p:cNvSpPr txBox="1"/>
            <p:nvPr/>
          </p:nvSpPr>
          <p:spPr bwMode="auto">
            <a:xfrm rot="0" flipH="0" flipV="0">
              <a:off x="3621178" y="646623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7669934" name="Freeform 61"/>
            <p:cNvSpPr/>
            <p:nvPr/>
          </p:nvSpPr>
          <p:spPr bwMode="auto">
            <a:xfrm rot="0" flipH="0" flipV="0">
              <a:off x="3621363" y="146427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7540080" name="TextBox 62"/>
            <p:cNvSpPr txBox="1"/>
            <p:nvPr/>
          </p:nvSpPr>
          <p:spPr bwMode="auto">
            <a:xfrm rot="0" flipH="0" flipV="0">
              <a:off x="3621363" y="129551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5196113" name="Freeform 64"/>
            <p:cNvSpPr/>
            <p:nvPr/>
          </p:nvSpPr>
          <p:spPr bwMode="auto">
            <a:xfrm rot="0" flipH="0" flipV="0">
              <a:off x="3621363" y="211316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46766539" name="TextBox 65"/>
            <p:cNvSpPr txBox="1"/>
            <p:nvPr/>
          </p:nvSpPr>
          <p:spPr bwMode="auto">
            <a:xfrm rot="0" flipH="0" flipV="0">
              <a:off x="3621363" y="1944394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5230604" name="Freeform 67"/>
            <p:cNvSpPr/>
            <p:nvPr/>
          </p:nvSpPr>
          <p:spPr bwMode="auto">
            <a:xfrm rot="0" flipH="0" flipV="0">
              <a:off x="3621363" y="276204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8081906" name="TextBox 68"/>
            <p:cNvSpPr txBox="1"/>
            <p:nvPr/>
          </p:nvSpPr>
          <p:spPr bwMode="auto">
            <a:xfrm rot="0" flipH="0" flipV="0">
              <a:off x="3621363" y="259328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25061290" name="Freeform 70"/>
            <p:cNvSpPr/>
            <p:nvPr/>
          </p:nvSpPr>
          <p:spPr bwMode="auto">
            <a:xfrm rot="0" flipH="0" flipV="0">
              <a:off x="3621363" y="3410930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92647273" name="TextBox 71"/>
            <p:cNvSpPr txBox="1"/>
            <p:nvPr/>
          </p:nvSpPr>
          <p:spPr bwMode="auto">
            <a:xfrm rot="0" flipH="0" flipV="0">
              <a:off x="3621363" y="3242164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3010498" name="Freeform 73"/>
            <p:cNvSpPr/>
            <p:nvPr/>
          </p:nvSpPr>
          <p:spPr bwMode="auto">
            <a:xfrm rot="0" flipH="0" flipV="0">
              <a:off x="3621178" y="405981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3996810" name="TextBox 74"/>
            <p:cNvSpPr txBox="1"/>
            <p:nvPr/>
          </p:nvSpPr>
          <p:spPr bwMode="auto">
            <a:xfrm rot="0" flipH="0" flipV="0">
              <a:off x="3621178" y="389105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767455" name="TextBox 32"/>
          <p:cNvSpPr txBox="1"/>
          <p:nvPr/>
        </p:nvSpPr>
        <p:spPr bwMode="auto">
          <a:xfrm>
            <a:off x="373473" y="38530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8x8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8366787" name="TextBox 33"/>
          <p:cNvSpPr txBox="1"/>
          <p:nvPr/>
        </p:nvSpPr>
        <p:spPr bwMode="auto">
          <a:xfrm>
            <a:off x="548140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5775558" name="TextBox 38"/>
          <p:cNvSpPr txBox="1"/>
          <p:nvPr/>
        </p:nvSpPr>
        <p:spPr bwMode="auto">
          <a:xfrm>
            <a:off x="4169318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9688014" name="Rectangle: Rounded Corners 12"/>
          <p:cNvSpPr/>
          <p:nvPr/>
        </p:nvSpPr>
        <p:spPr bwMode="auto">
          <a:xfrm flipH="0" flipV="0">
            <a:off x="145417" y="102525"/>
            <a:ext cx="6638755" cy="6488906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86143159" name=""/>
          <p:cNvGrpSpPr/>
          <p:nvPr/>
        </p:nvGrpSpPr>
        <p:grpSpPr bwMode="auto">
          <a:xfrm>
            <a:off x="487573" y="1226481"/>
            <a:ext cx="5947148" cy="4952982"/>
            <a:chOff x="0" y="0"/>
            <a:chExt cx="5947148" cy="4952982"/>
          </a:xfrm>
        </p:grpSpPr>
        <p:sp>
          <p:nvSpPr>
            <p:cNvPr id="1822653411" name="Freeform 30"/>
            <p:cNvSpPr/>
            <p:nvPr/>
          </p:nvSpPr>
          <p:spPr bwMode="auto">
            <a:xfrm rot="0" flipH="0" flipV="0">
              <a:off x="0" y="418299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35199954" name="TextBox 31"/>
            <p:cNvSpPr txBox="1"/>
            <p:nvPr/>
          </p:nvSpPr>
          <p:spPr bwMode="auto">
            <a:xfrm rot="0" flipH="0" flipV="0">
              <a:off x="0" y="27363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9536932" name="AutoShape 34"/>
            <p:cNvSpPr/>
            <p:nvPr/>
          </p:nvSpPr>
          <p:spPr bwMode="auto">
            <a:xfrm>
              <a:off x="2983199" y="0"/>
              <a:ext cx="0" cy="494885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7171662" name="Freeform 36"/>
            <p:cNvSpPr/>
            <p:nvPr/>
          </p:nvSpPr>
          <p:spPr bwMode="auto">
            <a:xfrm rot="0" flipH="0" flipV="0">
              <a:off x="0" y="989818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1035804" name="TextBox 37"/>
            <p:cNvSpPr txBox="1"/>
            <p:nvPr/>
          </p:nvSpPr>
          <p:spPr bwMode="auto">
            <a:xfrm rot="0" flipH="0" flipV="0">
              <a:off x="0" y="845157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0793180" name="Freeform 40"/>
            <p:cNvSpPr/>
            <p:nvPr/>
          </p:nvSpPr>
          <p:spPr bwMode="auto">
            <a:xfrm rot="0" flipH="0" flipV="0">
              <a:off x="185" y="1564570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5497736" name="TextBox 41"/>
            <p:cNvSpPr txBox="1"/>
            <p:nvPr/>
          </p:nvSpPr>
          <p:spPr bwMode="auto">
            <a:xfrm rot="0" flipH="0" flipV="0">
              <a:off x="185" y="1419910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45078658" name="Freeform 43"/>
            <p:cNvSpPr/>
            <p:nvPr/>
          </p:nvSpPr>
          <p:spPr bwMode="auto">
            <a:xfrm rot="0" flipH="0" flipV="0">
              <a:off x="185" y="213932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28587656" name="TextBox 44"/>
            <p:cNvSpPr txBox="1"/>
            <p:nvPr/>
          </p:nvSpPr>
          <p:spPr bwMode="auto">
            <a:xfrm rot="0" flipH="0" flipV="0">
              <a:off x="185" y="199465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8246255" name="Freeform 46"/>
            <p:cNvSpPr/>
            <p:nvPr/>
          </p:nvSpPr>
          <p:spPr bwMode="auto">
            <a:xfrm rot="0" flipH="0" flipV="0">
              <a:off x="185" y="2714074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84644443" name="TextBox 47"/>
            <p:cNvSpPr txBox="1"/>
            <p:nvPr/>
          </p:nvSpPr>
          <p:spPr bwMode="auto">
            <a:xfrm rot="0" flipH="0" flipV="0">
              <a:off x="185" y="2569413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7461420" name="Freeform 49"/>
            <p:cNvSpPr/>
            <p:nvPr/>
          </p:nvSpPr>
          <p:spPr bwMode="auto">
            <a:xfrm rot="0" flipH="0" flipV="0">
              <a:off x="185" y="3288827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520049" name="TextBox 50"/>
            <p:cNvSpPr txBox="1"/>
            <p:nvPr/>
          </p:nvSpPr>
          <p:spPr bwMode="auto">
            <a:xfrm rot="0" flipH="0" flipV="0">
              <a:off x="185" y="3144166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5511399" name="Freeform 52"/>
            <p:cNvSpPr/>
            <p:nvPr/>
          </p:nvSpPr>
          <p:spPr bwMode="auto">
            <a:xfrm rot="0" flipH="0" flipV="0">
              <a:off x="0" y="386358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51757457" name="TextBox 53"/>
            <p:cNvSpPr txBox="1"/>
            <p:nvPr/>
          </p:nvSpPr>
          <p:spPr bwMode="auto">
            <a:xfrm rot="0" flipH="0" flipV="0">
              <a:off x="0" y="3718920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1697884" name="Freeform 55"/>
            <p:cNvSpPr/>
            <p:nvPr/>
          </p:nvSpPr>
          <p:spPr bwMode="auto">
            <a:xfrm rot="0" flipH="0" flipV="0">
              <a:off x="3640424" y="41722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1296636" name="TextBox 56"/>
            <p:cNvSpPr txBox="1"/>
            <p:nvPr/>
          </p:nvSpPr>
          <p:spPr bwMode="auto">
            <a:xfrm rot="0" flipH="0" flipV="0">
              <a:off x="3640424" y="27256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6740951" name="Freeform 58"/>
            <p:cNvSpPr/>
            <p:nvPr/>
          </p:nvSpPr>
          <p:spPr bwMode="auto">
            <a:xfrm rot="0" flipH="0" flipV="0">
              <a:off x="3640424" y="988740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678942" name="TextBox 59"/>
            <p:cNvSpPr txBox="1"/>
            <p:nvPr/>
          </p:nvSpPr>
          <p:spPr bwMode="auto">
            <a:xfrm rot="0" flipH="0" flipV="0">
              <a:off x="3640424" y="844078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32302361" name="Freeform 61"/>
            <p:cNvSpPr/>
            <p:nvPr/>
          </p:nvSpPr>
          <p:spPr bwMode="auto">
            <a:xfrm rot="0" flipH="0" flipV="0">
              <a:off x="3640609" y="156349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04721931" name="TextBox 62"/>
            <p:cNvSpPr txBox="1"/>
            <p:nvPr/>
          </p:nvSpPr>
          <p:spPr bwMode="auto">
            <a:xfrm rot="0" flipH="0" flipV="0">
              <a:off x="3640609" y="141883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4775324" name="Freeform 64"/>
            <p:cNvSpPr/>
            <p:nvPr/>
          </p:nvSpPr>
          <p:spPr bwMode="auto">
            <a:xfrm rot="0" flipH="0" flipV="0">
              <a:off x="3640609" y="2138245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37489111" name="TextBox 65"/>
            <p:cNvSpPr txBox="1"/>
            <p:nvPr/>
          </p:nvSpPr>
          <p:spPr bwMode="auto">
            <a:xfrm rot="0" flipH="0" flipV="0">
              <a:off x="3640609" y="1993584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2576605" name="Freeform 67"/>
            <p:cNvSpPr/>
            <p:nvPr/>
          </p:nvSpPr>
          <p:spPr bwMode="auto">
            <a:xfrm rot="0" flipH="0" flipV="0">
              <a:off x="3640609" y="2712996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94478797" name="TextBox 68"/>
            <p:cNvSpPr txBox="1"/>
            <p:nvPr/>
          </p:nvSpPr>
          <p:spPr bwMode="auto">
            <a:xfrm rot="0" flipH="0" flipV="0">
              <a:off x="3640609" y="2568335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5741555" name="Freeform 70"/>
            <p:cNvSpPr/>
            <p:nvPr/>
          </p:nvSpPr>
          <p:spPr bwMode="auto">
            <a:xfrm rot="0" flipH="0" flipV="0">
              <a:off x="3621366" y="3287748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390983" name="TextBox 71"/>
            <p:cNvSpPr txBox="1"/>
            <p:nvPr/>
          </p:nvSpPr>
          <p:spPr bwMode="auto">
            <a:xfrm rot="0" flipH="0" flipV="0">
              <a:off x="3621366" y="3143088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9746898" name="Freeform 73"/>
            <p:cNvSpPr/>
            <p:nvPr/>
          </p:nvSpPr>
          <p:spPr bwMode="auto">
            <a:xfrm rot="0" flipH="0" flipV="0">
              <a:off x="3621177" y="386250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214401" name="TextBox 74"/>
            <p:cNvSpPr txBox="1"/>
            <p:nvPr/>
          </p:nvSpPr>
          <p:spPr bwMode="auto">
            <a:xfrm rot="0" flipH="0" flipV="0">
              <a:off x="3621177" y="371783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9887718" name="Freeform 76"/>
            <p:cNvSpPr/>
            <p:nvPr/>
          </p:nvSpPr>
          <p:spPr bwMode="auto">
            <a:xfrm rot="0" flipH="0" flipV="0">
              <a:off x="185" y="443833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12068844" name="TextBox 77"/>
            <p:cNvSpPr txBox="1"/>
            <p:nvPr/>
          </p:nvSpPr>
          <p:spPr bwMode="auto">
            <a:xfrm rot="0" flipH="0" flipV="0">
              <a:off x="185" y="429366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4425773" name="Freeform 79"/>
            <p:cNvSpPr/>
            <p:nvPr/>
          </p:nvSpPr>
          <p:spPr bwMode="auto">
            <a:xfrm rot="0" flipH="0" flipV="0">
              <a:off x="3621366" y="443725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6945689" name="TextBox 80"/>
            <p:cNvSpPr txBox="1"/>
            <p:nvPr/>
          </p:nvSpPr>
          <p:spPr bwMode="auto">
            <a:xfrm rot="0" flipH="0" flipV="0">
              <a:off x="3621366" y="429259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679177" name="AutoShape 26"/>
          <p:cNvSpPr/>
          <p:nvPr/>
        </p:nvSpPr>
        <p:spPr bwMode="auto">
          <a:xfrm flipH="1">
            <a:off x="1159033" y="2628689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660210" name="Freeform 27"/>
          <p:cNvSpPr/>
          <p:nvPr/>
        </p:nvSpPr>
        <p:spPr bwMode="auto">
          <a:xfrm>
            <a:off x="718929" y="31920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4" y="0"/>
                </a:lnTo>
                <a:lnTo>
                  <a:pt x="440104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690735" name="Freeform 28"/>
          <p:cNvSpPr/>
          <p:nvPr/>
        </p:nvSpPr>
        <p:spPr bwMode="auto">
          <a:xfrm>
            <a:off x="2720770" y="31920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0040359" name="Freeform 29"/>
          <p:cNvSpPr/>
          <p:nvPr/>
        </p:nvSpPr>
        <p:spPr bwMode="auto">
          <a:xfrm>
            <a:off x="2720770" y="363219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853554" name="Freeform 30"/>
          <p:cNvSpPr/>
          <p:nvPr/>
        </p:nvSpPr>
        <p:spPr bwMode="auto">
          <a:xfrm>
            <a:off x="2720770" y="407230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350027" name="Freeform 31"/>
          <p:cNvSpPr/>
          <p:nvPr/>
        </p:nvSpPr>
        <p:spPr bwMode="auto">
          <a:xfrm>
            <a:off x="2720770" y="231187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265766" name="Freeform 32"/>
          <p:cNvSpPr/>
          <p:nvPr/>
        </p:nvSpPr>
        <p:spPr bwMode="auto">
          <a:xfrm>
            <a:off x="2720770" y="275198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727439" name="AutoShape 33"/>
          <p:cNvSpPr/>
          <p:nvPr/>
        </p:nvSpPr>
        <p:spPr bwMode="auto">
          <a:xfrm flipH="1">
            <a:off x="1159033" y="3020417"/>
            <a:ext cx="1561735" cy="34334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483273" name="AutoShape 34"/>
          <p:cNvSpPr/>
          <p:nvPr/>
        </p:nvSpPr>
        <p:spPr bwMode="auto">
          <a:xfrm flipH="1">
            <a:off x="1159033" y="3412143"/>
            <a:ext cx="156173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8947388" name="AutoShape 35"/>
          <p:cNvSpPr/>
          <p:nvPr/>
        </p:nvSpPr>
        <p:spPr bwMode="auto">
          <a:xfrm flipH="1" flipV="1">
            <a:off x="1159033" y="3466497"/>
            <a:ext cx="1561735" cy="3857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02562" name="AutoShape 36"/>
          <p:cNvSpPr/>
          <p:nvPr/>
        </p:nvSpPr>
        <p:spPr bwMode="auto">
          <a:xfrm flipH="1" flipV="1">
            <a:off x="1159033" y="3508901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016780" name="Freeform 37"/>
          <p:cNvSpPr/>
          <p:nvPr/>
        </p:nvSpPr>
        <p:spPr bwMode="auto">
          <a:xfrm>
            <a:off x="4965479" y="122001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477606" name="Freeform 38"/>
          <p:cNvSpPr/>
          <p:nvPr/>
        </p:nvSpPr>
        <p:spPr bwMode="auto">
          <a:xfrm>
            <a:off x="4965479" y="166012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2354423" name="Freeform 39"/>
          <p:cNvSpPr/>
          <p:nvPr/>
        </p:nvSpPr>
        <p:spPr bwMode="auto">
          <a:xfrm>
            <a:off x="4965479" y="210022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937269" name="Freeform 40"/>
          <p:cNvSpPr/>
          <p:nvPr/>
        </p:nvSpPr>
        <p:spPr bwMode="auto">
          <a:xfrm>
            <a:off x="4965479" y="33980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050349" name="Freeform 41"/>
          <p:cNvSpPr/>
          <p:nvPr/>
        </p:nvSpPr>
        <p:spPr bwMode="auto">
          <a:xfrm>
            <a:off x="4965479" y="77991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098448" name="Freeform 42"/>
          <p:cNvSpPr/>
          <p:nvPr/>
        </p:nvSpPr>
        <p:spPr bwMode="auto">
          <a:xfrm>
            <a:off x="5853178" y="51633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294117" name="Freeform 43"/>
          <p:cNvSpPr/>
          <p:nvPr/>
        </p:nvSpPr>
        <p:spPr bwMode="auto">
          <a:xfrm>
            <a:off x="5853178" y="560344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0583971" name="Freeform 44"/>
          <p:cNvSpPr/>
          <p:nvPr/>
        </p:nvSpPr>
        <p:spPr bwMode="auto">
          <a:xfrm>
            <a:off x="5853178" y="604355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282877" name="Freeform 45"/>
          <p:cNvSpPr/>
          <p:nvPr/>
        </p:nvSpPr>
        <p:spPr bwMode="auto">
          <a:xfrm>
            <a:off x="5853178" y="428313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822057" name="Freeform 46"/>
          <p:cNvSpPr/>
          <p:nvPr/>
        </p:nvSpPr>
        <p:spPr bwMode="auto">
          <a:xfrm>
            <a:off x="5853178" y="47232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021707" name="Freeform 47"/>
          <p:cNvSpPr/>
          <p:nvPr/>
        </p:nvSpPr>
        <p:spPr bwMode="auto">
          <a:xfrm>
            <a:off x="7305611" y="263223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859067" name="Freeform 48"/>
          <p:cNvSpPr/>
          <p:nvPr/>
        </p:nvSpPr>
        <p:spPr bwMode="auto">
          <a:xfrm>
            <a:off x="7305611" y="307233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581082" name="Freeform 49"/>
          <p:cNvSpPr/>
          <p:nvPr/>
        </p:nvSpPr>
        <p:spPr bwMode="auto">
          <a:xfrm>
            <a:off x="7305611" y="35124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14241" name="Freeform 50"/>
          <p:cNvSpPr/>
          <p:nvPr/>
        </p:nvSpPr>
        <p:spPr bwMode="auto">
          <a:xfrm>
            <a:off x="7305611" y="175202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765903" name="Freeform 51"/>
          <p:cNvSpPr/>
          <p:nvPr/>
        </p:nvSpPr>
        <p:spPr bwMode="auto">
          <a:xfrm>
            <a:off x="7305611" y="219212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50383" name="Freeform 52"/>
          <p:cNvSpPr/>
          <p:nvPr/>
        </p:nvSpPr>
        <p:spPr bwMode="auto">
          <a:xfrm>
            <a:off x="10540894" y="139762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256454" name="Freeform 53"/>
          <p:cNvSpPr/>
          <p:nvPr/>
        </p:nvSpPr>
        <p:spPr bwMode="auto">
          <a:xfrm>
            <a:off x="10540894" y="183773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635897" name="Freeform 54"/>
          <p:cNvSpPr/>
          <p:nvPr/>
        </p:nvSpPr>
        <p:spPr bwMode="auto">
          <a:xfrm>
            <a:off x="10540894" y="22778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740124" name="Freeform 55"/>
          <p:cNvSpPr/>
          <p:nvPr/>
        </p:nvSpPr>
        <p:spPr bwMode="auto">
          <a:xfrm>
            <a:off x="10540894" y="51741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369199" name="Freeform 56"/>
          <p:cNvSpPr/>
          <p:nvPr/>
        </p:nvSpPr>
        <p:spPr bwMode="auto">
          <a:xfrm>
            <a:off x="10540894" y="95752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22992" name="Freeform 57"/>
          <p:cNvSpPr/>
          <p:nvPr/>
        </p:nvSpPr>
        <p:spPr bwMode="auto">
          <a:xfrm>
            <a:off x="9869538" y="420463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083816" name="Freeform 58"/>
          <p:cNvSpPr/>
          <p:nvPr/>
        </p:nvSpPr>
        <p:spPr bwMode="auto">
          <a:xfrm>
            <a:off x="9869538" y="46447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668083" name="Freeform 59"/>
          <p:cNvSpPr/>
          <p:nvPr/>
        </p:nvSpPr>
        <p:spPr bwMode="auto">
          <a:xfrm>
            <a:off x="9869538" y="50848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2551" name="Freeform 60"/>
          <p:cNvSpPr/>
          <p:nvPr/>
        </p:nvSpPr>
        <p:spPr bwMode="auto">
          <a:xfrm>
            <a:off x="9869538" y="332442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1317878" name="Freeform 61"/>
          <p:cNvSpPr/>
          <p:nvPr/>
        </p:nvSpPr>
        <p:spPr bwMode="auto">
          <a:xfrm>
            <a:off x="9869538" y="376452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243731" name="AutoShape 62"/>
          <p:cNvSpPr/>
          <p:nvPr/>
        </p:nvSpPr>
        <p:spPr bwMode="auto">
          <a:xfrm flipH="1">
            <a:off x="3145598" y="779912"/>
            <a:ext cx="1835156" cy="19720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484020" name="AutoShape 63"/>
          <p:cNvSpPr/>
          <p:nvPr/>
        </p:nvSpPr>
        <p:spPr bwMode="auto">
          <a:xfrm flipH="1">
            <a:off x="3160876" y="1193291"/>
            <a:ext cx="1804601" cy="158541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0042774" name="AutoShape 64"/>
          <p:cNvSpPr/>
          <p:nvPr/>
        </p:nvSpPr>
        <p:spPr bwMode="auto">
          <a:xfrm flipH="1">
            <a:off x="3160876" y="1590251"/>
            <a:ext cx="1804601" cy="1231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439258" name="AutoShape 65"/>
          <p:cNvSpPr/>
          <p:nvPr/>
        </p:nvSpPr>
        <p:spPr bwMode="auto">
          <a:xfrm flipH="1">
            <a:off x="3160876" y="1987212"/>
            <a:ext cx="1804601" cy="87778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8667734" name="AutoShape 66"/>
          <p:cNvSpPr/>
          <p:nvPr/>
        </p:nvSpPr>
        <p:spPr bwMode="auto">
          <a:xfrm flipH="1">
            <a:off x="3160876" y="2384172"/>
            <a:ext cx="1804601" cy="523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32751" name="AutoShape 67"/>
          <p:cNvSpPr/>
          <p:nvPr/>
        </p:nvSpPr>
        <p:spPr bwMode="auto">
          <a:xfrm flipH="1">
            <a:off x="3160876" y="2041191"/>
            <a:ext cx="4144734" cy="13018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2210034" name="AutoShape 68"/>
          <p:cNvSpPr/>
          <p:nvPr/>
        </p:nvSpPr>
        <p:spPr bwMode="auto">
          <a:xfrm flipH="1">
            <a:off x="3160876" y="2460173"/>
            <a:ext cx="4144734" cy="9039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1735408" name="AutoShape 69"/>
          <p:cNvSpPr/>
          <p:nvPr/>
        </p:nvSpPr>
        <p:spPr bwMode="auto">
          <a:xfrm flipH="1">
            <a:off x="3160876" y="2879154"/>
            <a:ext cx="4144734" cy="5061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254679" name="AutoShape 70"/>
          <p:cNvSpPr/>
          <p:nvPr/>
        </p:nvSpPr>
        <p:spPr bwMode="auto">
          <a:xfrm flipH="1">
            <a:off x="3160876" y="3298136"/>
            <a:ext cx="4144734" cy="10825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479104" name="AutoShape 71"/>
          <p:cNvSpPr/>
          <p:nvPr/>
        </p:nvSpPr>
        <p:spPr bwMode="auto">
          <a:xfrm flipH="1" flipV="1">
            <a:off x="3160876" y="3427519"/>
            <a:ext cx="4144734" cy="2895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234649" name="AutoShape 72"/>
          <p:cNvSpPr/>
          <p:nvPr/>
        </p:nvSpPr>
        <p:spPr bwMode="auto">
          <a:xfrm flipH="1" flipV="1">
            <a:off x="3160876" y="4307163"/>
            <a:ext cx="2692301" cy="1812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535877" name="AutoShape 73"/>
          <p:cNvSpPr/>
          <p:nvPr/>
        </p:nvSpPr>
        <p:spPr bwMode="auto">
          <a:xfrm flipH="1" flipV="1">
            <a:off x="3160876" y="4338081"/>
            <a:ext cx="2692301" cy="55947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840380" name="AutoShape 74"/>
          <p:cNvSpPr/>
          <p:nvPr/>
        </p:nvSpPr>
        <p:spPr bwMode="auto">
          <a:xfrm flipH="1" flipV="1">
            <a:off x="3160876" y="4368997"/>
            <a:ext cx="2692301" cy="9377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181013" name="AutoShape 75"/>
          <p:cNvSpPr/>
          <p:nvPr/>
        </p:nvSpPr>
        <p:spPr bwMode="auto">
          <a:xfrm flipH="1" flipV="1">
            <a:off x="3160876" y="4399916"/>
            <a:ext cx="2692301" cy="131601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470202" name="AutoShape 76"/>
          <p:cNvSpPr/>
          <p:nvPr/>
        </p:nvSpPr>
        <p:spPr bwMode="auto">
          <a:xfrm flipH="1" flipV="1">
            <a:off x="3160876" y="4430834"/>
            <a:ext cx="2692301" cy="169428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793350" name="AutoShape 77"/>
          <p:cNvSpPr/>
          <p:nvPr/>
        </p:nvSpPr>
        <p:spPr bwMode="auto">
          <a:xfrm flipH="1">
            <a:off x="6293283" y="3669341"/>
            <a:ext cx="3576253" cy="202929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551776" name="AutoShape 78"/>
          <p:cNvSpPr/>
          <p:nvPr/>
        </p:nvSpPr>
        <p:spPr bwMode="auto">
          <a:xfrm flipH="1">
            <a:off x="6293283" y="4085333"/>
            <a:ext cx="3576253" cy="16374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544165" name="AutoShape 79"/>
          <p:cNvSpPr/>
          <p:nvPr/>
        </p:nvSpPr>
        <p:spPr bwMode="auto">
          <a:xfrm flipH="1">
            <a:off x="6293283" y="4501324"/>
            <a:ext cx="3576253" cy="12455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877416" name="AutoShape 80"/>
          <p:cNvSpPr/>
          <p:nvPr/>
        </p:nvSpPr>
        <p:spPr bwMode="auto">
          <a:xfrm flipH="1">
            <a:off x="6293283" y="4917317"/>
            <a:ext cx="3576253" cy="8536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564833" name="AutoShape 81"/>
          <p:cNvSpPr/>
          <p:nvPr/>
        </p:nvSpPr>
        <p:spPr bwMode="auto">
          <a:xfrm flipH="1">
            <a:off x="6293283" y="5333309"/>
            <a:ext cx="3576253" cy="4617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418519" name="AutoShape 82"/>
          <p:cNvSpPr/>
          <p:nvPr/>
        </p:nvSpPr>
        <p:spPr bwMode="auto">
          <a:xfrm flipH="1">
            <a:off x="7745716" y="821443"/>
            <a:ext cx="2795175" cy="106665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488935" name="AutoShape 83"/>
          <p:cNvSpPr/>
          <p:nvPr/>
        </p:nvSpPr>
        <p:spPr bwMode="auto">
          <a:xfrm flipH="1">
            <a:off x="7745716" y="1231614"/>
            <a:ext cx="2795175" cy="68642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800981" name="AutoShape 84"/>
          <p:cNvSpPr/>
          <p:nvPr/>
        </p:nvSpPr>
        <p:spPr bwMode="auto">
          <a:xfrm flipH="1">
            <a:off x="7745716" y="1641784"/>
            <a:ext cx="2795175" cy="3061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228643" name="AutoShape 85"/>
          <p:cNvSpPr/>
          <p:nvPr/>
        </p:nvSpPr>
        <p:spPr bwMode="auto">
          <a:xfrm flipH="1" flipV="1">
            <a:off x="7745716" y="1977904"/>
            <a:ext cx="2795175" cy="740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73854" name="AutoShape 86"/>
          <p:cNvSpPr/>
          <p:nvPr/>
        </p:nvSpPr>
        <p:spPr bwMode="auto">
          <a:xfrm flipH="1" flipV="1">
            <a:off x="7745716" y="2007838"/>
            <a:ext cx="2795175" cy="4542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140511" name="Freeform 30"/>
          <p:cNvSpPr/>
          <p:nvPr/>
        </p:nvSpPr>
        <p:spPr bwMode="auto">
          <a:xfrm rot="0" flipH="0" flipV="0">
            <a:off x="2852752" y="1788411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95988096" name="TextBox 31"/>
          <p:cNvSpPr txBox="1"/>
          <p:nvPr/>
        </p:nvSpPr>
        <p:spPr bwMode="auto">
          <a:xfrm rot="0" flipH="0" flipV="0">
            <a:off x="2852752" y="1619645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着信UTXO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8247319" name="TextBox 32"/>
          <p:cNvSpPr txBox="1"/>
          <p:nvPr/>
        </p:nvSpPr>
        <p:spPr bwMode="auto">
          <a:xfrm>
            <a:off x="2870478" y="437559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コインジョイン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18482122" name="TextBox 33"/>
          <p:cNvSpPr txBox="1"/>
          <p:nvPr/>
        </p:nvSpPr>
        <p:spPr bwMode="auto">
          <a:xfrm>
            <a:off x="3045146" y="9209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0808637" name="AutoShape 34"/>
          <p:cNvSpPr/>
          <p:nvPr/>
        </p:nvSpPr>
        <p:spPr bwMode="auto">
          <a:xfrm>
            <a:off x="5967781" y="1183487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413732" name="Freeform 36"/>
          <p:cNvSpPr/>
          <p:nvPr/>
        </p:nvSpPr>
        <p:spPr bwMode="auto">
          <a:xfrm rot="0" flipH="0" flipV="0">
            <a:off x="2852752" y="2754324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7785936" name="TextBox 37"/>
          <p:cNvSpPr txBox="1"/>
          <p:nvPr/>
        </p:nvSpPr>
        <p:spPr bwMode="auto">
          <a:xfrm rot="0" flipH="0" flipV="0">
            <a:off x="2852752" y="2585556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リミックスUTXO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79903297" name="TextBox 38"/>
          <p:cNvSpPr txBox="1"/>
          <p:nvPr/>
        </p:nvSpPr>
        <p:spPr bwMode="auto">
          <a:xfrm>
            <a:off x="6666324" y="9209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68652315" name="Freeform 40"/>
          <p:cNvSpPr/>
          <p:nvPr/>
        </p:nvSpPr>
        <p:spPr bwMode="auto">
          <a:xfrm rot="0" flipH="0" flipV="0">
            <a:off x="2852752" y="3720234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19098640" name="TextBox 41"/>
          <p:cNvSpPr txBox="1"/>
          <p:nvPr/>
        </p:nvSpPr>
        <p:spPr bwMode="auto">
          <a:xfrm rot="0" flipH="0" flipV="0">
            <a:off x="2852752" y="3551468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着信UTXO </a:t>
            </a: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52948088" name="Freeform 43"/>
          <p:cNvSpPr/>
          <p:nvPr/>
        </p:nvSpPr>
        <p:spPr bwMode="auto">
          <a:xfrm rot="0" flipH="0" flipV="0">
            <a:off x="2852752" y="4686146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30159782" name="TextBox 44"/>
          <p:cNvSpPr txBox="1"/>
          <p:nvPr/>
        </p:nvSpPr>
        <p:spPr bwMode="auto">
          <a:xfrm rot="0" flipH="0" flipV="0">
            <a:off x="2852752" y="4517379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リミックスUTXO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6623379" name="Freeform 46"/>
          <p:cNvSpPr/>
          <p:nvPr/>
        </p:nvSpPr>
        <p:spPr bwMode="auto">
          <a:xfrm rot="0" flipH="0" flipV="0">
            <a:off x="2852752" y="5652057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46711815" name="TextBox 47"/>
          <p:cNvSpPr txBox="1"/>
          <p:nvPr/>
        </p:nvSpPr>
        <p:spPr bwMode="auto">
          <a:xfrm rot="0" flipH="0" flipV="0">
            <a:off x="2852752" y="5483291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リミックスUTXO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1908460" name="Freeform 49"/>
          <p:cNvSpPr/>
          <p:nvPr/>
        </p:nvSpPr>
        <p:spPr bwMode="auto">
          <a:xfrm rot="0" flipH="0" flipV="0">
            <a:off x="6256374" y="1788411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90348113" name="TextBox 50"/>
          <p:cNvSpPr txBox="1"/>
          <p:nvPr/>
        </p:nvSpPr>
        <p:spPr bwMode="auto">
          <a:xfrm rot="0" flipH="0" flipV="0">
            <a:off x="6256374" y="1619645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ミックスUTXO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9089251" name="Freeform 52"/>
          <p:cNvSpPr/>
          <p:nvPr/>
        </p:nvSpPr>
        <p:spPr bwMode="auto">
          <a:xfrm rot="0" flipH="0" flipV="0">
            <a:off x="6256374" y="2754324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540032082" name="TextBox 53"/>
          <p:cNvSpPr txBox="1"/>
          <p:nvPr/>
        </p:nvSpPr>
        <p:spPr bwMode="auto">
          <a:xfrm rot="0" flipH="0" flipV="0">
            <a:off x="6256374" y="2585556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ミックスUTXO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14103198" name="Freeform 55"/>
          <p:cNvSpPr/>
          <p:nvPr/>
        </p:nvSpPr>
        <p:spPr bwMode="auto">
          <a:xfrm rot="0" flipH="0" flipV="0">
            <a:off x="6256374" y="3720234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6569984" name="TextBox 56"/>
          <p:cNvSpPr txBox="1"/>
          <p:nvPr/>
        </p:nvSpPr>
        <p:spPr bwMode="auto">
          <a:xfrm rot="0" flipH="0" flipV="0">
            <a:off x="6256374" y="3551468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ミックスUTXO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74304966" name="Freeform 58"/>
          <p:cNvSpPr/>
          <p:nvPr/>
        </p:nvSpPr>
        <p:spPr bwMode="auto">
          <a:xfrm rot="0" flipH="0" flipV="0">
            <a:off x="6256374" y="4686147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451084395" name="TextBox 59"/>
          <p:cNvSpPr txBox="1"/>
          <p:nvPr/>
        </p:nvSpPr>
        <p:spPr bwMode="auto">
          <a:xfrm rot="0" flipH="0" flipV="0">
            <a:off x="6256374" y="4517379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ミックスUTXO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6647007" name="Freeform 61"/>
          <p:cNvSpPr/>
          <p:nvPr/>
        </p:nvSpPr>
        <p:spPr bwMode="auto">
          <a:xfrm rot="0" flipH="0" flipV="0">
            <a:off x="6256374" y="5652057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97955511" name="TextBox 62"/>
          <p:cNvSpPr txBox="1"/>
          <p:nvPr/>
        </p:nvSpPr>
        <p:spPr bwMode="auto">
          <a:xfrm rot="0" flipH="0" flipV="0">
            <a:off x="6256374" y="5483291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ミックスUTXO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95956222" name="Rectangle: Rounded Corners 12"/>
          <p:cNvSpPr/>
          <p:nvPr/>
        </p:nvSpPr>
        <p:spPr bwMode="auto">
          <a:xfrm flipH="0" flipV="0">
            <a:off x="2547227" y="208359"/>
            <a:ext cx="6822556" cy="653355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697482" name="Freeform 27"/>
          <p:cNvSpPr/>
          <p:nvPr/>
        </p:nvSpPr>
        <p:spPr bwMode="auto">
          <a:xfrm rot="0" flipH="0" flipV="0">
            <a:off x="7767751" y="5054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0046379" name="Freeform 28"/>
          <p:cNvSpPr/>
          <p:nvPr/>
        </p:nvSpPr>
        <p:spPr bwMode="auto">
          <a:xfrm>
            <a:off x="7838092" y="54396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1133" name="Freeform 29"/>
          <p:cNvSpPr/>
          <p:nvPr/>
        </p:nvSpPr>
        <p:spPr bwMode="auto">
          <a:xfrm>
            <a:off x="8260377" y="5637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468439" name="AutoShape 30"/>
          <p:cNvSpPr/>
          <p:nvPr/>
        </p:nvSpPr>
        <p:spPr bwMode="auto">
          <a:xfrm flipV="1">
            <a:off x="2329943" y="1168076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990750" name="AutoShape 31"/>
          <p:cNvSpPr/>
          <p:nvPr/>
        </p:nvSpPr>
        <p:spPr bwMode="auto">
          <a:xfrm>
            <a:off x="8186561" y="1054181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3329584" name="Freeform 33"/>
          <p:cNvSpPr/>
          <p:nvPr/>
        </p:nvSpPr>
        <p:spPr bwMode="auto">
          <a:xfrm rot="0" flipH="0" flipV="0">
            <a:off x="7767751" y="144135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438062" name="Freeform 34"/>
          <p:cNvSpPr/>
          <p:nvPr/>
        </p:nvSpPr>
        <p:spPr bwMode="auto">
          <a:xfrm>
            <a:off x="7838092" y="147985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0083293" name="Freeform 35"/>
          <p:cNvSpPr/>
          <p:nvPr/>
        </p:nvSpPr>
        <p:spPr bwMode="auto">
          <a:xfrm>
            <a:off x="7954587" y="147985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9667182" name="Freeform 36"/>
          <p:cNvSpPr/>
          <p:nvPr/>
        </p:nvSpPr>
        <p:spPr bwMode="auto">
          <a:xfrm>
            <a:off x="8260377" y="1499614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6952081" name="AutoShape 37"/>
          <p:cNvSpPr/>
          <p:nvPr/>
        </p:nvSpPr>
        <p:spPr bwMode="auto">
          <a:xfrm>
            <a:off x="2329943" y="2088809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021432" name="AutoShape 38"/>
          <p:cNvSpPr/>
          <p:nvPr/>
        </p:nvSpPr>
        <p:spPr bwMode="auto">
          <a:xfrm>
            <a:off x="8186561" y="1974914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5269" name="Freeform 40"/>
          <p:cNvSpPr/>
          <p:nvPr/>
        </p:nvSpPr>
        <p:spPr bwMode="auto">
          <a:xfrm rot="0" flipH="0" flipV="0">
            <a:off x="7767751" y="2362090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1001809" name="Freeform 41"/>
          <p:cNvSpPr/>
          <p:nvPr/>
        </p:nvSpPr>
        <p:spPr bwMode="auto">
          <a:xfrm>
            <a:off x="7838092" y="2400593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904007" name="Freeform 42"/>
          <p:cNvSpPr/>
          <p:nvPr/>
        </p:nvSpPr>
        <p:spPr bwMode="auto">
          <a:xfrm>
            <a:off x="7954587" y="2400593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638428" name="Freeform 43"/>
          <p:cNvSpPr/>
          <p:nvPr/>
        </p:nvSpPr>
        <p:spPr bwMode="auto">
          <a:xfrm>
            <a:off x="8260377" y="2420348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456481" name="AutoShape 44"/>
          <p:cNvSpPr/>
          <p:nvPr/>
        </p:nvSpPr>
        <p:spPr bwMode="auto">
          <a:xfrm>
            <a:off x="2329943" y="3009542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663701" name="AutoShape 45"/>
          <p:cNvSpPr/>
          <p:nvPr/>
        </p:nvSpPr>
        <p:spPr bwMode="auto">
          <a:xfrm>
            <a:off x="8186561" y="2895648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169837" name="Freeform 47"/>
          <p:cNvSpPr/>
          <p:nvPr/>
        </p:nvSpPr>
        <p:spPr bwMode="auto">
          <a:xfrm rot="0" flipH="0" flipV="0">
            <a:off x="5934335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68869531" name="Freeform 48"/>
          <p:cNvSpPr/>
          <p:nvPr/>
        </p:nvSpPr>
        <p:spPr bwMode="auto">
          <a:xfrm>
            <a:off x="6004675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1772113" name="Freeform 49"/>
          <p:cNvSpPr/>
          <p:nvPr/>
        </p:nvSpPr>
        <p:spPr bwMode="auto">
          <a:xfrm>
            <a:off x="6121173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257516" name="Freeform 50"/>
          <p:cNvSpPr/>
          <p:nvPr/>
        </p:nvSpPr>
        <p:spPr bwMode="auto">
          <a:xfrm>
            <a:off x="6426962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564588" name="TextBox 51"/>
          <p:cNvSpPr txBox="1"/>
          <p:nvPr/>
        </p:nvSpPr>
        <p:spPr bwMode="auto">
          <a:xfrm>
            <a:off x="5836879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m/84'/0'/0'</a:t>
            </a:r>
            <a:endParaRPr/>
          </a:p>
        </p:txBody>
      </p:sp>
      <p:sp>
        <p:nvSpPr>
          <p:cNvPr id="1944829881" name="Freeform 53"/>
          <p:cNvSpPr/>
          <p:nvPr/>
        </p:nvSpPr>
        <p:spPr bwMode="auto">
          <a:xfrm rot="0" flipH="0" flipV="0">
            <a:off x="6851345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3170389" name="Freeform 54"/>
          <p:cNvSpPr/>
          <p:nvPr/>
        </p:nvSpPr>
        <p:spPr bwMode="auto">
          <a:xfrm>
            <a:off x="6921685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6757100" name="Freeform 55"/>
          <p:cNvSpPr/>
          <p:nvPr/>
        </p:nvSpPr>
        <p:spPr bwMode="auto">
          <a:xfrm>
            <a:off x="7038183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8627411" name="Freeform 56"/>
          <p:cNvSpPr/>
          <p:nvPr/>
        </p:nvSpPr>
        <p:spPr bwMode="auto">
          <a:xfrm>
            <a:off x="7343970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7" y="0"/>
                </a:lnTo>
                <a:lnTo>
                  <a:pt x="274657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6522146" name="TextBox 57"/>
          <p:cNvSpPr txBox="1"/>
          <p:nvPr/>
        </p:nvSpPr>
        <p:spPr bwMode="auto">
          <a:xfrm>
            <a:off x="6753889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</a:t>
            </a:r>
            <a:endParaRPr/>
          </a:p>
        </p:txBody>
      </p:sp>
      <p:sp>
        <p:nvSpPr>
          <p:cNvPr id="67837638" name="Freeform 59"/>
          <p:cNvSpPr/>
          <p:nvPr/>
        </p:nvSpPr>
        <p:spPr bwMode="auto">
          <a:xfrm rot="0" flipH="0" flipV="0">
            <a:off x="7767751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7679707" name="Freeform 60"/>
          <p:cNvSpPr/>
          <p:nvPr/>
        </p:nvSpPr>
        <p:spPr bwMode="auto">
          <a:xfrm>
            <a:off x="7838092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289717" name="Freeform 61"/>
          <p:cNvSpPr/>
          <p:nvPr/>
        </p:nvSpPr>
        <p:spPr bwMode="auto">
          <a:xfrm>
            <a:off x="7954587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254374" name="Freeform 62"/>
          <p:cNvSpPr/>
          <p:nvPr/>
        </p:nvSpPr>
        <p:spPr bwMode="auto">
          <a:xfrm>
            <a:off x="8260377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589354" name="TextBox 63"/>
          <p:cNvSpPr txBox="1"/>
          <p:nvPr/>
        </p:nvSpPr>
        <p:spPr bwMode="auto">
          <a:xfrm>
            <a:off x="7670296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</a:t>
            </a:r>
            <a:endParaRPr/>
          </a:p>
        </p:txBody>
      </p:sp>
      <p:sp>
        <p:nvSpPr>
          <p:cNvPr id="545968582" name="AutoShape 64"/>
          <p:cNvSpPr/>
          <p:nvPr/>
        </p:nvSpPr>
        <p:spPr bwMode="auto">
          <a:xfrm flipV="1">
            <a:off x="2329943" y="3931119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15678" name="AutoShape 65"/>
          <p:cNvSpPr/>
          <p:nvPr/>
        </p:nvSpPr>
        <p:spPr bwMode="auto">
          <a:xfrm>
            <a:off x="8186561" y="3817224"/>
            <a:ext cx="136812" cy="331605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308122" name="Freeform 67"/>
          <p:cNvSpPr/>
          <p:nvPr/>
        </p:nvSpPr>
        <p:spPr bwMode="auto">
          <a:xfrm rot="0" flipH="0" flipV="0">
            <a:off x="5878281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2624347" name="Freeform 68"/>
          <p:cNvSpPr/>
          <p:nvPr/>
        </p:nvSpPr>
        <p:spPr bwMode="auto">
          <a:xfrm>
            <a:off x="5948619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295149" name="Freeform 69"/>
          <p:cNvSpPr/>
          <p:nvPr/>
        </p:nvSpPr>
        <p:spPr bwMode="auto">
          <a:xfrm>
            <a:off x="6065118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103587" name="Freeform 70"/>
          <p:cNvSpPr/>
          <p:nvPr/>
        </p:nvSpPr>
        <p:spPr bwMode="auto">
          <a:xfrm>
            <a:off x="6370906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6374187" name="Freeform 72"/>
          <p:cNvSpPr/>
          <p:nvPr/>
        </p:nvSpPr>
        <p:spPr bwMode="auto">
          <a:xfrm rot="0" flipH="0" flipV="0">
            <a:off x="6795291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7290416" name="Freeform 73"/>
          <p:cNvSpPr/>
          <p:nvPr/>
        </p:nvSpPr>
        <p:spPr bwMode="auto">
          <a:xfrm>
            <a:off x="6865628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473443" name="Freeform 74"/>
          <p:cNvSpPr/>
          <p:nvPr/>
        </p:nvSpPr>
        <p:spPr bwMode="auto">
          <a:xfrm>
            <a:off x="6982127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08311" name="Freeform 75"/>
          <p:cNvSpPr/>
          <p:nvPr/>
        </p:nvSpPr>
        <p:spPr bwMode="auto">
          <a:xfrm>
            <a:off x="7287916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94849" name="Freeform 77"/>
          <p:cNvSpPr/>
          <p:nvPr/>
        </p:nvSpPr>
        <p:spPr bwMode="auto">
          <a:xfrm rot="0" flipH="0" flipV="0">
            <a:off x="7887005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8438575" name="Freeform 78"/>
          <p:cNvSpPr/>
          <p:nvPr/>
        </p:nvSpPr>
        <p:spPr bwMode="auto">
          <a:xfrm>
            <a:off x="7957347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020601" name="Freeform 79"/>
          <p:cNvSpPr/>
          <p:nvPr/>
        </p:nvSpPr>
        <p:spPr bwMode="auto">
          <a:xfrm>
            <a:off x="8073843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140464" name="Freeform 80"/>
          <p:cNvSpPr/>
          <p:nvPr/>
        </p:nvSpPr>
        <p:spPr bwMode="auto">
          <a:xfrm>
            <a:off x="8379633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043380" name="Freeform 82"/>
          <p:cNvSpPr/>
          <p:nvPr/>
        </p:nvSpPr>
        <p:spPr bwMode="auto">
          <a:xfrm rot="0" flipH="0" flipV="0">
            <a:off x="8804444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3379570" name="Freeform 83"/>
          <p:cNvSpPr/>
          <p:nvPr/>
        </p:nvSpPr>
        <p:spPr bwMode="auto">
          <a:xfrm>
            <a:off x="8874784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0910406" name="Freeform 84"/>
          <p:cNvSpPr/>
          <p:nvPr/>
        </p:nvSpPr>
        <p:spPr bwMode="auto">
          <a:xfrm>
            <a:off x="8991280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37858" name="Freeform 85"/>
          <p:cNvSpPr/>
          <p:nvPr/>
        </p:nvSpPr>
        <p:spPr bwMode="auto">
          <a:xfrm>
            <a:off x="9297069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67853" name="AutoShape 86"/>
          <p:cNvSpPr/>
          <p:nvPr/>
        </p:nvSpPr>
        <p:spPr bwMode="auto">
          <a:xfrm>
            <a:off x="8186561" y="3824322"/>
            <a:ext cx="777839" cy="330393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758507" name="AutoShape 87"/>
          <p:cNvSpPr/>
          <p:nvPr/>
        </p:nvSpPr>
        <p:spPr bwMode="auto">
          <a:xfrm flipH="1">
            <a:off x="7233544" y="3825927"/>
            <a:ext cx="37631" cy="34299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9535347" name="AutoShape 88"/>
          <p:cNvSpPr/>
          <p:nvPr/>
        </p:nvSpPr>
        <p:spPr bwMode="auto">
          <a:xfrm flipH="1">
            <a:off x="6648260" y="3833538"/>
            <a:ext cx="627332" cy="321178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6166809" name="AutoShape 89"/>
          <p:cNvSpPr/>
          <p:nvPr/>
        </p:nvSpPr>
        <p:spPr bwMode="auto">
          <a:xfrm flipV="1">
            <a:off x="2329943" y="5006684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8202226" name="Freeform 91"/>
          <p:cNvSpPr/>
          <p:nvPr/>
        </p:nvSpPr>
        <p:spPr bwMode="auto">
          <a:xfrm rot="0" flipH="0" flipV="0">
            <a:off x="6480527" y="5242585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9071573" name="Freeform 92"/>
          <p:cNvSpPr/>
          <p:nvPr/>
        </p:nvSpPr>
        <p:spPr bwMode="auto">
          <a:xfrm>
            <a:off x="6538011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297774" name="Freeform 93"/>
          <p:cNvSpPr/>
          <p:nvPr/>
        </p:nvSpPr>
        <p:spPr bwMode="auto">
          <a:xfrm>
            <a:off x="6633217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801489" name="Freeform 94"/>
          <p:cNvSpPr/>
          <p:nvPr/>
        </p:nvSpPr>
        <p:spPr bwMode="auto">
          <a:xfrm>
            <a:off x="6883118" y="529019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227082" name="AutoShape 95"/>
          <p:cNvSpPr/>
          <p:nvPr/>
        </p:nvSpPr>
        <p:spPr bwMode="auto">
          <a:xfrm>
            <a:off x="6246968" y="6394425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6768411" name="Freeform 97"/>
          <p:cNvSpPr/>
          <p:nvPr/>
        </p:nvSpPr>
        <p:spPr bwMode="auto">
          <a:xfrm rot="0" flipH="0" flipV="0">
            <a:off x="6480527" y="5738926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5047375" name="Freeform 98"/>
          <p:cNvSpPr/>
          <p:nvPr/>
        </p:nvSpPr>
        <p:spPr bwMode="auto">
          <a:xfrm>
            <a:off x="6538011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2833837" name="Freeform 99"/>
          <p:cNvSpPr/>
          <p:nvPr/>
        </p:nvSpPr>
        <p:spPr bwMode="auto">
          <a:xfrm>
            <a:off x="6633217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862679" name="Freeform 100"/>
          <p:cNvSpPr/>
          <p:nvPr/>
        </p:nvSpPr>
        <p:spPr bwMode="auto">
          <a:xfrm>
            <a:off x="6883118" y="578653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922887" name="Freeform 102"/>
          <p:cNvSpPr/>
          <p:nvPr/>
        </p:nvSpPr>
        <p:spPr bwMode="auto">
          <a:xfrm rot="0" flipH="0" flipV="0">
            <a:off x="6480527" y="6236421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5298330" name="Freeform 103"/>
          <p:cNvSpPr/>
          <p:nvPr/>
        </p:nvSpPr>
        <p:spPr bwMode="auto">
          <a:xfrm>
            <a:off x="6538011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993512" name="Freeform 104"/>
          <p:cNvSpPr/>
          <p:nvPr/>
        </p:nvSpPr>
        <p:spPr bwMode="auto">
          <a:xfrm>
            <a:off x="6633217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261471" name="Freeform 105"/>
          <p:cNvSpPr/>
          <p:nvPr/>
        </p:nvSpPr>
        <p:spPr bwMode="auto">
          <a:xfrm>
            <a:off x="6883118" y="6284034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4"/>
                </a:lnTo>
                <a:lnTo>
                  <a:pt x="0" y="220784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186044" name="Freeform 107"/>
          <p:cNvSpPr/>
          <p:nvPr/>
        </p:nvSpPr>
        <p:spPr bwMode="auto">
          <a:xfrm rot="0" flipH="0" flipV="0">
            <a:off x="7511494" y="5242585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6255998" name="Freeform 108"/>
          <p:cNvSpPr/>
          <p:nvPr/>
        </p:nvSpPr>
        <p:spPr bwMode="auto">
          <a:xfrm>
            <a:off x="7568978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4851711" name="Freeform 109"/>
          <p:cNvSpPr/>
          <p:nvPr/>
        </p:nvSpPr>
        <p:spPr bwMode="auto">
          <a:xfrm>
            <a:off x="7664184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169851" name="Freeform 110"/>
          <p:cNvSpPr/>
          <p:nvPr/>
        </p:nvSpPr>
        <p:spPr bwMode="auto">
          <a:xfrm>
            <a:off x="7914084" y="529019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334713" name="Freeform 112"/>
          <p:cNvSpPr/>
          <p:nvPr/>
        </p:nvSpPr>
        <p:spPr bwMode="auto">
          <a:xfrm rot="0" flipH="0" flipV="0">
            <a:off x="7511494" y="5738926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39510297" name="Freeform 113"/>
          <p:cNvSpPr/>
          <p:nvPr/>
        </p:nvSpPr>
        <p:spPr bwMode="auto">
          <a:xfrm>
            <a:off x="7568978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374856" name="Freeform 114"/>
          <p:cNvSpPr/>
          <p:nvPr/>
        </p:nvSpPr>
        <p:spPr bwMode="auto">
          <a:xfrm>
            <a:off x="7664184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239470" name="Freeform 115"/>
          <p:cNvSpPr/>
          <p:nvPr/>
        </p:nvSpPr>
        <p:spPr bwMode="auto">
          <a:xfrm>
            <a:off x="7914084" y="578653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469974" name="Freeform 117"/>
          <p:cNvSpPr/>
          <p:nvPr/>
        </p:nvSpPr>
        <p:spPr bwMode="auto">
          <a:xfrm rot="0" flipH="0" flipV="0">
            <a:off x="7511494" y="6236421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1320557" name="Freeform 118"/>
          <p:cNvSpPr/>
          <p:nvPr/>
        </p:nvSpPr>
        <p:spPr bwMode="auto">
          <a:xfrm>
            <a:off x="7568978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3948919" name="Freeform 119"/>
          <p:cNvSpPr/>
          <p:nvPr/>
        </p:nvSpPr>
        <p:spPr bwMode="auto">
          <a:xfrm>
            <a:off x="7664184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486666" name="Freeform 120"/>
          <p:cNvSpPr/>
          <p:nvPr/>
        </p:nvSpPr>
        <p:spPr bwMode="auto">
          <a:xfrm>
            <a:off x="7914084" y="6284034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4"/>
                </a:lnTo>
                <a:lnTo>
                  <a:pt x="0" y="220784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03433" name="Freeform 121"/>
          <p:cNvSpPr/>
          <p:nvPr/>
        </p:nvSpPr>
        <p:spPr bwMode="auto">
          <a:xfrm>
            <a:off x="9434398" y="5473303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5"/>
                </a:lnTo>
                <a:lnTo>
                  <a:pt x="0" y="185445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211743" name="TextBox 122"/>
          <p:cNvSpPr txBox="1"/>
          <p:nvPr/>
        </p:nvSpPr>
        <p:spPr bwMode="auto">
          <a:xfrm flipH="0" flipV="0">
            <a:off x="2329942" y="522868"/>
            <a:ext cx="346827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マスターキー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43294268" name="TextBox 123"/>
          <p:cNvSpPr txBox="1"/>
          <p:nvPr/>
        </p:nvSpPr>
        <p:spPr bwMode="auto">
          <a:xfrm flipH="0" flipV="0">
            <a:off x="2329941" y="1443600"/>
            <a:ext cx="347109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目的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67492250" name="TextBox 124"/>
          <p:cNvSpPr txBox="1"/>
          <p:nvPr/>
        </p:nvSpPr>
        <p:spPr bwMode="auto">
          <a:xfrm>
            <a:off x="7685232" y="899984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</a:t>
            </a:r>
            <a:endParaRPr/>
          </a:p>
        </p:txBody>
      </p:sp>
      <p:sp>
        <p:nvSpPr>
          <p:cNvPr id="905899161" name="TextBox 125"/>
          <p:cNvSpPr txBox="1"/>
          <p:nvPr/>
        </p:nvSpPr>
        <p:spPr bwMode="auto">
          <a:xfrm>
            <a:off x="7670296" y="1843151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</a:t>
            </a:r>
            <a:endParaRPr/>
          </a:p>
        </p:txBody>
      </p:sp>
      <p:sp>
        <p:nvSpPr>
          <p:cNvPr id="584064946" name="TextBox 126"/>
          <p:cNvSpPr txBox="1"/>
          <p:nvPr/>
        </p:nvSpPr>
        <p:spPr bwMode="auto">
          <a:xfrm flipH="0" flipV="0">
            <a:off x="2329941" y="2363877"/>
            <a:ext cx="3470291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コインの種類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06085428" name="TextBox 127"/>
          <p:cNvSpPr txBox="1"/>
          <p:nvPr/>
        </p:nvSpPr>
        <p:spPr bwMode="auto">
          <a:xfrm>
            <a:off x="7670296" y="2763884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</a:t>
            </a:r>
            <a:endParaRPr/>
          </a:p>
        </p:txBody>
      </p:sp>
      <p:sp>
        <p:nvSpPr>
          <p:cNvPr id="503821723" name="TextBox 128"/>
          <p:cNvSpPr txBox="1"/>
          <p:nvPr/>
        </p:nvSpPr>
        <p:spPr bwMode="auto">
          <a:xfrm flipH="0" flipV="0">
            <a:off x="2329942" y="3284613"/>
            <a:ext cx="346827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アカウント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80242300" name="TextBox 129"/>
          <p:cNvSpPr txBox="1"/>
          <p:nvPr/>
        </p:nvSpPr>
        <p:spPr bwMode="auto">
          <a:xfrm flipH="0" flipV="0">
            <a:off x="2329941" y="4279351"/>
            <a:ext cx="3470694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チェーン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2842426" name="TextBox 130"/>
          <p:cNvSpPr txBox="1"/>
          <p:nvPr/>
        </p:nvSpPr>
        <p:spPr bwMode="auto">
          <a:xfrm>
            <a:off x="5780823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m/84'/0'/1'/0</a:t>
            </a:r>
            <a:endParaRPr/>
          </a:p>
        </p:txBody>
      </p:sp>
      <p:sp>
        <p:nvSpPr>
          <p:cNvPr id="726326879" name="TextBox 131"/>
          <p:cNvSpPr txBox="1"/>
          <p:nvPr/>
        </p:nvSpPr>
        <p:spPr bwMode="auto">
          <a:xfrm>
            <a:off x="6697833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m/84'/0'/1'/1</a:t>
            </a:r>
            <a:endParaRPr/>
          </a:p>
        </p:txBody>
      </p:sp>
      <p:sp>
        <p:nvSpPr>
          <p:cNvPr id="1399090455" name="TextBox 132"/>
          <p:cNvSpPr txBox="1"/>
          <p:nvPr/>
        </p:nvSpPr>
        <p:spPr bwMode="auto">
          <a:xfrm>
            <a:off x="7789551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m/84'/0'/2'/0</a:t>
            </a:r>
            <a:endParaRPr/>
          </a:p>
        </p:txBody>
      </p:sp>
      <p:sp>
        <p:nvSpPr>
          <p:cNvPr id="1344743036" name="TextBox 133"/>
          <p:cNvSpPr txBox="1"/>
          <p:nvPr/>
        </p:nvSpPr>
        <p:spPr bwMode="auto">
          <a:xfrm>
            <a:off x="8706988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m/84'/0'/2'/1</a:t>
            </a:r>
            <a:endParaRPr/>
          </a:p>
        </p:txBody>
      </p:sp>
      <p:sp>
        <p:nvSpPr>
          <p:cNvPr id="2018680100" name="TextBox 134"/>
          <p:cNvSpPr txBox="1"/>
          <p:nvPr/>
        </p:nvSpPr>
        <p:spPr bwMode="auto">
          <a:xfrm>
            <a:off x="5796781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エクスト</a:t>
            </a:r>
            <a:endParaRPr/>
          </a:p>
        </p:txBody>
      </p:sp>
      <p:sp>
        <p:nvSpPr>
          <p:cNvPr id="1159178272" name="TextBox 135"/>
          <p:cNvSpPr txBox="1"/>
          <p:nvPr/>
        </p:nvSpPr>
        <p:spPr bwMode="auto">
          <a:xfrm>
            <a:off x="6716870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イント。</a:t>
            </a:r>
            <a:endParaRPr/>
          </a:p>
        </p:txBody>
      </p:sp>
      <p:sp>
        <p:nvSpPr>
          <p:cNvPr id="367940701" name="TextBox 136"/>
          <p:cNvSpPr txBox="1"/>
          <p:nvPr/>
        </p:nvSpPr>
        <p:spPr bwMode="auto">
          <a:xfrm>
            <a:off x="7789551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エクスト</a:t>
            </a:r>
            <a:endParaRPr/>
          </a:p>
        </p:txBody>
      </p:sp>
      <p:sp>
        <p:nvSpPr>
          <p:cNvPr id="1678997586" name="TextBox 137"/>
          <p:cNvSpPr txBox="1"/>
          <p:nvPr/>
        </p:nvSpPr>
        <p:spPr bwMode="auto">
          <a:xfrm>
            <a:off x="8709639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イント。</a:t>
            </a:r>
            <a:endParaRPr/>
          </a:p>
        </p:txBody>
      </p:sp>
      <p:sp>
        <p:nvSpPr>
          <p:cNvPr id="1400126482" name="TextBox 138"/>
          <p:cNvSpPr txBox="1"/>
          <p:nvPr/>
        </p:nvSpPr>
        <p:spPr bwMode="auto">
          <a:xfrm flipH="0" flipV="0">
            <a:off x="2329941" y="5604447"/>
            <a:ext cx="3468679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住所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7157359" name="TextBox 139"/>
          <p:cNvSpPr txBox="1"/>
          <p:nvPr/>
        </p:nvSpPr>
        <p:spPr bwMode="auto">
          <a:xfrm>
            <a:off x="6400884" y="5573709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m/84'/0'/1'/0/0</a:t>
            </a:r>
            <a:endParaRPr/>
          </a:p>
        </p:txBody>
      </p:sp>
      <p:sp>
        <p:nvSpPr>
          <p:cNvPr id="1975576775" name="TextBox 140"/>
          <p:cNvSpPr txBox="1"/>
          <p:nvPr/>
        </p:nvSpPr>
        <p:spPr bwMode="auto">
          <a:xfrm>
            <a:off x="6400884" y="6070048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m/84'/0'/1'/0/1</a:t>
            </a:r>
            <a:endParaRPr/>
          </a:p>
        </p:txBody>
      </p:sp>
      <p:sp>
        <p:nvSpPr>
          <p:cNvPr id="1786102267" name="TextBox 141"/>
          <p:cNvSpPr txBox="1"/>
          <p:nvPr/>
        </p:nvSpPr>
        <p:spPr bwMode="auto">
          <a:xfrm>
            <a:off x="6400884" y="6567544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m/84'/0'/1'/0/2</a:t>
            </a:r>
            <a:endParaRPr/>
          </a:p>
        </p:txBody>
      </p:sp>
      <p:sp>
        <p:nvSpPr>
          <p:cNvPr id="861984309" name="TextBox 142"/>
          <p:cNvSpPr txBox="1"/>
          <p:nvPr/>
        </p:nvSpPr>
        <p:spPr bwMode="auto">
          <a:xfrm>
            <a:off x="7431850" y="5573709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m/84'/0'/1'/1/0</a:t>
            </a:r>
            <a:endParaRPr/>
          </a:p>
        </p:txBody>
      </p:sp>
      <p:sp>
        <p:nvSpPr>
          <p:cNvPr id="2116426142" name="TextBox 143"/>
          <p:cNvSpPr txBox="1"/>
          <p:nvPr/>
        </p:nvSpPr>
        <p:spPr bwMode="auto">
          <a:xfrm>
            <a:off x="7431850" y="6070048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m/84'/0'/1'/1/1</a:t>
            </a:r>
            <a:endParaRPr/>
          </a:p>
        </p:txBody>
      </p:sp>
      <p:sp>
        <p:nvSpPr>
          <p:cNvPr id="1962909457" name="TextBox 144"/>
          <p:cNvSpPr txBox="1"/>
          <p:nvPr/>
        </p:nvSpPr>
        <p:spPr bwMode="auto">
          <a:xfrm>
            <a:off x="7431850" y="6567544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m/84'/0'/1'/1/2</a:t>
            </a:r>
            <a:endParaRPr/>
          </a:p>
        </p:txBody>
      </p:sp>
      <p:sp>
        <p:nvSpPr>
          <p:cNvPr id="1370157338" name="Freeform 145"/>
          <p:cNvSpPr/>
          <p:nvPr/>
        </p:nvSpPr>
        <p:spPr bwMode="auto">
          <a:xfrm>
            <a:off x="9434398" y="5737825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4"/>
                </a:lnTo>
                <a:lnTo>
                  <a:pt x="0" y="185444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7605143" name="Freeform 146"/>
          <p:cNvSpPr/>
          <p:nvPr/>
        </p:nvSpPr>
        <p:spPr bwMode="auto">
          <a:xfrm>
            <a:off x="9434398" y="6002218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5"/>
                </a:lnTo>
                <a:lnTo>
                  <a:pt x="0" y="185445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363857" name="AutoShape 147"/>
          <p:cNvSpPr/>
          <p:nvPr/>
        </p:nvSpPr>
        <p:spPr bwMode="auto">
          <a:xfrm>
            <a:off x="6261924" y="4923330"/>
            <a:ext cx="0" cy="1486526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588226" name="AutoShape 148"/>
          <p:cNvSpPr/>
          <p:nvPr/>
        </p:nvSpPr>
        <p:spPr bwMode="auto">
          <a:xfrm>
            <a:off x="6246490" y="5912363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202701" name="AutoShape 149"/>
          <p:cNvSpPr/>
          <p:nvPr/>
        </p:nvSpPr>
        <p:spPr bwMode="auto">
          <a:xfrm>
            <a:off x="6246490" y="5400590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48194" name="AutoShape 150"/>
          <p:cNvSpPr/>
          <p:nvPr/>
        </p:nvSpPr>
        <p:spPr bwMode="auto">
          <a:xfrm>
            <a:off x="7275777" y="6397637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841355" name="AutoShape 151"/>
          <p:cNvSpPr/>
          <p:nvPr/>
        </p:nvSpPr>
        <p:spPr bwMode="auto">
          <a:xfrm>
            <a:off x="7290735" y="4926543"/>
            <a:ext cx="0" cy="1486526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50941" name="AutoShape 152"/>
          <p:cNvSpPr/>
          <p:nvPr/>
        </p:nvSpPr>
        <p:spPr bwMode="auto">
          <a:xfrm>
            <a:off x="7275300" y="5915576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903361" name="AutoShape 153"/>
          <p:cNvSpPr/>
          <p:nvPr/>
        </p:nvSpPr>
        <p:spPr bwMode="auto">
          <a:xfrm>
            <a:off x="7275300" y="5403803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218541" name="Freeform 154"/>
          <p:cNvSpPr/>
          <p:nvPr/>
        </p:nvSpPr>
        <p:spPr bwMode="auto">
          <a:xfrm rot="-8534550" flipH="1">
            <a:off x="1143555" y="3105970"/>
            <a:ext cx="994096" cy="355387"/>
          </a:xfrm>
          <a:custGeom>
            <a:avLst/>
            <a:gdLst/>
            <a:ahLst/>
            <a:cxnLst/>
            <a:rect l="l" t="t" r="r" b="b"/>
            <a:pathLst>
              <a:path w="994098" h="355390" fill="norm" stroke="1" extrusionOk="0">
                <a:moveTo>
                  <a:pt x="994098" y="0"/>
                </a:moveTo>
                <a:lnTo>
                  <a:pt x="0" y="0"/>
                </a:lnTo>
                <a:lnTo>
                  <a:pt x="0" y="355391"/>
                </a:lnTo>
                <a:lnTo>
                  <a:pt x="994098" y="355391"/>
                </a:lnTo>
                <a:lnTo>
                  <a:pt x="994098" y="0"/>
                </a:lnTo>
                <a:close/>
              </a:path>
            </a:pathLst>
          </a:custGeom>
          <a:blipFill>
            <a:blip r:embed="rId5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142808" name="AutoShape 32"/>
          <p:cNvSpPr/>
          <p:nvPr/>
        </p:nvSpPr>
        <p:spPr bwMode="auto">
          <a:xfrm>
            <a:off x="5954248" y="1328686"/>
            <a:ext cx="0" cy="40464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34729" name="Freeform 51"/>
          <p:cNvSpPr/>
          <p:nvPr/>
        </p:nvSpPr>
        <p:spPr bwMode="auto">
          <a:xfrm>
            <a:off x="1544298" y="2393416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0"/>
                </a:moveTo>
                <a:lnTo>
                  <a:pt x="978866" y="0"/>
                </a:lnTo>
                <a:lnTo>
                  <a:pt x="978866" y="276529"/>
                </a:lnTo>
                <a:lnTo>
                  <a:pt x="0" y="276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6113523" name="Freeform 52"/>
          <p:cNvSpPr/>
          <p:nvPr/>
        </p:nvSpPr>
        <p:spPr bwMode="auto">
          <a:xfrm rot="147169" flipH="1">
            <a:off x="9280476" y="5134743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29"/>
                </a:lnTo>
                <a:lnTo>
                  <a:pt x="978866" y="276529"/>
                </a:lnTo>
                <a:lnTo>
                  <a:pt x="9788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408158" name="Freeform 53"/>
          <p:cNvSpPr/>
          <p:nvPr/>
        </p:nvSpPr>
        <p:spPr bwMode="auto">
          <a:xfrm rot="-10253389" flipV="1">
            <a:off x="9026773" y="6227037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276530"/>
                </a:moveTo>
                <a:lnTo>
                  <a:pt x="978866" y="276530"/>
                </a:lnTo>
                <a:lnTo>
                  <a:pt x="978866" y="0"/>
                </a:lnTo>
                <a:lnTo>
                  <a:pt x="0" y="0"/>
                </a:lnTo>
                <a:lnTo>
                  <a:pt x="0" y="27653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258139" name="Freeform 54"/>
          <p:cNvSpPr/>
          <p:nvPr/>
        </p:nvSpPr>
        <p:spPr bwMode="auto">
          <a:xfrm rot="-10799952">
            <a:off x="9292749" y="1788431"/>
            <a:ext cx="477157" cy="2120711"/>
          </a:xfrm>
          <a:custGeom>
            <a:avLst/>
            <a:gdLst/>
            <a:ahLst/>
            <a:cxnLst/>
            <a:rect l="l" t="t" r="r" b="b"/>
            <a:pathLst>
              <a:path w="477160" h="2120713" fill="norm" stroke="1" extrusionOk="0">
                <a:moveTo>
                  <a:pt x="0" y="0"/>
                </a:moveTo>
                <a:lnTo>
                  <a:pt x="477160" y="0"/>
                </a:lnTo>
                <a:lnTo>
                  <a:pt x="477160" y="2120713"/>
                </a:lnTo>
                <a:lnTo>
                  <a:pt x="0" y="2120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629122" name="TextBox 55"/>
          <p:cNvSpPr txBox="1"/>
          <p:nvPr/>
        </p:nvSpPr>
        <p:spPr bwMode="auto">
          <a:xfrm>
            <a:off x="3117409" y="634185"/>
            <a:ext cx="567475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36323365" name="TextBox 56"/>
          <p:cNvSpPr txBox="1"/>
          <p:nvPr/>
        </p:nvSpPr>
        <p:spPr bwMode="auto">
          <a:xfrm>
            <a:off x="3256488" y="1076961"/>
            <a:ext cx="203796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9735516" name="TextBox 57"/>
          <p:cNvSpPr txBox="1"/>
          <p:nvPr/>
        </p:nvSpPr>
        <p:spPr bwMode="auto">
          <a:xfrm>
            <a:off x="6594048" y="1076961"/>
            <a:ext cx="203796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67973854" name="TextBox 58"/>
          <p:cNvSpPr txBox="1"/>
          <p:nvPr/>
        </p:nvSpPr>
        <p:spPr bwMode="auto">
          <a:xfrm>
            <a:off x="489859" y="1458461"/>
            <a:ext cx="2078586" cy="585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UTXOを使用</a:t>
            </a:r>
            <a:endParaRPr lang="en-US" sz="16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2302"/>
              </a:lnSpc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コインジョインサイクル</a:t>
            </a:r>
          </a:p>
        </p:txBody>
      </p:sp>
      <p:sp>
        <p:nvSpPr>
          <p:cNvPr id="141769980" name="TextBox 59"/>
          <p:cNvSpPr txBox="1"/>
          <p:nvPr/>
        </p:nvSpPr>
        <p:spPr bwMode="auto">
          <a:xfrm>
            <a:off x="9677396" y="5742948"/>
            <a:ext cx="1922202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採掘コスト Tx0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60106389" name="TextBox 60"/>
          <p:cNvSpPr txBox="1"/>
          <p:nvPr/>
        </p:nvSpPr>
        <p:spPr bwMode="auto">
          <a:xfrm>
            <a:off x="9813530" y="2320421"/>
            <a:ext cx="1577880" cy="58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均等化されたUTXOはミキシングの準備完了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76358094" name="TextBox 61"/>
          <p:cNvSpPr txBox="1"/>
          <p:nvPr/>
        </p:nvSpPr>
        <p:spPr bwMode="auto">
          <a:xfrm>
            <a:off x="9996424" y="4792111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毒性変化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07667201" name="Freeform 62"/>
          <p:cNvSpPr/>
          <p:nvPr/>
        </p:nvSpPr>
        <p:spPr bwMode="auto">
          <a:xfrm rot="142735" flipH="1">
            <a:off x="9324096" y="4367828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30"/>
                </a:lnTo>
                <a:lnTo>
                  <a:pt x="978866" y="276530"/>
                </a:lnTo>
                <a:lnTo>
                  <a:pt x="978866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941040" name="TextBox 63"/>
          <p:cNvSpPr txBox="1"/>
          <p:nvPr/>
        </p:nvSpPr>
        <p:spPr bwMode="auto">
          <a:xfrm>
            <a:off x="10021357" y="3921046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サービス料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63050941" name="Rectangle: Rounded Corners 12"/>
          <p:cNvSpPr/>
          <p:nvPr/>
        </p:nvSpPr>
        <p:spPr bwMode="auto">
          <a:xfrm flipH="0" flipV="0">
            <a:off x="2897147" y="297655"/>
            <a:ext cx="6224475" cy="62816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5514610" name=""/>
          <p:cNvGrpSpPr/>
          <p:nvPr/>
        </p:nvGrpSpPr>
        <p:grpSpPr bwMode="auto">
          <a:xfrm>
            <a:off x="3101175" y="1750241"/>
            <a:ext cx="5706141" cy="4632705"/>
            <a:chOff x="0" y="0"/>
            <a:chExt cx="5706141" cy="4632705"/>
          </a:xfrm>
        </p:grpSpPr>
        <p:sp>
          <p:nvSpPr>
            <p:cNvPr id="1166447117" name="Freeform 30"/>
            <p:cNvSpPr/>
            <p:nvPr/>
          </p:nvSpPr>
          <p:spPr bwMode="auto">
            <a:xfrm rot="0" flipH="0" flipV="0">
              <a:off x="0" y="132495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6638858" name="TextBox 31"/>
            <p:cNvSpPr txBox="1"/>
            <p:nvPr/>
          </p:nvSpPr>
          <p:spPr bwMode="auto">
            <a:xfrm rot="0" flipH="0" flipV="0">
              <a:off x="0" y="0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38014811" name="Freeform 34"/>
            <p:cNvSpPr/>
            <p:nvPr/>
          </p:nvSpPr>
          <p:spPr bwMode="auto">
            <a:xfrm rot="0" flipH="0" flipV="0">
              <a:off x="3316829" y="132495"/>
              <a:ext cx="2389312" cy="493427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7" y="0"/>
                  </a:moveTo>
                  <a:lnTo>
                    <a:pt x="924177" y="0"/>
                  </a:lnTo>
                  <a:cubicBezTo>
                    <a:pt x="982949" y="0"/>
                    <a:pt x="1030593" y="47644"/>
                    <a:pt x="1030593" y="106417"/>
                  </a:cubicBezTo>
                  <a:lnTo>
                    <a:pt x="1030593" y="106417"/>
                  </a:lnTo>
                  <a:cubicBezTo>
                    <a:pt x="1030593" y="165189"/>
                    <a:pt x="982949" y="212833"/>
                    <a:pt x="924177" y="212833"/>
                  </a:cubicBezTo>
                  <a:lnTo>
                    <a:pt x="106417" y="212833"/>
                  </a:lnTo>
                  <a:cubicBezTo>
                    <a:pt x="47644" y="212833"/>
                    <a:pt x="0" y="165189"/>
                    <a:pt x="0" y="106417"/>
                  </a:cubicBezTo>
                  <a:lnTo>
                    <a:pt x="0" y="106417"/>
                  </a:lnTo>
                  <a:cubicBezTo>
                    <a:pt x="0" y="47644"/>
                    <a:pt x="47644" y="0"/>
                    <a:pt x="10641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5373124" name="TextBox 35"/>
            <p:cNvSpPr txBox="1"/>
            <p:nvPr/>
          </p:nvSpPr>
          <p:spPr bwMode="auto">
            <a:xfrm rot="0" flipH="0" flipV="0">
              <a:off x="3316829" y="0"/>
              <a:ext cx="2389312" cy="62592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6597715" name="Freeform 37"/>
            <p:cNvSpPr/>
            <p:nvPr/>
          </p:nvSpPr>
          <p:spPr bwMode="auto">
            <a:xfrm rot="0" flipH="0" flipV="0">
              <a:off x="3316829" y="860653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42368552" name="TextBox 38"/>
            <p:cNvSpPr txBox="1"/>
            <p:nvPr/>
          </p:nvSpPr>
          <p:spPr bwMode="auto">
            <a:xfrm rot="0" flipH="0" flipV="0">
              <a:off x="3316829" y="728158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00598727" name="Freeform 40"/>
            <p:cNvSpPr/>
            <p:nvPr/>
          </p:nvSpPr>
          <p:spPr bwMode="auto">
            <a:xfrm rot="0" flipH="0" flipV="0">
              <a:off x="3316829" y="1589431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5829258" name="TextBox 41"/>
            <p:cNvSpPr txBox="1"/>
            <p:nvPr/>
          </p:nvSpPr>
          <p:spPr bwMode="auto">
            <a:xfrm rot="0" flipH="0" flipV="0">
              <a:off x="3316829" y="1456935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6094574" name="Freeform 43"/>
            <p:cNvSpPr/>
            <p:nvPr/>
          </p:nvSpPr>
          <p:spPr bwMode="auto">
            <a:xfrm rot="0" flipH="0" flipV="0">
              <a:off x="3316829" y="2318206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8692257" name="TextBox 44"/>
            <p:cNvSpPr txBox="1"/>
            <p:nvPr/>
          </p:nvSpPr>
          <p:spPr bwMode="auto">
            <a:xfrm rot="0" flipH="0" flipV="0">
              <a:off x="3316829" y="2185710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5400514" name="Freeform 46"/>
            <p:cNvSpPr/>
            <p:nvPr/>
          </p:nvSpPr>
          <p:spPr bwMode="auto">
            <a:xfrm rot="0" flipH="0" flipV="0">
              <a:off x="3316829" y="3046981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0518244" name="TextBox 47"/>
            <p:cNvSpPr txBox="1"/>
            <p:nvPr/>
          </p:nvSpPr>
          <p:spPr bwMode="auto">
            <a:xfrm rot="0" flipH="0" flipV="0">
              <a:off x="3316829" y="2914485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09773823" name="Freeform 49"/>
            <p:cNvSpPr/>
            <p:nvPr/>
          </p:nvSpPr>
          <p:spPr bwMode="auto">
            <a:xfrm rot="0" flipH="0" flipV="0">
              <a:off x="3316829" y="4139277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2968636" name="TextBox 50"/>
            <p:cNvSpPr txBox="1"/>
            <p:nvPr/>
          </p:nvSpPr>
          <p:spPr bwMode="auto">
            <a:xfrm rot="0" flipH="0" flipV="0">
              <a:off x="3316829" y="4006782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3947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80810"/>
            <a:ext cx="12191999" cy="62963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487924" name="AutoShape 32"/>
          <p:cNvSpPr/>
          <p:nvPr/>
        </p:nvSpPr>
        <p:spPr bwMode="auto">
          <a:xfrm>
            <a:off x="3638455" y="1179117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500434" name="TextBox 51"/>
          <p:cNvSpPr txBox="1"/>
          <p:nvPr/>
        </p:nvSpPr>
        <p:spPr bwMode="auto">
          <a:xfrm>
            <a:off x="541151" y="433189"/>
            <a:ext cx="6195685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32024936" name="TextBox 52"/>
          <p:cNvSpPr txBox="1"/>
          <p:nvPr/>
        </p:nvSpPr>
        <p:spPr bwMode="auto">
          <a:xfrm>
            <a:off x="715820" y="916619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3275357" name="TextBox 53"/>
          <p:cNvSpPr txBox="1"/>
          <p:nvPr/>
        </p:nvSpPr>
        <p:spPr bwMode="auto">
          <a:xfrm>
            <a:off x="4336998" y="916619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28855262" name="Rectangle: Rounded Corners 12"/>
          <p:cNvSpPr/>
          <p:nvPr/>
        </p:nvSpPr>
        <p:spPr bwMode="auto">
          <a:xfrm>
            <a:off x="158093" y="167860"/>
            <a:ext cx="7088370" cy="575930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25057392" name=""/>
          <p:cNvGrpSpPr/>
          <p:nvPr/>
        </p:nvGrpSpPr>
        <p:grpSpPr bwMode="auto">
          <a:xfrm>
            <a:off x="523426" y="1640792"/>
            <a:ext cx="6230050" cy="5007749"/>
            <a:chOff x="0" y="0"/>
            <a:chExt cx="6230050" cy="5007749"/>
          </a:xfrm>
        </p:grpSpPr>
        <p:sp>
          <p:nvSpPr>
            <p:cNvPr id="2103758371" name="Freeform 30"/>
            <p:cNvSpPr/>
            <p:nvPr/>
          </p:nvSpPr>
          <p:spPr bwMode="auto">
            <a:xfrm rot="0" flipH="0" flipV="0">
              <a:off x="0" y="168765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85417513" name="TextBox 31"/>
            <p:cNvSpPr txBox="1"/>
            <p:nvPr/>
          </p:nvSpPr>
          <p:spPr bwMode="auto">
            <a:xfrm rot="0" flipH="0" flipV="0">
              <a:off x="0" y="0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2916101" name="Freeform 34"/>
            <p:cNvSpPr/>
            <p:nvPr/>
          </p:nvSpPr>
          <p:spPr bwMode="auto">
            <a:xfrm rot="0" flipH="0" flipV="0">
              <a:off x="3621363" y="168765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67657"/>
                    <a:pt x="985417" y="212833"/>
                    <a:pt x="929690" y="212833"/>
                  </a:cubicBezTo>
                  <a:lnTo>
                    <a:pt x="100903" y="212833"/>
                  </a:lnTo>
                  <a:cubicBezTo>
                    <a:pt x="74142" y="212833"/>
                    <a:pt x="48477" y="202202"/>
                    <a:pt x="29554" y="183279"/>
                  </a:cubicBezTo>
                  <a:cubicBezTo>
                    <a:pt x="10631" y="164356"/>
                    <a:pt x="0" y="138691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5925773" name="TextBox 35"/>
            <p:cNvSpPr txBox="1"/>
            <p:nvPr/>
          </p:nvSpPr>
          <p:spPr bwMode="auto">
            <a:xfrm rot="0" flipH="0" flipV="0">
              <a:off x="3621363" y="0"/>
              <a:ext cx="2608687" cy="7075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44109531" name="Freeform 37"/>
            <p:cNvSpPr/>
            <p:nvPr/>
          </p:nvSpPr>
          <p:spPr bwMode="auto">
            <a:xfrm rot="0" flipH="0" flipV="0">
              <a:off x="3621363" y="963778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3054402" name="TextBox 38"/>
            <p:cNvSpPr txBox="1"/>
            <p:nvPr/>
          </p:nvSpPr>
          <p:spPr bwMode="auto">
            <a:xfrm rot="0" flipH="0" flipV="0">
              <a:off x="3621363" y="795013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48135707" name="Freeform 40"/>
            <p:cNvSpPr/>
            <p:nvPr/>
          </p:nvSpPr>
          <p:spPr bwMode="auto">
            <a:xfrm rot="0" flipH="0" flipV="0">
              <a:off x="3621363" y="1759469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72473593" name="TextBox 41"/>
            <p:cNvSpPr txBox="1"/>
            <p:nvPr/>
          </p:nvSpPr>
          <p:spPr bwMode="auto">
            <a:xfrm rot="0" flipH="0" flipV="0">
              <a:off x="3621363" y="1590703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73366778" name="Freeform 43"/>
            <p:cNvSpPr/>
            <p:nvPr/>
          </p:nvSpPr>
          <p:spPr bwMode="auto">
            <a:xfrm rot="0" flipH="0" flipV="0">
              <a:off x="3621363" y="2555158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04781190" name="TextBox 44"/>
            <p:cNvSpPr txBox="1"/>
            <p:nvPr/>
          </p:nvSpPr>
          <p:spPr bwMode="auto">
            <a:xfrm rot="0" flipH="0" flipV="0">
              <a:off x="3621363" y="2386392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10045538" name="Freeform 46"/>
            <p:cNvSpPr/>
            <p:nvPr/>
          </p:nvSpPr>
          <p:spPr bwMode="auto">
            <a:xfrm rot="0" flipH="0" flipV="0">
              <a:off x="3621363" y="3350847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91208606" name="TextBox 47"/>
            <p:cNvSpPr txBox="1"/>
            <p:nvPr/>
          </p:nvSpPr>
          <p:spPr bwMode="auto">
            <a:xfrm rot="0" flipH="0" flipV="0">
              <a:off x="3621363" y="3182081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46275293" name="Freeform 49"/>
            <p:cNvSpPr/>
            <p:nvPr/>
          </p:nvSpPr>
          <p:spPr bwMode="auto">
            <a:xfrm rot="0" flipH="0" flipV="0">
              <a:off x="3621363" y="4469017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9421036" name="TextBox 50"/>
            <p:cNvSpPr txBox="1"/>
            <p:nvPr/>
          </p:nvSpPr>
          <p:spPr bwMode="auto">
            <a:xfrm rot="0" flipH="0" flipV="0">
              <a:off x="3621363" y="4300250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94898645" name="AutoShape 54"/>
            <p:cNvSpPr/>
            <p:nvPr/>
          </p:nvSpPr>
          <p:spPr bwMode="auto">
            <a:xfrm>
              <a:off x="2608689" y="412615"/>
              <a:ext cx="1012673" cy="3182079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369526" name="AutoShape 32"/>
          <p:cNvSpPr/>
          <p:nvPr/>
        </p:nvSpPr>
        <p:spPr bwMode="auto">
          <a:xfrm>
            <a:off x="2879412" y="1572904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3805796" name="TextBox 42"/>
          <p:cNvSpPr txBox="1"/>
          <p:nvPr/>
        </p:nvSpPr>
        <p:spPr bwMode="auto">
          <a:xfrm>
            <a:off x="423722" y="826977"/>
            <a:ext cx="4912458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5907632" name="TextBox 43"/>
          <p:cNvSpPr txBox="1"/>
          <p:nvPr/>
        </p:nvSpPr>
        <p:spPr bwMode="auto">
          <a:xfrm>
            <a:off x="509227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2756166" name="TextBox 44"/>
          <p:cNvSpPr txBox="1"/>
          <p:nvPr/>
        </p:nvSpPr>
        <p:spPr bwMode="auto">
          <a:xfrm>
            <a:off x="3022287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7187399" name="AutoShape 54"/>
          <p:cNvSpPr/>
          <p:nvPr/>
        </p:nvSpPr>
        <p:spPr bwMode="auto">
          <a:xfrm>
            <a:off x="9204977" y="1572904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5955870" name="TextBox 64"/>
          <p:cNvSpPr txBox="1"/>
          <p:nvPr/>
        </p:nvSpPr>
        <p:spPr bwMode="auto">
          <a:xfrm>
            <a:off x="6749287" y="826977"/>
            <a:ext cx="4912458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ミックス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87825661" name="TextBox 65"/>
          <p:cNvSpPr txBox="1"/>
          <p:nvPr/>
        </p:nvSpPr>
        <p:spPr bwMode="auto">
          <a:xfrm>
            <a:off x="6834792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76944081" name="TextBox 66"/>
          <p:cNvSpPr txBox="1"/>
          <p:nvPr/>
        </p:nvSpPr>
        <p:spPr bwMode="auto">
          <a:xfrm>
            <a:off x="9347852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3961513" name="AutoShape 73"/>
          <p:cNvSpPr/>
          <p:nvPr/>
        </p:nvSpPr>
        <p:spPr bwMode="auto">
          <a:xfrm>
            <a:off x="5167267" y="3232914"/>
            <a:ext cx="1752579" cy="795349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81663854" name="Rectangle: Rounded Corners 12"/>
          <p:cNvSpPr/>
          <p:nvPr/>
        </p:nvSpPr>
        <p:spPr bwMode="auto">
          <a:xfrm>
            <a:off x="273618" y="343341"/>
            <a:ext cx="5303635" cy="61897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8630074" name="Rectangle: Rounded Corners 12"/>
          <p:cNvSpPr/>
          <p:nvPr/>
        </p:nvSpPr>
        <p:spPr bwMode="auto">
          <a:xfrm>
            <a:off x="6628342" y="343341"/>
            <a:ext cx="5208181" cy="61897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51853077" name=""/>
          <p:cNvGrpSpPr/>
          <p:nvPr/>
        </p:nvGrpSpPr>
        <p:grpSpPr bwMode="auto">
          <a:xfrm>
            <a:off x="6916266" y="2033166"/>
            <a:ext cx="4580141" cy="3846204"/>
            <a:chOff x="0" y="0"/>
            <a:chExt cx="4580141" cy="3846204"/>
          </a:xfrm>
        </p:grpSpPr>
        <p:sp>
          <p:nvSpPr>
            <p:cNvPr id="803655936" name="Freeform 56"/>
            <p:cNvSpPr/>
            <p:nvPr/>
          </p:nvSpPr>
          <p:spPr bwMode="auto">
            <a:xfrm rot="0" flipH="0" flipV="0">
              <a:off x="2514089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4127163" name="TextBox 57"/>
            <p:cNvSpPr txBox="1"/>
            <p:nvPr/>
          </p:nvSpPr>
          <p:spPr bwMode="auto">
            <a:xfrm rot="0" flipH="0" flipV="0">
              <a:off x="2514089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84680774" name="Freeform 59"/>
            <p:cNvSpPr/>
            <p:nvPr/>
          </p:nvSpPr>
          <p:spPr bwMode="auto">
            <a:xfrm rot="0" flipH="0" flipV="0">
              <a:off x="2514089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0203025" name="TextBox 60"/>
            <p:cNvSpPr txBox="1"/>
            <p:nvPr/>
          </p:nvSpPr>
          <p:spPr bwMode="auto">
            <a:xfrm rot="0" flipH="0" flipV="0">
              <a:off x="2514089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7580712" name="Freeform 62"/>
            <p:cNvSpPr/>
            <p:nvPr/>
          </p:nvSpPr>
          <p:spPr bwMode="auto">
            <a:xfrm rot="0" flipH="0" flipV="0">
              <a:off x="2514089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5978442" name="TextBox 63"/>
            <p:cNvSpPr txBox="1"/>
            <p:nvPr/>
          </p:nvSpPr>
          <p:spPr bwMode="auto">
            <a:xfrm rot="0" flipH="0" flipV="0">
              <a:off x="2514089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45512452" name="Freeform 68"/>
            <p:cNvSpPr/>
            <p:nvPr/>
          </p:nvSpPr>
          <p:spPr bwMode="auto">
            <a:xfrm rot="0" flipH="0" flipV="0">
              <a:off x="2514089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48157072" name="TextBox 69"/>
            <p:cNvSpPr txBox="1"/>
            <p:nvPr/>
          </p:nvSpPr>
          <p:spPr bwMode="auto">
            <a:xfrm rot="0" flipH="0" flipV="0">
              <a:off x="2514089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8957721" name="Freeform 71"/>
            <p:cNvSpPr/>
            <p:nvPr/>
          </p:nvSpPr>
          <p:spPr bwMode="auto">
            <a:xfrm rot="0" flipH="0" flipV="0">
              <a:off x="2510509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2442838" name="TextBox 72"/>
            <p:cNvSpPr txBox="1"/>
            <p:nvPr/>
          </p:nvSpPr>
          <p:spPr bwMode="auto">
            <a:xfrm rot="0" flipH="0" flipV="0">
              <a:off x="2510509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6780452" name="Freeform 75"/>
            <p:cNvSpPr/>
            <p:nvPr/>
          </p:nvSpPr>
          <p:spPr bwMode="auto">
            <a:xfrm rot="0" flipH="0" flipV="0">
              <a:off x="3580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30039869" name="TextBox 76"/>
            <p:cNvSpPr txBox="1"/>
            <p:nvPr/>
          </p:nvSpPr>
          <p:spPr bwMode="auto">
            <a:xfrm rot="0" flipH="0" flipV="0">
              <a:off x="3580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89967182" name="Freeform 78"/>
            <p:cNvSpPr/>
            <p:nvPr/>
          </p:nvSpPr>
          <p:spPr bwMode="auto">
            <a:xfrm rot="0" flipH="0" flipV="0">
              <a:off x="3580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4408258" name="TextBox 79"/>
            <p:cNvSpPr txBox="1"/>
            <p:nvPr/>
          </p:nvSpPr>
          <p:spPr bwMode="auto">
            <a:xfrm rot="0" flipH="0" flipV="0">
              <a:off x="3580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5812402" name="Freeform 81"/>
            <p:cNvSpPr/>
            <p:nvPr/>
          </p:nvSpPr>
          <p:spPr bwMode="auto">
            <a:xfrm rot="0" flipH="0" flipV="0">
              <a:off x="3580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7376770" name="TextBox 82"/>
            <p:cNvSpPr txBox="1"/>
            <p:nvPr/>
          </p:nvSpPr>
          <p:spPr bwMode="auto">
            <a:xfrm rot="0" flipH="0" flipV="0">
              <a:off x="3580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9237153" name="Freeform 84"/>
            <p:cNvSpPr/>
            <p:nvPr/>
          </p:nvSpPr>
          <p:spPr bwMode="auto">
            <a:xfrm rot="0" flipH="0" flipV="0">
              <a:off x="3580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6832117" name="TextBox 85"/>
            <p:cNvSpPr txBox="1"/>
            <p:nvPr/>
          </p:nvSpPr>
          <p:spPr bwMode="auto">
            <a:xfrm rot="0" flipH="0" flipV="0">
              <a:off x="3580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6342043" name="Freeform 87"/>
            <p:cNvSpPr/>
            <p:nvPr/>
          </p:nvSpPr>
          <p:spPr bwMode="auto">
            <a:xfrm rot="0" flipH="0" flipV="0">
              <a:off x="0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7650220" name="TextBox 88"/>
            <p:cNvSpPr txBox="1"/>
            <p:nvPr/>
          </p:nvSpPr>
          <p:spPr bwMode="auto">
            <a:xfrm rot="0" flipH="0" flipV="0">
              <a:off x="0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77759478" name=""/>
          <p:cNvGrpSpPr/>
          <p:nvPr/>
        </p:nvGrpSpPr>
        <p:grpSpPr bwMode="auto">
          <a:xfrm>
            <a:off x="588150" y="2033166"/>
            <a:ext cx="4582692" cy="3846204"/>
            <a:chOff x="0" y="0"/>
            <a:chExt cx="4582692" cy="3846204"/>
          </a:xfrm>
        </p:grpSpPr>
        <p:sp>
          <p:nvSpPr>
            <p:cNvPr id="1783667981" name="Freeform 30"/>
            <p:cNvSpPr/>
            <p:nvPr/>
          </p:nvSpPr>
          <p:spPr bwMode="auto">
            <a:xfrm rot="0" flipH="0" flipV="0">
              <a:off x="0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04729750" name="TextBox 31"/>
            <p:cNvSpPr txBox="1"/>
            <p:nvPr/>
          </p:nvSpPr>
          <p:spPr bwMode="auto">
            <a:xfrm rot="0" flipH="0" flipV="0">
              <a:off x="0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90780063" name="Freeform 34"/>
            <p:cNvSpPr/>
            <p:nvPr/>
          </p:nvSpPr>
          <p:spPr bwMode="auto">
            <a:xfrm rot="0" flipH="0" flipV="0">
              <a:off x="2516641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67274477" name="TextBox 35"/>
            <p:cNvSpPr txBox="1"/>
            <p:nvPr/>
          </p:nvSpPr>
          <p:spPr bwMode="auto">
            <a:xfrm rot="0" flipH="0" flipV="0">
              <a:off x="2516641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87310600" name="Freeform 37"/>
            <p:cNvSpPr/>
            <p:nvPr/>
          </p:nvSpPr>
          <p:spPr bwMode="auto">
            <a:xfrm rot="0" flipH="0" flipV="0">
              <a:off x="2516641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4387698" name="TextBox 38"/>
            <p:cNvSpPr txBox="1"/>
            <p:nvPr/>
          </p:nvSpPr>
          <p:spPr bwMode="auto">
            <a:xfrm rot="0" flipH="0" flipV="0">
              <a:off x="2516641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1363378" name="Freeform 40"/>
            <p:cNvSpPr/>
            <p:nvPr/>
          </p:nvSpPr>
          <p:spPr bwMode="auto">
            <a:xfrm rot="0" flipH="0" flipV="0">
              <a:off x="2516641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0444752" name="TextBox 41"/>
            <p:cNvSpPr txBox="1"/>
            <p:nvPr/>
          </p:nvSpPr>
          <p:spPr bwMode="auto">
            <a:xfrm rot="0" flipH="0" flipV="0">
              <a:off x="2516641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84168247" name="Freeform 46"/>
            <p:cNvSpPr/>
            <p:nvPr/>
          </p:nvSpPr>
          <p:spPr bwMode="auto">
            <a:xfrm rot="0" flipH="0" flipV="0">
              <a:off x="2516641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28753284" name="TextBox 47"/>
            <p:cNvSpPr txBox="1"/>
            <p:nvPr/>
          </p:nvSpPr>
          <p:spPr bwMode="auto">
            <a:xfrm rot="0" flipH="0" flipV="0">
              <a:off x="2516641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0731835" name="Freeform 49"/>
            <p:cNvSpPr/>
            <p:nvPr/>
          </p:nvSpPr>
          <p:spPr bwMode="auto">
            <a:xfrm rot="0" flipH="0" flipV="0">
              <a:off x="2513059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0139543" name="TextBox 50"/>
            <p:cNvSpPr txBox="1"/>
            <p:nvPr/>
          </p:nvSpPr>
          <p:spPr bwMode="auto">
            <a:xfrm rot="0" flipH="0" flipV="0">
              <a:off x="2513059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826321" name="Freeform 29"/>
          <p:cNvSpPr/>
          <p:nvPr/>
        </p:nvSpPr>
        <p:spPr bwMode="auto">
          <a:xfrm>
            <a:off x="1983434" y="2296627"/>
            <a:ext cx="499774" cy="499774"/>
          </a:xfrm>
          <a:custGeom>
            <a:avLst/>
            <a:gdLst/>
            <a:ahLst/>
            <a:cxnLst/>
            <a:rect l="l" t="t" r="r" b="b"/>
            <a:pathLst>
              <a:path w="499776" h="499776" fill="norm" stroke="1" extrusionOk="0">
                <a:moveTo>
                  <a:pt x="0" y="0"/>
                </a:moveTo>
                <a:lnTo>
                  <a:pt x="499775" y="0"/>
                </a:lnTo>
                <a:lnTo>
                  <a:pt x="499775" y="499776"/>
                </a:lnTo>
                <a:lnTo>
                  <a:pt x="0" y="4997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3457723" name="Freeform 30"/>
          <p:cNvSpPr/>
          <p:nvPr/>
        </p:nvSpPr>
        <p:spPr bwMode="auto">
          <a:xfrm>
            <a:off x="3725534" y="1666544"/>
            <a:ext cx="709803" cy="709803"/>
          </a:xfrm>
          <a:custGeom>
            <a:avLst/>
            <a:gdLst/>
            <a:ahLst/>
            <a:cxnLst/>
            <a:rect l="l" t="t" r="r" b="b"/>
            <a:pathLst>
              <a:path w="709803" h="709803" fill="norm" stroke="1" extrusionOk="0">
                <a:moveTo>
                  <a:pt x="0" y="0"/>
                </a:moveTo>
                <a:lnTo>
                  <a:pt x="709804" y="0"/>
                </a:lnTo>
                <a:lnTo>
                  <a:pt x="709804" y="709803"/>
                </a:lnTo>
                <a:lnTo>
                  <a:pt x="0" y="7098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713150" name="Freeform 31"/>
          <p:cNvSpPr/>
          <p:nvPr/>
        </p:nvSpPr>
        <p:spPr bwMode="auto">
          <a:xfrm>
            <a:off x="2914641" y="3212083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40" y="0"/>
                </a:lnTo>
                <a:lnTo>
                  <a:pt x="400940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1620264" name="Freeform 32"/>
          <p:cNvSpPr/>
          <p:nvPr/>
        </p:nvSpPr>
        <p:spPr bwMode="auto">
          <a:xfrm>
            <a:off x="1983434" y="3412553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40657" name="TextBox 36"/>
          <p:cNvSpPr txBox="1"/>
          <p:nvPr/>
        </p:nvSpPr>
        <p:spPr bwMode="auto">
          <a:xfrm>
            <a:off x="1639411" y="4380639"/>
            <a:ext cx="3051675" cy="41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ポストミックス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25717839" name="Freeform 37"/>
          <p:cNvSpPr/>
          <p:nvPr/>
        </p:nvSpPr>
        <p:spPr bwMode="auto">
          <a:xfrm>
            <a:off x="3251811" y="1465982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023952" name="Freeform 38"/>
          <p:cNvSpPr/>
          <p:nvPr/>
        </p:nvSpPr>
        <p:spPr bwMode="auto">
          <a:xfrm>
            <a:off x="2632523" y="1727278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40881" name="Freeform 39"/>
          <p:cNvSpPr/>
          <p:nvPr/>
        </p:nvSpPr>
        <p:spPr bwMode="auto">
          <a:xfrm>
            <a:off x="1782965" y="5267589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4982" name="Freeform 40"/>
          <p:cNvSpPr/>
          <p:nvPr/>
        </p:nvSpPr>
        <p:spPr bwMode="auto">
          <a:xfrm>
            <a:off x="3798318" y="5660854"/>
            <a:ext cx="564237" cy="564237"/>
          </a:xfrm>
          <a:custGeom>
            <a:avLst/>
            <a:gdLst/>
            <a:ahLst/>
            <a:cxnLst/>
            <a:rect l="l" t="t" r="r" b="b"/>
            <a:pathLst>
              <a:path w="564237" h="564237" fill="norm" stroke="1" extrusionOk="0">
                <a:moveTo>
                  <a:pt x="0" y="0"/>
                </a:moveTo>
                <a:lnTo>
                  <a:pt x="564236" y="0"/>
                </a:lnTo>
                <a:lnTo>
                  <a:pt x="564236" y="564236"/>
                </a:lnTo>
                <a:lnTo>
                  <a:pt x="0" y="5642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211031" name="Freeform 41"/>
          <p:cNvSpPr/>
          <p:nvPr/>
        </p:nvSpPr>
        <p:spPr bwMode="auto">
          <a:xfrm>
            <a:off x="3033462" y="4975525"/>
            <a:ext cx="499774" cy="499774"/>
          </a:xfrm>
          <a:custGeom>
            <a:avLst/>
            <a:gdLst/>
            <a:ahLst/>
            <a:cxnLst/>
            <a:rect l="l" t="t" r="r" b="b"/>
            <a:pathLst>
              <a:path w="499776" h="499776" fill="norm" stroke="1" extrusionOk="0">
                <a:moveTo>
                  <a:pt x="0" y="0"/>
                </a:moveTo>
                <a:lnTo>
                  <a:pt x="499776" y="0"/>
                </a:lnTo>
                <a:lnTo>
                  <a:pt x="499776" y="499775"/>
                </a:lnTo>
                <a:lnTo>
                  <a:pt x="0" y="499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0183" name="Freeform 42"/>
          <p:cNvSpPr/>
          <p:nvPr/>
        </p:nvSpPr>
        <p:spPr bwMode="auto">
          <a:xfrm>
            <a:off x="2969694" y="2324912"/>
            <a:ext cx="564237" cy="564237"/>
          </a:xfrm>
          <a:custGeom>
            <a:avLst/>
            <a:gdLst/>
            <a:ahLst/>
            <a:cxnLst/>
            <a:rect l="l" t="t" r="r" b="b"/>
            <a:pathLst>
              <a:path w="564237" h="564237" fill="norm" stroke="1" extrusionOk="0">
                <a:moveTo>
                  <a:pt x="0" y="0"/>
                </a:moveTo>
                <a:lnTo>
                  <a:pt x="564236" y="0"/>
                </a:lnTo>
                <a:lnTo>
                  <a:pt x="564236" y="564237"/>
                </a:lnTo>
                <a:lnTo>
                  <a:pt x="0" y="564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464446" name="Freeform 43"/>
          <p:cNvSpPr/>
          <p:nvPr/>
        </p:nvSpPr>
        <p:spPr bwMode="auto">
          <a:xfrm>
            <a:off x="3798318" y="2607031"/>
            <a:ext cx="709803" cy="709803"/>
          </a:xfrm>
          <a:custGeom>
            <a:avLst/>
            <a:gdLst/>
            <a:ahLst/>
            <a:cxnLst/>
            <a:rect l="l" t="t" r="r" b="b"/>
            <a:pathLst>
              <a:path w="709803" h="709803" fill="norm" stroke="1" extrusionOk="0">
                <a:moveTo>
                  <a:pt x="0" y="0"/>
                </a:moveTo>
                <a:lnTo>
                  <a:pt x="709803" y="0"/>
                </a:lnTo>
                <a:lnTo>
                  <a:pt x="709803" y="709803"/>
                </a:lnTo>
                <a:lnTo>
                  <a:pt x="0" y="70980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677229" name="Freeform 44"/>
          <p:cNvSpPr/>
          <p:nvPr/>
        </p:nvSpPr>
        <p:spPr bwMode="auto">
          <a:xfrm>
            <a:off x="1983434" y="1579877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18727" name="AutoShape 45"/>
          <p:cNvSpPr/>
          <p:nvPr/>
        </p:nvSpPr>
        <p:spPr bwMode="auto">
          <a:xfrm flipV="1">
            <a:off x="3533238" y="3264512"/>
            <a:ext cx="3699248" cy="183681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600828" name="AutoShape 46"/>
          <p:cNvSpPr/>
          <p:nvPr/>
        </p:nvSpPr>
        <p:spPr bwMode="auto">
          <a:xfrm>
            <a:off x="3315580" y="3469041"/>
            <a:ext cx="3917020" cy="11037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5433186" name="AutoShape 47"/>
          <p:cNvSpPr/>
          <p:nvPr/>
        </p:nvSpPr>
        <p:spPr bwMode="auto">
          <a:xfrm flipV="1">
            <a:off x="4362554" y="3918647"/>
            <a:ext cx="2870046" cy="18431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091026" name="Freeform 52"/>
          <p:cNvSpPr/>
          <p:nvPr/>
        </p:nvSpPr>
        <p:spPr bwMode="auto">
          <a:xfrm rot="0" flipH="0" flipV="0">
            <a:off x="7232486" y="2367166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17068354" name="TextBox 53"/>
          <p:cNvSpPr txBox="1"/>
          <p:nvPr/>
        </p:nvSpPr>
        <p:spPr bwMode="auto">
          <a:xfrm rot="0" flipH="0" flipV="0">
            <a:off x="7232486" y="2301858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4000916" name="AutoShape 54"/>
          <p:cNvSpPr/>
          <p:nvPr/>
        </p:nvSpPr>
        <p:spPr bwMode="auto">
          <a:xfrm>
            <a:off x="9054358" y="1957498"/>
            <a:ext cx="0" cy="351262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263413" name="Freeform 56"/>
          <p:cNvSpPr/>
          <p:nvPr/>
        </p:nvSpPr>
        <p:spPr bwMode="auto">
          <a:xfrm rot="0" flipH="0" flipV="0">
            <a:off x="7232486" y="3021300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5350373" name="TextBox 57"/>
          <p:cNvSpPr txBox="1"/>
          <p:nvPr/>
        </p:nvSpPr>
        <p:spPr bwMode="auto">
          <a:xfrm rot="0" flipH="0" flipV="0">
            <a:off x="7232486" y="2955991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50903359" name="Freeform 59"/>
          <p:cNvSpPr/>
          <p:nvPr/>
        </p:nvSpPr>
        <p:spPr bwMode="auto">
          <a:xfrm rot="0" flipH="0" flipV="0">
            <a:off x="7232600" y="3675435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008995" name="TextBox 60"/>
          <p:cNvSpPr txBox="1"/>
          <p:nvPr/>
        </p:nvSpPr>
        <p:spPr bwMode="auto">
          <a:xfrm rot="0" flipH="0" flipV="0">
            <a:off x="7232600" y="3610127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67334756" name="Freeform 62"/>
          <p:cNvSpPr/>
          <p:nvPr/>
        </p:nvSpPr>
        <p:spPr bwMode="auto">
          <a:xfrm rot="0" flipH="0" flipV="0">
            <a:off x="7232600" y="4329571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80729407" name="TextBox 63"/>
          <p:cNvSpPr txBox="1"/>
          <p:nvPr/>
        </p:nvSpPr>
        <p:spPr bwMode="auto">
          <a:xfrm rot="0" flipH="0" flipV="0">
            <a:off x="7232600" y="4264263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290048346" name="Freeform 65"/>
          <p:cNvSpPr/>
          <p:nvPr/>
        </p:nvSpPr>
        <p:spPr bwMode="auto">
          <a:xfrm rot="0" flipH="0" flipV="0">
            <a:off x="9458338" y="2367166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6699220" name="TextBox 66"/>
          <p:cNvSpPr txBox="1"/>
          <p:nvPr/>
        </p:nvSpPr>
        <p:spPr bwMode="auto">
          <a:xfrm rot="0" flipH="0" flipV="0">
            <a:off x="9458338" y="2301858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858204233" name="Freeform 68"/>
          <p:cNvSpPr/>
          <p:nvPr/>
        </p:nvSpPr>
        <p:spPr bwMode="auto">
          <a:xfrm rot="0" flipH="0" flipV="0">
            <a:off x="9458338" y="3021300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9568468" name="TextBox 69"/>
          <p:cNvSpPr txBox="1"/>
          <p:nvPr/>
        </p:nvSpPr>
        <p:spPr bwMode="auto">
          <a:xfrm rot="0" flipH="0" flipV="0">
            <a:off x="9458338" y="2955991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48505949" name="AutoShape 70"/>
          <p:cNvSpPr/>
          <p:nvPr/>
        </p:nvSpPr>
        <p:spPr bwMode="auto">
          <a:xfrm>
            <a:off x="4435338" y="2087756"/>
            <a:ext cx="2797148" cy="52262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870462" name="Freeform 71"/>
          <p:cNvSpPr/>
          <p:nvPr/>
        </p:nvSpPr>
        <p:spPr bwMode="auto">
          <a:xfrm>
            <a:off x="5527470" y="1240785"/>
            <a:ext cx="703128" cy="536135"/>
          </a:xfrm>
          <a:custGeom>
            <a:avLst/>
            <a:gdLst/>
            <a:ahLst/>
            <a:cxnLst/>
            <a:rect l="l" t="t" r="r" b="b"/>
            <a:pathLst>
              <a:path w="703130" h="536137" fill="norm" stroke="1" extrusionOk="0">
                <a:moveTo>
                  <a:pt x="0" y="0"/>
                </a:moveTo>
                <a:lnTo>
                  <a:pt x="703130" y="0"/>
                </a:lnTo>
                <a:lnTo>
                  <a:pt x="703130" y="536136"/>
                </a:lnTo>
                <a:lnTo>
                  <a:pt x="0" y="53613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0379" name="TextBox 72"/>
          <p:cNvSpPr txBox="1"/>
          <p:nvPr/>
        </p:nvSpPr>
        <p:spPr bwMode="auto">
          <a:xfrm flipH="0" flipV="0">
            <a:off x="1639410" y="762577"/>
            <a:ext cx="3163453" cy="412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プレミックス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997285979" name="TextBox 73"/>
          <p:cNvSpPr txBox="1"/>
          <p:nvPr/>
        </p:nvSpPr>
        <p:spPr bwMode="auto">
          <a:xfrm>
            <a:off x="7128460" y="1353256"/>
            <a:ext cx="3809115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52202547" name="TextBox 74"/>
          <p:cNvSpPr txBox="1"/>
          <p:nvPr/>
        </p:nvSpPr>
        <p:spPr bwMode="auto">
          <a:xfrm>
            <a:off x="7257885" y="1797742"/>
            <a:ext cx="1368419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04256576" name="TextBox 75"/>
          <p:cNvSpPr txBox="1"/>
          <p:nvPr/>
        </p:nvSpPr>
        <p:spPr bwMode="auto">
          <a:xfrm flipH="0" flipV="0">
            <a:off x="9272624" y="1814092"/>
            <a:ext cx="1810469" cy="313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346157531" name="TextBox 76"/>
          <p:cNvSpPr txBox="1"/>
          <p:nvPr/>
        </p:nvSpPr>
        <p:spPr bwMode="auto">
          <a:xfrm>
            <a:off x="5185719" y="1828823"/>
            <a:ext cx="1388071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b="1" i="1" lang="en-US">
                <a:solidFill>
                  <a:srgbClr val="FF5C00"/>
                </a:solidFill>
                <a:latin typeface="IBM Plex Sans"/>
              </a:rPr>
              <a:t>CIOH </a:t>
            </a:r>
            <a:r>
              <a:rPr sz="1750" b="1" i="1" lang="en-US">
                <a:solidFill>
                  <a:srgbClr val="FF5C00"/>
                </a:solidFill>
                <a:latin typeface="Rubik Bold Italics"/>
              </a:rPr>
              <a:t>！</a:t>
            </a:r>
            <a:endParaRPr/>
          </a:p>
        </p:txBody>
      </p:sp>
      <p:sp>
        <p:nvSpPr>
          <p:cNvPr id="1281215634" name="Freeform 77"/>
          <p:cNvSpPr/>
          <p:nvPr/>
        </p:nvSpPr>
        <p:spPr bwMode="auto">
          <a:xfrm>
            <a:off x="2233321" y="5588053"/>
            <a:ext cx="681318" cy="681318"/>
          </a:xfrm>
          <a:custGeom>
            <a:avLst/>
            <a:gdLst/>
            <a:ahLst/>
            <a:cxnLst/>
            <a:rect l="l" t="t" r="r" b="b"/>
            <a:pathLst>
              <a:path w="681320" h="681320" fill="norm" stroke="1" extrusionOk="0">
                <a:moveTo>
                  <a:pt x="0" y="0"/>
                </a:moveTo>
                <a:lnTo>
                  <a:pt x="681320" y="0"/>
                </a:lnTo>
                <a:lnTo>
                  <a:pt x="681320" y="681320"/>
                </a:lnTo>
                <a:lnTo>
                  <a:pt x="0" y="68132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239794" name="Rectangle: Rounded Corners 12"/>
          <p:cNvSpPr/>
          <p:nvPr/>
        </p:nvSpPr>
        <p:spPr bwMode="auto">
          <a:xfrm>
            <a:off x="1639410" y="343341"/>
            <a:ext cx="3162735" cy="36775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440166282" name="Rectangle: Rounded Corners 12"/>
          <p:cNvSpPr/>
          <p:nvPr/>
        </p:nvSpPr>
        <p:spPr bwMode="auto">
          <a:xfrm>
            <a:off x="1639410" y="4261439"/>
            <a:ext cx="3162735" cy="234051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018270203" name="Rectangle: Rounded Corners 12"/>
          <p:cNvSpPr/>
          <p:nvPr/>
        </p:nvSpPr>
        <p:spPr bwMode="auto">
          <a:xfrm>
            <a:off x="6906507" y="1160276"/>
            <a:ext cx="4253022" cy="461861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078831" name="Freeform 26"/>
          <p:cNvSpPr/>
          <p:nvPr/>
        </p:nvSpPr>
        <p:spPr bwMode="auto">
          <a:xfrm flipH="0" flipV="0">
            <a:off x="219033" y="206136"/>
            <a:ext cx="2907092" cy="2926917"/>
          </a:xfrm>
          <a:custGeom>
            <a:avLst/>
            <a:gdLst/>
            <a:ahLst/>
            <a:cxnLst/>
            <a:rect l="l" t="t" r="r" b="b"/>
            <a:pathLst>
              <a:path w="2770268" h="2770268" fill="norm" stroke="1" extrusionOk="0">
                <a:moveTo>
                  <a:pt x="0" y="0"/>
                </a:moveTo>
                <a:lnTo>
                  <a:pt x="2770268" y="0"/>
                </a:lnTo>
                <a:lnTo>
                  <a:pt x="2770268" y="2770268"/>
                </a:lnTo>
                <a:lnTo>
                  <a:pt x="0" y="2770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08661730" name="Group 27"/>
          <p:cNvGrpSpPr/>
          <p:nvPr/>
        </p:nvGrpSpPr>
        <p:grpSpPr bwMode="auto">
          <a:xfrm flipH="0" flipV="0">
            <a:off x="4041937" y="171981"/>
            <a:ext cx="2783855" cy="2802841"/>
            <a:chOff x="0" y="0"/>
            <a:chExt cx="2783855" cy="2802841"/>
          </a:xfrm>
        </p:grpSpPr>
        <p:sp>
          <p:nvSpPr>
            <p:cNvPr id="1259803084" name="Freeform 28"/>
            <p:cNvSpPr/>
            <p:nvPr/>
          </p:nvSpPr>
          <p:spPr bwMode="auto">
            <a:xfrm>
              <a:off x="0" y="0"/>
              <a:ext cx="2783855" cy="280284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/>
            </a:blipFill>
          </p:spPr>
        </p:sp>
      </p:grpSp>
      <p:sp>
        <p:nvSpPr>
          <p:cNvPr id="476516182" name=""/>
          <p:cNvSpPr txBox="1"/>
          <p:nvPr/>
        </p:nvSpPr>
        <p:spPr bwMode="auto">
          <a:xfrm rot="0" flipH="0" flipV="0">
            <a:off x="2193702" y="3404830"/>
            <a:ext cx="2057689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i="1" lang="en-US">
                <a:latin typeface="IBM Plex Sans"/>
              </a:rPr>
              <a:t>スパロー＆サムライ </a:t>
            </a:r>
            <a:r>
              <a:rPr sz="1600" i="1" lang="fr-FR">
                <a:latin typeface="IBM Plex Sans"/>
              </a:rPr>
              <a:t/>
            </a:r>
            <a:endParaRPr sz="16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842313" name="Freeform 27"/>
          <p:cNvSpPr/>
          <p:nvPr/>
        </p:nvSpPr>
        <p:spPr bwMode="auto">
          <a:xfrm rot="0" flipH="0" flipV="0">
            <a:off x="496559" y="2878778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437932909" name="TextBox 28"/>
          <p:cNvSpPr txBox="1"/>
          <p:nvPr/>
        </p:nvSpPr>
        <p:spPr bwMode="auto">
          <a:xfrm rot="0" flipH="0" flipV="0">
            <a:off x="496559" y="2710012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コイン結合前のUTXO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22338651" name="AutoShape 29"/>
          <p:cNvSpPr/>
          <p:nvPr/>
        </p:nvSpPr>
        <p:spPr bwMode="auto">
          <a:xfrm flipH="1" flipV="1">
            <a:off x="2853894" y="3443878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719113050" name="Freeform 31"/>
          <p:cNvSpPr/>
          <p:nvPr/>
        </p:nvSpPr>
        <p:spPr bwMode="auto">
          <a:xfrm rot="0" flipH="0" flipV="0">
            <a:off x="8959628" y="2869809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609113385" name="TextBox 32"/>
          <p:cNvSpPr txBox="1"/>
          <p:nvPr/>
        </p:nvSpPr>
        <p:spPr bwMode="auto">
          <a:xfrm rot="0" flipH="0" flipV="0">
            <a:off x="8959628" y="2701043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コイン結合後のUTXO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075952627" name="Freeform 34"/>
          <p:cNvSpPr/>
          <p:nvPr/>
        </p:nvSpPr>
        <p:spPr bwMode="auto">
          <a:xfrm rot="0" flipH="0" flipV="0">
            <a:off x="4728094" y="2519483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108648726" name="TextBox 35"/>
          <p:cNvSpPr txBox="1"/>
          <p:nvPr/>
        </p:nvSpPr>
        <p:spPr bwMode="auto">
          <a:xfrm rot="0" flipH="0" flipV="0">
            <a:off x="4728094" y="2350718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1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コインジョイント</a:t>
            </a:r>
            <a:endParaRPr lang="en-US" sz="2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0"/>
              </a:lnSpc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サイクル</a:t>
            </a:r>
          </a:p>
        </p:txBody>
      </p:sp>
      <p:sp>
        <p:nvSpPr>
          <p:cNvPr id="2017576008" name="AutoShape 36"/>
          <p:cNvSpPr/>
          <p:nvPr/>
        </p:nvSpPr>
        <p:spPr bwMode="auto">
          <a:xfrm flipH="1">
            <a:off x="7085428" y="3443878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93212663" name="Freeform 37"/>
          <p:cNvSpPr/>
          <p:nvPr/>
        </p:nvSpPr>
        <p:spPr bwMode="auto">
          <a:xfrm>
            <a:off x="7640705" y="2841051"/>
            <a:ext cx="940455" cy="1217416"/>
          </a:xfrm>
          <a:custGeom>
            <a:avLst/>
            <a:gdLst/>
            <a:ahLst/>
            <a:cxnLst/>
            <a:rect l="l" t="t" r="r" b="b"/>
            <a:pathLst>
              <a:path w="940456" h="1217418" fill="norm" stroke="1" extrusionOk="0">
                <a:moveTo>
                  <a:pt x="0" y="0"/>
                </a:moveTo>
                <a:lnTo>
                  <a:pt x="940456" y="0"/>
                </a:lnTo>
                <a:lnTo>
                  <a:pt x="940456" y="1217418"/>
                </a:lnTo>
                <a:lnTo>
                  <a:pt x="0" y="1217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29895003" name="TextBox 38"/>
          <p:cNvSpPr txBox="1"/>
          <p:nvPr/>
        </p:nvSpPr>
        <p:spPr bwMode="auto">
          <a:xfrm>
            <a:off x="145107" y="563299"/>
            <a:ext cx="3256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アナリストは知っている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このUTXO</a:t>
            </a:r>
          </a:p>
        </p:txBody>
      </p:sp>
      <p:sp>
        <p:nvSpPr>
          <p:cNvPr id="1180785966" name="Freeform 39"/>
          <p:cNvSpPr/>
          <p:nvPr/>
        </p:nvSpPr>
        <p:spPr bwMode="auto">
          <a:xfrm rot="4676779">
            <a:off x="1136502" y="2072766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7987518" name="TextBox 40"/>
          <p:cNvSpPr txBox="1"/>
          <p:nvPr/>
        </p:nvSpPr>
        <p:spPr bwMode="auto">
          <a:xfrm flipH="0" flipV="0">
            <a:off x="8307453" y="5407643"/>
            <a:ext cx="3720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アナリストは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このUTXOを見つけたい</a:t>
            </a:r>
          </a:p>
        </p:txBody>
      </p:sp>
      <p:sp>
        <p:nvSpPr>
          <p:cNvPr id="38192481" name="Freeform 41"/>
          <p:cNvSpPr/>
          <p:nvPr/>
        </p:nvSpPr>
        <p:spPr bwMode="auto">
          <a:xfrm rot="-5882636">
            <a:off x="9944345" y="452992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74090451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428424" y="4561098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931650" name="Freeform 27"/>
          <p:cNvSpPr/>
          <p:nvPr/>
        </p:nvSpPr>
        <p:spPr bwMode="auto">
          <a:xfrm rot="0" flipH="0" flipV="0">
            <a:off x="399169" y="291567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40214059" name="TextBox 28"/>
          <p:cNvSpPr txBox="1"/>
          <p:nvPr/>
        </p:nvSpPr>
        <p:spPr bwMode="auto">
          <a:xfrm rot="0" flipH="0" flipV="0">
            <a:off x="399169" y="274691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コイン結合前のUTXO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7117181" name="AutoShape 29"/>
          <p:cNvSpPr/>
          <p:nvPr/>
        </p:nvSpPr>
        <p:spPr bwMode="auto">
          <a:xfrm flipH="1" flipV="1">
            <a:off x="2756503" y="3489746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234199196" name="Freeform 31"/>
          <p:cNvSpPr/>
          <p:nvPr/>
        </p:nvSpPr>
        <p:spPr bwMode="auto">
          <a:xfrm rot="0" flipH="0" flipV="0">
            <a:off x="8862237" y="291567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312248878" name="TextBox 32"/>
          <p:cNvSpPr txBox="1"/>
          <p:nvPr/>
        </p:nvSpPr>
        <p:spPr bwMode="auto">
          <a:xfrm rot="0" flipH="0" flipV="0">
            <a:off x="8862237" y="274691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コイン結合後のUTXO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02179939" name="Freeform 34"/>
          <p:cNvSpPr/>
          <p:nvPr/>
        </p:nvSpPr>
        <p:spPr bwMode="auto">
          <a:xfrm rot="0" flipH="0" flipV="0">
            <a:off x="4630704" y="2565351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1282006" name="TextBox 35"/>
          <p:cNvSpPr txBox="1"/>
          <p:nvPr/>
        </p:nvSpPr>
        <p:spPr bwMode="auto">
          <a:xfrm rot="0" flipH="0" flipV="0">
            <a:off x="4630704" y="2396584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i="0" u="none" lang="en-US">
                <a:solidFill>
                  <a:srgbClr val="FFFFFF"/>
                </a:solidFill>
                <a:latin typeface="IBM Plex Sans"/>
              </a:rPr>
              <a:t>コインジョイント</a:t>
            </a:r>
            <a:endParaRPr sz="2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600" b="1" i="0" u="none" lang="en-US">
                <a:solidFill>
                  <a:srgbClr val="FFFFFF"/>
                </a:solidFill>
                <a:latin typeface="IBM Plex Sans"/>
              </a:rPr>
              <a:t>サイクル</a:t>
            </a:r>
          </a:p>
        </p:txBody>
      </p:sp>
      <p:sp>
        <p:nvSpPr>
          <p:cNvPr id="689344957" name="AutoShape 36"/>
          <p:cNvSpPr/>
          <p:nvPr/>
        </p:nvSpPr>
        <p:spPr bwMode="auto">
          <a:xfrm flipH="1">
            <a:off x="6988039" y="3489746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70820855" name="Freeform 37"/>
          <p:cNvSpPr/>
          <p:nvPr/>
        </p:nvSpPr>
        <p:spPr bwMode="auto">
          <a:xfrm>
            <a:off x="3223376" y="2915677"/>
            <a:ext cx="940455" cy="1217416"/>
          </a:xfrm>
          <a:custGeom>
            <a:avLst/>
            <a:gdLst/>
            <a:ahLst/>
            <a:cxnLst/>
            <a:rect l="l" t="t" r="r" b="b"/>
            <a:pathLst>
              <a:path w="940456" h="1217418" fill="norm" stroke="1" extrusionOk="0">
                <a:moveTo>
                  <a:pt x="0" y="0"/>
                </a:moveTo>
                <a:lnTo>
                  <a:pt x="940455" y="0"/>
                </a:lnTo>
                <a:lnTo>
                  <a:pt x="940455" y="1217419"/>
                </a:lnTo>
                <a:lnTo>
                  <a:pt x="0" y="12174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19129327" name="TextBox 38"/>
          <p:cNvSpPr txBox="1"/>
          <p:nvPr/>
        </p:nvSpPr>
        <p:spPr bwMode="auto">
          <a:xfrm>
            <a:off x="8710131" y="580592"/>
            <a:ext cx="3256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アナリストは知っている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このUTXO</a:t>
            </a:r>
          </a:p>
        </p:txBody>
      </p:sp>
      <p:sp>
        <p:nvSpPr>
          <p:cNvPr id="547598947" name="Freeform 39"/>
          <p:cNvSpPr/>
          <p:nvPr/>
        </p:nvSpPr>
        <p:spPr bwMode="auto">
          <a:xfrm rot="-5316991" flipH="1">
            <a:off x="10051508" y="210380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4"/>
                </a:lnTo>
                <a:lnTo>
                  <a:pt x="974849" y="275394"/>
                </a:lnTo>
                <a:lnTo>
                  <a:pt x="974849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623711" name="TextBox 40"/>
          <p:cNvSpPr txBox="1"/>
          <p:nvPr/>
        </p:nvSpPr>
        <p:spPr bwMode="auto">
          <a:xfrm flipH="0" flipV="0">
            <a:off x="135468" y="5367785"/>
            <a:ext cx="3791268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アナリストは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このUTXOを見つけたい</a:t>
            </a:r>
          </a:p>
        </p:txBody>
      </p:sp>
      <p:sp>
        <p:nvSpPr>
          <p:cNvPr id="97202808" name="Freeform 41"/>
          <p:cNvSpPr/>
          <p:nvPr/>
        </p:nvSpPr>
        <p:spPr bwMode="auto">
          <a:xfrm rot="-5882636" flipV="1">
            <a:off x="1090412" y="457810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4083719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327094" y="4588014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114449" name="Freeform 27"/>
          <p:cNvSpPr/>
          <p:nvPr/>
        </p:nvSpPr>
        <p:spPr bwMode="auto">
          <a:xfrm rot="0" flipH="0" flipV="0">
            <a:off x="649287" y="2443488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12960103" name="TextBox 28"/>
          <p:cNvSpPr txBox="1"/>
          <p:nvPr/>
        </p:nvSpPr>
        <p:spPr bwMode="auto">
          <a:xfrm rot="0" flipH="0" flipV="0">
            <a:off x="649287" y="2274722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コイン結合前のUTXO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24191386" name="AutoShape 29"/>
          <p:cNvSpPr/>
          <p:nvPr/>
        </p:nvSpPr>
        <p:spPr bwMode="auto">
          <a:xfrm flipH="1" flipV="1">
            <a:off x="3006620" y="3017558"/>
            <a:ext cx="820270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00490875" name="Freeform 31"/>
          <p:cNvSpPr/>
          <p:nvPr/>
        </p:nvSpPr>
        <p:spPr bwMode="auto">
          <a:xfrm rot="0" flipH="0" flipV="0">
            <a:off x="3826892" y="2093163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59924739" name="TextBox 32"/>
          <p:cNvSpPr txBox="1"/>
          <p:nvPr/>
        </p:nvSpPr>
        <p:spPr bwMode="auto">
          <a:xfrm rot="0" flipH="0" flipV="0">
            <a:off x="3826892" y="1924398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200" b="1" i="0" u="none" lang="en-US">
                <a:solidFill>
                  <a:srgbClr val="FFFFFF"/>
                </a:solidFill>
                <a:latin typeface="IBM Plex Sans"/>
              </a:rPr>
              <a:t>コインジョイント</a:t>
            </a:r>
            <a:endParaRPr sz="2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200" b="1" i="0" u="none" lang="en-US">
                <a:solidFill>
                  <a:srgbClr val="FFFFFF"/>
                </a:solidFill>
                <a:latin typeface="IBM Plex Sans"/>
              </a:rPr>
              <a:t>サイクル</a:t>
            </a:r>
          </a:p>
        </p:txBody>
      </p:sp>
      <p:sp>
        <p:nvSpPr>
          <p:cNvPr id="1569651618" name="AutoShape 33"/>
          <p:cNvSpPr/>
          <p:nvPr/>
        </p:nvSpPr>
        <p:spPr bwMode="auto">
          <a:xfrm flipH="1" flipV="1">
            <a:off x="6184227" y="3023441"/>
            <a:ext cx="2059554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16196131" name="TextBox 34"/>
          <p:cNvSpPr txBox="1"/>
          <p:nvPr/>
        </p:nvSpPr>
        <p:spPr bwMode="auto">
          <a:xfrm>
            <a:off x="287643" y="127839"/>
            <a:ext cx="3074175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3217"/>
              </a:lnSpc>
              <a:spcBef>
                <a:spcPts val="0"/>
              </a:spcBef>
              <a:defRPr/>
            </a:pPr>
            <a:r>
              <a:rPr sz="2400" i="1" u="none" lang="en-US">
                <a:solidFill>
                  <a:srgbClr val="000000"/>
                </a:solidFill>
                <a:latin typeface="IBM Plex Sans"/>
              </a:rPr>
              <a:t>アナリストは知っている</a:t>
            </a:r>
            <a:endParaRPr lang="en-US" sz="2400" i="1" u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u="none" lang="en-US">
                <a:solidFill>
                  <a:srgbClr val="000000"/>
                </a:solidFill>
                <a:latin typeface="IBM Plex Sans"/>
              </a:rPr>
              <a:t>このUTXO</a:t>
            </a:r>
          </a:p>
        </p:txBody>
      </p:sp>
      <p:sp>
        <p:nvSpPr>
          <p:cNvPr id="1732506196" name="Freeform 35"/>
          <p:cNvSpPr/>
          <p:nvPr/>
        </p:nvSpPr>
        <p:spPr bwMode="auto">
          <a:xfrm rot="4897551">
            <a:off x="1223014" y="15907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384969856" name="TextBox 36"/>
          <p:cNvSpPr txBox="1"/>
          <p:nvPr/>
        </p:nvSpPr>
        <p:spPr bwMode="auto">
          <a:xfrm flipH="0" flipV="0">
            <a:off x="2874987" y="5713379"/>
            <a:ext cx="5754873" cy="817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3216"/>
              </a:lnSpc>
              <a:spcBef>
                <a:spcPts val="0"/>
              </a:spcBef>
              <a:defRPr/>
            </a:pPr>
            <a:r>
              <a:rPr sz="2400" b="0" i="1" u="none" lang="en-US">
                <a:solidFill>
                  <a:srgbClr val="000000"/>
                </a:solidFill>
                <a:latin typeface="IBM Plex Sans"/>
              </a:rPr>
              <a:t>アナリストが直面するのは、UTXOのグループである。</a:t>
            </a:r>
            <a:endParaRPr lang="en-US" sz="2400" b="0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b="0" i="1" u="none" lang="en-US">
                <a:solidFill>
                  <a:srgbClr val="000000"/>
                </a:solidFill>
                <a:latin typeface="IBM Plex Sans"/>
              </a:rPr>
              <a:t>のグループに直面する。</a:t>
            </a:r>
          </a:p>
        </p:txBody>
      </p:sp>
      <p:sp>
        <p:nvSpPr>
          <p:cNvPr id="755845812" name="Freeform 37"/>
          <p:cNvSpPr/>
          <p:nvPr/>
        </p:nvSpPr>
        <p:spPr bwMode="auto">
          <a:xfrm rot="-4057331">
            <a:off x="8513621" y="5581244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159833" name="Freeform 39"/>
          <p:cNvSpPr/>
          <p:nvPr/>
        </p:nvSpPr>
        <p:spPr bwMode="auto">
          <a:xfrm rot="0" flipH="0" flipV="0">
            <a:off x="8243778" y="268826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92534513" name="TextBox 40"/>
          <p:cNvSpPr txBox="1"/>
          <p:nvPr/>
        </p:nvSpPr>
        <p:spPr bwMode="auto">
          <a:xfrm rot="0" flipH="0" flipV="0">
            <a:off x="8243778" y="251950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推定UTXO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95988696" name="Freeform 42"/>
          <p:cNvSpPr/>
          <p:nvPr/>
        </p:nvSpPr>
        <p:spPr bwMode="auto">
          <a:xfrm rot="0" flipH="0" flipV="0">
            <a:off x="8243778" y="182446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15118778" name="TextBox 43"/>
          <p:cNvSpPr txBox="1"/>
          <p:nvPr/>
        </p:nvSpPr>
        <p:spPr bwMode="auto">
          <a:xfrm rot="0" flipH="0" flipV="0">
            <a:off x="8243778" y="165570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推定UTXO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47945141" name="Freeform 45"/>
          <p:cNvSpPr/>
          <p:nvPr/>
        </p:nvSpPr>
        <p:spPr bwMode="auto">
          <a:xfrm rot="0" flipH="0" flipV="0">
            <a:off x="8243778" y="96214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4015718" name="TextBox 46"/>
          <p:cNvSpPr txBox="1"/>
          <p:nvPr/>
        </p:nvSpPr>
        <p:spPr bwMode="auto">
          <a:xfrm rot="0" flipH="0" flipV="0">
            <a:off x="8243778" y="79338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推定UTXO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37733727" name="Freeform 48"/>
          <p:cNvSpPr/>
          <p:nvPr/>
        </p:nvSpPr>
        <p:spPr bwMode="auto">
          <a:xfrm rot="0" flipH="0" flipV="0">
            <a:off x="8243778" y="441290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61060445" name="TextBox 49"/>
          <p:cNvSpPr txBox="1"/>
          <p:nvPr/>
        </p:nvSpPr>
        <p:spPr bwMode="auto">
          <a:xfrm rot="0" flipH="0" flipV="0">
            <a:off x="8243778" y="424414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推定UTXO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3326461" name="Freeform 51"/>
          <p:cNvSpPr/>
          <p:nvPr/>
        </p:nvSpPr>
        <p:spPr bwMode="auto">
          <a:xfrm rot="0" flipH="0" flipV="0">
            <a:off x="8243778" y="355058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592726" name="TextBox 52"/>
          <p:cNvSpPr txBox="1"/>
          <p:nvPr/>
        </p:nvSpPr>
        <p:spPr bwMode="auto">
          <a:xfrm rot="0" flipH="0" flipV="0">
            <a:off x="8243778" y="338182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推定UTXO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5778658" name="AutoShape 53"/>
          <p:cNvSpPr/>
          <p:nvPr/>
        </p:nvSpPr>
        <p:spPr bwMode="auto">
          <a:xfrm flipH="1">
            <a:off x="6184227" y="2160380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24812619" name="AutoShape 54"/>
          <p:cNvSpPr/>
          <p:nvPr/>
        </p:nvSpPr>
        <p:spPr bwMode="auto">
          <a:xfrm flipH="1">
            <a:off x="6184227" y="1298060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470070738" name="AutoShape 55"/>
          <p:cNvSpPr/>
          <p:nvPr/>
        </p:nvSpPr>
        <p:spPr bwMode="auto">
          <a:xfrm flipH="1" flipV="1">
            <a:off x="6184227" y="3023441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09383732" name="AutoShape 56"/>
          <p:cNvSpPr/>
          <p:nvPr/>
        </p:nvSpPr>
        <p:spPr bwMode="auto">
          <a:xfrm flipH="1" flipV="1">
            <a:off x="6184227" y="3023441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896852200" name="Freeform 57"/>
          <p:cNvSpPr/>
          <p:nvPr/>
        </p:nvSpPr>
        <p:spPr bwMode="auto">
          <a:xfrm>
            <a:off x="10796331" y="2547138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pic>
        <p:nvPicPr>
          <p:cNvPr id="151052342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570287" y="4033867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413029" name="Freeform 27"/>
          <p:cNvSpPr/>
          <p:nvPr/>
        </p:nvSpPr>
        <p:spPr bwMode="auto">
          <a:xfrm rot="0" flipH="0" flipV="0">
            <a:off x="867957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1076248594" name="Freeform 29"/>
          <p:cNvSpPr/>
          <p:nvPr/>
        </p:nvSpPr>
        <p:spPr bwMode="auto">
          <a:xfrm rot="0" flipH="0" flipV="0">
            <a:off x="958815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66291399" name="TextBox 30"/>
          <p:cNvSpPr txBox="1"/>
          <p:nvPr/>
        </p:nvSpPr>
        <p:spPr bwMode="auto">
          <a:xfrm rot="0" flipH="0" flipV="0">
            <a:off x="958815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6642815" name="Freeform 32"/>
          <p:cNvSpPr/>
          <p:nvPr/>
        </p:nvSpPr>
        <p:spPr bwMode="auto">
          <a:xfrm rot="0" flipH="0" flipV="0">
            <a:off x="2406900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26536122" name="TextBox 33"/>
          <p:cNvSpPr txBox="1"/>
          <p:nvPr/>
        </p:nvSpPr>
        <p:spPr bwMode="auto">
          <a:xfrm rot="0" flipH="0" flipV="0">
            <a:off x="2406900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ミックス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54551607" name="Freeform 35"/>
          <p:cNvSpPr/>
          <p:nvPr/>
        </p:nvSpPr>
        <p:spPr bwMode="auto">
          <a:xfrm rot="0" flipH="0" flipV="0">
            <a:off x="958815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64114925" name="TextBox 36"/>
          <p:cNvSpPr txBox="1"/>
          <p:nvPr/>
        </p:nvSpPr>
        <p:spPr bwMode="auto">
          <a:xfrm rot="0" flipH="0" flipV="0">
            <a:off x="958815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9141483" name="Freeform 38"/>
          <p:cNvSpPr/>
          <p:nvPr/>
        </p:nvSpPr>
        <p:spPr bwMode="auto">
          <a:xfrm rot="0" flipH="0" flipV="0">
            <a:off x="958815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42756104" name="TextBox 39"/>
          <p:cNvSpPr txBox="1"/>
          <p:nvPr/>
        </p:nvSpPr>
        <p:spPr bwMode="auto">
          <a:xfrm rot="0" flipH="0" flipV="0">
            <a:off x="958815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997462" name="Freeform 41"/>
          <p:cNvSpPr/>
          <p:nvPr/>
        </p:nvSpPr>
        <p:spPr bwMode="auto">
          <a:xfrm rot="0" flipH="0" flipV="0">
            <a:off x="958815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92805487" name="TextBox 42"/>
          <p:cNvSpPr txBox="1"/>
          <p:nvPr/>
        </p:nvSpPr>
        <p:spPr bwMode="auto">
          <a:xfrm rot="0" flipH="0" flipV="0">
            <a:off x="958815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69083266" name="Freeform 44"/>
          <p:cNvSpPr/>
          <p:nvPr/>
        </p:nvSpPr>
        <p:spPr bwMode="auto">
          <a:xfrm rot="0" flipH="0" flipV="0">
            <a:off x="958815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5673595" name="TextBox 45"/>
          <p:cNvSpPr txBox="1"/>
          <p:nvPr/>
        </p:nvSpPr>
        <p:spPr bwMode="auto">
          <a:xfrm rot="0" flipH="0" flipV="0">
            <a:off x="958815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66894625" name="Freeform 47"/>
          <p:cNvSpPr/>
          <p:nvPr/>
        </p:nvSpPr>
        <p:spPr bwMode="auto">
          <a:xfrm rot="0" flipH="0" flipV="0">
            <a:off x="2406900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78776240" name="TextBox 48"/>
          <p:cNvSpPr txBox="1"/>
          <p:nvPr/>
        </p:nvSpPr>
        <p:spPr bwMode="auto">
          <a:xfrm rot="0" flipH="0" flipV="0">
            <a:off x="2406900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ミックス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78316945" name="Freeform 50"/>
          <p:cNvSpPr/>
          <p:nvPr/>
        </p:nvSpPr>
        <p:spPr bwMode="auto">
          <a:xfrm rot="0" flipH="0" flipV="0">
            <a:off x="2406900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5121941" name="TextBox 51"/>
          <p:cNvSpPr txBox="1"/>
          <p:nvPr/>
        </p:nvSpPr>
        <p:spPr bwMode="auto">
          <a:xfrm rot="0" flipH="0" flipV="0">
            <a:off x="2406900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ミックス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83440367" name="Freeform 53"/>
          <p:cNvSpPr/>
          <p:nvPr/>
        </p:nvSpPr>
        <p:spPr bwMode="auto">
          <a:xfrm rot="0" flipH="0" flipV="0">
            <a:off x="2406900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43990638" name="TextBox 54"/>
          <p:cNvSpPr txBox="1"/>
          <p:nvPr/>
        </p:nvSpPr>
        <p:spPr bwMode="auto">
          <a:xfrm rot="0" flipH="0" flipV="0">
            <a:off x="2406900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ミックス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3523533" name="Freeform 56"/>
          <p:cNvSpPr/>
          <p:nvPr/>
        </p:nvSpPr>
        <p:spPr bwMode="auto">
          <a:xfrm rot="0" flipH="0" flipV="0">
            <a:off x="2406900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52612770" name="TextBox 57"/>
          <p:cNvSpPr txBox="1"/>
          <p:nvPr/>
        </p:nvSpPr>
        <p:spPr bwMode="auto">
          <a:xfrm rot="0" flipH="0" flipV="0">
            <a:off x="2406900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ミックス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3959939" name="TextBox 58"/>
          <p:cNvSpPr txBox="1"/>
          <p:nvPr/>
        </p:nvSpPr>
        <p:spPr bwMode="auto">
          <a:xfrm flipH="0" flipV="0">
            <a:off x="1271624" y="763447"/>
            <a:ext cx="2096219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ミックス #1</a:t>
            </a:r>
            <a:endParaRPr/>
          </a:p>
        </p:txBody>
      </p:sp>
      <p:sp>
        <p:nvSpPr>
          <p:cNvPr id="1025008931" name="AutoShape 59"/>
          <p:cNvSpPr/>
          <p:nvPr/>
        </p:nvSpPr>
        <p:spPr bwMode="auto">
          <a:xfrm>
            <a:off x="3519328" y="2478444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257413" name="AutoShape 60"/>
          <p:cNvSpPr/>
          <p:nvPr/>
        </p:nvSpPr>
        <p:spPr bwMode="auto">
          <a:xfrm>
            <a:off x="3519328" y="211552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140968" name="AutoShape 61"/>
          <p:cNvSpPr/>
          <p:nvPr/>
        </p:nvSpPr>
        <p:spPr bwMode="auto">
          <a:xfrm>
            <a:off x="3519328" y="1753710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809701" name="AutoShape 62"/>
          <p:cNvSpPr/>
          <p:nvPr/>
        </p:nvSpPr>
        <p:spPr bwMode="auto">
          <a:xfrm>
            <a:off x="3519328" y="2841365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8036115" name="AutoShape 63"/>
          <p:cNvSpPr/>
          <p:nvPr/>
        </p:nvSpPr>
        <p:spPr bwMode="auto">
          <a:xfrm>
            <a:off x="3856432" y="1742298"/>
            <a:ext cx="0" cy="111048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7947375" name="Freeform 65"/>
          <p:cNvSpPr/>
          <p:nvPr/>
        </p:nvSpPr>
        <p:spPr bwMode="auto">
          <a:xfrm rot="0" flipH="0" flipV="0">
            <a:off x="4510311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666046644" name="Freeform 67"/>
          <p:cNvSpPr/>
          <p:nvPr/>
        </p:nvSpPr>
        <p:spPr bwMode="auto">
          <a:xfrm rot="0" flipH="0" flipV="0">
            <a:off x="4601169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50334624" name="TextBox 68"/>
          <p:cNvSpPr txBox="1"/>
          <p:nvPr/>
        </p:nvSpPr>
        <p:spPr bwMode="auto">
          <a:xfrm rot="0" flipH="0" flipV="0">
            <a:off x="4601169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8235826" name="Freeform 70"/>
          <p:cNvSpPr/>
          <p:nvPr/>
        </p:nvSpPr>
        <p:spPr bwMode="auto">
          <a:xfrm rot="0" flipH="0" flipV="0">
            <a:off x="6049254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78432264" name="TextBox 71"/>
          <p:cNvSpPr txBox="1"/>
          <p:nvPr/>
        </p:nvSpPr>
        <p:spPr bwMode="auto">
          <a:xfrm rot="0" flipH="0" flipV="0">
            <a:off x="6049254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ミックス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9881733" name="Freeform 73"/>
          <p:cNvSpPr/>
          <p:nvPr/>
        </p:nvSpPr>
        <p:spPr bwMode="auto">
          <a:xfrm rot="0" flipH="0" flipV="0">
            <a:off x="4601169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50713432" name="TextBox 74"/>
          <p:cNvSpPr txBox="1"/>
          <p:nvPr/>
        </p:nvSpPr>
        <p:spPr bwMode="auto">
          <a:xfrm rot="0" flipH="0" flipV="0">
            <a:off x="4601169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1317778" name="Freeform 76"/>
          <p:cNvSpPr/>
          <p:nvPr/>
        </p:nvSpPr>
        <p:spPr bwMode="auto">
          <a:xfrm rot="0" flipH="0" flipV="0">
            <a:off x="4601169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14804731" name="TextBox 77"/>
          <p:cNvSpPr txBox="1"/>
          <p:nvPr/>
        </p:nvSpPr>
        <p:spPr bwMode="auto">
          <a:xfrm rot="0" flipH="0" flipV="0">
            <a:off x="4601169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68048360" name="Freeform 79"/>
          <p:cNvSpPr/>
          <p:nvPr/>
        </p:nvSpPr>
        <p:spPr bwMode="auto">
          <a:xfrm rot="0" flipH="0" flipV="0">
            <a:off x="4601169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82734813" name="TextBox 80"/>
          <p:cNvSpPr txBox="1"/>
          <p:nvPr/>
        </p:nvSpPr>
        <p:spPr bwMode="auto">
          <a:xfrm rot="0" flipH="0" flipV="0">
            <a:off x="4601169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2960385" name="Freeform 82"/>
          <p:cNvSpPr/>
          <p:nvPr/>
        </p:nvSpPr>
        <p:spPr bwMode="auto">
          <a:xfrm rot="0" flipH="0" flipV="0">
            <a:off x="4601169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37496683" name="TextBox 83"/>
          <p:cNvSpPr txBox="1"/>
          <p:nvPr/>
        </p:nvSpPr>
        <p:spPr bwMode="auto">
          <a:xfrm rot="0" flipH="0" flipV="0">
            <a:off x="4601169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52468073" name="Freeform 85"/>
          <p:cNvSpPr/>
          <p:nvPr/>
        </p:nvSpPr>
        <p:spPr bwMode="auto">
          <a:xfrm rot="0" flipH="0" flipV="0">
            <a:off x="6049254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29566274" name="TextBox 86"/>
          <p:cNvSpPr txBox="1"/>
          <p:nvPr/>
        </p:nvSpPr>
        <p:spPr bwMode="auto">
          <a:xfrm rot="0" flipH="0" flipV="0">
            <a:off x="6049254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ミックス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24700464" name="Freeform 88"/>
          <p:cNvSpPr/>
          <p:nvPr/>
        </p:nvSpPr>
        <p:spPr bwMode="auto">
          <a:xfrm rot="0" flipH="0" flipV="0">
            <a:off x="6049254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40419409" name="TextBox 89"/>
          <p:cNvSpPr txBox="1"/>
          <p:nvPr/>
        </p:nvSpPr>
        <p:spPr bwMode="auto">
          <a:xfrm rot="0" flipH="0" flipV="0">
            <a:off x="6049254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ミックス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1396826" name="Freeform 91"/>
          <p:cNvSpPr/>
          <p:nvPr/>
        </p:nvSpPr>
        <p:spPr bwMode="auto">
          <a:xfrm rot="0" flipH="0" flipV="0">
            <a:off x="6049254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16290190" name="TextBox 92"/>
          <p:cNvSpPr txBox="1"/>
          <p:nvPr/>
        </p:nvSpPr>
        <p:spPr bwMode="auto">
          <a:xfrm rot="0" flipH="0" flipV="0">
            <a:off x="6049254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ミックス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097373" name="Freeform 94"/>
          <p:cNvSpPr/>
          <p:nvPr/>
        </p:nvSpPr>
        <p:spPr bwMode="auto">
          <a:xfrm rot="0" flipH="0" flipV="0">
            <a:off x="6049254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32488881" name="TextBox 95"/>
          <p:cNvSpPr txBox="1"/>
          <p:nvPr/>
        </p:nvSpPr>
        <p:spPr bwMode="auto">
          <a:xfrm rot="0" flipH="0" flipV="0">
            <a:off x="6049254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ミックス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7884181" name="TextBox 96"/>
          <p:cNvSpPr txBox="1"/>
          <p:nvPr/>
        </p:nvSpPr>
        <p:spPr bwMode="auto">
          <a:xfrm flipH="0" flipV="0">
            <a:off x="4943855" y="763447"/>
            <a:ext cx="2043489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ミックス #2</a:t>
            </a:r>
            <a:endParaRPr/>
          </a:p>
        </p:txBody>
      </p:sp>
      <p:sp>
        <p:nvSpPr>
          <p:cNvPr id="805226040" name="AutoShape 97"/>
          <p:cNvSpPr/>
          <p:nvPr/>
        </p:nvSpPr>
        <p:spPr bwMode="auto">
          <a:xfrm>
            <a:off x="7161683" y="247494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8705054" name="AutoShape 98"/>
          <p:cNvSpPr/>
          <p:nvPr/>
        </p:nvSpPr>
        <p:spPr bwMode="auto">
          <a:xfrm>
            <a:off x="7161683" y="211202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2076470" name="AutoShape 99"/>
          <p:cNvSpPr/>
          <p:nvPr/>
        </p:nvSpPr>
        <p:spPr bwMode="auto">
          <a:xfrm>
            <a:off x="7161683" y="1750209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381482" name="AutoShape 100"/>
          <p:cNvSpPr/>
          <p:nvPr/>
        </p:nvSpPr>
        <p:spPr bwMode="auto">
          <a:xfrm>
            <a:off x="7161683" y="283786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1747606" name="AutoShape 101"/>
          <p:cNvSpPr/>
          <p:nvPr/>
        </p:nvSpPr>
        <p:spPr bwMode="auto">
          <a:xfrm>
            <a:off x="7498787" y="1738794"/>
            <a:ext cx="0" cy="108765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9239173" name="AutoShape 102"/>
          <p:cNvSpPr/>
          <p:nvPr/>
        </p:nvSpPr>
        <p:spPr bwMode="auto">
          <a:xfrm>
            <a:off x="7498787" y="2305684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520765" name="AutoShape 103"/>
          <p:cNvSpPr/>
          <p:nvPr/>
        </p:nvSpPr>
        <p:spPr bwMode="auto">
          <a:xfrm>
            <a:off x="3519328" y="1391347"/>
            <a:ext cx="108184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83008" name="Freeform 105"/>
          <p:cNvSpPr/>
          <p:nvPr/>
        </p:nvSpPr>
        <p:spPr bwMode="auto">
          <a:xfrm rot="0" flipH="0" flipV="0">
            <a:off x="8159899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951259935" name="Freeform 107"/>
          <p:cNvSpPr/>
          <p:nvPr/>
        </p:nvSpPr>
        <p:spPr bwMode="auto">
          <a:xfrm rot="0" flipH="0" flipV="0">
            <a:off x="8250759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02714801" name="TextBox 108"/>
          <p:cNvSpPr txBox="1"/>
          <p:nvPr/>
        </p:nvSpPr>
        <p:spPr bwMode="auto">
          <a:xfrm rot="0" flipH="0" flipV="0">
            <a:off x="8250759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10653113" name="Freeform 110"/>
          <p:cNvSpPr/>
          <p:nvPr/>
        </p:nvSpPr>
        <p:spPr bwMode="auto">
          <a:xfrm rot="0" flipH="0" flipV="0">
            <a:off x="9698843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25438433" name="TextBox 111"/>
          <p:cNvSpPr txBox="1"/>
          <p:nvPr/>
        </p:nvSpPr>
        <p:spPr bwMode="auto">
          <a:xfrm rot="0" flipH="0" flipV="0">
            <a:off x="9698843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ミックス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05908580" name="Freeform 113"/>
          <p:cNvSpPr/>
          <p:nvPr/>
        </p:nvSpPr>
        <p:spPr bwMode="auto">
          <a:xfrm rot="0" flipH="0" flipV="0">
            <a:off x="8250759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6281867" name="TextBox 114"/>
          <p:cNvSpPr txBox="1"/>
          <p:nvPr/>
        </p:nvSpPr>
        <p:spPr bwMode="auto">
          <a:xfrm rot="0" flipH="0" flipV="0">
            <a:off x="8250759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71749334" name="Freeform 116"/>
          <p:cNvSpPr/>
          <p:nvPr/>
        </p:nvSpPr>
        <p:spPr bwMode="auto">
          <a:xfrm rot="0" flipH="0" flipV="0">
            <a:off x="8250759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6327621" name="TextBox 117"/>
          <p:cNvSpPr txBox="1"/>
          <p:nvPr/>
        </p:nvSpPr>
        <p:spPr bwMode="auto">
          <a:xfrm rot="0" flipH="0" flipV="0">
            <a:off x="8250759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6156259" name="Freeform 119"/>
          <p:cNvSpPr/>
          <p:nvPr/>
        </p:nvSpPr>
        <p:spPr bwMode="auto">
          <a:xfrm rot="0" flipH="0" flipV="0">
            <a:off x="8250759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15944671" name="TextBox 120"/>
          <p:cNvSpPr txBox="1"/>
          <p:nvPr/>
        </p:nvSpPr>
        <p:spPr bwMode="auto">
          <a:xfrm rot="0" flipH="0" flipV="0">
            <a:off x="8250759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92664199" name="Freeform 122"/>
          <p:cNvSpPr/>
          <p:nvPr/>
        </p:nvSpPr>
        <p:spPr bwMode="auto">
          <a:xfrm rot="0" flipH="0" flipV="0">
            <a:off x="8250759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28749994" name="TextBox 123"/>
          <p:cNvSpPr txBox="1"/>
          <p:nvPr/>
        </p:nvSpPr>
        <p:spPr bwMode="auto">
          <a:xfrm rot="0" flipH="0" flipV="0">
            <a:off x="8250759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0374258" name="Freeform 125"/>
          <p:cNvSpPr/>
          <p:nvPr/>
        </p:nvSpPr>
        <p:spPr bwMode="auto">
          <a:xfrm rot="0" flipH="0" flipV="0">
            <a:off x="9698843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11553670" name="TextBox 126"/>
          <p:cNvSpPr txBox="1"/>
          <p:nvPr/>
        </p:nvSpPr>
        <p:spPr bwMode="auto">
          <a:xfrm rot="0" flipH="0" flipV="0">
            <a:off x="9698843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ミックス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5162134" name="Freeform 128"/>
          <p:cNvSpPr/>
          <p:nvPr/>
        </p:nvSpPr>
        <p:spPr bwMode="auto">
          <a:xfrm rot="0" flipH="0" flipV="0">
            <a:off x="9698843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29492742" name="TextBox 129"/>
          <p:cNvSpPr txBox="1"/>
          <p:nvPr/>
        </p:nvSpPr>
        <p:spPr bwMode="auto">
          <a:xfrm rot="0" flipH="0" flipV="0">
            <a:off x="9698843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ミックス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4650144" name="Freeform 131"/>
          <p:cNvSpPr/>
          <p:nvPr/>
        </p:nvSpPr>
        <p:spPr bwMode="auto">
          <a:xfrm rot="0" flipH="0" flipV="0">
            <a:off x="9698843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69346887" name="TextBox 132"/>
          <p:cNvSpPr txBox="1"/>
          <p:nvPr/>
        </p:nvSpPr>
        <p:spPr bwMode="auto">
          <a:xfrm rot="0" flipH="0" flipV="0">
            <a:off x="9698843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ミックス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40750013" name="Freeform 134"/>
          <p:cNvSpPr/>
          <p:nvPr/>
        </p:nvSpPr>
        <p:spPr bwMode="auto">
          <a:xfrm rot="0" flipH="0" flipV="0">
            <a:off x="9698843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6689898" name="TextBox 135"/>
          <p:cNvSpPr txBox="1"/>
          <p:nvPr/>
        </p:nvSpPr>
        <p:spPr bwMode="auto">
          <a:xfrm rot="0" flipH="0" flipV="0">
            <a:off x="9698843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ミックス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0823536" name="TextBox 136"/>
          <p:cNvSpPr txBox="1"/>
          <p:nvPr/>
        </p:nvSpPr>
        <p:spPr bwMode="auto">
          <a:xfrm flipH="0" flipV="0">
            <a:off x="8478874" y="763447"/>
            <a:ext cx="2064468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ミックス #3</a:t>
            </a:r>
            <a:endParaRPr/>
          </a:p>
        </p:txBody>
      </p:sp>
      <p:sp>
        <p:nvSpPr>
          <p:cNvPr id="1552070221" name="AutoShape 137"/>
          <p:cNvSpPr/>
          <p:nvPr/>
        </p:nvSpPr>
        <p:spPr bwMode="auto">
          <a:xfrm>
            <a:off x="10811271" y="2841365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480620" name="AutoShape 138"/>
          <p:cNvSpPr/>
          <p:nvPr/>
        </p:nvSpPr>
        <p:spPr bwMode="auto">
          <a:xfrm>
            <a:off x="10811271" y="211552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5592294" name="AutoShape 139"/>
          <p:cNvSpPr/>
          <p:nvPr/>
        </p:nvSpPr>
        <p:spPr bwMode="auto">
          <a:xfrm>
            <a:off x="10811271" y="175260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005084" name="AutoShape 140"/>
          <p:cNvSpPr/>
          <p:nvPr/>
        </p:nvSpPr>
        <p:spPr bwMode="auto">
          <a:xfrm>
            <a:off x="10811271" y="1390789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120663" name="AutoShape 141"/>
          <p:cNvSpPr/>
          <p:nvPr/>
        </p:nvSpPr>
        <p:spPr bwMode="auto">
          <a:xfrm>
            <a:off x="10811271" y="2478444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101623" name="AutoShape 142"/>
          <p:cNvSpPr/>
          <p:nvPr/>
        </p:nvSpPr>
        <p:spPr bwMode="auto">
          <a:xfrm>
            <a:off x="11148376" y="1379377"/>
            <a:ext cx="0" cy="147340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1023712" name="AutoShape 143"/>
          <p:cNvSpPr/>
          <p:nvPr/>
        </p:nvSpPr>
        <p:spPr bwMode="auto">
          <a:xfrm>
            <a:off x="7161683" y="1391347"/>
            <a:ext cx="108907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7710161" name="AutoShape 144"/>
          <p:cNvSpPr/>
          <p:nvPr/>
        </p:nvSpPr>
        <p:spPr bwMode="auto">
          <a:xfrm>
            <a:off x="3856432" y="2305684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703623" name="AutoShape 145"/>
          <p:cNvSpPr/>
          <p:nvPr/>
        </p:nvSpPr>
        <p:spPr bwMode="auto">
          <a:xfrm>
            <a:off x="11148376" y="2116077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887162" name="AutoShape 146"/>
          <p:cNvSpPr/>
          <p:nvPr/>
        </p:nvSpPr>
        <p:spPr bwMode="auto">
          <a:xfrm>
            <a:off x="4063462" y="2296162"/>
            <a:ext cx="0" cy="145207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8251934" name="AutoShape 147"/>
          <p:cNvSpPr/>
          <p:nvPr/>
        </p:nvSpPr>
        <p:spPr bwMode="auto">
          <a:xfrm>
            <a:off x="7715341" y="2296162"/>
            <a:ext cx="0" cy="145207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27879" name="AutoShape 148"/>
          <p:cNvSpPr/>
          <p:nvPr/>
        </p:nvSpPr>
        <p:spPr bwMode="auto">
          <a:xfrm>
            <a:off x="11364930" y="2111825"/>
            <a:ext cx="0" cy="1636407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4099" name="Freeform 150"/>
          <p:cNvSpPr/>
          <p:nvPr/>
        </p:nvSpPr>
        <p:spPr bwMode="auto">
          <a:xfrm rot="0" flipH="0" flipV="0">
            <a:off x="3747618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17169845" name="TextBox 151"/>
          <p:cNvSpPr txBox="1"/>
          <p:nvPr/>
        </p:nvSpPr>
        <p:spPr bwMode="auto">
          <a:xfrm rot="0" flipH="0" flipV="0">
            <a:off x="3747618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705970" name="Freeform 153"/>
          <p:cNvSpPr/>
          <p:nvPr/>
        </p:nvSpPr>
        <p:spPr bwMode="auto">
          <a:xfrm rot="0" flipH="0" flipV="0">
            <a:off x="7399495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16940795" name="TextBox 154"/>
          <p:cNvSpPr txBox="1"/>
          <p:nvPr/>
        </p:nvSpPr>
        <p:spPr bwMode="auto">
          <a:xfrm rot="0" flipH="0" flipV="0">
            <a:off x="7399495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1275077" name="Freeform 156"/>
          <p:cNvSpPr/>
          <p:nvPr/>
        </p:nvSpPr>
        <p:spPr bwMode="auto">
          <a:xfrm rot="0" flipH="0" flipV="0">
            <a:off x="11049084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71747717" name="TextBox 157"/>
          <p:cNvSpPr txBox="1"/>
          <p:nvPr/>
        </p:nvSpPr>
        <p:spPr bwMode="auto">
          <a:xfrm rot="0" flipH="0" flipV="0">
            <a:off x="11049084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1141802" name="AutoShape 158"/>
          <p:cNvSpPr/>
          <p:nvPr/>
        </p:nvSpPr>
        <p:spPr bwMode="auto">
          <a:xfrm>
            <a:off x="4063462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858837" name="AutoShape 159"/>
          <p:cNvSpPr/>
          <p:nvPr/>
        </p:nvSpPr>
        <p:spPr bwMode="auto">
          <a:xfrm>
            <a:off x="7715341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412377" name="AutoShape 160"/>
          <p:cNvSpPr/>
          <p:nvPr/>
        </p:nvSpPr>
        <p:spPr bwMode="auto">
          <a:xfrm flipH="1">
            <a:off x="11364930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038834" name="AutoShape 161"/>
          <p:cNvSpPr/>
          <p:nvPr/>
        </p:nvSpPr>
        <p:spPr bwMode="auto">
          <a:xfrm flipH="1" flipV="1">
            <a:off x="4063462" y="4816848"/>
            <a:ext cx="7301466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379102" name="AutoShape 162"/>
          <p:cNvSpPr/>
          <p:nvPr/>
        </p:nvSpPr>
        <p:spPr bwMode="auto">
          <a:xfrm>
            <a:off x="7715341" y="4156246"/>
            <a:ext cx="0" cy="155487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508236" name="Freeform 164"/>
          <p:cNvSpPr/>
          <p:nvPr/>
        </p:nvSpPr>
        <p:spPr bwMode="auto">
          <a:xfrm rot="0" flipH="0" flipV="0">
            <a:off x="7399495" y="5711120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46750479" name="TextBox 165"/>
          <p:cNvSpPr txBox="1"/>
          <p:nvPr/>
        </p:nvSpPr>
        <p:spPr bwMode="auto">
          <a:xfrm rot="0" flipH="0" flipV="0">
            <a:off x="7399495" y="5566458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13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5886271" name="TextBox 166"/>
          <p:cNvSpPr txBox="1"/>
          <p:nvPr/>
        </p:nvSpPr>
        <p:spPr bwMode="auto">
          <a:xfrm>
            <a:off x="3640592" y="5831263"/>
            <a:ext cx="2606527" cy="40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フォワード・アノンセット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245797178" name="Freeform 167"/>
          <p:cNvSpPr/>
          <p:nvPr/>
        </p:nvSpPr>
        <p:spPr bwMode="auto">
          <a:xfrm rot="-354466">
            <a:off x="6257268" y="625315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226836" name="Freeform 27"/>
          <p:cNvSpPr/>
          <p:nvPr/>
        </p:nvSpPr>
        <p:spPr bwMode="auto">
          <a:xfrm rot="0" flipH="0" flipV="0">
            <a:off x="569670" y="3129989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1054350488" name="TextBox 28"/>
          <p:cNvSpPr txBox="1"/>
          <p:nvPr/>
        </p:nvSpPr>
        <p:spPr bwMode="auto">
          <a:xfrm rot="0" flipH="0" flipV="0">
            <a:off x="569670" y="2961223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コイン結合前のUTXO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348885229" name="AutoShape 29"/>
          <p:cNvSpPr/>
          <p:nvPr/>
        </p:nvSpPr>
        <p:spPr bwMode="auto">
          <a:xfrm flipH="1" flipV="1">
            <a:off x="2927004" y="3704058"/>
            <a:ext cx="820270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2097500653" name="Freeform 31"/>
          <p:cNvSpPr/>
          <p:nvPr/>
        </p:nvSpPr>
        <p:spPr bwMode="auto">
          <a:xfrm rot="0" flipH="0" flipV="0">
            <a:off x="3747274" y="2779665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1741120400" name="TextBox 32"/>
          <p:cNvSpPr txBox="1"/>
          <p:nvPr/>
        </p:nvSpPr>
        <p:spPr bwMode="auto">
          <a:xfrm rot="0" flipH="0" flipV="0">
            <a:off x="3747274" y="2610899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コインジョイント</a:t>
            </a:r>
            <a:endParaRPr sz="1800" b="1">
              <a:solidFill>
                <a:srgbClr val="FFFFFF"/>
              </a:solidFill>
              <a:latin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サイクル</a:t>
            </a:r>
          </a:p>
        </p:txBody>
      </p:sp>
      <p:sp>
        <p:nvSpPr>
          <p:cNvPr id="2068970971" name="AutoShape 33"/>
          <p:cNvSpPr/>
          <p:nvPr/>
        </p:nvSpPr>
        <p:spPr bwMode="auto">
          <a:xfrm flipH="1">
            <a:off x="6104608" y="3273636"/>
            <a:ext cx="2059554" cy="436302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441423" name="Freeform 35"/>
          <p:cNvSpPr/>
          <p:nvPr/>
        </p:nvSpPr>
        <p:spPr bwMode="auto">
          <a:xfrm rot="0" flipH="0" flipV="0">
            <a:off x="8164161" y="2937726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0303329" name="TextBox 36"/>
          <p:cNvSpPr txBox="1"/>
          <p:nvPr/>
        </p:nvSpPr>
        <p:spPr bwMode="auto">
          <a:xfrm rot="0" flipH="0" flipV="0">
            <a:off x="8164161" y="276895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推定UTXO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32438471" name="Freeform 38"/>
          <p:cNvSpPr/>
          <p:nvPr/>
        </p:nvSpPr>
        <p:spPr bwMode="auto">
          <a:xfrm rot="0" flipH="0" flipV="0">
            <a:off x="8164161" y="2073927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89657971" name="TextBox 39"/>
          <p:cNvSpPr txBox="1"/>
          <p:nvPr/>
        </p:nvSpPr>
        <p:spPr bwMode="auto">
          <a:xfrm rot="0" flipH="0" flipV="0">
            <a:off x="8164161" y="1905162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推定UTXO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06646227" name="Freeform 41"/>
          <p:cNvSpPr/>
          <p:nvPr/>
        </p:nvSpPr>
        <p:spPr bwMode="auto">
          <a:xfrm rot="0" flipH="0" flipV="0">
            <a:off x="8164161" y="1211605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50745413" name="TextBox 42"/>
          <p:cNvSpPr txBox="1"/>
          <p:nvPr/>
        </p:nvSpPr>
        <p:spPr bwMode="auto">
          <a:xfrm rot="0" flipH="0" flipV="0">
            <a:off x="8164161" y="104283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推定UTXO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76591062" name="Freeform 44"/>
          <p:cNvSpPr/>
          <p:nvPr/>
        </p:nvSpPr>
        <p:spPr bwMode="auto">
          <a:xfrm rot="0" flipH="0" flipV="0">
            <a:off x="8164161" y="4662365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92641787" name="TextBox 45"/>
          <p:cNvSpPr txBox="1"/>
          <p:nvPr/>
        </p:nvSpPr>
        <p:spPr bwMode="auto">
          <a:xfrm rot="0" flipH="0" flipV="0">
            <a:off x="8164161" y="4493600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推定UTXO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84881836" name="Freeform 47"/>
          <p:cNvSpPr/>
          <p:nvPr/>
        </p:nvSpPr>
        <p:spPr bwMode="auto">
          <a:xfrm rot="0" flipH="0" flipV="0">
            <a:off x="8164161" y="3800044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92790709" name="TextBox 48"/>
          <p:cNvSpPr txBox="1"/>
          <p:nvPr/>
        </p:nvSpPr>
        <p:spPr bwMode="auto">
          <a:xfrm rot="0" flipH="0" flipV="0">
            <a:off x="8164161" y="363127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推定UTXO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86726906" name="AutoShape 49"/>
          <p:cNvSpPr/>
          <p:nvPr/>
        </p:nvSpPr>
        <p:spPr bwMode="auto">
          <a:xfrm flipH="1">
            <a:off x="6104608" y="2409838"/>
            <a:ext cx="2059554" cy="130010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722050" name="AutoShape 50"/>
          <p:cNvSpPr/>
          <p:nvPr/>
        </p:nvSpPr>
        <p:spPr bwMode="auto">
          <a:xfrm flipH="1">
            <a:off x="6104608" y="1547517"/>
            <a:ext cx="2059554" cy="216242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273244" name="AutoShape 51"/>
          <p:cNvSpPr/>
          <p:nvPr/>
        </p:nvSpPr>
        <p:spPr bwMode="auto">
          <a:xfrm flipH="1" flipV="1">
            <a:off x="6104608" y="3709938"/>
            <a:ext cx="2059554" cy="4260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121354" name="AutoShape 52"/>
          <p:cNvSpPr/>
          <p:nvPr/>
        </p:nvSpPr>
        <p:spPr bwMode="auto">
          <a:xfrm flipH="1" flipV="1">
            <a:off x="6104608" y="3709938"/>
            <a:ext cx="2059554" cy="128833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896555" name="Freeform 53"/>
          <p:cNvSpPr/>
          <p:nvPr/>
        </p:nvSpPr>
        <p:spPr bwMode="auto">
          <a:xfrm flipH="0" flipV="0">
            <a:off x="11145874" y="3273634"/>
            <a:ext cx="769683" cy="817933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813998" name="Freeform 55"/>
          <p:cNvSpPr/>
          <p:nvPr/>
        </p:nvSpPr>
        <p:spPr bwMode="auto">
          <a:xfrm rot="0" flipH="0" flipV="0">
            <a:off x="8164161" y="5524687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43224552" name="TextBox 56"/>
          <p:cNvSpPr txBox="1"/>
          <p:nvPr/>
        </p:nvSpPr>
        <p:spPr bwMode="auto">
          <a:xfrm rot="0" flipH="0" flipV="0">
            <a:off x="8164161" y="5355922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86 871 UTXO...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4685007" name="AutoShape 57"/>
          <p:cNvSpPr/>
          <p:nvPr/>
        </p:nvSpPr>
        <p:spPr bwMode="auto">
          <a:xfrm flipH="1" flipV="1">
            <a:off x="6104608" y="3709938"/>
            <a:ext cx="2059554" cy="21506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78173279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17785" y="4811257"/>
            <a:ext cx="833929" cy="8339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586341" name="TextBox 26"/>
          <p:cNvSpPr txBox="1"/>
          <p:nvPr/>
        </p:nvSpPr>
        <p:spPr bwMode="auto">
          <a:xfrm flipH="0" flipV="0">
            <a:off x="3512910" y="5853757"/>
            <a:ext cx="8175160" cy="274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アナリストが直面しているのは、UTXOのグループである。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lang="en-US" sz="1800" b="0" i="1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988485117" name="Freeform 27"/>
          <p:cNvSpPr/>
          <p:nvPr/>
        </p:nvSpPr>
        <p:spPr bwMode="auto">
          <a:xfrm rot="-7019569" flipV="1">
            <a:off x="2416213" y="5578721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87183" name="Freeform 29"/>
          <p:cNvSpPr/>
          <p:nvPr/>
        </p:nvSpPr>
        <p:spPr bwMode="auto">
          <a:xfrm rot="0" flipH="0" flipV="0">
            <a:off x="1586463" y="263263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98867298" name="TextBox 30"/>
          <p:cNvSpPr txBox="1"/>
          <p:nvPr/>
        </p:nvSpPr>
        <p:spPr bwMode="auto">
          <a:xfrm rot="0" flipH="0" flipV="0">
            <a:off x="1586463" y="246386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推定出所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72880485" name="Freeform 32"/>
          <p:cNvSpPr/>
          <p:nvPr/>
        </p:nvSpPr>
        <p:spPr bwMode="auto">
          <a:xfrm rot="0" flipH="0" flipV="0">
            <a:off x="1586463" y="176883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89087538" name="TextBox 33"/>
          <p:cNvSpPr txBox="1"/>
          <p:nvPr/>
        </p:nvSpPr>
        <p:spPr bwMode="auto">
          <a:xfrm rot="0" flipH="0" flipV="0">
            <a:off x="1586463" y="160007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推定出所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4403402" name="Freeform 35"/>
          <p:cNvSpPr/>
          <p:nvPr/>
        </p:nvSpPr>
        <p:spPr bwMode="auto">
          <a:xfrm rot="0" flipH="0" flipV="0">
            <a:off x="1586463" y="90651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26142792" name="TextBox 36"/>
          <p:cNvSpPr txBox="1"/>
          <p:nvPr/>
        </p:nvSpPr>
        <p:spPr bwMode="auto">
          <a:xfrm rot="0" flipH="0" flipV="0">
            <a:off x="1586463" y="73775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FFFFFF"/>
                </a:solidFill>
                <a:latin typeface="IBM Plex Sans"/>
              </a:rPr>
              <a:t>推定出所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0966848" name="Freeform 38"/>
          <p:cNvSpPr/>
          <p:nvPr/>
        </p:nvSpPr>
        <p:spPr bwMode="auto">
          <a:xfrm rot="0" flipH="0" flipV="0">
            <a:off x="1586463" y="435727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622812643" name="TextBox 39"/>
          <p:cNvSpPr txBox="1"/>
          <p:nvPr/>
        </p:nvSpPr>
        <p:spPr bwMode="auto">
          <a:xfrm rot="0" flipH="0" flipV="0">
            <a:off x="1586463" y="418851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推定出所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0244846" name="Freeform 41"/>
          <p:cNvSpPr/>
          <p:nvPr/>
        </p:nvSpPr>
        <p:spPr bwMode="auto">
          <a:xfrm rot="0" flipH="0" flipV="0">
            <a:off x="1586463" y="349495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39005875" name="TextBox 42"/>
          <p:cNvSpPr txBox="1"/>
          <p:nvPr/>
        </p:nvSpPr>
        <p:spPr bwMode="auto">
          <a:xfrm rot="0" flipH="0" flipV="0">
            <a:off x="1586463" y="332618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推定出所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61904429" name="AutoShape 43"/>
          <p:cNvSpPr/>
          <p:nvPr/>
        </p:nvSpPr>
        <p:spPr bwMode="auto">
          <a:xfrm>
            <a:off x="3943797" y="210474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247930" name="Freeform 44"/>
          <p:cNvSpPr/>
          <p:nvPr/>
        </p:nvSpPr>
        <p:spPr bwMode="auto">
          <a:xfrm>
            <a:off x="268367" y="2387857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7" y="0"/>
                </a:lnTo>
                <a:lnTo>
                  <a:pt x="1071847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1418387" name="Freeform 46"/>
          <p:cNvSpPr/>
          <p:nvPr/>
        </p:nvSpPr>
        <p:spPr bwMode="auto">
          <a:xfrm rot="0" flipH="0" flipV="0">
            <a:off x="9102469" y="238785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56497067" name="TextBox 47"/>
          <p:cNvSpPr txBox="1"/>
          <p:nvPr/>
        </p:nvSpPr>
        <p:spPr bwMode="auto">
          <a:xfrm rot="0" flipH="0" flipV="0">
            <a:off x="9102469" y="221909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3490"/>
              </a:lnSpc>
              <a:spcBef>
                <a:spcPts val="0"/>
              </a:spcBef>
              <a:defRPr/>
            </a:pPr>
            <a:r>
              <a:rPr sz="2200" b="1" u="none" lang="en-US">
                <a:solidFill>
                  <a:srgbClr val="FFFFFF"/>
                </a:solidFill>
                <a:latin typeface="IBM Plex Sans"/>
              </a:rPr>
              <a:t>コイン結合後のUTXO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07581468" name="Freeform 49"/>
          <p:cNvSpPr/>
          <p:nvPr/>
        </p:nvSpPr>
        <p:spPr bwMode="auto">
          <a:xfrm rot="0" flipH="0" flipV="0">
            <a:off x="5964167" y="2037532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60160595" name="TextBox 50"/>
          <p:cNvSpPr txBox="1"/>
          <p:nvPr/>
        </p:nvSpPr>
        <p:spPr bwMode="auto">
          <a:xfrm rot="0" flipH="0" flipV="0">
            <a:off x="5964167" y="1868766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400" b="1" i="0" u="none" lang="en-US">
                <a:solidFill>
                  <a:srgbClr val="FFFFFF"/>
                </a:solidFill>
                <a:latin typeface="IBM Plex Sans"/>
              </a:rPr>
              <a:t>コインジョイント</a:t>
            </a:r>
            <a:endParaRPr sz="24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400" b="1" i="0" u="none" lang="en-US">
                <a:solidFill>
                  <a:srgbClr val="FFFFFF"/>
                </a:solidFill>
                <a:latin typeface="IBM Plex Sans"/>
              </a:rPr>
              <a:t>サイクル</a:t>
            </a:r>
          </a:p>
        </p:txBody>
      </p:sp>
      <p:sp>
        <p:nvSpPr>
          <p:cNvPr id="1164656934" name="AutoShape 51"/>
          <p:cNvSpPr/>
          <p:nvPr/>
        </p:nvSpPr>
        <p:spPr bwMode="auto">
          <a:xfrm flipH="1">
            <a:off x="8321501" y="2961925"/>
            <a:ext cx="780966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79302630" name="TextBox 52"/>
          <p:cNvSpPr txBox="1"/>
          <p:nvPr/>
        </p:nvSpPr>
        <p:spPr bwMode="auto">
          <a:xfrm flipH="0" flipV="0">
            <a:off x="6185596" y="696945"/>
            <a:ext cx="5323309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アナリストはこのUTXOを知っている。 </a:t>
            </a:r>
            <a:r>
              <a:rPr sz="2200" lang="en-US">
                <a:solidFill>
                  <a:srgbClr val="000000"/>
                </a:solidFill>
                <a:latin typeface="IBM Plex Sans"/>
              </a:rPr>
              <a:t/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24546379" name="Freeform 53"/>
          <p:cNvSpPr/>
          <p:nvPr/>
        </p:nvSpPr>
        <p:spPr bwMode="auto">
          <a:xfrm rot="-5143866" flipH="1">
            <a:off x="9967300" y="170008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5797799" name="AutoShape 54"/>
          <p:cNvSpPr/>
          <p:nvPr/>
        </p:nvSpPr>
        <p:spPr bwMode="auto">
          <a:xfrm>
            <a:off x="3943797" y="1242426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925109" name="AutoShape 55"/>
          <p:cNvSpPr/>
          <p:nvPr/>
        </p:nvSpPr>
        <p:spPr bwMode="auto">
          <a:xfrm flipV="1">
            <a:off x="3943797" y="2967807"/>
            <a:ext cx="2020369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896751" name="AutoShape 56"/>
          <p:cNvSpPr/>
          <p:nvPr/>
        </p:nvSpPr>
        <p:spPr bwMode="auto">
          <a:xfrm flipV="1">
            <a:off x="3943797" y="296780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770151" name="AutoShape 57"/>
          <p:cNvSpPr/>
          <p:nvPr/>
        </p:nvSpPr>
        <p:spPr bwMode="auto">
          <a:xfrm flipV="1">
            <a:off x="3943797" y="2967807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2282485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6844550" y="3983879"/>
            <a:ext cx="656181" cy="6561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080731" name="Freeform 27"/>
          <p:cNvSpPr/>
          <p:nvPr/>
        </p:nvSpPr>
        <p:spPr bwMode="auto">
          <a:xfrm rot="0" flipH="0" flipV="0">
            <a:off x="1570699" y="794737"/>
            <a:ext cx="9084299" cy="1476994"/>
          </a:xfrm>
          <a:custGeom>
            <a:avLst/>
            <a:gdLst/>
            <a:ahLst/>
            <a:cxnLst/>
            <a:rect l="l" t="t" r="r" b="b"/>
            <a:pathLst>
              <a:path w="21237625" h="2969443" fill="norm" stroke="1" extrusionOk="0">
                <a:moveTo>
                  <a:pt x="0" y="0"/>
                </a:moveTo>
                <a:lnTo>
                  <a:pt x="0" y="2969443"/>
                </a:lnTo>
                <a:lnTo>
                  <a:pt x="21237625" y="2969443"/>
                </a:lnTo>
                <a:lnTo>
                  <a:pt x="21237625" y="0"/>
                </a:lnTo>
                <a:lnTo>
                  <a:pt x="0" y="0"/>
                </a:lnTo>
                <a:close/>
                <a:moveTo>
                  <a:pt x="21176664" y="2908483"/>
                </a:moveTo>
                <a:lnTo>
                  <a:pt x="59690" y="2908483"/>
                </a:lnTo>
                <a:lnTo>
                  <a:pt x="59690" y="59690"/>
                </a:lnTo>
                <a:lnTo>
                  <a:pt x="21176664" y="59690"/>
                </a:lnTo>
                <a:lnTo>
                  <a:pt x="21176664" y="290848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76577256" name="Freeform 29"/>
          <p:cNvSpPr/>
          <p:nvPr/>
        </p:nvSpPr>
        <p:spPr bwMode="auto">
          <a:xfrm rot="0" flipH="0" flipV="0">
            <a:off x="7902955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07061675" name="TextBox 30"/>
          <p:cNvSpPr txBox="1"/>
          <p:nvPr/>
        </p:nvSpPr>
        <p:spPr bwMode="auto">
          <a:xfrm rot="0" flipH="0" flipV="0">
            <a:off x="7902955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リミックス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417009173" name="Freeform 32"/>
          <p:cNvSpPr/>
          <p:nvPr/>
        </p:nvSpPr>
        <p:spPr bwMode="auto">
          <a:xfrm rot="0" flipH="0" flipV="0">
            <a:off x="4459860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233167425" name="TextBox 33"/>
          <p:cNvSpPr txBox="1"/>
          <p:nvPr/>
        </p:nvSpPr>
        <p:spPr bwMode="auto">
          <a:xfrm rot="0" flipH="0" flipV="0">
            <a:off x="4459860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TX0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650618912" name="Freeform 35"/>
          <p:cNvSpPr/>
          <p:nvPr/>
        </p:nvSpPr>
        <p:spPr bwMode="auto">
          <a:xfrm rot="0" flipH="0" flipV="0">
            <a:off x="5608603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90801761" name="TextBox 36"/>
          <p:cNvSpPr txBox="1"/>
          <p:nvPr/>
        </p:nvSpPr>
        <p:spPr bwMode="auto">
          <a:xfrm rot="0" flipH="0" flipV="0">
            <a:off x="5608603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リミックス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226865433" name="Freeform 38"/>
          <p:cNvSpPr/>
          <p:nvPr/>
        </p:nvSpPr>
        <p:spPr bwMode="auto">
          <a:xfrm rot="0" flipH="0" flipV="0">
            <a:off x="6757346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570972299" name="TextBox 39"/>
          <p:cNvSpPr txBox="1"/>
          <p:nvPr/>
        </p:nvSpPr>
        <p:spPr bwMode="auto">
          <a:xfrm rot="0" flipH="0" flipV="0">
            <a:off x="6757346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リミックス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866809562" name="Freeform 41"/>
          <p:cNvSpPr/>
          <p:nvPr/>
        </p:nvSpPr>
        <p:spPr bwMode="auto">
          <a:xfrm rot="0" flipH="0" flipV="0">
            <a:off x="3311118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5912363" name="TextBox 42"/>
          <p:cNvSpPr txBox="1"/>
          <p:nvPr/>
        </p:nvSpPr>
        <p:spPr bwMode="auto">
          <a:xfrm rot="0" flipH="0" flipV="0">
            <a:off x="3311118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TX0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308912190" name="Freeform 44"/>
          <p:cNvSpPr/>
          <p:nvPr/>
        </p:nvSpPr>
        <p:spPr bwMode="auto">
          <a:xfrm rot="0" flipH="0" flipV="0">
            <a:off x="719340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0767673" name="Freeform 46"/>
          <p:cNvSpPr/>
          <p:nvPr/>
        </p:nvSpPr>
        <p:spPr bwMode="auto">
          <a:xfrm rot="0" flipH="0" flipV="0">
            <a:off x="2066384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5573419" name="TextBox 47"/>
          <p:cNvSpPr txBox="1"/>
          <p:nvPr/>
        </p:nvSpPr>
        <p:spPr bwMode="auto">
          <a:xfrm rot="0" flipH="0" flipV="0">
            <a:off x="2066384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66247927" name="Freeform 49"/>
          <p:cNvSpPr/>
          <p:nvPr/>
        </p:nvSpPr>
        <p:spPr bwMode="auto">
          <a:xfrm rot="0" flipH="0" flipV="0">
            <a:off x="80119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79928014" name="TextBox 50"/>
          <p:cNvSpPr txBox="1"/>
          <p:nvPr/>
        </p:nvSpPr>
        <p:spPr bwMode="auto">
          <a:xfrm rot="0" flipH="0" flipV="0">
            <a:off x="80119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54861890" name="Freeform 52"/>
          <p:cNvSpPr/>
          <p:nvPr/>
        </p:nvSpPr>
        <p:spPr bwMode="auto">
          <a:xfrm rot="0" flipH="0" flipV="0">
            <a:off x="1434061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05821609" name="TextBox 53"/>
          <p:cNvSpPr txBox="1"/>
          <p:nvPr/>
        </p:nvSpPr>
        <p:spPr bwMode="auto">
          <a:xfrm rot="0" flipH="0" flipV="0">
            <a:off x="1434061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19454023" name="Freeform 55"/>
          <p:cNvSpPr/>
          <p:nvPr/>
        </p:nvSpPr>
        <p:spPr bwMode="auto">
          <a:xfrm rot="0" flipH="0" flipV="0">
            <a:off x="2698710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3388116" name="TextBox 56"/>
          <p:cNvSpPr txBox="1"/>
          <p:nvPr/>
        </p:nvSpPr>
        <p:spPr bwMode="auto">
          <a:xfrm rot="0" flipH="0" flipV="0">
            <a:off x="2698710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60524053" name="Freeform 58"/>
          <p:cNvSpPr/>
          <p:nvPr/>
        </p:nvSpPr>
        <p:spPr bwMode="auto">
          <a:xfrm rot="0" flipH="0" flipV="0">
            <a:off x="333103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8368797" name="TextBox 59"/>
          <p:cNvSpPr txBox="1"/>
          <p:nvPr/>
        </p:nvSpPr>
        <p:spPr bwMode="auto">
          <a:xfrm rot="0" flipH="0" flipV="0">
            <a:off x="333103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59271159" name="Freeform 61"/>
          <p:cNvSpPr/>
          <p:nvPr/>
        </p:nvSpPr>
        <p:spPr bwMode="auto">
          <a:xfrm rot="0" flipH="0" flipV="0">
            <a:off x="4468164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5867133" name="Freeform 63"/>
          <p:cNvSpPr/>
          <p:nvPr/>
        </p:nvSpPr>
        <p:spPr bwMode="auto">
          <a:xfrm rot="0" flipH="0" flipV="0">
            <a:off x="581521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87989357" name="TextBox 64"/>
          <p:cNvSpPr txBox="1"/>
          <p:nvPr/>
        </p:nvSpPr>
        <p:spPr bwMode="auto">
          <a:xfrm rot="0" flipH="0" flipV="0">
            <a:off x="581521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52872147" name="Freeform 66"/>
          <p:cNvSpPr/>
          <p:nvPr/>
        </p:nvSpPr>
        <p:spPr bwMode="auto">
          <a:xfrm rot="0" flipH="0" flipV="0">
            <a:off x="4550025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583413" name="TextBox 67"/>
          <p:cNvSpPr txBox="1"/>
          <p:nvPr/>
        </p:nvSpPr>
        <p:spPr bwMode="auto">
          <a:xfrm rot="0" flipH="0" flipV="0">
            <a:off x="4550025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79546088" name="Freeform 69"/>
          <p:cNvSpPr/>
          <p:nvPr/>
        </p:nvSpPr>
        <p:spPr bwMode="auto">
          <a:xfrm rot="0" flipH="0" flipV="0">
            <a:off x="5182887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03557633" name="TextBox 70"/>
          <p:cNvSpPr txBox="1"/>
          <p:nvPr/>
        </p:nvSpPr>
        <p:spPr bwMode="auto">
          <a:xfrm rot="0" flipH="0" flipV="0">
            <a:off x="5182887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363312229" name="Freeform 72"/>
          <p:cNvSpPr/>
          <p:nvPr/>
        </p:nvSpPr>
        <p:spPr bwMode="auto">
          <a:xfrm rot="0" flipH="0" flipV="0">
            <a:off x="6447533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600807" name="TextBox 73"/>
          <p:cNvSpPr txBox="1"/>
          <p:nvPr/>
        </p:nvSpPr>
        <p:spPr bwMode="auto">
          <a:xfrm rot="0" flipH="0" flipV="0">
            <a:off x="6447533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516180707" name="Freeform 75"/>
          <p:cNvSpPr/>
          <p:nvPr/>
        </p:nvSpPr>
        <p:spPr bwMode="auto">
          <a:xfrm rot="0" flipH="0" flipV="0">
            <a:off x="7079859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5677707" name="TextBox 76"/>
          <p:cNvSpPr txBox="1"/>
          <p:nvPr/>
        </p:nvSpPr>
        <p:spPr bwMode="auto">
          <a:xfrm rot="0" flipH="0" flipV="0">
            <a:off x="7079859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912543058" name="Freeform 78"/>
          <p:cNvSpPr/>
          <p:nvPr/>
        </p:nvSpPr>
        <p:spPr bwMode="auto">
          <a:xfrm rot="0" flipH="0" flipV="0">
            <a:off x="8213906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6990647" name="Freeform 80"/>
          <p:cNvSpPr/>
          <p:nvPr/>
        </p:nvSpPr>
        <p:spPr bwMode="auto">
          <a:xfrm rot="0" flipH="0" flipV="0">
            <a:off x="956095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482153" name="TextBox 81"/>
          <p:cNvSpPr txBox="1"/>
          <p:nvPr/>
        </p:nvSpPr>
        <p:spPr bwMode="auto">
          <a:xfrm rot="0" flipH="0" flipV="0">
            <a:off x="956095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68431795" name="Freeform 83"/>
          <p:cNvSpPr/>
          <p:nvPr/>
        </p:nvSpPr>
        <p:spPr bwMode="auto">
          <a:xfrm rot="0" flipH="0" flipV="0">
            <a:off x="829576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8805949" name="TextBox 84"/>
          <p:cNvSpPr txBox="1"/>
          <p:nvPr/>
        </p:nvSpPr>
        <p:spPr bwMode="auto">
          <a:xfrm rot="0" flipH="0" flipV="0">
            <a:off x="829576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86131894" name="Freeform 86"/>
          <p:cNvSpPr/>
          <p:nvPr/>
        </p:nvSpPr>
        <p:spPr bwMode="auto">
          <a:xfrm rot="0" flipH="0" flipV="0">
            <a:off x="892862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80286311" name="TextBox 87"/>
          <p:cNvSpPr txBox="1"/>
          <p:nvPr/>
        </p:nvSpPr>
        <p:spPr bwMode="auto">
          <a:xfrm rot="0" flipH="0" flipV="0">
            <a:off x="892862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622009632" name="Freeform 89"/>
          <p:cNvSpPr/>
          <p:nvPr/>
        </p:nvSpPr>
        <p:spPr bwMode="auto">
          <a:xfrm rot="0" flipH="0" flipV="0">
            <a:off x="10193275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091221" name="TextBox 90"/>
          <p:cNvSpPr txBox="1"/>
          <p:nvPr/>
        </p:nvSpPr>
        <p:spPr bwMode="auto">
          <a:xfrm rot="0" flipH="0" flipV="0">
            <a:off x="10193275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84306984" name="Freeform 92"/>
          <p:cNvSpPr/>
          <p:nvPr/>
        </p:nvSpPr>
        <p:spPr bwMode="auto">
          <a:xfrm rot="0" flipH="0" flipV="0">
            <a:off x="10825597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3517592" name="TextBox 93"/>
          <p:cNvSpPr txBox="1"/>
          <p:nvPr/>
        </p:nvSpPr>
        <p:spPr bwMode="auto">
          <a:xfrm rot="0" flipH="0" flipV="0">
            <a:off x="10825597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46813374" name="AutoShape 94"/>
          <p:cNvSpPr/>
          <p:nvPr/>
        </p:nvSpPr>
        <p:spPr bwMode="auto">
          <a:xfrm flipH="1">
            <a:off x="3991705" y="2115330"/>
            <a:ext cx="2114210" cy="5766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302912" name="AutoShape 95"/>
          <p:cNvSpPr/>
          <p:nvPr/>
        </p:nvSpPr>
        <p:spPr bwMode="auto">
          <a:xfrm flipH="1">
            <a:off x="6104346" y="2115330"/>
            <a:ext cx="1150308" cy="5661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324491" name="AutoShape 96"/>
          <p:cNvSpPr/>
          <p:nvPr/>
        </p:nvSpPr>
        <p:spPr bwMode="auto">
          <a:xfrm>
            <a:off x="8400265" y="2115330"/>
            <a:ext cx="1449821" cy="5661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307102" name="Freeform 98"/>
          <p:cNvSpPr/>
          <p:nvPr/>
        </p:nvSpPr>
        <p:spPr bwMode="auto">
          <a:xfrm rot="0" flipH="0" flipV="0">
            <a:off x="1740542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4756547" name="Freeform 100"/>
          <p:cNvSpPr/>
          <p:nvPr/>
        </p:nvSpPr>
        <p:spPr bwMode="auto">
          <a:xfrm rot="0" flipH="0" flipV="0">
            <a:off x="182964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02437426" name="TextBox 101"/>
          <p:cNvSpPr txBox="1"/>
          <p:nvPr/>
        </p:nvSpPr>
        <p:spPr bwMode="auto">
          <a:xfrm rot="0" flipH="0" flipV="0">
            <a:off x="184733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95637501" name="Freeform 103"/>
          <p:cNvSpPr/>
          <p:nvPr/>
        </p:nvSpPr>
        <p:spPr bwMode="auto">
          <a:xfrm rot="0" flipH="0" flipV="0">
            <a:off x="204579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8076706" name="TextBox 104"/>
          <p:cNvSpPr txBox="1"/>
          <p:nvPr/>
        </p:nvSpPr>
        <p:spPr bwMode="auto">
          <a:xfrm rot="0" flipH="0" flipV="0">
            <a:off x="206348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957515052" name="Freeform 106"/>
          <p:cNvSpPr/>
          <p:nvPr/>
        </p:nvSpPr>
        <p:spPr bwMode="auto">
          <a:xfrm rot="0" flipH="0" flipV="0">
            <a:off x="226141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601112" name="TextBox 107"/>
          <p:cNvSpPr txBox="1"/>
          <p:nvPr/>
        </p:nvSpPr>
        <p:spPr bwMode="auto">
          <a:xfrm rot="0" flipH="0" flipV="0">
            <a:off x="227909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93901857" name="Freeform 109"/>
          <p:cNvSpPr/>
          <p:nvPr/>
        </p:nvSpPr>
        <p:spPr bwMode="auto">
          <a:xfrm rot="0" flipH="0" flipV="0">
            <a:off x="247702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0964484" name="TextBox 110"/>
          <p:cNvSpPr txBox="1"/>
          <p:nvPr/>
        </p:nvSpPr>
        <p:spPr bwMode="auto">
          <a:xfrm rot="0" flipH="0" flipV="0">
            <a:off x="249471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59120945" name="Freeform 112"/>
          <p:cNvSpPr/>
          <p:nvPr/>
        </p:nvSpPr>
        <p:spPr bwMode="auto">
          <a:xfrm rot="0" flipH="0" flipV="0">
            <a:off x="269263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0895012" name="TextBox 113"/>
          <p:cNvSpPr txBox="1"/>
          <p:nvPr/>
        </p:nvSpPr>
        <p:spPr bwMode="auto">
          <a:xfrm rot="0" flipH="0" flipV="0">
            <a:off x="271032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063699624" name="Freeform 115"/>
          <p:cNvSpPr/>
          <p:nvPr/>
        </p:nvSpPr>
        <p:spPr bwMode="auto">
          <a:xfrm rot="0" flipH="0" flipV="0">
            <a:off x="5487827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4023887" name="Freeform 117"/>
          <p:cNvSpPr/>
          <p:nvPr/>
        </p:nvSpPr>
        <p:spPr bwMode="auto">
          <a:xfrm rot="0" flipH="0" flipV="0">
            <a:off x="557693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8988330" name="TextBox 118"/>
          <p:cNvSpPr txBox="1"/>
          <p:nvPr/>
        </p:nvSpPr>
        <p:spPr bwMode="auto">
          <a:xfrm rot="0" flipH="0" flipV="0">
            <a:off x="559461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426769472" name="Freeform 120"/>
          <p:cNvSpPr/>
          <p:nvPr/>
        </p:nvSpPr>
        <p:spPr bwMode="auto">
          <a:xfrm rot="0" flipH="0" flipV="0">
            <a:off x="579308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48580481" name="TextBox 121"/>
          <p:cNvSpPr txBox="1"/>
          <p:nvPr/>
        </p:nvSpPr>
        <p:spPr bwMode="auto">
          <a:xfrm rot="0" flipH="0" flipV="0">
            <a:off x="58107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41691457" name="Freeform 123"/>
          <p:cNvSpPr/>
          <p:nvPr/>
        </p:nvSpPr>
        <p:spPr bwMode="auto">
          <a:xfrm rot="0" flipH="0" flipV="0">
            <a:off x="600869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29351741" name="TextBox 124"/>
          <p:cNvSpPr txBox="1"/>
          <p:nvPr/>
        </p:nvSpPr>
        <p:spPr bwMode="auto">
          <a:xfrm rot="0" flipH="0" flipV="0">
            <a:off x="602638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19895317" name="Freeform 126"/>
          <p:cNvSpPr/>
          <p:nvPr/>
        </p:nvSpPr>
        <p:spPr bwMode="auto">
          <a:xfrm rot="0" flipH="0" flipV="0">
            <a:off x="622430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738468" name="TextBox 127"/>
          <p:cNvSpPr txBox="1"/>
          <p:nvPr/>
        </p:nvSpPr>
        <p:spPr bwMode="auto">
          <a:xfrm rot="0" flipH="0" flipV="0">
            <a:off x="624199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87663241" name="Freeform 129"/>
          <p:cNvSpPr/>
          <p:nvPr/>
        </p:nvSpPr>
        <p:spPr bwMode="auto">
          <a:xfrm rot="0" flipH="0" flipV="0">
            <a:off x="643991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9092500" name="TextBox 130"/>
          <p:cNvSpPr txBox="1"/>
          <p:nvPr/>
        </p:nvSpPr>
        <p:spPr bwMode="auto">
          <a:xfrm rot="0" flipH="0" flipV="0">
            <a:off x="645760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50241317" name="Freeform 132"/>
          <p:cNvSpPr/>
          <p:nvPr/>
        </p:nvSpPr>
        <p:spPr bwMode="auto">
          <a:xfrm rot="0" flipH="0" flipV="0">
            <a:off x="9241195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6543323" name="Freeform 134"/>
          <p:cNvSpPr/>
          <p:nvPr/>
        </p:nvSpPr>
        <p:spPr bwMode="auto">
          <a:xfrm rot="0" flipH="0" flipV="0">
            <a:off x="933030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21889778" name="TextBox 135"/>
          <p:cNvSpPr txBox="1"/>
          <p:nvPr/>
        </p:nvSpPr>
        <p:spPr bwMode="auto">
          <a:xfrm rot="0" flipH="0" flipV="0">
            <a:off x="934799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321632620" name="Freeform 137"/>
          <p:cNvSpPr/>
          <p:nvPr/>
        </p:nvSpPr>
        <p:spPr bwMode="auto">
          <a:xfrm rot="0" flipH="0" flipV="0">
            <a:off x="954645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1463433" name="TextBox 138"/>
          <p:cNvSpPr txBox="1"/>
          <p:nvPr/>
        </p:nvSpPr>
        <p:spPr bwMode="auto">
          <a:xfrm rot="0" flipH="0" flipV="0">
            <a:off x="956414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96726250" name="Freeform 140"/>
          <p:cNvSpPr/>
          <p:nvPr/>
        </p:nvSpPr>
        <p:spPr bwMode="auto">
          <a:xfrm rot="0" flipH="0" flipV="0">
            <a:off x="976206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5054706" name="TextBox 141"/>
          <p:cNvSpPr txBox="1"/>
          <p:nvPr/>
        </p:nvSpPr>
        <p:spPr bwMode="auto">
          <a:xfrm rot="0" flipH="0" flipV="0">
            <a:off x="977975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27999144" name="Freeform 143"/>
          <p:cNvSpPr/>
          <p:nvPr/>
        </p:nvSpPr>
        <p:spPr bwMode="auto">
          <a:xfrm rot="0" flipH="0" flipV="0">
            <a:off x="997767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4897805" name="TextBox 144"/>
          <p:cNvSpPr txBox="1"/>
          <p:nvPr/>
        </p:nvSpPr>
        <p:spPr bwMode="auto">
          <a:xfrm rot="0" flipH="0" flipV="0">
            <a:off x="999536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57766108" name="Freeform 146"/>
          <p:cNvSpPr/>
          <p:nvPr/>
        </p:nvSpPr>
        <p:spPr bwMode="auto">
          <a:xfrm rot="0" flipH="0" flipV="0">
            <a:off x="1019328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0456476" name="TextBox 147"/>
          <p:cNvSpPr txBox="1"/>
          <p:nvPr/>
        </p:nvSpPr>
        <p:spPr bwMode="auto">
          <a:xfrm rot="0" flipH="0" flipV="0">
            <a:off x="102109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890438359" name="Freeform 149"/>
          <p:cNvSpPr/>
          <p:nvPr/>
        </p:nvSpPr>
        <p:spPr bwMode="auto">
          <a:xfrm rot="0" flipH="0" flipV="0">
            <a:off x="2983924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3006434" name="Freeform 151"/>
          <p:cNvSpPr/>
          <p:nvPr/>
        </p:nvSpPr>
        <p:spPr bwMode="auto">
          <a:xfrm rot="0" flipH="0" flipV="0">
            <a:off x="307303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22708841" name="TextBox 152"/>
          <p:cNvSpPr txBox="1"/>
          <p:nvPr/>
        </p:nvSpPr>
        <p:spPr bwMode="auto">
          <a:xfrm rot="0" flipH="0" flipV="0">
            <a:off x="309072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52124422" name="Freeform 154"/>
          <p:cNvSpPr/>
          <p:nvPr/>
        </p:nvSpPr>
        <p:spPr bwMode="auto">
          <a:xfrm rot="0" flipH="0" flipV="0">
            <a:off x="328918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62131769" name="TextBox 155"/>
          <p:cNvSpPr txBox="1"/>
          <p:nvPr/>
        </p:nvSpPr>
        <p:spPr bwMode="auto">
          <a:xfrm rot="0" flipH="0" flipV="0">
            <a:off x="330687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30165674" name="Freeform 157"/>
          <p:cNvSpPr/>
          <p:nvPr/>
        </p:nvSpPr>
        <p:spPr bwMode="auto">
          <a:xfrm rot="0" flipH="0" flipV="0">
            <a:off x="350479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262697" name="TextBox 158"/>
          <p:cNvSpPr txBox="1"/>
          <p:nvPr/>
        </p:nvSpPr>
        <p:spPr bwMode="auto">
          <a:xfrm rot="0" flipH="0" flipV="0">
            <a:off x="352248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663711968" name="Freeform 160"/>
          <p:cNvSpPr/>
          <p:nvPr/>
        </p:nvSpPr>
        <p:spPr bwMode="auto">
          <a:xfrm rot="0" flipH="0" flipV="0">
            <a:off x="372040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6583361" name="TextBox 161"/>
          <p:cNvSpPr txBox="1"/>
          <p:nvPr/>
        </p:nvSpPr>
        <p:spPr bwMode="auto">
          <a:xfrm rot="0" flipH="0" flipV="0">
            <a:off x="373808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01055475" name="Freeform 163"/>
          <p:cNvSpPr/>
          <p:nvPr/>
        </p:nvSpPr>
        <p:spPr bwMode="auto">
          <a:xfrm rot="0" flipH="0" flipV="0">
            <a:off x="393601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43098227" name="TextBox 164"/>
          <p:cNvSpPr txBox="1"/>
          <p:nvPr/>
        </p:nvSpPr>
        <p:spPr bwMode="auto">
          <a:xfrm rot="0" flipH="0" flipV="0">
            <a:off x="395370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19328658" name="Freeform 166"/>
          <p:cNvSpPr/>
          <p:nvPr/>
        </p:nvSpPr>
        <p:spPr bwMode="auto">
          <a:xfrm rot="0" flipH="0" flipV="0">
            <a:off x="498329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0602283" name="Freeform 168"/>
          <p:cNvSpPr/>
          <p:nvPr/>
        </p:nvSpPr>
        <p:spPr bwMode="auto">
          <a:xfrm rot="0" flipH="0" flipV="0">
            <a:off x="58743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1384463" name="TextBox 169"/>
          <p:cNvSpPr txBox="1"/>
          <p:nvPr/>
        </p:nvSpPr>
        <p:spPr bwMode="auto">
          <a:xfrm rot="0" flipH="0" flipV="0">
            <a:off x="60512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92338409" name="Freeform 171"/>
          <p:cNvSpPr/>
          <p:nvPr/>
        </p:nvSpPr>
        <p:spPr bwMode="auto">
          <a:xfrm rot="0" flipH="0" flipV="0">
            <a:off x="80358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14466184" name="TextBox 172"/>
          <p:cNvSpPr txBox="1"/>
          <p:nvPr/>
        </p:nvSpPr>
        <p:spPr bwMode="auto">
          <a:xfrm rot="0" flipH="0" flipV="0">
            <a:off x="82127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9466812" name="Freeform 174"/>
          <p:cNvSpPr/>
          <p:nvPr/>
        </p:nvSpPr>
        <p:spPr bwMode="auto">
          <a:xfrm rot="0" flipH="0" flipV="0">
            <a:off x="101919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6430817" name="TextBox 175"/>
          <p:cNvSpPr txBox="1"/>
          <p:nvPr/>
        </p:nvSpPr>
        <p:spPr bwMode="auto">
          <a:xfrm rot="0" flipH="0" flipV="0">
            <a:off x="103688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18604594" name="Freeform 177"/>
          <p:cNvSpPr/>
          <p:nvPr/>
        </p:nvSpPr>
        <p:spPr bwMode="auto">
          <a:xfrm rot="0" flipH="0" flipV="0">
            <a:off x="123480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6241467" name="TextBox 178"/>
          <p:cNvSpPr txBox="1"/>
          <p:nvPr/>
        </p:nvSpPr>
        <p:spPr bwMode="auto">
          <a:xfrm rot="0" flipH="0" flipV="0">
            <a:off x="125249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11833659" name="Freeform 180"/>
          <p:cNvSpPr/>
          <p:nvPr/>
        </p:nvSpPr>
        <p:spPr bwMode="auto">
          <a:xfrm rot="0" flipH="0" flipV="0">
            <a:off x="1450420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5326210" name="TextBox 181"/>
          <p:cNvSpPr txBox="1"/>
          <p:nvPr/>
        </p:nvSpPr>
        <p:spPr bwMode="auto">
          <a:xfrm rot="0" flipH="0" flipV="0">
            <a:off x="146810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66581012" name="Freeform 183"/>
          <p:cNvSpPr/>
          <p:nvPr/>
        </p:nvSpPr>
        <p:spPr bwMode="auto">
          <a:xfrm rot="0" flipH="0" flipV="0">
            <a:off x="4244445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2525590" name="Freeform 185"/>
          <p:cNvSpPr/>
          <p:nvPr/>
        </p:nvSpPr>
        <p:spPr bwMode="auto">
          <a:xfrm rot="0" flipH="0" flipV="0">
            <a:off x="433355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16111146" name="TextBox 186"/>
          <p:cNvSpPr txBox="1"/>
          <p:nvPr/>
        </p:nvSpPr>
        <p:spPr bwMode="auto">
          <a:xfrm rot="0" flipH="0" flipV="0">
            <a:off x="435123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8620368" name="Freeform 188"/>
          <p:cNvSpPr/>
          <p:nvPr/>
        </p:nvSpPr>
        <p:spPr bwMode="auto">
          <a:xfrm rot="0" flipH="0" flipV="0">
            <a:off x="454970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0401295" name="TextBox 189"/>
          <p:cNvSpPr txBox="1"/>
          <p:nvPr/>
        </p:nvSpPr>
        <p:spPr bwMode="auto">
          <a:xfrm rot="0" flipH="0" flipV="0">
            <a:off x="456738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63362020" name="Freeform 191"/>
          <p:cNvSpPr/>
          <p:nvPr/>
        </p:nvSpPr>
        <p:spPr bwMode="auto">
          <a:xfrm rot="0" flipH="0" flipV="0">
            <a:off x="476531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0425337" name="TextBox 192"/>
          <p:cNvSpPr txBox="1"/>
          <p:nvPr/>
        </p:nvSpPr>
        <p:spPr bwMode="auto">
          <a:xfrm rot="0" flipH="0" flipV="0">
            <a:off x="478299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80078986" name="Freeform 194"/>
          <p:cNvSpPr/>
          <p:nvPr/>
        </p:nvSpPr>
        <p:spPr bwMode="auto">
          <a:xfrm rot="0" flipH="0" flipV="0">
            <a:off x="498092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5411411" name="TextBox 195"/>
          <p:cNvSpPr txBox="1"/>
          <p:nvPr/>
        </p:nvSpPr>
        <p:spPr bwMode="auto">
          <a:xfrm rot="0" flipH="0" flipV="0">
            <a:off x="499861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89159687" name="Freeform 197"/>
          <p:cNvSpPr/>
          <p:nvPr/>
        </p:nvSpPr>
        <p:spPr bwMode="auto">
          <a:xfrm rot="0" flipH="0" flipV="0">
            <a:off x="519653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60044513" name="TextBox 198"/>
          <p:cNvSpPr txBox="1"/>
          <p:nvPr/>
        </p:nvSpPr>
        <p:spPr bwMode="auto">
          <a:xfrm rot="0" flipH="0" flipV="0">
            <a:off x="521422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31512919" name="Freeform 200"/>
          <p:cNvSpPr/>
          <p:nvPr/>
        </p:nvSpPr>
        <p:spPr bwMode="auto">
          <a:xfrm rot="0" flipH="0" flipV="0">
            <a:off x="7998819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0152229" name="Freeform 202"/>
          <p:cNvSpPr/>
          <p:nvPr/>
        </p:nvSpPr>
        <p:spPr bwMode="auto">
          <a:xfrm rot="0" flipH="0" flipV="0">
            <a:off x="807925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3231254" name="TextBox 203"/>
          <p:cNvSpPr txBox="1"/>
          <p:nvPr/>
        </p:nvSpPr>
        <p:spPr bwMode="auto">
          <a:xfrm rot="0" flipH="0" flipV="0">
            <a:off x="809694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60806477" name="Freeform 205"/>
          <p:cNvSpPr/>
          <p:nvPr/>
        </p:nvSpPr>
        <p:spPr bwMode="auto">
          <a:xfrm rot="0" flipH="0" flipV="0">
            <a:off x="830407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8986031" name="TextBox 206"/>
          <p:cNvSpPr txBox="1"/>
          <p:nvPr/>
        </p:nvSpPr>
        <p:spPr bwMode="auto">
          <a:xfrm rot="0" flipH="0" flipV="0">
            <a:off x="832176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801096942" name="Freeform 208"/>
          <p:cNvSpPr/>
          <p:nvPr/>
        </p:nvSpPr>
        <p:spPr bwMode="auto">
          <a:xfrm rot="0" flipH="0" flipV="0">
            <a:off x="8519688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5987570" name="TextBox 209"/>
          <p:cNvSpPr txBox="1"/>
          <p:nvPr/>
        </p:nvSpPr>
        <p:spPr bwMode="auto">
          <a:xfrm rot="0" flipH="0" flipV="0">
            <a:off x="853737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8553895" name="Freeform 211"/>
          <p:cNvSpPr/>
          <p:nvPr/>
        </p:nvSpPr>
        <p:spPr bwMode="auto">
          <a:xfrm rot="0" flipH="0" flipV="0">
            <a:off x="873529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0248237" name="TextBox 212"/>
          <p:cNvSpPr txBox="1"/>
          <p:nvPr/>
        </p:nvSpPr>
        <p:spPr bwMode="auto">
          <a:xfrm rot="0" flipH="0" flipV="0">
            <a:off x="875298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254767846" name="Freeform 214"/>
          <p:cNvSpPr/>
          <p:nvPr/>
        </p:nvSpPr>
        <p:spPr bwMode="auto">
          <a:xfrm rot="0" flipH="0" flipV="0">
            <a:off x="8950910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3891142" name="TextBox 215"/>
          <p:cNvSpPr txBox="1"/>
          <p:nvPr/>
        </p:nvSpPr>
        <p:spPr bwMode="auto">
          <a:xfrm rot="0" flipH="0" flipV="0">
            <a:off x="896859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39804589" name="Freeform 217"/>
          <p:cNvSpPr/>
          <p:nvPr/>
        </p:nvSpPr>
        <p:spPr bwMode="auto">
          <a:xfrm rot="0" flipH="0" flipV="0">
            <a:off x="6733338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4116115" name="Freeform 219"/>
          <p:cNvSpPr/>
          <p:nvPr/>
        </p:nvSpPr>
        <p:spPr bwMode="auto">
          <a:xfrm rot="0" flipH="0" flipV="0">
            <a:off x="682244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9255238" name="TextBox 220"/>
          <p:cNvSpPr txBox="1"/>
          <p:nvPr/>
        </p:nvSpPr>
        <p:spPr bwMode="auto">
          <a:xfrm rot="0" flipH="0" flipV="0">
            <a:off x="684013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39913861" name="Freeform 222"/>
          <p:cNvSpPr/>
          <p:nvPr/>
        </p:nvSpPr>
        <p:spPr bwMode="auto">
          <a:xfrm rot="0" flipH="0" flipV="0">
            <a:off x="703859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78207420" name="TextBox 223"/>
          <p:cNvSpPr txBox="1"/>
          <p:nvPr/>
        </p:nvSpPr>
        <p:spPr bwMode="auto">
          <a:xfrm rot="0" flipH="0" flipV="0">
            <a:off x="705628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07180178" name="Freeform 225"/>
          <p:cNvSpPr/>
          <p:nvPr/>
        </p:nvSpPr>
        <p:spPr bwMode="auto">
          <a:xfrm rot="0" flipH="0" flipV="0">
            <a:off x="725420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2088325" name="TextBox 226"/>
          <p:cNvSpPr txBox="1"/>
          <p:nvPr/>
        </p:nvSpPr>
        <p:spPr bwMode="auto">
          <a:xfrm rot="0" flipH="0" flipV="0">
            <a:off x="727189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28570555" name="Freeform 228"/>
          <p:cNvSpPr/>
          <p:nvPr/>
        </p:nvSpPr>
        <p:spPr bwMode="auto">
          <a:xfrm rot="0" flipH="0" flipV="0">
            <a:off x="746981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2325938" name="TextBox 229"/>
          <p:cNvSpPr txBox="1"/>
          <p:nvPr/>
        </p:nvSpPr>
        <p:spPr bwMode="auto">
          <a:xfrm rot="0" flipH="0" flipV="0">
            <a:off x="748750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651322740" name="Freeform 231"/>
          <p:cNvSpPr/>
          <p:nvPr/>
        </p:nvSpPr>
        <p:spPr bwMode="auto">
          <a:xfrm rot="0" flipH="0" flipV="0">
            <a:off x="768542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134079" name="TextBox 232"/>
          <p:cNvSpPr txBox="1"/>
          <p:nvPr/>
        </p:nvSpPr>
        <p:spPr bwMode="auto">
          <a:xfrm rot="0" flipH="0" flipV="0">
            <a:off x="770311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2849503" name="Freeform 234"/>
          <p:cNvSpPr/>
          <p:nvPr/>
        </p:nvSpPr>
        <p:spPr bwMode="auto">
          <a:xfrm rot="0" flipH="0" flipV="0">
            <a:off x="10484577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3317649" name="Freeform 236"/>
          <p:cNvSpPr/>
          <p:nvPr/>
        </p:nvSpPr>
        <p:spPr bwMode="auto">
          <a:xfrm rot="0" flipH="0" flipV="0">
            <a:off x="1057368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32206149" name="TextBox 237"/>
          <p:cNvSpPr txBox="1"/>
          <p:nvPr/>
        </p:nvSpPr>
        <p:spPr bwMode="auto">
          <a:xfrm rot="0" flipH="0" flipV="0">
            <a:off x="105913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19423263" name="Freeform 239"/>
          <p:cNvSpPr/>
          <p:nvPr/>
        </p:nvSpPr>
        <p:spPr bwMode="auto">
          <a:xfrm rot="0" flipH="0" flipV="0">
            <a:off x="1078983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9892611" name="TextBox 240"/>
          <p:cNvSpPr txBox="1"/>
          <p:nvPr/>
        </p:nvSpPr>
        <p:spPr bwMode="auto">
          <a:xfrm rot="0" flipH="0" flipV="0">
            <a:off x="1080752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845633962" name="Freeform 242"/>
          <p:cNvSpPr/>
          <p:nvPr/>
        </p:nvSpPr>
        <p:spPr bwMode="auto">
          <a:xfrm rot="0" flipH="0" flipV="0">
            <a:off x="1100544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1594774" name="TextBox 243"/>
          <p:cNvSpPr txBox="1"/>
          <p:nvPr/>
        </p:nvSpPr>
        <p:spPr bwMode="auto">
          <a:xfrm rot="0" flipH="0" flipV="0">
            <a:off x="1102313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57706816" name="Freeform 245"/>
          <p:cNvSpPr/>
          <p:nvPr/>
        </p:nvSpPr>
        <p:spPr bwMode="auto">
          <a:xfrm rot="0" flipH="0" flipV="0">
            <a:off x="1122105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1034505" name="TextBox 246"/>
          <p:cNvSpPr txBox="1"/>
          <p:nvPr/>
        </p:nvSpPr>
        <p:spPr bwMode="auto">
          <a:xfrm rot="0" flipH="0" flipV="0">
            <a:off x="1123874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3150727" name="Freeform 248"/>
          <p:cNvSpPr/>
          <p:nvPr/>
        </p:nvSpPr>
        <p:spPr bwMode="auto">
          <a:xfrm rot="0" flipH="0" flipV="0">
            <a:off x="1143666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4282276" name="TextBox 249"/>
          <p:cNvSpPr txBox="1"/>
          <p:nvPr/>
        </p:nvSpPr>
        <p:spPr bwMode="auto">
          <a:xfrm rot="0" flipH="0" flipV="0">
            <a:off x="1145435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58874171" name="AutoShape 250"/>
          <p:cNvSpPr/>
          <p:nvPr/>
        </p:nvSpPr>
        <p:spPr bwMode="auto">
          <a:xfrm flipH="1">
            <a:off x="1113307" y="3479148"/>
            <a:ext cx="1244549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821051" name="AutoShape 251"/>
          <p:cNvSpPr/>
          <p:nvPr/>
        </p:nvSpPr>
        <p:spPr bwMode="auto">
          <a:xfrm flipH="1">
            <a:off x="2355522" y="3479148"/>
            <a:ext cx="634659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872860" name="AutoShape 252"/>
          <p:cNvSpPr/>
          <p:nvPr/>
        </p:nvSpPr>
        <p:spPr bwMode="auto">
          <a:xfrm flipH="1">
            <a:off x="3598903" y="3479148"/>
            <a:ext cx="23600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416671" name="AutoShape 253"/>
          <p:cNvSpPr/>
          <p:nvPr/>
        </p:nvSpPr>
        <p:spPr bwMode="auto">
          <a:xfrm flipH="1">
            <a:off x="4859422" y="3479148"/>
            <a:ext cx="1247261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880465" name="AutoShape 254"/>
          <p:cNvSpPr/>
          <p:nvPr/>
        </p:nvSpPr>
        <p:spPr bwMode="auto">
          <a:xfrm flipH="1">
            <a:off x="6102804" y="3479148"/>
            <a:ext cx="636202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73171" name="AutoShape 255"/>
          <p:cNvSpPr/>
          <p:nvPr/>
        </p:nvSpPr>
        <p:spPr bwMode="auto">
          <a:xfrm flipH="1">
            <a:off x="7348318" y="3479148"/>
            <a:ext cx="23013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753130" name="AutoShape 256"/>
          <p:cNvSpPr/>
          <p:nvPr/>
        </p:nvSpPr>
        <p:spPr bwMode="auto">
          <a:xfrm flipH="1">
            <a:off x="8613798" y="3479148"/>
            <a:ext cx="1238626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502564" name="AutoShape 257"/>
          <p:cNvSpPr/>
          <p:nvPr/>
        </p:nvSpPr>
        <p:spPr bwMode="auto">
          <a:xfrm flipH="1">
            <a:off x="9856173" y="3479148"/>
            <a:ext cx="628574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720691" name="AutoShape 258"/>
          <p:cNvSpPr/>
          <p:nvPr/>
        </p:nvSpPr>
        <p:spPr bwMode="auto">
          <a:xfrm flipH="1">
            <a:off x="11099556" y="3479148"/>
            <a:ext cx="17515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686381" name="AutoShape 259"/>
          <p:cNvSpPr/>
          <p:nvPr/>
        </p:nvSpPr>
        <p:spPr bwMode="auto">
          <a:xfrm>
            <a:off x="111330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860164" name="AutoShape 260"/>
          <p:cNvSpPr/>
          <p:nvPr/>
        </p:nvSpPr>
        <p:spPr bwMode="auto">
          <a:xfrm>
            <a:off x="132918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695427" name="AutoShape 261"/>
          <p:cNvSpPr/>
          <p:nvPr/>
        </p:nvSpPr>
        <p:spPr bwMode="auto">
          <a:xfrm>
            <a:off x="154479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023480" name="AutoShape 262"/>
          <p:cNvSpPr/>
          <p:nvPr/>
        </p:nvSpPr>
        <p:spPr bwMode="auto">
          <a:xfrm>
            <a:off x="235565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721895" name="AutoShape 263"/>
          <p:cNvSpPr/>
          <p:nvPr/>
        </p:nvSpPr>
        <p:spPr bwMode="auto">
          <a:xfrm>
            <a:off x="2571535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688977" name="AutoShape 264"/>
          <p:cNvSpPr/>
          <p:nvPr/>
        </p:nvSpPr>
        <p:spPr bwMode="auto">
          <a:xfrm>
            <a:off x="278714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570028" name="AutoShape 265"/>
          <p:cNvSpPr/>
          <p:nvPr/>
        </p:nvSpPr>
        <p:spPr bwMode="auto">
          <a:xfrm>
            <a:off x="3592682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478765" name="AutoShape 266"/>
          <p:cNvSpPr/>
          <p:nvPr/>
        </p:nvSpPr>
        <p:spPr bwMode="auto">
          <a:xfrm>
            <a:off x="380856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755923" name="AutoShape 267"/>
          <p:cNvSpPr/>
          <p:nvPr/>
        </p:nvSpPr>
        <p:spPr bwMode="auto">
          <a:xfrm>
            <a:off x="402417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97586" name="AutoShape 268"/>
          <p:cNvSpPr/>
          <p:nvPr/>
        </p:nvSpPr>
        <p:spPr bwMode="auto">
          <a:xfrm>
            <a:off x="485955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606580" name="AutoShape 269"/>
          <p:cNvSpPr/>
          <p:nvPr/>
        </p:nvSpPr>
        <p:spPr bwMode="auto">
          <a:xfrm>
            <a:off x="507543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222837" name="AutoShape 270"/>
          <p:cNvSpPr/>
          <p:nvPr/>
        </p:nvSpPr>
        <p:spPr bwMode="auto">
          <a:xfrm>
            <a:off x="529104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51290" name="AutoShape 271"/>
          <p:cNvSpPr/>
          <p:nvPr/>
        </p:nvSpPr>
        <p:spPr bwMode="auto">
          <a:xfrm>
            <a:off x="6102938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677349" name="AutoShape 272"/>
          <p:cNvSpPr/>
          <p:nvPr/>
        </p:nvSpPr>
        <p:spPr bwMode="auto">
          <a:xfrm>
            <a:off x="631881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928197" name="AutoShape 273"/>
          <p:cNvSpPr/>
          <p:nvPr/>
        </p:nvSpPr>
        <p:spPr bwMode="auto">
          <a:xfrm>
            <a:off x="6534432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291914" name="AutoShape 274"/>
          <p:cNvSpPr/>
          <p:nvPr/>
        </p:nvSpPr>
        <p:spPr bwMode="auto">
          <a:xfrm>
            <a:off x="734704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934585" name="AutoShape 275"/>
          <p:cNvSpPr/>
          <p:nvPr/>
        </p:nvSpPr>
        <p:spPr bwMode="auto">
          <a:xfrm>
            <a:off x="756292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784509" name="AutoShape 276"/>
          <p:cNvSpPr/>
          <p:nvPr/>
        </p:nvSpPr>
        <p:spPr bwMode="auto">
          <a:xfrm>
            <a:off x="7778531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404386" name="AutoShape 277"/>
          <p:cNvSpPr/>
          <p:nvPr/>
        </p:nvSpPr>
        <p:spPr bwMode="auto">
          <a:xfrm>
            <a:off x="8613933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8732173" name="AutoShape 278"/>
          <p:cNvSpPr/>
          <p:nvPr/>
        </p:nvSpPr>
        <p:spPr bwMode="auto">
          <a:xfrm>
            <a:off x="8829813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685943" name="AutoShape 279"/>
          <p:cNvSpPr/>
          <p:nvPr/>
        </p:nvSpPr>
        <p:spPr bwMode="auto">
          <a:xfrm>
            <a:off x="904542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66645" name="AutoShape 280"/>
          <p:cNvSpPr/>
          <p:nvPr/>
        </p:nvSpPr>
        <p:spPr bwMode="auto">
          <a:xfrm>
            <a:off x="986446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019349" name="AutoShape 281"/>
          <p:cNvSpPr/>
          <p:nvPr/>
        </p:nvSpPr>
        <p:spPr bwMode="auto">
          <a:xfrm>
            <a:off x="10080345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488750" name="AutoShape 282"/>
          <p:cNvSpPr/>
          <p:nvPr/>
        </p:nvSpPr>
        <p:spPr bwMode="auto">
          <a:xfrm>
            <a:off x="10295956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00189" name="AutoShape 283"/>
          <p:cNvSpPr/>
          <p:nvPr/>
        </p:nvSpPr>
        <p:spPr bwMode="auto">
          <a:xfrm>
            <a:off x="1110156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503924" name="AutoShape 284"/>
          <p:cNvSpPr/>
          <p:nvPr/>
        </p:nvSpPr>
        <p:spPr bwMode="auto">
          <a:xfrm>
            <a:off x="1131745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478024" name="AutoShape 285"/>
          <p:cNvSpPr/>
          <p:nvPr/>
        </p:nvSpPr>
        <p:spPr bwMode="auto">
          <a:xfrm>
            <a:off x="11533061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2276086" name="Freeform 287"/>
          <p:cNvSpPr/>
          <p:nvPr/>
        </p:nvSpPr>
        <p:spPr bwMode="auto">
          <a:xfrm rot="0" flipH="0" flipV="0">
            <a:off x="498330" y="5672572"/>
            <a:ext cx="11216201" cy="585144"/>
          </a:xfrm>
          <a:custGeom>
            <a:avLst/>
            <a:gdLst/>
            <a:ahLst/>
            <a:cxnLst/>
            <a:rect l="l" t="t" r="r" b="b"/>
            <a:pathLst>
              <a:path w="2263253" h="118073" fill="norm" stroke="1" extrusionOk="0">
                <a:moveTo>
                  <a:pt x="8973" y="0"/>
                </a:moveTo>
                <a:lnTo>
                  <a:pt x="2254280" y="0"/>
                </a:lnTo>
                <a:cubicBezTo>
                  <a:pt x="2256660" y="0"/>
                  <a:pt x="2258942" y="945"/>
                  <a:pt x="2260625" y="2628"/>
                </a:cubicBezTo>
                <a:cubicBezTo>
                  <a:pt x="2262308" y="4311"/>
                  <a:pt x="2263253" y="6593"/>
                  <a:pt x="2263253" y="8973"/>
                </a:cubicBezTo>
                <a:lnTo>
                  <a:pt x="2263253" y="109100"/>
                </a:lnTo>
                <a:cubicBezTo>
                  <a:pt x="2263253" y="111480"/>
                  <a:pt x="2262308" y="113762"/>
                  <a:pt x="2260625" y="115445"/>
                </a:cubicBezTo>
                <a:cubicBezTo>
                  <a:pt x="2258942" y="117127"/>
                  <a:pt x="2256660" y="118073"/>
                  <a:pt x="2254280" y="118073"/>
                </a:cubicBezTo>
                <a:lnTo>
                  <a:pt x="8973" y="118073"/>
                </a:lnTo>
                <a:cubicBezTo>
                  <a:pt x="6593" y="118073"/>
                  <a:pt x="4311" y="117127"/>
                  <a:pt x="2628" y="115445"/>
                </a:cubicBezTo>
                <a:cubicBezTo>
                  <a:pt x="945" y="113762"/>
                  <a:pt x="0" y="111480"/>
                  <a:pt x="0" y="109100"/>
                </a:cubicBezTo>
                <a:lnTo>
                  <a:pt x="0" y="8973"/>
                </a:lnTo>
                <a:cubicBezTo>
                  <a:pt x="0" y="6593"/>
                  <a:pt x="945" y="4311"/>
                  <a:pt x="2628" y="2628"/>
                </a:cubicBezTo>
                <a:cubicBezTo>
                  <a:pt x="4311" y="945"/>
                  <a:pt x="6593" y="0"/>
                  <a:pt x="89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44036406" name="TextBox 288"/>
          <p:cNvSpPr txBox="1"/>
          <p:nvPr/>
        </p:nvSpPr>
        <p:spPr bwMode="auto">
          <a:xfrm rot="0" flipH="0" flipV="0">
            <a:off x="498330" y="5483764"/>
            <a:ext cx="11216201" cy="7739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8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コインジョイン創世記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94578644" name="TextBox 289"/>
          <p:cNvSpPr txBox="1"/>
          <p:nvPr/>
        </p:nvSpPr>
        <p:spPr bwMode="auto">
          <a:xfrm flipH="0" flipV="0">
            <a:off x="5048809" y="1028957"/>
            <a:ext cx="205253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ミックス #N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2754244" name="TextBox 290"/>
          <p:cNvSpPr txBox="1"/>
          <p:nvPr/>
        </p:nvSpPr>
        <p:spPr bwMode="auto">
          <a:xfrm flipH="0" flipV="0">
            <a:off x="821274" y="2729467"/>
            <a:ext cx="2994948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ミックス #N-1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50025517" name="TextBox 291"/>
          <p:cNvSpPr txBox="1"/>
          <p:nvPr/>
        </p:nvSpPr>
        <p:spPr bwMode="auto">
          <a:xfrm flipH="0" flipV="0">
            <a:off x="4567389" y="2729467"/>
            <a:ext cx="2998247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2098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000000"/>
                </a:solidFill>
                <a:latin typeface="IBM Plex Sans"/>
              </a:rPr>
              <a:t>ミックス #N-1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59778894" name="TextBox 292"/>
          <p:cNvSpPr txBox="1"/>
          <p:nvPr/>
        </p:nvSpPr>
        <p:spPr bwMode="auto">
          <a:xfrm flipH="0" flipV="0">
            <a:off x="8321763" y="2729467"/>
            <a:ext cx="3071059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2098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000000"/>
                </a:solidFill>
                <a:latin typeface="IBM Plex Sans"/>
              </a:rPr>
              <a:t>ミックス #N-1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247181" name="Freeform 27"/>
          <p:cNvSpPr/>
          <p:nvPr/>
        </p:nvSpPr>
        <p:spPr bwMode="auto">
          <a:xfrm rot="0" flipH="0" flipV="0">
            <a:off x="1812933" y="2800802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32394529" name="TextBox 28"/>
          <p:cNvSpPr txBox="1"/>
          <p:nvPr/>
        </p:nvSpPr>
        <p:spPr bwMode="auto">
          <a:xfrm rot="0" flipH="0" flipV="0">
            <a:off x="1812933" y="263203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推定出所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23873514" name="Freeform 30"/>
          <p:cNvSpPr/>
          <p:nvPr/>
        </p:nvSpPr>
        <p:spPr bwMode="auto">
          <a:xfrm rot="0" flipH="0" flipV="0">
            <a:off x="1812933" y="193700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12344120" name="TextBox 31"/>
          <p:cNvSpPr txBox="1"/>
          <p:nvPr/>
        </p:nvSpPr>
        <p:spPr bwMode="auto">
          <a:xfrm rot="0" flipH="0" flipV="0">
            <a:off x="1812933" y="176824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推定出所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80321923" name="Freeform 33"/>
          <p:cNvSpPr/>
          <p:nvPr/>
        </p:nvSpPr>
        <p:spPr bwMode="auto">
          <a:xfrm rot="0" flipH="0" flipV="0">
            <a:off x="1812933" y="107468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1437972" name="TextBox 34"/>
          <p:cNvSpPr txBox="1"/>
          <p:nvPr/>
        </p:nvSpPr>
        <p:spPr bwMode="auto">
          <a:xfrm rot="0" flipH="0" flipV="0">
            <a:off x="1812933" y="905918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推定出所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91781467" name="Freeform 36"/>
          <p:cNvSpPr/>
          <p:nvPr/>
        </p:nvSpPr>
        <p:spPr bwMode="auto">
          <a:xfrm rot="0" flipH="0" flipV="0">
            <a:off x="1812933" y="452544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65222183" name="TextBox 37"/>
          <p:cNvSpPr txBox="1"/>
          <p:nvPr/>
        </p:nvSpPr>
        <p:spPr bwMode="auto">
          <a:xfrm rot="0" flipH="0" flipV="0">
            <a:off x="1812933" y="435667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推定出所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67206956" name="Freeform 39"/>
          <p:cNvSpPr/>
          <p:nvPr/>
        </p:nvSpPr>
        <p:spPr bwMode="auto">
          <a:xfrm rot="0" flipH="0" flipV="0">
            <a:off x="1812933" y="366312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78979960" name="TextBox 40"/>
          <p:cNvSpPr txBox="1"/>
          <p:nvPr/>
        </p:nvSpPr>
        <p:spPr bwMode="auto">
          <a:xfrm rot="0" flipH="0" flipV="0">
            <a:off x="1812933" y="349436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推定出所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35522155" name="AutoShape 41"/>
          <p:cNvSpPr/>
          <p:nvPr/>
        </p:nvSpPr>
        <p:spPr bwMode="auto">
          <a:xfrm>
            <a:off x="4170267" y="2272915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28891104" name="Freeform 42"/>
          <p:cNvSpPr/>
          <p:nvPr/>
        </p:nvSpPr>
        <p:spPr bwMode="auto">
          <a:xfrm>
            <a:off x="526591" y="3090834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5"/>
                </a:lnTo>
                <a:lnTo>
                  <a:pt x="0" y="952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727576" name="Freeform 44"/>
          <p:cNvSpPr/>
          <p:nvPr/>
        </p:nvSpPr>
        <p:spPr bwMode="auto">
          <a:xfrm rot="0" flipH="0" flipV="0">
            <a:off x="9328938" y="2987184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3928638" name="TextBox 45"/>
          <p:cNvSpPr txBox="1"/>
          <p:nvPr/>
        </p:nvSpPr>
        <p:spPr bwMode="auto">
          <a:xfrm rot="0" flipH="0" flipV="0">
            <a:off x="9328938" y="2818418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3490"/>
              </a:lnSpc>
              <a:spcBef>
                <a:spcPts val="0"/>
              </a:spcBef>
              <a:defRPr/>
            </a:pPr>
            <a:r>
              <a:rPr sz="1800" b="1" u="none" lang="en-US">
                <a:solidFill>
                  <a:srgbClr val="FFFFFF"/>
                </a:solidFill>
                <a:latin typeface="IBM Plex Sans"/>
              </a:rPr>
              <a:t>コイン結合後のUTXO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56637627" name="Freeform 47"/>
          <p:cNvSpPr/>
          <p:nvPr/>
        </p:nvSpPr>
        <p:spPr bwMode="auto">
          <a:xfrm rot="0" flipH="0" flipV="0">
            <a:off x="6190638" y="2636860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7205558" name="TextBox 48"/>
          <p:cNvSpPr txBox="1"/>
          <p:nvPr/>
        </p:nvSpPr>
        <p:spPr bwMode="auto">
          <a:xfrm rot="0" flipH="0" flipV="0">
            <a:off x="6190638" y="2468094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コインジョイント</a:t>
            </a:r>
            <a:endParaRPr sz="2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サイクル</a:t>
            </a:r>
          </a:p>
        </p:txBody>
      </p:sp>
      <p:sp>
        <p:nvSpPr>
          <p:cNvPr id="1893325482" name="AutoShape 49"/>
          <p:cNvSpPr/>
          <p:nvPr/>
        </p:nvSpPr>
        <p:spPr bwMode="auto">
          <a:xfrm flipH="1">
            <a:off x="8547970" y="3561255"/>
            <a:ext cx="780966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09278635" name="AutoShape 50"/>
          <p:cNvSpPr/>
          <p:nvPr/>
        </p:nvSpPr>
        <p:spPr bwMode="auto">
          <a:xfrm>
            <a:off x="4170267" y="1410594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18991288" name="AutoShape 51"/>
          <p:cNvSpPr/>
          <p:nvPr/>
        </p:nvSpPr>
        <p:spPr bwMode="auto">
          <a:xfrm>
            <a:off x="4170267" y="3136716"/>
            <a:ext cx="2020369" cy="43042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27395202" name="AutoShape 52"/>
          <p:cNvSpPr/>
          <p:nvPr/>
        </p:nvSpPr>
        <p:spPr bwMode="auto">
          <a:xfrm flipV="1">
            <a:off x="4170267" y="3567135"/>
            <a:ext cx="2020369" cy="431897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78369186" name="AutoShape 53"/>
          <p:cNvSpPr/>
          <p:nvPr/>
        </p:nvSpPr>
        <p:spPr bwMode="auto">
          <a:xfrm flipV="1">
            <a:off x="4170267" y="3567135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00067082" name="Freeform 55"/>
          <p:cNvSpPr/>
          <p:nvPr/>
        </p:nvSpPr>
        <p:spPr bwMode="auto">
          <a:xfrm rot="0" flipH="0" flipV="0">
            <a:off x="1812933" y="538776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49874611" name="TextBox 56"/>
          <p:cNvSpPr txBox="1"/>
          <p:nvPr/>
        </p:nvSpPr>
        <p:spPr bwMode="auto">
          <a:xfrm rot="0" flipH="0" flipV="0">
            <a:off x="1812933" y="521899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42 185のソース...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00817669" name="AutoShape 57"/>
          <p:cNvSpPr/>
          <p:nvPr/>
        </p:nvSpPr>
        <p:spPr bwMode="auto">
          <a:xfrm flipV="1">
            <a:off x="4170267" y="3567135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pic>
        <p:nvPicPr>
          <p:cNvPr id="9864425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16134" y="4595298"/>
            <a:ext cx="732600" cy="732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6119597" name=""/>
          <p:cNvPicPr>
            <a:picLocks noChangeAspect="1"/>
          </p:cNvPicPr>
          <p:nvPr/>
        </p:nvPicPr>
        <p:blipFill>
          <a:blip r:embed="rId3"/>
          <a:srcRect l="0" t="5105" r="0" b="5105"/>
          <a:stretch/>
        </p:blipFill>
        <p:spPr bwMode="auto">
          <a:xfrm flipH="0" flipV="0">
            <a:off x="0" y="1354666"/>
            <a:ext cx="12191998" cy="4148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597617" name="TextBox 32"/>
          <p:cNvSpPr txBox="1"/>
          <p:nvPr/>
        </p:nvSpPr>
        <p:spPr bwMode="auto">
          <a:xfrm>
            <a:off x="2024741" y="144549"/>
            <a:ext cx="5366638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Rubik Bold"/>
              </a:rPr>
              <a:t>TX</a:t>
            </a:r>
            <a:endParaRPr/>
          </a:p>
        </p:txBody>
      </p:sp>
      <p:sp>
        <p:nvSpPr>
          <p:cNvPr id="1420559469" name="TextBox 33"/>
          <p:cNvSpPr txBox="1"/>
          <p:nvPr/>
        </p:nvSpPr>
        <p:spPr bwMode="auto">
          <a:xfrm>
            <a:off x="343642" y="849055"/>
            <a:ext cx="1927839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63600050" name="AutoShape 34"/>
          <p:cNvSpPr/>
          <p:nvPr/>
        </p:nvSpPr>
        <p:spPr bwMode="auto">
          <a:xfrm>
            <a:off x="2305833" y="1744633"/>
            <a:ext cx="480284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25077591" name="TextBox 35"/>
          <p:cNvSpPr txBox="1"/>
          <p:nvPr/>
        </p:nvSpPr>
        <p:spPr bwMode="auto">
          <a:xfrm>
            <a:off x="7144471" y="849055"/>
            <a:ext cx="1927839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15204696" name="AutoShape 42"/>
          <p:cNvSpPr/>
          <p:nvPr/>
        </p:nvSpPr>
        <p:spPr bwMode="auto">
          <a:xfrm>
            <a:off x="2305833" y="1744633"/>
            <a:ext cx="4802845" cy="83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445389599" name=""/>
          <p:cNvGrpSpPr/>
          <p:nvPr/>
        </p:nvGrpSpPr>
        <p:grpSpPr bwMode="auto">
          <a:xfrm>
            <a:off x="7108679" y="1287355"/>
            <a:ext cx="1997982" cy="1605061"/>
            <a:chOff x="0" y="0"/>
            <a:chExt cx="1997982" cy="1605061"/>
          </a:xfrm>
        </p:grpSpPr>
        <p:sp>
          <p:nvSpPr>
            <p:cNvPr id="805084084" name="Freeform 37"/>
            <p:cNvSpPr/>
            <p:nvPr/>
          </p:nvSpPr>
          <p:spPr bwMode="auto">
            <a:xfrm rot="0" flipH="0" flipV="0">
              <a:off x="0" y="146189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5932817" name="TextBox 38"/>
            <p:cNvSpPr txBox="1"/>
            <p:nvPr/>
          </p:nvSpPr>
          <p:spPr bwMode="auto">
            <a:xfrm rot="0" flipH="0" flipV="0">
              <a:off x="0" y="0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70 000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027949" name="Freeform 40"/>
            <p:cNvSpPr/>
            <p:nvPr/>
          </p:nvSpPr>
          <p:spPr bwMode="auto">
            <a:xfrm rot="0" flipH="0" flipV="0">
              <a:off x="0" y="982883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2264890" name="TextBox 41"/>
            <p:cNvSpPr txBox="1"/>
            <p:nvPr/>
          </p:nvSpPr>
          <p:spPr bwMode="auto">
            <a:xfrm rot="0" flipH="0" flipV="0">
              <a:off x="0" y="836694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601582587" name=""/>
          <p:cNvGrpSpPr/>
          <p:nvPr/>
        </p:nvGrpSpPr>
        <p:grpSpPr bwMode="auto">
          <a:xfrm>
            <a:off x="307851" y="1287355"/>
            <a:ext cx="1997982" cy="768366"/>
            <a:chOff x="0" y="0"/>
            <a:chExt cx="1997982" cy="768366"/>
          </a:xfrm>
        </p:grpSpPr>
        <p:sp>
          <p:nvSpPr>
            <p:cNvPr id="2113259464" name="Freeform 30"/>
            <p:cNvSpPr/>
            <p:nvPr/>
          </p:nvSpPr>
          <p:spPr bwMode="auto">
            <a:xfrm rot="0" flipH="0" flipV="0">
              <a:off x="0" y="146189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27805248" name="TextBox 31"/>
            <p:cNvSpPr txBox="1"/>
            <p:nvPr/>
          </p:nvSpPr>
          <p:spPr bwMode="auto">
            <a:xfrm rot="0" flipH="0" flipV="0">
              <a:off x="0" y="0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133772" name="TextBox 32"/>
          <p:cNvSpPr txBox="1"/>
          <p:nvPr/>
        </p:nvSpPr>
        <p:spPr bwMode="auto">
          <a:xfrm>
            <a:off x="2040595" y="124147"/>
            <a:ext cx="5674619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2553718" name="TextBox 33"/>
          <p:cNvSpPr txBox="1"/>
          <p:nvPr/>
        </p:nvSpPr>
        <p:spPr bwMode="auto">
          <a:xfrm>
            <a:off x="263120" y="757414"/>
            <a:ext cx="2037917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5243658" name="AutoShape 34"/>
          <p:cNvSpPr/>
          <p:nvPr/>
        </p:nvSpPr>
        <p:spPr bwMode="auto">
          <a:xfrm>
            <a:off x="2337802" y="1711126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47797565" name="TextBox 38"/>
          <p:cNvSpPr txBox="1"/>
          <p:nvPr/>
        </p:nvSpPr>
        <p:spPr bwMode="auto">
          <a:xfrm>
            <a:off x="7453833" y="757414"/>
            <a:ext cx="2037917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5621147" name="AutoShape 63"/>
          <p:cNvSpPr/>
          <p:nvPr/>
        </p:nvSpPr>
        <p:spPr bwMode="auto">
          <a:xfrm>
            <a:off x="2337802" y="1711126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27879009" name="AutoShape 64"/>
          <p:cNvSpPr/>
          <p:nvPr/>
        </p:nvSpPr>
        <p:spPr bwMode="auto">
          <a:xfrm>
            <a:off x="2337802" y="1711126"/>
            <a:ext cx="507835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40409155" name="AutoShape 65"/>
          <p:cNvSpPr/>
          <p:nvPr/>
        </p:nvSpPr>
        <p:spPr bwMode="auto">
          <a:xfrm>
            <a:off x="2337802" y="1711126"/>
            <a:ext cx="507835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74412386" name="AutoShape 66"/>
          <p:cNvSpPr/>
          <p:nvPr/>
        </p:nvSpPr>
        <p:spPr bwMode="auto">
          <a:xfrm>
            <a:off x="2337802" y="1711126"/>
            <a:ext cx="5078356" cy="35386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10531064" name="AutoShape 67"/>
          <p:cNvSpPr/>
          <p:nvPr/>
        </p:nvSpPr>
        <p:spPr bwMode="auto">
          <a:xfrm flipV="1">
            <a:off x="2337802" y="1711126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40976037" name="AutoShape 68"/>
          <p:cNvSpPr/>
          <p:nvPr/>
        </p:nvSpPr>
        <p:spPr bwMode="auto">
          <a:xfrm>
            <a:off x="2337802" y="2595789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07824058" name="AutoShape 69"/>
          <p:cNvSpPr/>
          <p:nvPr/>
        </p:nvSpPr>
        <p:spPr bwMode="auto">
          <a:xfrm>
            <a:off x="2337802" y="2595789"/>
            <a:ext cx="5078356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64020974" name="AutoShape 70"/>
          <p:cNvSpPr/>
          <p:nvPr/>
        </p:nvSpPr>
        <p:spPr bwMode="auto">
          <a:xfrm>
            <a:off x="2337802" y="2595789"/>
            <a:ext cx="507835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27559130" name="AutoShape 71"/>
          <p:cNvSpPr/>
          <p:nvPr/>
        </p:nvSpPr>
        <p:spPr bwMode="auto">
          <a:xfrm>
            <a:off x="2337802" y="2595789"/>
            <a:ext cx="507835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5629983" name="AutoShape 72"/>
          <p:cNvSpPr/>
          <p:nvPr/>
        </p:nvSpPr>
        <p:spPr bwMode="auto">
          <a:xfrm flipV="1">
            <a:off x="2337972" y="1711126"/>
            <a:ext cx="507801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82845663" name="AutoShape 73"/>
          <p:cNvSpPr/>
          <p:nvPr/>
        </p:nvSpPr>
        <p:spPr bwMode="auto">
          <a:xfrm flipV="1">
            <a:off x="2337972" y="2595789"/>
            <a:ext cx="5078016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96540928" name="AutoShape 74"/>
          <p:cNvSpPr/>
          <p:nvPr/>
        </p:nvSpPr>
        <p:spPr bwMode="auto">
          <a:xfrm>
            <a:off x="2337972" y="3480452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75868902" name="AutoShape 75"/>
          <p:cNvSpPr/>
          <p:nvPr/>
        </p:nvSpPr>
        <p:spPr bwMode="auto">
          <a:xfrm>
            <a:off x="2337972" y="3480452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59313559" name="AutoShape 76"/>
          <p:cNvSpPr/>
          <p:nvPr/>
        </p:nvSpPr>
        <p:spPr bwMode="auto">
          <a:xfrm>
            <a:off x="2337972" y="3480452"/>
            <a:ext cx="5078187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02098563" name="AutoShape 77"/>
          <p:cNvSpPr/>
          <p:nvPr/>
        </p:nvSpPr>
        <p:spPr bwMode="auto">
          <a:xfrm flipV="1">
            <a:off x="2337972" y="1711126"/>
            <a:ext cx="507801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93342666" name="AutoShape 78"/>
          <p:cNvSpPr/>
          <p:nvPr/>
        </p:nvSpPr>
        <p:spPr bwMode="auto">
          <a:xfrm flipV="1">
            <a:off x="2337972" y="2595789"/>
            <a:ext cx="507801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139399775" name="AutoShape 79"/>
          <p:cNvSpPr/>
          <p:nvPr/>
        </p:nvSpPr>
        <p:spPr bwMode="auto">
          <a:xfrm flipV="1">
            <a:off x="2337972" y="3480452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86140129" name="AutoShape 80"/>
          <p:cNvSpPr/>
          <p:nvPr/>
        </p:nvSpPr>
        <p:spPr bwMode="auto">
          <a:xfrm>
            <a:off x="2337972" y="4365115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75220299" name="AutoShape 81"/>
          <p:cNvSpPr/>
          <p:nvPr/>
        </p:nvSpPr>
        <p:spPr bwMode="auto">
          <a:xfrm>
            <a:off x="2337972" y="4365115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50716282" name="AutoShape 82"/>
          <p:cNvSpPr/>
          <p:nvPr/>
        </p:nvSpPr>
        <p:spPr bwMode="auto">
          <a:xfrm flipV="1">
            <a:off x="2337972" y="1711126"/>
            <a:ext cx="5078016" cy="35386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70358646" name="AutoShape 83"/>
          <p:cNvSpPr/>
          <p:nvPr/>
        </p:nvSpPr>
        <p:spPr bwMode="auto">
          <a:xfrm flipV="1">
            <a:off x="2337972" y="2595789"/>
            <a:ext cx="507801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38839816" name="AutoShape 84"/>
          <p:cNvSpPr/>
          <p:nvPr/>
        </p:nvSpPr>
        <p:spPr bwMode="auto">
          <a:xfrm flipV="1">
            <a:off x="2337972" y="3480452"/>
            <a:ext cx="5078187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18005774" name="AutoShape 85"/>
          <p:cNvSpPr/>
          <p:nvPr/>
        </p:nvSpPr>
        <p:spPr bwMode="auto">
          <a:xfrm flipV="1">
            <a:off x="2337972" y="4365115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84384766" name="AutoShape 86"/>
          <p:cNvSpPr/>
          <p:nvPr/>
        </p:nvSpPr>
        <p:spPr bwMode="auto">
          <a:xfrm>
            <a:off x="2337972" y="5249778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437721265" name=""/>
          <p:cNvGrpSpPr/>
          <p:nvPr/>
        </p:nvGrpSpPr>
        <p:grpSpPr bwMode="auto">
          <a:xfrm>
            <a:off x="7415988" y="1227632"/>
            <a:ext cx="2112696" cy="4351068"/>
            <a:chOff x="0" y="0"/>
            <a:chExt cx="2112696" cy="4351068"/>
          </a:xfrm>
        </p:grpSpPr>
        <p:sp>
          <p:nvSpPr>
            <p:cNvPr id="2117165475" name="Freeform 49"/>
            <p:cNvSpPr/>
            <p:nvPr/>
          </p:nvSpPr>
          <p:spPr bwMode="auto">
            <a:xfrm rot="0" flipH="0" flipV="0">
              <a:off x="0" y="154569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4777902" name="TextBox 50"/>
            <p:cNvSpPr txBox="1"/>
            <p:nvPr/>
          </p:nvSpPr>
          <p:spPr bwMode="auto">
            <a:xfrm rot="0" flipH="0" flipV="0">
              <a:off x="0" y="0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7980605" name="Freeform 52"/>
            <p:cNvSpPr/>
            <p:nvPr/>
          </p:nvSpPr>
          <p:spPr bwMode="auto">
            <a:xfrm rot="0" flipH="0" flipV="0">
              <a:off x="0" y="103923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37142270" name="TextBox 53"/>
            <p:cNvSpPr txBox="1"/>
            <p:nvPr/>
          </p:nvSpPr>
          <p:spPr bwMode="auto">
            <a:xfrm rot="0" flipH="0" flipV="0">
              <a:off x="0" y="884662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5365219" name="Freeform 55"/>
            <p:cNvSpPr/>
            <p:nvPr/>
          </p:nvSpPr>
          <p:spPr bwMode="auto">
            <a:xfrm rot="0" flipH="0" flipV="0">
              <a:off x="171" y="1923894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2942208" name="TextBox 56"/>
            <p:cNvSpPr txBox="1"/>
            <p:nvPr/>
          </p:nvSpPr>
          <p:spPr bwMode="auto">
            <a:xfrm rot="0" flipH="0" flipV="0">
              <a:off x="171" y="1769324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48718411" name="Freeform 58"/>
            <p:cNvSpPr/>
            <p:nvPr/>
          </p:nvSpPr>
          <p:spPr bwMode="auto">
            <a:xfrm rot="0" flipH="0" flipV="0">
              <a:off x="171" y="2808558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6619325" name="TextBox 59"/>
            <p:cNvSpPr txBox="1"/>
            <p:nvPr/>
          </p:nvSpPr>
          <p:spPr bwMode="auto">
            <a:xfrm rot="0" flipH="0" flipV="0">
              <a:off x="171" y="2653988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42957122" name="Freeform 61"/>
            <p:cNvSpPr/>
            <p:nvPr/>
          </p:nvSpPr>
          <p:spPr bwMode="auto">
            <a:xfrm rot="0" flipH="0" flipV="0">
              <a:off x="171" y="369322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0591836" name="TextBox 62"/>
            <p:cNvSpPr txBox="1"/>
            <p:nvPr/>
          </p:nvSpPr>
          <p:spPr bwMode="auto">
            <a:xfrm rot="0" flipH="0" flipV="0">
              <a:off x="171" y="3538651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715364488" name=""/>
          <p:cNvGrpSpPr/>
          <p:nvPr/>
        </p:nvGrpSpPr>
        <p:grpSpPr bwMode="auto">
          <a:xfrm>
            <a:off x="225274" y="1227632"/>
            <a:ext cx="2112696" cy="4351068"/>
            <a:chOff x="0" y="0"/>
            <a:chExt cx="2112696" cy="4351068"/>
          </a:xfrm>
        </p:grpSpPr>
        <p:sp>
          <p:nvSpPr>
            <p:cNvPr id="1643537023" name="Freeform 30"/>
            <p:cNvSpPr/>
            <p:nvPr/>
          </p:nvSpPr>
          <p:spPr bwMode="auto">
            <a:xfrm rot="0" flipH="0" flipV="0">
              <a:off x="0" y="154569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622247" name="TextBox 31"/>
            <p:cNvSpPr txBox="1"/>
            <p:nvPr/>
          </p:nvSpPr>
          <p:spPr bwMode="auto">
            <a:xfrm rot="0" flipH="0" flipV="0">
              <a:off x="0" y="0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12674819" name="Freeform 36"/>
            <p:cNvSpPr/>
            <p:nvPr/>
          </p:nvSpPr>
          <p:spPr bwMode="auto">
            <a:xfrm rot="0" flipH="0" flipV="0">
              <a:off x="0" y="103923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2312189" name="TextBox 37"/>
            <p:cNvSpPr txBox="1"/>
            <p:nvPr/>
          </p:nvSpPr>
          <p:spPr bwMode="auto">
            <a:xfrm rot="0" flipH="0" flipV="0">
              <a:off x="0" y="884662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95926420" name="Freeform 40"/>
            <p:cNvSpPr/>
            <p:nvPr/>
          </p:nvSpPr>
          <p:spPr bwMode="auto">
            <a:xfrm rot="0" flipH="0" flipV="0">
              <a:off x="171" y="1923894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605976" name="TextBox 41"/>
            <p:cNvSpPr txBox="1"/>
            <p:nvPr/>
          </p:nvSpPr>
          <p:spPr bwMode="auto">
            <a:xfrm rot="0" flipH="0" flipV="0">
              <a:off x="171" y="1769324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79558680" name="Freeform 43"/>
            <p:cNvSpPr/>
            <p:nvPr/>
          </p:nvSpPr>
          <p:spPr bwMode="auto">
            <a:xfrm rot="0" flipH="0" flipV="0">
              <a:off x="171" y="2808558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6598817" name="TextBox 44"/>
            <p:cNvSpPr txBox="1"/>
            <p:nvPr/>
          </p:nvSpPr>
          <p:spPr bwMode="auto">
            <a:xfrm rot="0" flipH="0" flipV="0">
              <a:off x="171" y="2653988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77287999" name="Freeform 46"/>
            <p:cNvSpPr/>
            <p:nvPr/>
          </p:nvSpPr>
          <p:spPr bwMode="auto">
            <a:xfrm rot="0" flipH="0" flipV="0">
              <a:off x="171" y="369322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9209316" name="TextBox 47"/>
            <p:cNvSpPr txBox="1"/>
            <p:nvPr/>
          </p:nvSpPr>
          <p:spPr bwMode="auto">
            <a:xfrm rot="0" flipH="0" flipV="0">
              <a:off x="171" y="3538651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7767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5969" y="1089155"/>
            <a:ext cx="8613801" cy="4679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4700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72349" y="0"/>
            <a:ext cx="116473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08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9755"/>
            <a:ext cx="12191999" cy="6818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33748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58588"/>
            <a:ext cx="12191999" cy="534082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510542" name="TextBox 32"/>
          <p:cNvSpPr txBox="1"/>
          <p:nvPr/>
        </p:nvSpPr>
        <p:spPr bwMode="auto">
          <a:xfrm>
            <a:off x="2737183" y="368167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ペイジョイン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20554611" name="TextBox 33"/>
          <p:cNvSpPr txBox="1"/>
          <p:nvPr/>
        </p:nvSpPr>
        <p:spPr bwMode="auto">
          <a:xfrm>
            <a:off x="2911853" y="1294858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02134056" name="AutoShape 34"/>
          <p:cNvSpPr/>
          <p:nvPr/>
        </p:nvSpPr>
        <p:spPr bwMode="auto">
          <a:xfrm flipH="1">
            <a:off x="5845574" y="1256758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8362602" name="TextBox 41"/>
          <p:cNvSpPr txBox="1"/>
          <p:nvPr/>
        </p:nvSpPr>
        <p:spPr bwMode="auto">
          <a:xfrm>
            <a:off x="6544117" y="1294858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482268" name="TextBox 45"/>
          <p:cNvSpPr txBox="1"/>
          <p:nvPr/>
        </p:nvSpPr>
        <p:spPr bwMode="auto">
          <a:xfrm>
            <a:off x="364871" y="995773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アリス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761287281" name="Freeform 46"/>
          <p:cNvSpPr/>
          <p:nvPr/>
        </p:nvSpPr>
        <p:spPr bwMode="auto">
          <a:xfrm rot="1981001">
            <a:off x="931244" y="1820821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290490" name="TextBox 47"/>
          <p:cNvSpPr txBox="1"/>
          <p:nvPr/>
        </p:nvSpPr>
        <p:spPr bwMode="auto">
          <a:xfrm>
            <a:off x="417789" y="3978372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ボブ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877969608" name="Freeform 48"/>
          <p:cNvSpPr/>
          <p:nvPr/>
        </p:nvSpPr>
        <p:spPr bwMode="auto">
          <a:xfrm rot="9541431" flipH="1">
            <a:off x="1053396" y="326133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687689" name="TextBox 49"/>
          <p:cNvSpPr txBox="1"/>
          <p:nvPr/>
        </p:nvSpPr>
        <p:spPr bwMode="auto">
          <a:xfrm>
            <a:off x="9601659" y="863005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アリス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674839868" name="Freeform 50"/>
          <p:cNvSpPr/>
          <p:nvPr/>
        </p:nvSpPr>
        <p:spPr bwMode="auto">
          <a:xfrm rot="-9435686">
            <a:off x="9686104" y="333877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784751" name="TextBox 51"/>
          <p:cNvSpPr txBox="1"/>
          <p:nvPr/>
        </p:nvSpPr>
        <p:spPr bwMode="auto">
          <a:xfrm>
            <a:off x="9821686" y="3940734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ボブ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759421474" name="Freeform 52"/>
          <p:cNvSpPr/>
          <p:nvPr/>
        </p:nvSpPr>
        <p:spPr bwMode="auto">
          <a:xfrm rot="-2557580" flipH="1">
            <a:off x="9630325" y="1703169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237615" name="Rectangle: Rounded Corners 12"/>
          <p:cNvSpPr/>
          <p:nvPr/>
        </p:nvSpPr>
        <p:spPr bwMode="auto">
          <a:xfrm>
            <a:off x="2533568" y="86910"/>
            <a:ext cx="6729075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8377506" name=""/>
          <p:cNvGrpSpPr/>
          <p:nvPr/>
        </p:nvGrpSpPr>
        <p:grpSpPr bwMode="auto">
          <a:xfrm>
            <a:off x="2881619" y="1827118"/>
            <a:ext cx="5927716" cy="1828831"/>
            <a:chOff x="0" y="0"/>
            <a:chExt cx="5927716" cy="1828831"/>
          </a:xfrm>
        </p:grpSpPr>
        <p:sp>
          <p:nvSpPr>
            <p:cNvPr id="1679207958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5345519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3098443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1776325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0455266" name="Freeform 39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6922538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36312109" name="Freeform 43"/>
            <p:cNvSpPr/>
            <p:nvPr/>
          </p:nvSpPr>
          <p:spPr bwMode="auto">
            <a:xfrm rot="0" flipH="0" flipV="0">
              <a:off x="3621177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0554687" name="TextBox 44"/>
            <p:cNvSpPr txBox="1"/>
            <p:nvPr/>
          </p:nvSpPr>
          <p:spPr bwMode="auto">
            <a:xfrm rot="0" flipH="0" flipV="0">
              <a:off x="3621177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89051" name="TextBox 32"/>
          <p:cNvSpPr txBox="1"/>
          <p:nvPr/>
        </p:nvSpPr>
        <p:spPr bwMode="auto">
          <a:xfrm>
            <a:off x="510061" y="507215"/>
            <a:ext cx="619604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Rubik Bold"/>
              </a:rPr>
              <a:t>ペイジョイン</a:t>
            </a:r>
            <a:endParaRPr/>
          </a:p>
        </p:txBody>
      </p:sp>
      <p:sp>
        <p:nvSpPr>
          <p:cNvPr id="1047304991" name="TextBox 33"/>
          <p:cNvSpPr txBox="1"/>
          <p:nvPr/>
        </p:nvSpPr>
        <p:spPr bwMode="auto">
          <a:xfrm>
            <a:off x="684732" y="1371069"/>
            <a:ext cx="222462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Rubik"/>
              </a:rPr>
              <a:t>インプット</a:t>
            </a:r>
            <a:endParaRPr/>
          </a:p>
        </p:txBody>
      </p:sp>
      <p:sp>
        <p:nvSpPr>
          <p:cNvPr id="1967068757" name="AutoShape 34"/>
          <p:cNvSpPr/>
          <p:nvPr/>
        </p:nvSpPr>
        <p:spPr bwMode="auto">
          <a:xfrm flipH="1">
            <a:off x="3607365" y="1332968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659107" name="TextBox 41"/>
          <p:cNvSpPr txBox="1"/>
          <p:nvPr/>
        </p:nvSpPr>
        <p:spPr bwMode="auto">
          <a:xfrm>
            <a:off x="4305908" y="1371069"/>
            <a:ext cx="222462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Rubik"/>
              </a:rPr>
              <a:t>アウトプット</a:t>
            </a:r>
            <a:endParaRPr/>
          </a:p>
        </p:txBody>
      </p:sp>
      <p:sp>
        <p:nvSpPr>
          <p:cNvPr id="968372381" name="Rectangle: Rounded Corners 12"/>
          <p:cNvSpPr/>
          <p:nvPr/>
        </p:nvSpPr>
        <p:spPr bwMode="auto">
          <a:xfrm>
            <a:off x="335224" y="100024"/>
            <a:ext cx="6556743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19190461" name=""/>
          <p:cNvGrpSpPr/>
          <p:nvPr/>
        </p:nvGrpSpPr>
        <p:grpSpPr bwMode="auto">
          <a:xfrm>
            <a:off x="643411" y="1903329"/>
            <a:ext cx="5927716" cy="1828830"/>
            <a:chOff x="0" y="0"/>
            <a:chExt cx="5927716" cy="1828830"/>
          </a:xfrm>
        </p:grpSpPr>
        <p:sp>
          <p:nvSpPr>
            <p:cNvPr id="1295512849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5945542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3203867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9623749" name="TextBox 37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3583315" name="Freeform 39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2927351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4675039" name="Freeform 43"/>
            <p:cNvSpPr/>
            <p:nvPr/>
          </p:nvSpPr>
          <p:spPr bwMode="auto">
            <a:xfrm rot="0" flipH="0" flipV="0">
              <a:off x="3621177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2426701" name="TextBox 44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397939" name="AutoShape 32"/>
          <p:cNvSpPr/>
          <p:nvPr/>
        </p:nvSpPr>
        <p:spPr bwMode="auto">
          <a:xfrm flipH="1">
            <a:off x="6144769" y="1132432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166460" name="Freeform 42"/>
          <p:cNvSpPr/>
          <p:nvPr/>
        </p:nvSpPr>
        <p:spPr bwMode="auto">
          <a:xfrm rot="1981001">
            <a:off x="1230437" y="169649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3711194" name="Freeform 43"/>
          <p:cNvSpPr/>
          <p:nvPr/>
        </p:nvSpPr>
        <p:spPr bwMode="auto">
          <a:xfrm rot="9541431" flipH="1">
            <a:off x="1352589" y="3137008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303230" name="Freeform 44"/>
          <p:cNvSpPr/>
          <p:nvPr/>
        </p:nvSpPr>
        <p:spPr bwMode="auto">
          <a:xfrm rot="-9435686">
            <a:off x="9985298" y="321444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2975185" name="Freeform 45"/>
          <p:cNvSpPr/>
          <p:nvPr/>
        </p:nvSpPr>
        <p:spPr bwMode="auto">
          <a:xfrm rot="-2557580" flipH="1">
            <a:off x="9929519" y="1578842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254862" name="Freeform 46"/>
          <p:cNvSpPr/>
          <p:nvPr/>
        </p:nvSpPr>
        <p:spPr bwMode="auto">
          <a:xfrm>
            <a:off x="5020174" y="4379827"/>
            <a:ext cx="642336" cy="642336"/>
          </a:xfrm>
          <a:custGeom>
            <a:avLst/>
            <a:gdLst/>
            <a:ahLst/>
            <a:cxnLst/>
            <a:rect l="l" t="t" r="r" b="b"/>
            <a:pathLst>
              <a:path w="642338" h="642338" fill="norm" stroke="1" extrusionOk="0">
                <a:moveTo>
                  <a:pt x="0" y="0"/>
                </a:moveTo>
                <a:lnTo>
                  <a:pt x="642339" y="0"/>
                </a:lnTo>
                <a:lnTo>
                  <a:pt x="642339" y="642338"/>
                </a:lnTo>
                <a:lnTo>
                  <a:pt x="0" y="6423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035542" name="TextBox 47"/>
          <p:cNvSpPr txBox="1"/>
          <p:nvPr/>
        </p:nvSpPr>
        <p:spPr bwMode="auto">
          <a:xfrm>
            <a:off x="3047463" y="381093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ペイジョイン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273388" name="TextBox 48"/>
          <p:cNvSpPr txBox="1"/>
          <p:nvPr/>
        </p:nvSpPr>
        <p:spPr bwMode="auto">
          <a:xfrm>
            <a:off x="3222136" y="1170532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2809441" name="TextBox 49"/>
          <p:cNvSpPr txBox="1"/>
          <p:nvPr/>
        </p:nvSpPr>
        <p:spPr bwMode="auto">
          <a:xfrm>
            <a:off x="6843313" y="1170532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495374" name="TextBox 50"/>
          <p:cNvSpPr txBox="1"/>
          <p:nvPr/>
        </p:nvSpPr>
        <p:spPr bwMode="auto">
          <a:xfrm>
            <a:off x="473565" y="871447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アリス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55933611" name="TextBox 51"/>
          <p:cNvSpPr txBox="1"/>
          <p:nvPr/>
        </p:nvSpPr>
        <p:spPr bwMode="auto">
          <a:xfrm>
            <a:off x="526483" y="3663546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アリス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41964521" name="TextBox 52"/>
          <p:cNvSpPr txBox="1"/>
          <p:nvPr/>
        </p:nvSpPr>
        <p:spPr bwMode="auto">
          <a:xfrm>
            <a:off x="9900852" y="73868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アリス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4723151" name="TextBox 53"/>
          <p:cNvSpPr txBox="1"/>
          <p:nvPr/>
        </p:nvSpPr>
        <p:spPr bwMode="auto">
          <a:xfrm>
            <a:off x="10120879" y="3816409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ボブ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6330529" name="TextBox 54"/>
          <p:cNvSpPr txBox="1"/>
          <p:nvPr/>
        </p:nvSpPr>
        <p:spPr bwMode="auto">
          <a:xfrm>
            <a:off x="5961007" y="4448265"/>
            <a:ext cx="298486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Rubik Bold Italics"/>
              </a:rPr>
              <a:t>違う！</a:t>
            </a:r>
            <a:endParaRPr/>
          </a:p>
        </p:txBody>
      </p:sp>
      <p:sp>
        <p:nvSpPr>
          <p:cNvPr id="1931291648" name="Rectangle: Rounded Corners 12"/>
          <p:cNvSpPr/>
          <p:nvPr/>
        </p:nvSpPr>
        <p:spPr bwMode="auto">
          <a:xfrm>
            <a:off x="2894338" y="96831"/>
            <a:ext cx="6534590" cy="405120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657240520" name=""/>
          <p:cNvGrpSpPr/>
          <p:nvPr/>
        </p:nvGrpSpPr>
        <p:grpSpPr bwMode="auto">
          <a:xfrm>
            <a:off x="3180815" y="1702793"/>
            <a:ext cx="5927715" cy="1828831"/>
            <a:chOff x="0" y="0"/>
            <a:chExt cx="5927715" cy="1828831"/>
          </a:xfrm>
        </p:grpSpPr>
        <p:sp>
          <p:nvSpPr>
            <p:cNvPr id="1896338735" name="Freeform 30"/>
            <p:cNvSpPr/>
            <p:nvPr/>
          </p:nvSpPr>
          <p:spPr bwMode="auto">
            <a:xfrm rot="0" flipH="0" flipV="0">
              <a:off x="0" y="1446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2941764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3886751" name="Freeform 34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6611839" name="TextBox 35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50244162" name="Freeform 37"/>
            <p:cNvSpPr/>
            <p:nvPr/>
          </p:nvSpPr>
          <p:spPr bwMode="auto">
            <a:xfrm rot="0" flipH="0" flipV="0">
              <a:off x="3621177" y="1446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85854216" name="TextBox 38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7193962" name="Freeform 40"/>
            <p:cNvSpPr/>
            <p:nvPr/>
          </p:nvSpPr>
          <p:spPr bwMode="auto">
            <a:xfrm rot="0" flipH="0" flipV="0">
              <a:off x="3621177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5960780" name="TextBox 41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442991" name="TextBox 32"/>
          <p:cNvSpPr txBox="1"/>
          <p:nvPr/>
        </p:nvSpPr>
        <p:spPr bwMode="auto">
          <a:xfrm>
            <a:off x="3046806" y="562266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ペイジョイン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93885187" name="TextBox 33"/>
          <p:cNvSpPr txBox="1"/>
          <p:nvPr/>
        </p:nvSpPr>
        <p:spPr bwMode="auto">
          <a:xfrm>
            <a:off x="3221476" y="1351705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959131" name="AutoShape 34"/>
          <p:cNvSpPr/>
          <p:nvPr/>
        </p:nvSpPr>
        <p:spPr bwMode="auto">
          <a:xfrm flipH="1">
            <a:off x="6144111" y="1313605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6812125" name="TextBox 41"/>
          <p:cNvSpPr txBox="1"/>
          <p:nvPr/>
        </p:nvSpPr>
        <p:spPr bwMode="auto">
          <a:xfrm>
            <a:off x="6842655" y="1351705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8453091" name="TextBox 45"/>
          <p:cNvSpPr txBox="1"/>
          <p:nvPr/>
        </p:nvSpPr>
        <p:spPr bwMode="auto">
          <a:xfrm>
            <a:off x="472907" y="105262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アリス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0703293" name="Freeform 46"/>
          <p:cNvSpPr/>
          <p:nvPr/>
        </p:nvSpPr>
        <p:spPr bwMode="auto">
          <a:xfrm rot="1981001">
            <a:off x="1229780" y="1877668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843061" name="TextBox 47"/>
          <p:cNvSpPr txBox="1"/>
          <p:nvPr/>
        </p:nvSpPr>
        <p:spPr bwMode="auto">
          <a:xfrm>
            <a:off x="525825" y="3844718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ボブ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03211460" name="Freeform 48"/>
          <p:cNvSpPr/>
          <p:nvPr/>
        </p:nvSpPr>
        <p:spPr bwMode="auto">
          <a:xfrm rot="9541431" flipH="1">
            <a:off x="1351932" y="3318182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120392" name="TextBox 49"/>
          <p:cNvSpPr txBox="1"/>
          <p:nvPr/>
        </p:nvSpPr>
        <p:spPr bwMode="auto">
          <a:xfrm>
            <a:off x="9900194" y="919853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アリス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14517561" name="Freeform 50"/>
          <p:cNvSpPr/>
          <p:nvPr/>
        </p:nvSpPr>
        <p:spPr bwMode="auto">
          <a:xfrm rot="-9435686">
            <a:off x="9984640" y="339561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501995" name="TextBox 51"/>
          <p:cNvSpPr txBox="1"/>
          <p:nvPr/>
        </p:nvSpPr>
        <p:spPr bwMode="auto">
          <a:xfrm>
            <a:off x="10120221" y="399758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ボブ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73938808" name="Freeform 52"/>
          <p:cNvSpPr/>
          <p:nvPr/>
        </p:nvSpPr>
        <p:spPr bwMode="auto">
          <a:xfrm rot="-2557580" flipH="1">
            <a:off x="9928861" y="176001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638071" name="Rectangle: Rounded Corners 12"/>
          <p:cNvSpPr/>
          <p:nvPr/>
        </p:nvSpPr>
        <p:spPr bwMode="auto">
          <a:xfrm>
            <a:off x="2854260" y="239007"/>
            <a:ext cx="6574015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30770724" name=""/>
          <p:cNvGrpSpPr/>
          <p:nvPr/>
        </p:nvGrpSpPr>
        <p:grpSpPr bwMode="auto">
          <a:xfrm>
            <a:off x="3180154" y="1883965"/>
            <a:ext cx="5927717" cy="1828831"/>
            <a:chOff x="0" y="0"/>
            <a:chExt cx="5927717" cy="1828831"/>
          </a:xfrm>
        </p:grpSpPr>
        <p:sp>
          <p:nvSpPr>
            <p:cNvPr id="531175094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48666924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9927891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4404629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5158763" name="Freeform 39"/>
            <p:cNvSpPr/>
            <p:nvPr/>
          </p:nvSpPr>
          <p:spPr bwMode="auto">
            <a:xfrm rot="0" flipH="0" flipV="0">
              <a:off x="3621179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57242693" name="TextBox 40"/>
            <p:cNvSpPr txBox="1"/>
            <p:nvPr/>
          </p:nvSpPr>
          <p:spPr bwMode="auto">
            <a:xfrm rot="0" flipH="0" flipV="0">
              <a:off x="3621179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8565731" name="Freeform 43"/>
            <p:cNvSpPr/>
            <p:nvPr/>
          </p:nvSpPr>
          <p:spPr bwMode="auto">
            <a:xfrm rot="0" flipH="0" flipV="0">
              <a:off x="3621179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6368799" name="TextBox 44"/>
            <p:cNvSpPr txBox="1"/>
            <p:nvPr/>
          </p:nvSpPr>
          <p:spPr bwMode="auto">
            <a:xfrm rot="0" flipH="0" flipV="0">
              <a:off x="3621179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46709" name="AutoShape 32"/>
          <p:cNvSpPr/>
          <p:nvPr/>
        </p:nvSpPr>
        <p:spPr bwMode="auto">
          <a:xfrm flipH="1">
            <a:off x="5071397" y="1229552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618198" name="Freeform 42"/>
          <p:cNvSpPr/>
          <p:nvPr/>
        </p:nvSpPr>
        <p:spPr bwMode="auto">
          <a:xfrm rot="-9435686">
            <a:off x="8911927" y="3311563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0232276" name="Freeform 43"/>
          <p:cNvSpPr/>
          <p:nvPr/>
        </p:nvSpPr>
        <p:spPr bwMode="auto">
          <a:xfrm>
            <a:off x="4042054" y="4476946"/>
            <a:ext cx="642336" cy="642336"/>
          </a:xfrm>
          <a:custGeom>
            <a:avLst/>
            <a:gdLst/>
            <a:ahLst/>
            <a:cxnLst/>
            <a:rect l="l" t="t" r="r" b="b"/>
            <a:pathLst>
              <a:path w="642338" h="642338" fill="norm" stroke="1" extrusionOk="0">
                <a:moveTo>
                  <a:pt x="0" y="0"/>
                </a:moveTo>
                <a:lnTo>
                  <a:pt x="642338" y="0"/>
                </a:lnTo>
                <a:lnTo>
                  <a:pt x="642338" y="642338"/>
                </a:lnTo>
                <a:lnTo>
                  <a:pt x="0" y="6423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256825" name="TextBox 44"/>
          <p:cNvSpPr txBox="1"/>
          <p:nvPr/>
        </p:nvSpPr>
        <p:spPr bwMode="auto">
          <a:xfrm>
            <a:off x="1974093" y="478213"/>
            <a:ext cx="619676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ペイジョイン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3081179" name="TextBox 45"/>
          <p:cNvSpPr txBox="1"/>
          <p:nvPr/>
        </p:nvSpPr>
        <p:spPr bwMode="auto">
          <a:xfrm>
            <a:off x="2148763" y="1267651"/>
            <a:ext cx="222534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3473783" name="TextBox 46"/>
          <p:cNvSpPr txBox="1"/>
          <p:nvPr/>
        </p:nvSpPr>
        <p:spPr bwMode="auto">
          <a:xfrm>
            <a:off x="5769940" y="1267651"/>
            <a:ext cx="222534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82502676" name="TextBox 47"/>
          <p:cNvSpPr txBox="1"/>
          <p:nvPr/>
        </p:nvSpPr>
        <p:spPr bwMode="auto">
          <a:xfrm>
            <a:off x="8768358" y="4008776"/>
            <a:ext cx="250857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支払額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6373856" name="TextBox 48"/>
          <p:cNvSpPr txBox="1"/>
          <p:nvPr/>
        </p:nvSpPr>
        <p:spPr bwMode="auto">
          <a:xfrm>
            <a:off x="4982883" y="4545384"/>
            <a:ext cx="298522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違う！ </a:t>
            </a:r>
            <a:r>
              <a:rPr sz="2600" b="1" i="1" lang="en-US">
                <a:solidFill>
                  <a:srgbClr val="FF5C00"/>
                </a:solidFill>
                <a:latin typeface="Rubik Bold Italics"/>
              </a:rPr>
              <a:t/>
            </a:r>
            <a:endParaRPr/>
          </a:p>
        </p:txBody>
      </p:sp>
      <p:sp>
        <p:nvSpPr>
          <p:cNvPr id="831837014" name="Rectangle: Rounded Corners 12"/>
          <p:cNvSpPr/>
          <p:nvPr/>
        </p:nvSpPr>
        <p:spPr bwMode="auto">
          <a:xfrm>
            <a:off x="1779583" y="162940"/>
            <a:ext cx="6596167" cy="403270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79843045" name=""/>
          <p:cNvGrpSpPr/>
          <p:nvPr/>
        </p:nvGrpSpPr>
        <p:grpSpPr bwMode="auto">
          <a:xfrm>
            <a:off x="2107443" y="1799912"/>
            <a:ext cx="5927716" cy="1828830"/>
            <a:chOff x="0" y="0"/>
            <a:chExt cx="5927716" cy="1828830"/>
          </a:xfrm>
        </p:grpSpPr>
        <p:sp>
          <p:nvSpPr>
            <p:cNvPr id="1502303517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058224199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10 000 sats</a:t>
              </a:r>
              <a:endParaRPr sz="1600"/>
            </a:p>
          </p:txBody>
        </p:sp>
        <p:sp>
          <p:nvSpPr>
            <p:cNvPr id="244914682" name="Freeform 34"/>
            <p:cNvSpPr/>
            <p:nvPr/>
          </p:nvSpPr>
          <p:spPr bwMode="auto">
            <a:xfrm rot="0" flipH="0" flipV="0">
              <a:off x="0" y="11105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367766624" name="TextBox 35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15 000 sats</a:t>
              </a:r>
              <a:endParaRPr sz="1600"/>
            </a:p>
          </p:txBody>
        </p:sp>
        <p:sp>
          <p:nvSpPr>
            <p:cNvPr id="1612301626" name="Freeform 37"/>
            <p:cNvSpPr/>
            <p:nvPr/>
          </p:nvSpPr>
          <p:spPr bwMode="auto">
            <a:xfrm rot="0" flipH="0" flipV="0">
              <a:off x="3621177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201118222" name="TextBox 38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6 000 sats</a:t>
              </a:r>
              <a:endParaRPr sz="1600"/>
            </a:p>
          </p:txBody>
        </p:sp>
        <p:sp>
          <p:nvSpPr>
            <p:cNvPr id="1470390525" name="Freeform 40"/>
            <p:cNvSpPr/>
            <p:nvPr/>
          </p:nvSpPr>
          <p:spPr bwMode="auto">
            <a:xfrm rot="0" flipH="0" flipV="0">
              <a:off x="3621177" y="11105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724613170" name="TextBox 41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19 000 sats</a:t>
              </a: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825456" name="TextBox 32"/>
          <p:cNvSpPr txBox="1"/>
          <p:nvPr/>
        </p:nvSpPr>
        <p:spPr bwMode="auto">
          <a:xfrm>
            <a:off x="3015383" y="386853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ペイジョイン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7753451" name="TextBox 33"/>
          <p:cNvSpPr txBox="1"/>
          <p:nvPr/>
        </p:nvSpPr>
        <p:spPr bwMode="auto">
          <a:xfrm>
            <a:off x="3190054" y="1176293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7274927" name="AutoShape 34"/>
          <p:cNvSpPr/>
          <p:nvPr/>
        </p:nvSpPr>
        <p:spPr bwMode="auto">
          <a:xfrm flipH="1">
            <a:off x="6112688" y="1138193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68276" name="TextBox 41"/>
          <p:cNvSpPr txBox="1"/>
          <p:nvPr/>
        </p:nvSpPr>
        <p:spPr bwMode="auto">
          <a:xfrm>
            <a:off x="6811232" y="1176293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5383405" name="TextBox 45"/>
          <p:cNvSpPr txBox="1"/>
          <p:nvPr/>
        </p:nvSpPr>
        <p:spPr bwMode="auto">
          <a:xfrm>
            <a:off x="441486" y="877207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アリス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8527836" name="Freeform 46"/>
          <p:cNvSpPr/>
          <p:nvPr/>
        </p:nvSpPr>
        <p:spPr bwMode="auto">
          <a:xfrm rot="1981001">
            <a:off x="1198359" y="170225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3398507" name="TextBox 47"/>
          <p:cNvSpPr txBox="1"/>
          <p:nvPr/>
        </p:nvSpPr>
        <p:spPr bwMode="auto">
          <a:xfrm>
            <a:off x="494403" y="3669308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ボブ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0969687" name="Freeform 48"/>
          <p:cNvSpPr/>
          <p:nvPr/>
        </p:nvSpPr>
        <p:spPr bwMode="auto">
          <a:xfrm rot="9541431" flipH="1">
            <a:off x="1320509" y="314277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984735" name="TextBox 49"/>
          <p:cNvSpPr txBox="1"/>
          <p:nvPr/>
        </p:nvSpPr>
        <p:spPr bwMode="auto">
          <a:xfrm>
            <a:off x="9868772" y="744441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アリス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28481872" name="Freeform 50"/>
          <p:cNvSpPr/>
          <p:nvPr/>
        </p:nvSpPr>
        <p:spPr bwMode="auto">
          <a:xfrm rot="-9435686">
            <a:off x="9953218" y="322020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7225871" name="TextBox 51"/>
          <p:cNvSpPr txBox="1"/>
          <p:nvPr/>
        </p:nvSpPr>
        <p:spPr bwMode="auto">
          <a:xfrm>
            <a:off x="10088799" y="3822169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ボブ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0459080" name="Freeform 52"/>
          <p:cNvSpPr/>
          <p:nvPr/>
        </p:nvSpPr>
        <p:spPr bwMode="auto">
          <a:xfrm rot="-2557580" flipH="1">
            <a:off x="9897439" y="158460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6491223" name="AutoShape 53"/>
          <p:cNvSpPr/>
          <p:nvPr/>
        </p:nvSpPr>
        <p:spPr bwMode="auto">
          <a:xfrm>
            <a:off x="4302005" y="4529843"/>
            <a:ext cx="362117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6139820" name="TextBox 54"/>
          <p:cNvSpPr txBox="1"/>
          <p:nvPr/>
        </p:nvSpPr>
        <p:spPr bwMode="auto">
          <a:xfrm>
            <a:off x="3162296" y="4729868"/>
            <a:ext cx="5927561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4,000サットの実際の支払い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5685615" name="Rectangle: Rounded Corners 12"/>
          <p:cNvSpPr/>
          <p:nvPr/>
        </p:nvSpPr>
        <p:spPr bwMode="auto">
          <a:xfrm>
            <a:off x="2816188" y="161209"/>
            <a:ext cx="6640470" cy="38818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52875447" name=""/>
          <p:cNvGrpSpPr/>
          <p:nvPr/>
        </p:nvGrpSpPr>
        <p:grpSpPr bwMode="auto">
          <a:xfrm>
            <a:off x="3148733" y="1708553"/>
            <a:ext cx="5927716" cy="1828832"/>
            <a:chOff x="0" y="0"/>
            <a:chExt cx="5927716" cy="1828832"/>
          </a:xfrm>
        </p:grpSpPr>
        <p:sp>
          <p:nvSpPr>
            <p:cNvPr id="1729762752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95861460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12846339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75523155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9577719" name="Freeform 39"/>
            <p:cNvSpPr/>
            <p:nvPr/>
          </p:nvSpPr>
          <p:spPr bwMode="auto">
            <a:xfrm rot="0" flipH="0" flipV="0">
              <a:off x="3621177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01002767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43852532" name="Freeform 43"/>
            <p:cNvSpPr/>
            <p:nvPr/>
          </p:nvSpPr>
          <p:spPr bwMode="auto">
            <a:xfrm rot="0" flipH="0" flipV="0">
              <a:off x="3621177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44006358" name="TextBox 44"/>
            <p:cNvSpPr txBox="1"/>
            <p:nvPr/>
          </p:nvSpPr>
          <p:spPr bwMode="auto">
            <a:xfrm rot="0" flipH="0" flipV="0">
              <a:off x="3621177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7474974" name=""/>
          <p:cNvPicPr>
            <a:picLocks noChangeAspect="1"/>
          </p:cNvPicPr>
          <p:nvPr/>
        </p:nvPicPr>
        <p:blipFill>
          <a:blip r:embed="rId3"/>
          <a:srcRect l="0" t="8339" r="0" b="12188"/>
          <a:stretch/>
        </p:blipFill>
        <p:spPr bwMode="auto">
          <a:xfrm flipH="0" flipV="0">
            <a:off x="105730" y="2656416"/>
            <a:ext cx="12034023" cy="1481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9033631" name=""/>
          <p:cNvPicPr>
            <a:picLocks noChangeAspect="1"/>
          </p:cNvPicPr>
          <p:nvPr/>
        </p:nvPicPr>
        <p:blipFill>
          <a:blip r:embed="rId3"/>
          <a:srcRect l="-15971" t="0" r="-19598" b="0"/>
          <a:stretch/>
        </p:blipFill>
        <p:spPr bwMode="auto">
          <a:xfrm flipH="0" flipV="0">
            <a:off x="3226285" y="1553935"/>
            <a:ext cx="5252356" cy="3249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988" name="TextBox 32"/>
          <p:cNvSpPr txBox="1"/>
          <p:nvPr/>
        </p:nvSpPr>
        <p:spPr bwMode="auto">
          <a:xfrm>
            <a:off x="2824011" y="52522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ストーンウォール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2033581" name="TextBox 33"/>
          <p:cNvSpPr txBox="1"/>
          <p:nvPr/>
        </p:nvSpPr>
        <p:spPr bwMode="auto">
          <a:xfrm>
            <a:off x="2998680" y="138907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0744100" name="AutoShape 34"/>
          <p:cNvSpPr/>
          <p:nvPr/>
        </p:nvSpPr>
        <p:spPr bwMode="auto">
          <a:xfrm>
            <a:off x="5921313" y="1350974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3680015" name="TextBox 38"/>
          <p:cNvSpPr txBox="1"/>
          <p:nvPr/>
        </p:nvSpPr>
        <p:spPr bwMode="auto">
          <a:xfrm>
            <a:off x="6619857" y="138907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719272" name="TextBox 42"/>
          <p:cNvSpPr txBox="1"/>
          <p:nvPr/>
        </p:nvSpPr>
        <p:spPr bwMode="auto">
          <a:xfrm flipH="0" flipV="0">
            <a:off x="319123" y="1303347"/>
            <a:ext cx="212940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アリスのUTXO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4754145" name="Freeform 43"/>
          <p:cNvSpPr/>
          <p:nvPr/>
        </p:nvSpPr>
        <p:spPr bwMode="auto">
          <a:xfrm rot="1981001">
            <a:off x="1217220" y="201944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316957" name="TextBox 44"/>
          <p:cNvSpPr txBox="1"/>
          <p:nvPr/>
        </p:nvSpPr>
        <p:spPr bwMode="auto">
          <a:xfrm flipH="0" flipV="0">
            <a:off x="244893" y="3911788"/>
            <a:ext cx="220219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アリスのUTXO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049987" name="Freeform 45"/>
          <p:cNvSpPr/>
          <p:nvPr/>
        </p:nvSpPr>
        <p:spPr bwMode="auto">
          <a:xfrm rot="9541431" flipH="1">
            <a:off x="1123917" y="339048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1" y="0"/>
                </a:moveTo>
                <a:lnTo>
                  <a:pt x="0" y="0"/>
                </a:lnTo>
                <a:lnTo>
                  <a:pt x="0" y="301920"/>
                </a:lnTo>
                <a:lnTo>
                  <a:pt x="1068741" y="301920"/>
                </a:lnTo>
                <a:lnTo>
                  <a:pt x="1068741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68926" name="TextBox 46"/>
          <p:cNvSpPr txBox="1"/>
          <p:nvPr/>
        </p:nvSpPr>
        <p:spPr bwMode="auto">
          <a:xfrm flipH="0" flipV="0">
            <a:off x="9399623" y="1144280"/>
            <a:ext cx="254071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ボブのUTXO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91175169" name="Freeform 47"/>
          <p:cNvSpPr/>
          <p:nvPr/>
        </p:nvSpPr>
        <p:spPr bwMode="auto">
          <a:xfrm rot="-423529" flipH="1">
            <a:off x="9869674" y="327577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1" y="0"/>
                </a:moveTo>
                <a:lnTo>
                  <a:pt x="0" y="0"/>
                </a:lnTo>
                <a:lnTo>
                  <a:pt x="0" y="301919"/>
                </a:lnTo>
                <a:lnTo>
                  <a:pt x="1068741" y="301919"/>
                </a:lnTo>
                <a:lnTo>
                  <a:pt x="1068741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339918" name="TextBox 48"/>
          <p:cNvSpPr txBox="1"/>
          <p:nvPr/>
        </p:nvSpPr>
        <p:spPr bwMode="auto">
          <a:xfrm flipH="0" flipV="0">
            <a:off x="9399623" y="2795473"/>
            <a:ext cx="253648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アリスのUTXO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52754852" name="Freeform 49"/>
          <p:cNvSpPr/>
          <p:nvPr/>
        </p:nvSpPr>
        <p:spPr bwMode="auto">
          <a:xfrm rot="-2557580" flipH="1">
            <a:off x="9747220" y="191503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972246" name="Freeform 56"/>
          <p:cNvSpPr/>
          <p:nvPr/>
        </p:nvSpPr>
        <p:spPr bwMode="auto">
          <a:xfrm rot="-10662274">
            <a:off x="9745046" y="407624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501505" name="TextBox 57"/>
          <p:cNvSpPr txBox="1"/>
          <p:nvPr/>
        </p:nvSpPr>
        <p:spPr bwMode="auto">
          <a:xfrm flipH="0" flipV="0">
            <a:off x="9399623" y="4437537"/>
            <a:ext cx="253648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アリスのUTXO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97836280" name="Freeform 58"/>
          <p:cNvSpPr/>
          <p:nvPr/>
        </p:nvSpPr>
        <p:spPr bwMode="auto">
          <a:xfrm rot="-9983765">
            <a:off x="9759945" y="519801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948790" name="TextBox 59"/>
          <p:cNvSpPr txBox="1"/>
          <p:nvPr/>
        </p:nvSpPr>
        <p:spPr bwMode="auto">
          <a:xfrm flipH="0" flipV="0">
            <a:off x="9399623" y="5621379"/>
            <a:ext cx="2546544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アリスのUTXO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90565749" name="Rectangle: Rounded Corners 12"/>
          <p:cNvSpPr/>
          <p:nvPr/>
        </p:nvSpPr>
        <p:spPr bwMode="auto">
          <a:xfrm>
            <a:off x="2597758" y="171053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496730337" name=""/>
          <p:cNvGrpSpPr/>
          <p:nvPr/>
        </p:nvGrpSpPr>
        <p:grpSpPr bwMode="auto">
          <a:xfrm>
            <a:off x="2957359" y="1921335"/>
            <a:ext cx="5927715" cy="3760654"/>
            <a:chOff x="0" y="0"/>
            <a:chExt cx="5927715" cy="3760654"/>
          </a:xfrm>
        </p:grpSpPr>
        <p:sp>
          <p:nvSpPr>
            <p:cNvPr id="1888897342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3559216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8767521" name="Freeform 36"/>
            <p:cNvSpPr/>
            <p:nvPr/>
          </p:nvSpPr>
          <p:spPr bwMode="auto">
            <a:xfrm rot="0" flipH="0" flipV="0">
              <a:off x="0" y="11105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8291599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6058275" name="Freeform 40"/>
            <p:cNvSpPr/>
            <p:nvPr/>
          </p:nvSpPr>
          <p:spPr bwMode="auto">
            <a:xfrm rot="0" flipH="0" flipV="0">
              <a:off x="3621177" y="11105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4524918" name="TextBox 41"/>
            <p:cNvSpPr txBox="1"/>
            <p:nvPr/>
          </p:nvSpPr>
          <p:spPr bwMode="auto">
            <a:xfrm rot="0" flipH="0" flipV="0">
              <a:off x="3621177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3744303" name="Freeform 51"/>
            <p:cNvSpPr/>
            <p:nvPr/>
          </p:nvSpPr>
          <p:spPr bwMode="auto">
            <a:xfrm rot="0" flipH="0" flipV="0">
              <a:off x="3621177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1385105" name="TextBox 52"/>
            <p:cNvSpPr txBox="1"/>
            <p:nvPr/>
          </p:nvSpPr>
          <p:spPr bwMode="auto">
            <a:xfrm rot="0" flipH="0" flipV="0">
              <a:off x="3621177" y="1931822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7869512" name="Freeform 54"/>
            <p:cNvSpPr/>
            <p:nvPr/>
          </p:nvSpPr>
          <p:spPr bwMode="auto">
            <a:xfrm rot="0" flipH="0" flipV="0">
              <a:off x="3621177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5061285" name="TextBox 55"/>
            <p:cNvSpPr txBox="1"/>
            <p:nvPr/>
          </p:nvSpPr>
          <p:spPr bwMode="auto">
            <a:xfrm rot="0" flipH="0" flipV="0">
              <a:off x="3621177" y="289773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17937093" name="Freeform 61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9502375" name="TextBox 62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160000" name="TextBox 32"/>
          <p:cNvSpPr txBox="1"/>
          <p:nvPr/>
        </p:nvSpPr>
        <p:spPr bwMode="auto">
          <a:xfrm>
            <a:off x="373216" y="43596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691939" name="TextBox 33"/>
          <p:cNvSpPr txBox="1"/>
          <p:nvPr/>
        </p:nvSpPr>
        <p:spPr bwMode="auto">
          <a:xfrm>
            <a:off x="547886" y="1225401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7215934" name="AutoShape 34"/>
          <p:cNvSpPr/>
          <p:nvPr/>
        </p:nvSpPr>
        <p:spPr bwMode="auto">
          <a:xfrm>
            <a:off x="3470520" y="1187300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778077" name="TextBox 38"/>
          <p:cNvSpPr txBox="1"/>
          <p:nvPr/>
        </p:nvSpPr>
        <p:spPr bwMode="auto">
          <a:xfrm>
            <a:off x="4169063" y="1225401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41754818" name="Rectangle: Rounded Corners 12"/>
          <p:cNvSpPr/>
          <p:nvPr/>
        </p:nvSpPr>
        <p:spPr bwMode="auto">
          <a:xfrm>
            <a:off x="185088" y="118135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636071674" name=""/>
          <p:cNvGrpSpPr/>
          <p:nvPr/>
        </p:nvGrpSpPr>
        <p:grpSpPr bwMode="auto">
          <a:xfrm>
            <a:off x="506564" y="1757660"/>
            <a:ext cx="5927717" cy="3760655"/>
            <a:chOff x="0" y="0"/>
            <a:chExt cx="5927717" cy="3760655"/>
          </a:xfrm>
        </p:grpSpPr>
        <p:sp>
          <p:nvSpPr>
            <p:cNvPr id="502750826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24685927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52691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6853219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9336885" name="Freeform 40"/>
            <p:cNvSpPr/>
            <p:nvPr/>
          </p:nvSpPr>
          <p:spPr bwMode="auto">
            <a:xfrm rot="0" flipH="0" flipV="0">
              <a:off x="3621178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87301976" name="TextBox 41"/>
            <p:cNvSpPr txBox="1"/>
            <p:nvPr/>
          </p:nvSpPr>
          <p:spPr bwMode="auto">
            <a:xfrm rot="0" flipH="0" flipV="0">
              <a:off x="3621178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26133689" name="Freeform 43"/>
            <p:cNvSpPr/>
            <p:nvPr/>
          </p:nvSpPr>
          <p:spPr bwMode="auto">
            <a:xfrm rot="0" flipH="0" flipV="0">
              <a:off x="3621178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3226157" name="TextBox 44"/>
            <p:cNvSpPr txBox="1"/>
            <p:nvPr/>
          </p:nvSpPr>
          <p:spPr bwMode="auto">
            <a:xfrm rot="0" flipH="0" flipV="0">
              <a:off x="3621178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5093222" name="Freeform 46"/>
            <p:cNvSpPr/>
            <p:nvPr/>
          </p:nvSpPr>
          <p:spPr bwMode="auto">
            <a:xfrm rot="0" flipH="0" flipV="0">
              <a:off x="3621178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7756659" name="TextBox 47"/>
            <p:cNvSpPr txBox="1"/>
            <p:nvPr/>
          </p:nvSpPr>
          <p:spPr bwMode="auto">
            <a:xfrm rot="0" flipH="0" flipV="0">
              <a:off x="3621178" y="2897734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5014936" name="Freeform 49"/>
            <p:cNvSpPr/>
            <p:nvPr/>
          </p:nvSpPr>
          <p:spPr bwMode="auto">
            <a:xfrm rot="0" flipH="0" flipV="0">
              <a:off x="3621178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9701088" name="TextBox 50"/>
            <p:cNvSpPr txBox="1"/>
            <p:nvPr/>
          </p:nvSpPr>
          <p:spPr bwMode="auto">
            <a:xfrm rot="0" flipH="0" flipV="0">
              <a:off x="3621178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344603" name="TextBox 32"/>
          <p:cNvSpPr txBox="1"/>
          <p:nvPr/>
        </p:nvSpPr>
        <p:spPr bwMode="auto">
          <a:xfrm>
            <a:off x="3083857" y="511314"/>
            <a:ext cx="5799995" cy="432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19326672" name="TextBox 33"/>
          <p:cNvSpPr txBox="1"/>
          <p:nvPr/>
        </p:nvSpPr>
        <p:spPr bwMode="auto">
          <a:xfrm>
            <a:off x="3247358" y="1180623"/>
            <a:ext cx="2083159" cy="39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39749913" name="AutoShape 34"/>
          <p:cNvSpPr/>
          <p:nvPr/>
        </p:nvSpPr>
        <p:spPr bwMode="auto">
          <a:xfrm>
            <a:off x="5983137" y="1148611"/>
            <a:ext cx="0" cy="41419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502288" name="TextBox 38"/>
          <p:cNvSpPr txBox="1"/>
          <p:nvPr/>
        </p:nvSpPr>
        <p:spPr bwMode="auto">
          <a:xfrm>
            <a:off x="6637018" y="1180623"/>
            <a:ext cx="2083159" cy="39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8200956" name="TextBox 42"/>
          <p:cNvSpPr txBox="1"/>
          <p:nvPr/>
        </p:nvSpPr>
        <p:spPr bwMode="auto">
          <a:xfrm flipH="0" flipV="0">
            <a:off x="160373" y="1100985"/>
            <a:ext cx="247793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アリスのUTXO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98870068" name="Freeform 43"/>
          <p:cNvSpPr/>
          <p:nvPr/>
        </p:nvSpPr>
        <p:spPr bwMode="auto">
          <a:xfrm rot="1981001">
            <a:off x="1476122" y="1774345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735400" name="TextBox 44"/>
          <p:cNvSpPr txBox="1"/>
          <p:nvPr/>
        </p:nvSpPr>
        <p:spPr bwMode="auto">
          <a:xfrm flipH="0" flipV="0">
            <a:off x="375458" y="3542657"/>
            <a:ext cx="2452635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ボブのUTXO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41874015" name="Freeform 45"/>
          <p:cNvSpPr/>
          <p:nvPr/>
        </p:nvSpPr>
        <p:spPr bwMode="auto">
          <a:xfrm rot="9541431" flipH="1">
            <a:off x="1388783" y="3057729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7"/>
                </a:lnTo>
                <a:lnTo>
                  <a:pt x="1000411" y="282617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692536" name="TextBox 46"/>
          <p:cNvSpPr txBox="1"/>
          <p:nvPr/>
        </p:nvSpPr>
        <p:spPr bwMode="auto">
          <a:xfrm flipH="0" flipV="0">
            <a:off x="9208803" y="952088"/>
            <a:ext cx="2733048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?UTXO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07187233" name="Freeform 47"/>
          <p:cNvSpPr/>
          <p:nvPr/>
        </p:nvSpPr>
        <p:spPr bwMode="auto">
          <a:xfrm rot="-423529" flipH="1">
            <a:off x="9575383" y="2950354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6"/>
                </a:lnTo>
                <a:lnTo>
                  <a:pt x="1000411" y="282616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170925" name="TextBox 48"/>
          <p:cNvSpPr txBox="1"/>
          <p:nvPr/>
        </p:nvSpPr>
        <p:spPr bwMode="auto">
          <a:xfrm flipH="0" flipV="0">
            <a:off x="9209124" y="2497713"/>
            <a:ext cx="2731219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33143330" name="Freeform 49"/>
          <p:cNvSpPr/>
          <p:nvPr/>
        </p:nvSpPr>
        <p:spPr bwMode="auto">
          <a:xfrm rot="-2557580" flipH="1">
            <a:off x="9460759" y="1676613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6"/>
                </a:lnTo>
                <a:lnTo>
                  <a:pt x="1000411" y="282616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730211" name="Freeform 56"/>
          <p:cNvSpPr/>
          <p:nvPr/>
        </p:nvSpPr>
        <p:spPr bwMode="auto">
          <a:xfrm rot="-10662274">
            <a:off x="9458723" y="3699645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356318" name="TextBox 57"/>
          <p:cNvSpPr txBox="1"/>
          <p:nvPr/>
        </p:nvSpPr>
        <p:spPr bwMode="auto">
          <a:xfrm flipH="0" flipV="0">
            <a:off x="9209017" y="4007493"/>
            <a:ext cx="2731829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アリスのUTXO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99345687" name="Freeform 58"/>
          <p:cNvSpPr/>
          <p:nvPr/>
        </p:nvSpPr>
        <p:spPr bwMode="auto">
          <a:xfrm rot="-9983765">
            <a:off x="9472671" y="4749697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236907" name="TextBox 59"/>
          <p:cNvSpPr txBox="1"/>
          <p:nvPr/>
        </p:nvSpPr>
        <p:spPr bwMode="auto">
          <a:xfrm flipH="0" flipV="0">
            <a:off x="9208163" y="5115644"/>
            <a:ext cx="2736704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ボブのUTXO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50583192" name="Freeform 63"/>
          <p:cNvSpPr/>
          <p:nvPr/>
        </p:nvSpPr>
        <p:spPr bwMode="auto">
          <a:xfrm>
            <a:off x="5682501" y="5732245"/>
            <a:ext cx="601269" cy="601269"/>
          </a:xfrm>
          <a:custGeom>
            <a:avLst/>
            <a:gdLst/>
            <a:ahLst/>
            <a:cxnLst/>
            <a:rect l="l" t="t" r="r" b="b"/>
            <a:pathLst>
              <a:path w="601271" h="601271" fill="norm" stroke="1" extrusionOk="0">
                <a:moveTo>
                  <a:pt x="0" y="0"/>
                </a:moveTo>
                <a:lnTo>
                  <a:pt x="601270" y="0"/>
                </a:lnTo>
                <a:lnTo>
                  <a:pt x="601270" y="601270"/>
                </a:lnTo>
                <a:lnTo>
                  <a:pt x="0" y="6012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42144" name="Rectangle: Rounded Corners 12"/>
          <p:cNvSpPr/>
          <p:nvPr/>
        </p:nvSpPr>
        <p:spPr bwMode="auto">
          <a:xfrm>
            <a:off x="2936256" y="158748"/>
            <a:ext cx="6135871" cy="533405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705901136" name=""/>
          <p:cNvGrpSpPr/>
          <p:nvPr/>
        </p:nvGrpSpPr>
        <p:grpSpPr bwMode="auto">
          <a:xfrm>
            <a:off x="3208680" y="1682507"/>
            <a:ext cx="5548732" cy="3520218"/>
            <a:chOff x="0" y="0"/>
            <a:chExt cx="5548732" cy="3520218"/>
          </a:xfrm>
        </p:grpSpPr>
        <p:sp>
          <p:nvSpPr>
            <p:cNvPr id="1228360319" name="Freeform 30"/>
            <p:cNvSpPr/>
            <p:nvPr/>
          </p:nvSpPr>
          <p:spPr bwMode="auto">
            <a:xfrm rot="0" flipH="0" flipV="0">
              <a:off x="0" y="135411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40188307" name="TextBox 31"/>
            <p:cNvSpPr txBox="1"/>
            <p:nvPr/>
          </p:nvSpPr>
          <p:spPr bwMode="auto">
            <a:xfrm rot="0" flipH="0" flipV="0">
              <a:off x="0" y="0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1516312" name="Freeform 36"/>
            <p:cNvSpPr/>
            <p:nvPr/>
          </p:nvSpPr>
          <p:spPr bwMode="auto">
            <a:xfrm rot="0" flipH="0" flipV="0">
              <a:off x="0" y="1039569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91153178" name="TextBox 37"/>
            <p:cNvSpPr txBox="1"/>
            <p:nvPr/>
          </p:nvSpPr>
          <p:spPr bwMode="auto">
            <a:xfrm rot="0" flipH="0" flipV="0">
              <a:off x="0" y="904156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8341882" name="Freeform 40"/>
            <p:cNvSpPr/>
            <p:nvPr/>
          </p:nvSpPr>
          <p:spPr bwMode="auto">
            <a:xfrm rot="0" flipH="0" flipV="0">
              <a:off x="3389659" y="1039569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7182910" name="TextBox 41"/>
            <p:cNvSpPr txBox="1"/>
            <p:nvPr/>
          </p:nvSpPr>
          <p:spPr bwMode="auto">
            <a:xfrm rot="0" flipH="0" flipV="0">
              <a:off x="3389659" y="904156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4280735" name="Freeform 51"/>
            <p:cNvSpPr/>
            <p:nvPr/>
          </p:nvSpPr>
          <p:spPr bwMode="auto">
            <a:xfrm rot="0" flipH="0" flipV="0">
              <a:off x="3389659" y="1943723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85394161" name="TextBox 52"/>
            <p:cNvSpPr txBox="1"/>
            <p:nvPr/>
          </p:nvSpPr>
          <p:spPr bwMode="auto">
            <a:xfrm rot="0" flipH="0" flipV="0">
              <a:off x="3389659" y="1808312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755750" name="Freeform 54"/>
            <p:cNvSpPr/>
            <p:nvPr/>
          </p:nvSpPr>
          <p:spPr bwMode="auto">
            <a:xfrm rot="0" flipH="0" flipV="0">
              <a:off x="3389659" y="2847880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6649097" name="TextBox 55"/>
            <p:cNvSpPr txBox="1"/>
            <p:nvPr/>
          </p:nvSpPr>
          <p:spPr bwMode="auto">
            <a:xfrm rot="0" flipH="0" flipV="0">
              <a:off x="3389659" y="2712468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8547384" name="Freeform 61"/>
            <p:cNvSpPr/>
            <p:nvPr/>
          </p:nvSpPr>
          <p:spPr bwMode="auto">
            <a:xfrm rot="0" flipH="0" flipV="0">
              <a:off x="3389659" y="135411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4978210" name="TextBox 62"/>
            <p:cNvSpPr txBox="1"/>
            <p:nvPr/>
          </p:nvSpPr>
          <p:spPr bwMode="auto">
            <a:xfrm rot="0" flipH="0" flipV="0">
              <a:off x="3389659" y="0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6562572" name="TextBox 32"/>
          <p:cNvSpPr txBox="1"/>
          <p:nvPr/>
        </p:nvSpPr>
        <p:spPr bwMode="auto">
          <a:xfrm>
            <a:off x="3192332" y="721982"/>
            <a:ext cx="5797418" cy="432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ストーンウォール</a:t>
            </a:r>
            <a:endParaRPr/>
          </a:p>
        </p:txBody>
      </p:sp>
      <p:sp>
        <p:nvSpPr>
          <p:cNvPr id="1468410201" name="TextBox 33"/>
          <p:cNvSpPr txBox="1"/>
          <p:nvPr/>
        </p:nvSpPr>
        <p:spPr bwMode="auto">
          <a:xfrm>
            <a:off x="3355761" y="1539822"/>
            <a:ext cx="2082234" cy="39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25490640" name="AutoShape 34"/>
          <p:cNvSpPr/>
          <p:nvPr/>
        </p:nvSpPr>
        <p:spPr bwMode="auto">
          <a:xfrm>
            <a:off x="6090323" y="1507851"/>
            <a:ext cx="0" cy="41400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180870" name="TextBox 38"/>
          <p:cNvSpPr txBox="1"/>
          <p:nvPr/>
        </p:nvSpPr>
        <p:spPr bwMode="auto">
          <a:xfrm>
            <a:off x="6743916" y="1539822"/>
            <a:ext cx="2082234" cy="39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521994407" name="TextBox 42"/>
          <p:cNvSpPr txBox="1"/>
          <p:nvPr/>
        </p:nvSpPr>
        <p:spPr bwMode="auto">
          <a:xfrm flipH="0" flipV="0">
            <a:off x="271499" y="1460225"/>
            <a:ext cx="2461344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アリスのUTXO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22600212" name="Freeform 43"/>
          <p:cNvSpPr/>
          <p:nvPr/>
        </p:nvSpPr>
        <p:spPr bwMode="auto">
          <a:xfrm rot="1981001">
            <a:off x="1585312" y="2133306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6" y="0"/>
                </a:lnTo>
                <a:lnTo>
                  <a:pt x="999966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3421182" name="TextBox 44"/>
          <p:cNvSpPr txBox="1"/>
          <p:nvPr/>
        </p:nvSpPr>
        <p:spPr bwMode="auto">
          <a:xfrm flipH="0" flipV="0">
            <a:off x="160374" y="3900809"/>
            <a:ext cx="2786292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アリスのUTXO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76584669" name="Freeform 45"/>
          <p:cNvSpPr/>
          <p:nvPr/>
        </p:nvSpPr>
        <p:spPr bwMode="auto">
          <a:xfrm rot="9541431" flipH="1">
            <a:off x="1498012" y="3416119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6" y="0"/>
                </a:moveTo>
                <a:lnTo>
                  <a:pt x="0" y="0"/>
                </a:lnTo>
                <a:lnTo>
                  <a:pt x="0" y="282491"/>
                </a:lnTo>
                <a:lnTo>
                  <a:pt x="999966" y="282491"/>
                </a:lnTo>
                <a:lnTo>
                  <a:pt x="9999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6281595" name="TextBox 46"/>
          <p:cNvSpPr txBox="1"/>
          <p:nvPr/>
        </p:nvSpPr>
        <p:spPr bwMode="auto">
          <a:xfrm flipH="0" flipV="0">
            <a:off x="9531243" y="1321955"/>
            <a:ext cx="244521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ボブのUTXO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55524113" name="Freeform 47"/>
          <p:cNvSpPr/>
          <p:nvPr/>
        </p:nvSpPr>
        <p:spPr bwMode="auto">
          <a:xfrm rot="-423529" flipH="1">
            <a:off x="9680976" y="3308792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7" y="0"/>
                </a:moveTo>
                <a:lnTo>
                  <a:pt x="0" y="0"/>
                </a:lnTo>
                <a:lnTo>
                  <a:pt x="0" y="282491"/>
                </a:lnTo>
                <a:lnTo>
                  <a:pt x="999967" y="282491"/>
                </a:lnTo>
                <a:lnTo>
                  <a:pt x="999967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6584" name="TextBox 48"/>
          <p:cNvSpPr txBox="1"/>
          <p:nvPr/>
        </p:nvSpPr>
        <p:spPr bwMode="auto">
          <a:xfrm flipH="0" flipV="0">
            <a:off x="9531243" y="2866896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アリスのUTXO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86398418" name="Freeform 49"/>
          <p:cNvSpPr/>
          <p:nvPr/>
        </p:nvSpPr>
        <p:spPr bwMode="auto">
          <a:xfrm rot="-2557580" flipH="1">
            <a:off x="9566401" y="2035617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7" y="0"/>
                </a:moveTo>
                <a:lnTo>
                  <a:pt x="0" y="0"/>
                </a:lnTo>
                <a:lnTo>
                  <a:pt x="0" y="282491"/>
                </a:lnTo>
                <a:lnTo>
                  <a:pt x="999967" y="282491"/>
                </a:lnTo>
                <a:lnTo>
                  <a:pt x="999967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117594" name="Freeform 56"/>
          <p:cNvSpPr/>
          <p:nvPr/>
        </p:nvSpPr>
        <p:spPr bwMode="auto">
          <a:xfrm rot="-10662274">
            <a:off x="9564367" y="4057749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7" y="0"/>
                </a:lnTo>
                <a:lnTo>
                  <a:pt x="999967" y="282491"/>
                </a:lnTo>
                <a:lnTo>
                  <a:pt x="0" y="2824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7420322" name="TextBox 57"/>
          <p:cNvSpPr txBox="1"/>
          <p:nvPr/>
        </p:nvSpPr>
        <p:spPr bwMode="auto">
          <a:xfrm flipH="0" flipV="0">
            <a:off x="9531243" y="4403290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アリスのUTXO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76437006" name="Freeform 58"/>
          <p:cNvSpPr/>
          <p:nvPr/>
        </p:nvSpPr>
        <p:spPr bwMode="auto">
          <a:xfrm rot="-9983765">
            <a:off x="9578306" y="5107335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7" y="0"/>
                </a:lnTo>
                <a:lnTo>
                  <a:pt x="999967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415060" name="TextBox 59"/>
          <p:cNvSpPr txBox="1"/>
          <p:nvPr/>
        </p:nvSpPr>
        <p:spPr bwMode="auto">
          <a:xfrm flipH="0" flipV="0">
            <a:off x="9531243" y="5510952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アリスのUTXO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21625059" name="Rectangle: Rounded Corners 12"/>
          <p:cNvSpPr/>
          <p:nvPr/>
        </p:nvSpPr>
        <p:spPr bwMode="auto">
          <a:xfrm>
            <a:off x="2945948" y="313228"/>
            <a:ext cx="6379533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96479099" name=""/>
          <p:cNvGrpSpPr/>
          <p:nvPr/>
        </p:nvGrpSpPr>
        <p:grpSpPr bwMode="auto">
          <a:xfrm>
            <a:off x="3317103" y="2041507"/>
            <a:ext cx="5546263" cy="3518655"/>
            <a:chOff x="0" y="0"/>
            <a:chExt cx="5546263" cy="3518655"/>
          </a:xfrm>
        </p:grpSpPr>
        <p:sp>
          <p:nvSpPr>
            <p:cNvPr id="1393019906" name="Freeform 30"/>
            <p:cNvSpPr/>
            <p:nvPr/>
          </p:nvSpPr>
          <p:spPr bwMode="auto">
            <a:xfrm rot="0" flipH="0" flipV="0">
              <a:off x="0" y="135352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2299366" name="TextBox 31"/>
            <p:cNvSpPr txBox="1"/>
            <p:nvPr/>
          </p:nvSpPr>
          <p:spPr bwMode="auto">
            <a:xfrm rot="0" flipH="0" flipV="0">
              <a:off x="0" y="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1248228" name="Freeform 36"/>
            <p:cNvSpPr/>
            <p:nvPr/>
          </p:nvSpPr>
          <p:spPr bwMode="auto">
            <a:xfrm rot="0" flipH="0" flipV="0">
              <a:off x="0" y="1039107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62483102" name="TextBox 37"/>
            <p:cNvSpPr txBox="1"/>
            <p:nvPr/>
          </p:nvSpPr>
          <p:spPr bwMode="auto">
            <a:xfrm rot="0" flipH="0" flipV="0">
              <a:off x="0" y="903755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0813568" name="Freeform 40"/>
            <p:cNvSpPr/>
            <p:nvPr/>
          </p:nvSpPr>
          <p:spPr bwMode="auto">
            <a:xfrm rot="0" flipH="0" flipV="0">
              <a:off x="3388151" y="1039107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4166068" name="TextBox 41"/>
            <p:cNvSpPr txBox="1"/>
            <p:nvPr/>
          </p:nvSpPr>
          <p:spPr bwMode="auto">
            <a:xfrm rot="0" flipH="0" flipV="0">
              <a:off x="3388151" y="903755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5319009" name="Freeform 51"/>
            <p:cNvSpPr/>
            <p:nvPr/>
          </p:nvSpPr>
          <p:spPr bwMode="auto">
            <a:xfrm rot="0" flipH="0" flipV="0">
              <a:off x="3388151" y="1942863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4144491" name="TextBox 52"/>
            <p:cNvSpPr txBox="1"/>
            <p:nvPr/>
          </p:nvSpPr>
          <p:spPr bwMode="auto">
            <a:xfrm rot="0" flipH="0" flipV="0">
              <a:off x="3388151" y="180751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7935369" name="Freeform 54"/>
            <p:cNvSpPr/>
            <p:nvPr/>
          </p:nvSpPr>
          <p:spPr bwMode="auto">
            <a:xfrm rot="0" flipH="0" flipV="0">
              <a:off x="3388151" y="2846616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15647469" name="TextBox 55"/>
            <p:cNvSpPr txBox="1"/>
            <p:nvPr/>
          </p:nvSpPr>
          <p:spPr bwMode="auto">
            <a:xfrm rot="0" flipH="0" flipV="0">
              <a:off x="3388151" y="2711264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14908295" name="Freeform 61"/>
            <p:cNvSpPr/>
            <p:nvPr/>
          </p:nvSpPr>
          <p:spPr bwMode="auto">
            <a:xfrm rot="0" flipH="0" flipV="0">
              <a:off x="3388151" y="135352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41507048" name="TextBox 62"/>
            <p:cNvSpPr txBox="1"/>
            <p:nvPr/>
          </p:nvSpPr>
          <p:spPr bwMode="auto">
            <a:xfrm rot="0" flipH="0" flipV="0">
              <a:off x="3388151" y="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846414" name="TextBox 32"/>
          <p:cNvSpPr txBox="1"/>
          <p:nvPr/>
        </p:nvSpPr>
        <p:spPr bwMode="auto">
          <a:xfrm>
            <a:off x="3017678" y="489383"/>
            <a:ext cx="5847885" cy="436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ストーンウォール x2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135425061" name="TextBox 33"/>
          <p:cNvSpPr txBox="1"/>
          <p:nvPr/>
        </p:nvSpPr>
        <p:spPr bwMode="auto">
          <a:xfrm>
            <a:off x="3158130" y="1322573"/>
            <a:ext cx="2100352" cy="40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69808598" name="AutoShape 34"/>
          <p:cNvSpPr/>
          <p:nvPr/>
        </p:nvSpPr>
        <p:spPr bwMode="auto">
          <a:xfrm>
            <a:off x="5940903" y="1280302"/>
            <a:ext cx="0" cy="41761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14591" name="TextBox 38"/>
          <p:cNvSpPr txBox="1"/>
          <p:nvPr/>
        </p:nvSpPr>
        <p:spPr bwMode="auto">
          <a:xfrm>
            <a:off x="6671034" y="1322573"/>
            <a:ext cx="2100352" cy="40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01352263" name="TextBox 42"/>
          <p:cNvSpPr txBox="1"/>
          <p:nvPr/>
        </p:nvSpPr>
        <p:spPr bwMode="auto">
          <a:xfrm flipH="0" flipV="0">
            <a:off x="366748" y="1258749"/>
            <a:ext cx="2165290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アリスのUTXO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119568" name="Freeform 43"/>
          <p:cNvSpPr/>
          <p:nvPr/>
        </p:nvSpPr>
        <p:spPr bwMode="auto">
          <a:xfrm rot="1981001">
            <a:off x="1396665" y="1911201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430067" name="TextBox 44"/>
          <p:cNvSpPr txBox="1"/>
          <p:nvPr/>
        </p:nvSpPr>
        <p:spPr bwMode="auto">
          <a:xfrm flipH="0" flipV="0">
            <a:off x="193910" y="3720587"/>
            <a:ext cx="2338127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シャルルのUTXO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/>
          </a:p>
        </p:txBody>
      </p:sp>
      <p:sp>
        <p:nvSpPr>
          <p:cNvPr id="1489718894" name="Freeform 45"/>
          <p:cNvSpPr/>
          <p:nvPr/>
        </p:nvSpPr>
        <p:spPr bwMode="auto">
          <a:xfrm rot="9541431" flipH="1">
            <a:off x="1308606" y="3205185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0"/>
                </a:lnTo>
                <a:lnTo>
                  <a:pt x="1008673" y="284950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536527" name="TextBox 46"/>
          <p:cNvSpPr txBox="1"/>
          <p:nvPr/>
        </p:nvSpPr>
        <p:spPr bwMode="auto">
          <a:xfrm flipH="0" flipV="0">
            <a:off x="9353418" y="1082547"/>
            <a:ext cx="2477175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ボブのUTXO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25476025" name="Freeform 47"/>
          <p:cNvSpPr/>
          <p:nvPr/>
        </p:nvSpPr>
        <p:spPr bwMode="auto">
          <a:xfrm rot="-423529" flipH="1">
            <a:off x="9562818" y="3096923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1"/>
                </a:lnTo>
                <a:lnTo>
                  <a:pt x="1008673" y="284951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2289792" name="TextBox 48"/>
          <p:cNvSpPr txBox="1"/>
          <p:nvPr/>
        </p:nvSpPr>
        <p:spPr bwMode="auto">
          <a:xfrm flipH="0" flipV="0">
            <a:off x="9353418" y="2640939"/>
            <a:ext cx="2650424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シャルルのUTXO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/>
          </a:p>
        </p:txBody>
      </p:sp>
      <p:sp>
        <p:nvSpPr>
          <p:cNvPr id="1768162209" name="Freeform 49"/>
          <p:cNvSpPr/>
          <p:nvPr/>
        </p:nvSpPr>
        <p:spPr bwMode="auto">
          <a:xfrm rot="-2557580" flipH="1">
            <a:off x="9447246" y="1812662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1"/>
                </a:lnTo>
                <a:lnTo>
                  <a:pt x="1008673" y="284951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194236" name="Freeform 56"/>
          <p:cNvSpPr/>
          <p:nvPr/>
        </p:nvSpPr>
        <p:spPr bwMode="auto">
          <a:xfrm rot="-10662274">
            <a:off x="9445195" y="3852403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176703" name="TextBox 57"/>
          <p:cNvSpPr txBox="1"/>
          <p:nvPr/>
        </p:nvSpPr>
        <p:spPr bwMode="auto">
          <a:xfrm flipH="0" flipV="0">
            <a:off x="9353418" y="4190712"/>
            <a:ext cx="2472249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アリスのUTXO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1843143" name="Freeform 58"/>
          <p:cNvSpPr/>
          <p:nvPr/>
        </p:nvSpPr>
        <p:spPr bwMode="auto">
          <a:xfrm rot="-9983765">
            <a:off x="9459256" y="4911127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449782" name="TextBox 59"/>
          <p:cNvSpPr txBox="1"/>
          <p:nvPr/>
        </p:nvSpPr>
        <p:spPr bwMode="auto">
          <a:xfrm flipH="0" flipV="0">
            <a:off x="9353418" y="5308017"/>
            <a:ext cx="2473343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シャルルのUTXO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/>
          </a:p>
        </p:txBody>
      </p:sp>
      <p:sp>
        <p:nvSpPr>
          <p:cNvPr id="1639863213" name="Rectangle: Rounded Corners 12"/>
          <p:cNvSpPr/>
          <p:nvPr/>
        </p:nvSpPr>
        <p:spPr bwMode="auto">
          <a:xfrm>
            <a:off x="2730665" y="101561"/>
            <a:ext cx="6534590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2067286207" name=""/>
          <p:cNvGrpSpPr/>
          <p:nvPr/>
        </p:nvGrpSpPr>
        <p:grpSpPr bwMode="auto">
          <a:xfrm>
            <a:off x="3143532" y="1818607"/>
            <a:ext cx="5594557" cy="3549291"/>
            <a:chOff x="0" y="0"/>
            <a:chExt cx="5594557" cy="3549291"/>
          </a:xfrm>
        </p:grpSpPr>
        <p:sp>
          <p:nvSpPr>
            <p:cNvPr id="611998253" name="Freeform 30"/>
            <p:cNvSpPr/>
            <p:nvPr/>
          </p:nvSpPr>
          <p:spPr bwMode="auto">
            <a:xfrm rot="0" flipH="0" flipV="0">
              <a:off x="0" y="136529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98630675" name="TextBox 31"/>
            <p:cNvSpPr txBox="1"/>
            <p:nvPr/>
          </p:nvSpPr>
          <p:spPr bwMode="auto">
            <a:xfrm rot="0" flipH="0" flipV="0">
              <a:off x="0" y="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27057728" name="Freeform 36"/>
            <p:cNvSpPr/>
            <p:nvPr/>
          </p:nvSpPr>
          <p:spPr bwMode="auto">
            <a:xfrm rot="0" flipH="0" flipV="0">
              <a:off x="0" y="1048152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13157038" name="TextBox 37"/>
            <p:cNvSpPr txBox="1"/>
            <p:nvPr/>
          </p:nvSpPr>
          <p:spPr bwMode="auto">
            <a:xfrm rot="0" flipH="0" flipV="0">
              <a:off x="0" y="911621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48285854" name="Freeform 40"/>
            <p:cNvSpPr/>
            <p:nvPr/>
          </p:nvSpPr>
          <p:spPr bwMode="auto">
            <a:xfrm rot="0" flipH="0" flipV="0">
              <a:off x="3417654" y="1048152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55210318" name="TextBox 41"/>
            <p:cNvSpPr txBox="1"/>
            <p:nvPr/>
          </p:nvSpPr>
          <p:spPr bwMode="auto">
            <a:xfrm rot="0" flipH="0" flipV="0">
              <a:off x="3417654" y="911621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76093063" name="Freeform 51"/>
            <p:cNvSpPr/>
            <p:nvPr/>
          </p:nvSpPr>
          <p:spPr bwMode="auto">
            <a:xfrm rot="0" flipH="0" flipV="0">
              <a:off x="3417654" y="1959776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932652007" name="TextBox 52"/>
            <p:cNvSpPr txBox="1"/>
            <p:nvPr/>
          </p:nvSpPr>
          <p:spPr bwMode="auto">
            <a:xfrm rot="0" flipH="0" flipV="0">
              <a:off x="3417654" y="1823244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81279094" name="Freeform 54"/>
            <p:cNvSpPr/>
            <p:nvPr/>
          </p:nvSpPr>
          <p:spPr bwMode="auto">
            <a:xfrm rot="0" flipH="0" flipV="0">
              <a:off x="3417654" y="2871400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90717237" name="TextBox 55"/>
            <p:cNvSpPr txBox="1"/>
            <p:nvPr/>
          </p:nvSpPr>
          <p:spPr bwMode="auto">
            <a:xfrm rot="0" flipH="0" flipV="0">
              <a:off x="3417654" y="273487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86151727" name="Freeform 61"/>
            <p:cNvSpPr/>
            <p:nvPr/>
          </p:nvSpPr>
          <p:spPr bwMode="auto">
            <a:xfrm rot="0" flipH="0" flipV="0">
              <a:off x="3417654" y="136529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2837712" name="TextBox 62"/>
            <p:cNvSpPr txBox="1"/>
            <p:nvPr/>
          </p:nvSpPr>
          <p:spPr bwMode="auto">
            <a:xfrm rot="0" flipH="0" flipV="0">
              <a:off x="3417654" y="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03521" name="TextBox 32"/>
          <p:cNvSpPr txBox="1"/>
          <p:nvPr/>
        </p:nvSpPr>
        <p:spPr bwMode="auto">
          <a:xfrm>
            <a:off x="483973" y="58479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2873149" name="TextBox 33"/>
          <p:cNvSpPr txBox="1"/>
          <p:nvPr/>
        </p:nvSpPr>
        <p:spPr bwMode="auto">
          <a:xfrm>
            <a:off x="658641" y="1299816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0792341" name="AutoShape 34"/>
          <p:cNvSpPr/>
          <p:nvPr/>
        </p:nvSpPr>
        <p:spPr bwMode="auto">
          <a:xfrm>
            <a:off x="3581277" y="1261715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040687" name="TextBox 38"/>
          <p:cNvSpPr txBox="1"/>
          <p:nvPr/>
        </p:nvSpPr>
        <p:spPr bwMode="auto">
          <a:xfrm>
            <a:off x="4279819" y="1299816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35218926" name="Rectangle: Rounded Corners 12"/>
          <p:cNvSpPr/>
          <p:nvPr/>
        </p:nvSpPr>
        <p:spPr bwMode="auto">
          <a:xfrm>
            <a:off x="185088" y="192549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288956692" name=""/>
          <p:cNvGrpSpPr/>
          <p:nvPr/>
        </p:nvGrpSpPr>
        <p:grpSpPr bwMode="auto">
          <a:xfrm>
            <a:off x="617322" y="1832076"/>
            <a:ext cx="5927717" cy="3760654"/>
            <a:chOff x="0" y="0"/>
            <a:chExt cx="5927717" cy="3760654"/>
          </a:xfrm>
        </p:grpSpPr>
        <p:sp>
          <p:nvSpPr>
            <p:cNvPr id="1683120728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7686288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7277263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8752733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5229287" name="Freeform 40"/>
            <p:cNvSpPr/>
            <p:nvPr/>
          </p:nvSpPr>
          <p:spPr bwMode="auto">
            <a:xfrm rot="0" flipH="0" flipV="0">
              <a:off x="3621178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53719194" name="TextBox 41"/>
            <p:cNvSpPr txBox="1"/>
            <p:nvPr/>
          </p:nvSpPr>
          <p:spPr bwMode="auto">
            <a:xfrm rot="0" flipH="0" flipV="0">
              <a:off x="3621178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5799120" name="Freeform 43"/>
            <p:cNvSpPr/>
            <p:nvPr/>
          </p:nvSpPr>
          <p:spPr bwMode="auto">
            <a:xfrm rot="0" flipH="0" flipV="0">
              <a:off x="3621178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3348437" name="TextBox 44"/>
            <p:cNvSpPr txBox="1"/>
            <p:nvPr/>
          </p:nvSpPr>
          <p:spPr bwMode="auto">
            <a:xfrm rot="0" flipH="0" flipV="0">
              <a:off x="3621178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3499023" name="Freeform 46"/>
            <p:cNvSpPr/>
            <p:nvPr/>
          </p:nvSpPr>
          <p:spPr bwMode="auto">
            <a:xfrm rot="0" flipH="0" flipV="0">
              <a:off x="3621178" y="304239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41704368" name="TextBox 47"/>
            <p:cNvSpPr txBox="1"/>
            <p:nvPr/>
          </p:nvSpPr>
          <p:spPr bwMode="auto">
            <a:xfrm rot="0" flipH="0" flipV="0">
              <a:off x="3621178" y="289773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0977387" name="Freeform 49"/>
            <p:cNvSpPr/>
            <p:nvPr/>
          </p:nvSpPr>
          <p:spPr bwMode="auto">
            <a:xfrm rot="0" flipH="0" flipV="0">
              <a:off x="3621178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9265131" name="TextBox 50"/>
            <p:cNvSpPr txBox="1"/>
            <p:nvPr/>
          </p:nvSpPr>
          <p:spPr bwMode="auto">
            <a:xfrm rot="0" flipH="0" flipV="0">
              <a:off x="3621178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6974552" name="TextBox 1315405195"/>
            <p:cNvSpPr txBox="1"/>
            <p:nvPr/>
          </p:nvSpPr>
          <p:spPr bwMode="auto">
            <a:xfrm>
              <a:off x="4218026" y="232156"/>
              <a:ext cx="1316004" cy="624818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l">
                <a:lnSpc>
                  <a:spcPts val="419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Professor</a:t>
              </a: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216691" name="TextBox 32"/>
          <p:cNvSpPr txBox="1"/>
          <p:nvPr/>
        </p:nvSpPr>
        <p:spPr bwMode="auto">
          <a:xfrm>
            <a:off x="3141972" y="355404"/>
            <a:ext cx="5750051" cy="429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6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91118712" name="TextBox 33"/>
          <p:cNvSpPr txBox="1"/>
          <p:nvPr/>
        </p:nvSpPr>
        <p:spPr bwMode="auto">
          <a:xfrm>
            <a:off x="3304077" y="1009465"/>
            <a:ext cx="2065358" cy="39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35707863" name="AutoShape 34"/>
          <p:cNvSpPr/>
          <p:nvPr/>
        </p:nvSpPr>
        <p:spPr bwMode="auto">
          <a:xfrm>
            <a:off x="6016457" y="978217"/>
            <a:ext cx="0" cy="41064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5453969" name="TextBox 38"/>
          <p:cNvSpPr txBox="1"/>
          <p:nvPr/>
        </p:nvSpPr>
        <p:spPr bwMode="auto">
          <a:xfrm>
            <a:off x="6664749" y="1009465"/>
            <a:ext cx="2065358" cy="39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78262543" name="TextBox 42"/>
          <p:cNvSpPr txBox="1"/>
          <p:nvPr/>
        </p:nvSpPr>
        <p:spPr bwMode="auto">
          <a:xfrm flipH="0" flipV="0">
            <a:off x="223873" y="1152103"/>
            <a:ext cx="2414439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アリスのUTXO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57200798" name="Freeform 43"/>
          <p:cNvSpPr/>
          <p:nvPr/>
        </p:nvSpPr>
        <p:spPr bwMode="auto">
          <a:xfrm rot="1981001">
            <a:off x="1547984" y="1820111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7" y="0"/>
                </a:lnTo>
                <a:lnTo>
                  <a:pt x="991857" y="280200"/>
                </a:lnTo>
                <a:lnTo>
                  <a:pt x="0" y="280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4160209" name="TextBox 44"/>
          <p:cNvSpPr txBox="1"/>
          <p:nvPr/>
        </p:nvSpPr>
        <p:spPr bwMode="auto">
          <a:xfrm flipH="0" flipV="0">
            <a:off x="223873" y="3572894"/>
            <a:ext cx="252556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シャルルのUTXO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18895848" name="Freeform 45"/>
          <p:cNvSpPr/>
          <p:nvPr/>
        </p:nvSpPr>
        <p:spPr bwMode="auto">
          <a:xfrm rot="9541431" flipH="1">
            <a:off x="1461393" y="3092520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7" y="0"/>
                </a:moveTo>
                <a:lnTo>
                  <a:pt x="0" y="0"/>
                </a:lnTo>
                <a:lnTo>
                  <a:pt x="0" y="280200"/>
                </a:lnTo>
                <a:lnTo>
                  <a:pt x="991857" y="280200"/>
                </a:lnTo>
                <a:lnTo>
                  <a:pt x="991857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81225" name="TextBox 46"/>
          <p:cNvSpPr txBox="1"/>
          <p:nvPr/>
        </p:nvSpPr>
        <p:spPr bwMode="auto">
          <a:xfrm flipH="0" flipV="0">
            <a:off x="9304373" y="1004476"/>
            <a:ext cx="265184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71145617" name="Freeform 47"/>
          <p:cNvSpPr/>
          <p:nvPr/>
        </p:nvSpPr>
        <p:spPr bwMode="auto">
          <a:xfrm rot="-423529" flipH="1">
            <a:off x="9577990" y="2986063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7" y="0"/>
                </a:moveTo>
                <a:lnTo>
                  <a:pt x="0" y="0"/>
                </a:lnTo>
                <a:lnTo>
                  <a:pt x="0" y="280200"/>
                </a:lnTo>
                <a:lnTo>
                  <a:pt x="991857" y="280200"/>
                </a:lnTo>
                <a:lnTo>
                  <a:pt x="991857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373209" name="TextBox 48"/>
          <p:cNvSpPr txBox="1"/>
          <p:nvPr/>
        </p:nvSpPr>
        <p:spPr bwMode="auto">
          <a:xfrm flipH="0" flipV="0">
            <a:off x="9304373" y="2536887"/>
            <a:ext cx="265184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10810080" name="Freeform 49"/>
          <p:cNvSpPr/>
          <p:nvPr/>
        </p:nvSpPr>
        <p:spPr bwMode="auto">
          <a:xfrm rot="-2557580" flipH="1">
            <a:off x="9464346" y="1723215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6" y="0"/>
                </a:moveTo>
                <a:lnTo>
                  <a:pt x="0" y="0"/>
                </a:lnTo>
                <a:lnTo>
                  <a:pt x="0" y="280199"/>
                </a:lnTo>
                <a:lnTo>
                  <a:pt x="991856" y="280199"/>
                </a:lnTo>
                <a:lnTo>
                  <a:pt x="991856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1698629" name="Freeform 56"/>
          <p:cNvSpPr/>
          <p:nvPr/>
        </p:nvSpPr>
        <p:spPr bwMode="auto">
          <a:xfrm rot="-10662274">
            <a:off x="9462326" y="3728946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7" y="0"/>
                </a:lnTo>
                <a:lnTo>
                  <a:pt x="991857" y="280199"/>
                </a:lnTo>
                <a:lnTo>
                  <a:pt x="0" y="2801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943704" name="TextBox 57"/>
          <p:cNvSpPr txBox="1"/>
          <p:nvPr/>
        </p:nvSpPr>
        <p:spPr bwMode="auto">
          <a:xfrm flipH="0" flipV="0">
            <a:off x="9304461" y="4060822"/>
            <a:ext cx="2651248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アリスのUTXO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98670277" name="Freeform 58"/>
          <p:cNvSpPr/>
          <p:nvPr/>
        </p:nvSpPr>
        <p:spPr bwMode="auto">
          <a:xfrm rot="-9983765">
            <a:off x="9476155" y="4770017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6" y="0"/>
                </a:lnTo>
                <a:lnTo>
                  <a:pt x="991856" y="280200"/>
                </a:lnTo>
                <a:lnTo>
                  <a:pt x="0" y="280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6038" name="TextBox 59"/>
          <p:cNvSpPr txBox="1"/>
          <p:nvPr/>
        </p:nvSpPr>
        <p:spPr bwMode="auto">
          <a:xfrm flipH="0" flipV="0">
            <a:off x="9289577" y="5159497"/>
            <a:ext cx="2753915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シャルルのUTXO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67822559" name="Freeform 63"/>
          <p:cNvSpPr/>
          <p:nvPr/>
        </p:nvSpPr>
        <p:spPr bwMode="auto">
          <a:xfrm>
            <a:off x="5718395" y="5744167"/>
            <a:ext cx="596127" cy="596127"/>
          </a:xfrm>
          <a:custGeom>
            <a:avLst/>
            <a:gdLst/>
            <a:ahLst/>
            <a:cxnLst/>
            <a:rect l="l" t="t" r="r" b="b"/>
            <a:pathLst>
              <a:path w="596129" h="596129" fill="norm" stroke="1" extrusionOk="0">
                <a:moveTo>
                  <a:pt x="0" y="0"/>
                </a:moveTo>
                <a:lnTo>
                  <a:pt x="596129" y="0"/>
                </a:lnTo>
                <a:lnTo>
                  <a:pt x="596129" y="596129"/>
                </a:lnTo>
                <a:lnTo>
                  <a:pt x="0" y="5961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43738904" name="Rectangle: Rounded Corners 12"/>
          <p:cNvSpPr/>
          <p:nvPr/>
        </p:nvSpPr>
        <p:spPr bwMode="auto">
          <a:xfrm>
            <a:off x="2893684" y="86716"/>
            <a:ext cx="6246626" cy="541959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982520828" name=""/>
          <p:cNvGrpSpPr/>
          <p:nvPr/>
        </p:nvGrpSpPr>
        <p:grpSpPr bwMode="auto">
          <a:xfrm>
            <a:off x="3265727" y="1526598"/>
            <a:ext cx="5501282" cy="3490119"/>
            <a:chOff x="0" y="0"/>
            <a:chExt cx="5501282" cy="3490119"/>
          </a:xfrm>
        </p:grpSpPr>
        <p:sp>
          <p:nvSpPr>
            <p:cNvPr id="1936413131" name="Freeform 30"/>
            <p:cNvSpPr/>
            <p:nvPr/>
          </p:nvSpPr>
          <p:spPr bwMode="auto">
            <a:xfrm rot="0" flipH="0" flipV="0">
              <a:off x="0" y="134253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8142038" name="TextBox 31"/>
            <p:cNvSpPr txBox="1"/>
            <p:nvPr/>
          </p:nvSpPr>
          <p:spPr bwMode="auto">
            <a:xfrm rot="0" flipH="0" flipV="0">
              <a:off x="0" y="0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13219133" name="Freeform 36"/>
            <p:cNvSpPr/>
            <p:nvPr/>
          </p:nvSpPr>
          <p:spPr bwMode="auto">
            <a:xfrm rot="0" flipH="0" flipV="0">
              <a:off x="0" y="1030678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5349716" name="TextBox 37"/>
            <p:cNvSpPr txBox="1"/>
            <p:nvPr/>
          </p:nvSpPr>
          <p:spPr bwMode="auto">
            <a:xfrm rot="0" flipH="0" flipV="0">
              <a:off x="0" y="896424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3472627" name="Freeform 40"/>
            <p:cNvSpPr/>
            <p:nvPr/>
          </p:nvSpPr>
          <p:spPr bwMode="auto">
            <a:xfrm rot="0" flipH="0" flipV="0">
              <a:off x="3360673" y="1030678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8779539" name="TextBox 41"/>
            <p:cNvSpPr txBox="1"/>
            <p:nvPr/>
          </p:nvSpPr>
          <p:spPr bwMode="auto">
            <a:xfrm rot="0" flipH="0" flipV="0">
              <a:off x="3360673" y="896424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4727308" name="Freeform 51"/>
            <p:cNvSpPr/>
            <p:nvPr/>
          </p:nvSpPr>
          <p:spPr bwMode="auto">
            <a:xfrm rot="0" flipH="0" flipV="0">
              <a:off x="3360673" y="1927101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3398277" name="TextBox 52"/>
            <p:cNvSpPr txBox="1"/>
            <p:nvPr/>
          </p:nvSpPr>
          <p:spPr bwMode="auto">
            <a:xfrm rot="0" flipH="0" flipV="0">
              <a:off x="3360673" y="1792847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9353239" name="Freeform 54"/>
            <p:cNvSpPr/>
            <p:nvPr/>
          </p:nvSpPr>
          <p:spPr bwMode="auto">
            <a:xfrm rot="0" flipH="0" flipV="0">
              <a:off x="3360673" y="2823530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9854008" name="TextBox 55"/>
            <p:cNvSpPr txBox="1"/>
            <p:nvPr/>
          </p:nvSpPr>
          <p:spPr bwMode="auto">
            <a:xfrm rot="0" flipH="0" flipV="0">
              <a:off x="3360673" y="2689275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10790405" name="Freeform 61"/>
            <p:cNvSpPr/>
            <p:nvPr/>
          </p:nvSpPr>
          <p:spPr bwMode="auto">
            <a:xfrm rot="0" flipH="0" flipV="0">
              <a:off x="3360673" y="134253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6467408" name="TextBox 62"/>
            <p:cNvSpPr txBox="1"/>
            <p:nvPr/>
          </p:nvSpPr>
          <p:spPr bwMode="auto">
            <a:xfrm rot="0" flipH="0" flipV="0">
              <a:off x="3360673" y="0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928719" name="TextBox 32"/>
          <p:cNvSpPr txBox="1"/>
          <p:nvPr/>
        </p:nvSpPr>
        <p:spPr bwMode="auto">
          <a:xfrm>
            <a:off x="3089795" y="529854"/>
            <a:ext cx="5852373" cy="436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ストーンウォール x2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73312936" name="TextBox 33"/>
          <p:cNvSpPr txBox="1"/>
          <p:nvPr/>
        </p:nvSpPr>
        <p:spPr bwMode="auto">
          <a:xfrm>
            <a:off x="3254775" y="1363561"/>
            <a:ext cx="2101963" cy="40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894207488" name="AutoShape 34"/>
          <p:cNvSpPr/>
          <p:nvPr/>
        </p:nvSpPr>
        <p:spPr bwMode="auto">
          <a:xfrm>
            <a:off x="6015264" y="1321222"/>
            <a:ext cx="0" cy="41793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788615" name="TextBox 38"/>
          <p:cNvSpPr txBox="1"/>
          <p:nvPr/>
        </p:nvSpPr>
        <p:spPr bwMode="auto">
          <a:xfrm>
            <a:off x="6675054" y="1363561"/>
            <a:ext cx="2101963" cy="40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80726463" name="TextBox 42"/>
          <p:cNvSpPr txBox="1"/>
          <p:nvPr/>
        </p:nvSpPr>
        <p:spPr bwMode="auto">
          <a:xfrm flipH="0" flipV="0">
            <a:off x="223873" y="1273595"/>
            <a:ext cx="2397844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アリスのUTXO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9745870" name="Freeform 43"/>
          <p:cNvSpPr/>
          <p:nvPr/>
        </p:nvSpPr>
        <p:spPr bwMode="auto">
          <a:xfrm rot="1981001">
            <a:off x="1467538" y="1952605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660445" name="TextBox 44"/>
          <p:cNvSpPr txBox="1"/>
          <p:nvPr/>
        </p:nvSpPr>
        <p:spPr bwMode="auto">
          <a:xfrm flipH="0" flipV="0">
            <a:off x="303248" y="3737320"/>
            <a:ext cx="2239814" cy="62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シャルルのUTXO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056847971" name="Freeform 45"/>
          <p:cNvSpPr/>
          <p:nvPr/>
        </p:nvSpPr>
        <p:spPr bwMode="auto">
          <a:xfrm rot="9541431" flipH="1">
            <a:off x="1379410" y="3247582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1252" name="TextBox 46"/>
          <p:cNvSpPr txBox="1"/>
          <p:nvPr/>
        </p:nvSpPr>
        <p:spPr bwMode="auto">
          <a:xfrm flipH="0" flipV="0">
            <a:off x="9336123" y="1123352"/>
            <a:ext cx="2540719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ボブのUTXO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60744256" name="Freeform 47"/>
          <p:cNvSpPr/>
          <p:nvPr/>
        </p:nvSpPr>
        <p:spPr bwMode="auto">
          <a:xfrm rot="-423529" flipH="1">
            <a:off x="9639961" y="3139239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3515005" name="TextBox 48"/>
          <p:cNvSpPr txBox="1"/>
          <p:nvPr/>
        </p:nvSpPr>
        <p:spPr bwMode="auto">
          <a:xfrm flipH="0" flipV="0">
            <a:off x="9336308" y="2682940"/>
            <a:ext cx="2539596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シャルルのUTXO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8598982" name="Freeform 49"/>
          <p:cNvSpPr/>
          <p:nvPr/>
        </p:nvSpPr>
        <p:spPr bwMode="auto">
          <a:xfrm rot="-2557580" flipH="1">
            <a:off x="9524300" y="1853990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964858" name="Freeform 56"/>
          <p:cNvSpPr/>
          <p:nvPr/>
        </p:nvSpPr>
        <p:spPr bwMode="auto">
          <a:xfrm rot="-10662274">
            <a:off x="9522247" y="3895297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975579" name="TextBox 57"/>
          <p:cNvSpPr txBox="1"/>
          <p:nvPr/>
        </p:nvSpPr>
        <p:spPr bwMode="auto">
          <a:xfrm flipH="0" flipV="0">
            <a:off x="9336308" y="4233902"/>
            <a:ext cx="2539596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アリスのUTXO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6305637" name="Freeform 58"/>
          <p:cNvSpPr/>
          <p:nvPr/>
        </p:nvSpPr>
        <p:spPr bwMode="auto">
          <a:xfrm rot="-9983765">
            <a:off x="9536318" y="4954833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564833" name="TextBox 59"/>
          <p:cNvSpPr txBox="1"/>
          <p:nvPr/>
        </p:nvSpPr>
        <p:spPr bwMode="auto">
          <a:xfrm flipH="0" flipV="0">
            <a:off x="9336215" y="5352066"/>
            <a:ext cx="2540158" cy="62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シャルルのUTXO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992185682" name="Rectangle: Rounded Corners 12"/>
          <p:cNvSpPr/>
          <p:nvPr/>
        </p:nvSpPr>
        <p:spPr bwMode="auto">
          <a:xfrm>
            <a:off x="2782928" y="159400"/>
            <a:ext cx="6423836" cy="595015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022919896" name=""/>
          <p:cNvGrpSpPr/>
          <p:nvPr/>
        </p:nvGrpSpPr>
        <p:grpSpPr bwMode="auto">
          <a:xfrm>
            <a:off x="3215746" y="1859939"/>
            <a:ext cx="5598852" cy="3552016"/>
            <a:chOff x="0" y="0"/>
            <a:chExt cx="5598852" cy="3552016"/>
          </a:xfrm>
        </p:grpSpPr>
        <p:sp>
          <p:nvSpPr>
            <p:cNvPr id="404998236" name="Freeform 30"/>
            <p:cNvSpPr/>
            <p:nvPr/>
          </p:nvSpPr>
          <p:spPr bwMode="auto">
            <a:xfrm rot="0" flipH="0" flipV="0">
              <a:off x="0" y="13663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82272158" name="TextBox 31"/>
            <p:cNvSpPr txBox="1"/>
            <p:nvPr/>
          </p:nvSpPr>
          <p:spPr bwMode="auto">
            <a:xfrm rot="0" flipH="0" flipV="0">
              <a:off x="0" y="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49986987" name="Freeform 36"/>
            <p:cNvSpPr/>
            <p:nvPr/>
          </p:nvSpPr>
          <p:spPr bwMode="auto">
            <a:xfrm rot="0" flipH="0" flipV="0">
              <a:off x="0" y="1048959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97037554" name="TextBox 37"/>
            <p:cNvSpPr txBox="1"/>
            <p:nvPr/>
          </p:nvSpPr>
          <p:spPr bwMode="auto">
            <a:xfrm rot="0" flipH="0" flipV="0">
              <a:off x="0" y="912323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75954791" name="Freeform 40"/>
            <p:cNvSpPr/>
            <p:nvPr/>
          </p:nvSpPr>
          <p:spPr bwMode="auto">
            <a:xfrm rot="0" flipH="0" flipV="0">
              <a:off x="3420278" y="1048959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54969060" name="TextBox 41"/>
            <p:cNvSpPr txBox="1"/>
            <p:nvPr/>
          </p:nvSpPr>
          <p:spPr bwMode="auto">
            <a:xfrm rot="0" flipH="0" flipV="0">
              <a:off x="3420278" y="912323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13661694" name="Freeform 51"/>
            <p:cNvSpPr/>
            <p:nvPr/>
          </p:nvSpPr>
          <p:spPr bwMode="auto">
            <a:xfrm rot="0" flipH="0" flipV="0">
              <a:off x="3420278" y="1961281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02224316" name="TextBox 52"/>
            <p:cNvSpPr txBox="1"/>
            <p:nvPr/>
          </p:nvSpPr>
          <p:spPr bwMode="auto">
            <a:xfrm rot="0" flipH="0" flipV="0">
              <a:off x="3420278" y="1824646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38533755" name="Freeform 54"/>
            <p:cNvSpPr/>
            <p:nvPr/>
          </p:nvSpPr>
          <p:spPr bwMode="auto">
            <a:xfrm rot="0" flipH="0" flipV="0">
              <a:off x="3420278" y="287360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74224912" name="TextBox 55"/>
            <p:cNvSpPr txBox="1"/>
            <p:nvPr/>
          </p:nvSpPr>
          <p:spPr bwMode="auto">
            <a:xfrm rot="0" flipH="0" flipV="0">
              <a:off x="3420278" y="273697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25884376" name="Freeform 61"/>
            <p:cNvSpPr/>
            <p:nvPr/>
          </p:nvSpPr>
          <p:spPr bwMode="auto">
            <a:xfrm rot="0" flipH="0" flipV="0">
              <a:off x="3420278" y="13663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15602080" name="TextBox 62"/>
            <p:cNvSpPr txBox="1"/>
            <p:nvPr/>
          </p:nvSpPr>
          <p:spPr bwMode="auto">
            <a:xfrm rot="0" flipH="0" flipV="0">
              <a:off x="3420278" y="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732209" name="TextBox 32"/>
          <p:cNvSpPr txBox="1"/>
          <p:nvPr/>
        </p:nvSpPr>
        <p:spPr bwMode="auto">
          <a:xfrm flipH="0" flipV="0">
            <a:off x="7468354" y="336683"/>
            <a:ext cx="3058297" cy="24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ストーンウォール x2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2684687" name="TextBox 33"/>
          <p:cNvSpPr txBox="1"/>
          <p:nvPr/>
        </p:nvSpPr>
        <p:spPr bwMode="auto">
          <a:xfrm>
            <a:off x="7582329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820220630" name="AutoShape 34"/>
          <p:cNvSpPr/>
          <p:nvPr/>
        </p:nvSpPr>
        <p:spPr bwMode="auto">
          <a:xfrm>
            <a:off x="8959037" y="777678"/>
            <a:ext cx="0" cy="234514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857945" name="TextBox 38"/>
          <p:cNvSpPr txBox="1"/>
          <p:nvPr/>
        </p:nvSpPr>
        <p:spPr bwMode="auto">
          <a:xfrm>
            <a:off x="9159212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372837761" name="TextBox 42"/>
          <p:cNvSpPr txBox="1"/>
          <p:nvPr/>
        </p:nvSpPr>
        <p:spPr bwMode="auto">
          <a:xfrm>
            <a:off x="6404913" y="749102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アリスのUTXO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6693888" name="Freeform 43"/>
          <p:cNvSpPr/>
          <p:nvPr/>
        </p:nvSpPr>
        <p:spPr bwMode="auto">
          <a:xfrm rot="1981001">
            <a:off x="6805368" y="1131967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7258197" name="TextBox 44"/>
          <p:cNvSpPr txBox="1"/>
          <p:nvPr/>
        </p:nvSpPr>
        <p:spPr bwMode="auto">
          <a:xfrm>
            <a:off x="6290033" y="2131578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シャルルのUTXO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73941695" name="Freeform 45"/>
          <p:cNvSpPr/>
          <p:nvPr/>
        </p:nvSpPr>
        <p:spPr bwMode="auto">
          <a:xfrm rot="9541431" flipH="1">
            <a:off x="6755917" y="1858620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8"/>
                </a:lnTo>
                <a:lnTo>
                  <a:pt x="566433" y="160018"/>
                </a:lnTo>
                <a:lnTo>
                  <a:pt x="566433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865121" name="TextBox 46"/>
          <p:cNvSpPr txBox="1"/>
          <p:nvPr/>
        </p:nvSpPr>
        <p:spPr bwMode="auto">
          <a:xfrm flipH="0" flipV="0">
            <a:off x="10689459" y="481011"/>
            <a:ext cx="920296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ボブのUTXO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99262900" name="Freeform 47"/>
          <p:cNvSpPr/>
          <p:nvPr/>
        </p:nvSpPr>
        <p:spPr bwMode="auto">
          <a:xfrm rot="-423529" flipH="1">
            <a:off x="10626320" y="1797825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4" y="0"/>
                </a:moveTo>
                <a:lnTo>
                  <a:pt x="0" y="0"/>
                </a:lnTo>
                <a:lnTo>
                  <a:pt x="0" y="160017"/>
                </a:lnTo>
                <a:lnTo>
                  <a:pt x="566434" y="160017"/>
                </a:lnTo>
                <a:lnTo>
                  <a:pt x="566434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98015" name="TextBox 48"/>
          <p:cNvSpPr txBox="1"/>
          <p:nvPr/>
        </p:nvSpPr>
        <p:spPr bwMode="auto">
          <a:xfrm>
            <a:off x="10824563" y="153993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シャルルのUTXO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1059864" name="Freeform 49"/>
          <p:cNvSpPr/>
          <p:nvPr/>
        </p:nvSpPr>
        <p:spPr bwMode="auto">
          <a:xfrm rot="-2557580" flipH="1">
            <a:off x="10561420" y="1076632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242992" name="Freeform 56"/>
          <p:cNvSpPr/>
          <p:nvPr/>
        </p:nvSpPr>
        <p:spPr bwMode="auto">
          <a:xfrm rot="-10662274">
            <a:off x="10560267" y="222207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4" y="0"/>
                </a:lnTo>
                <a:lnTo>
                  <a:pt x="566434" y="160018"/>
                </a:lnTo>
                <a:lnTo>
                  <a:pt x="0" y="1600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347934" name="TextBox 57"/>
          <p:cNvSpPr txBox="1"/>
          <p:nvPr/>
        </p:nvSpPr>
        <p:spPr bwMode="auto">
          <a:xfrm>
            <a:off x="10744429" y="2410224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アリスのUTXO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2009243" name="Freeform 58"/>
          <p:cNvSpPr/>
          <p:nvPr/>
        </p:nvSpPr>
        <p:spPr bwMode="auto">
          <a:xfrm rot="-9983765">
            <a:off x="10568164" y="281661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7904179" name="TextBox 59"/>
          <p:cNvSpPr txBox="1"/>
          <p:nvPr/>
        </p:nvSpPr>
        <p:spPr bwMode="auto">
          <a:xfrm>
            <a:off x="10824563" y="303766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シャルルのUTXO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5838178" name="TextBox 69"/>
          <p:cNvSpPr txBox="1"/>
          <p:nvPr/>
        </p:nvSpPr>
        <p:spPr bwMode="auto">
          <a:xfrm flipH="0" flipV="0">
            <a:off x="1445897" y="336684"/>
            <a:ext cx="3007025" cy="24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ストーンウォール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0721643" name="TextBox 70"/>
          <p:cNvSpPr txBox="1"/>
          <p:nvPr/>
        </p:nvSpPr>
        <p:spPr bwMode="auto">
          <a:xfrm>
            <a:off x="1574614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49880395" name="AutoShape 71"/>
          <p:cNvSpPr/>
          <p:nvPr/>
        </p:nvSpPr>
        <p:spPr bwMode="auto">
          <a:xfrm>
            <a:off x="2951322" y="777678"/>
            <a:ext cx="0" cy="234514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706942" name="TextBox 75"/>
          <p:cNvSpPr txBox="1"/>
          <p:nvPr/>
        </p:nvSpPr>
        <p:spPr bwMode="auto">
          <a:xfrm>
            <a:off x="3151498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49994829" name="TextBox 79"/>
          <p:cNvSpPr txBox="1"/>
          <p:nvPr/>
        </p:nvSpPr>
        <p:spPr bwMode="auto">
          <a:xfrm>
            <a:off x="397197" y="749102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アリスのUTXO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70007879" name="Freeform 80"/>
          <p:cNvSpPr/>
          <p:nvPr/>
        </p:nvSpPr>
        <p:spPr bwMode="auto">
          <a:xfrm rot="1981001">
            <a:off x="797653" y="1131967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5943879" name="TextBox 81"/>
          <p:cNvSpPr txBox="1"/>
          <p:nvPr/>
        </p:nvSpPr>
        <p:spPr bwMode="auto">
          <a:xfrm>
            <a:off x="282317" y="2131578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アリスのUTXO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55762500" name="Freeform 82"/>
          <p:cNvSpPr/>
          <p:nvPr/>
        </p:nvSpPr>
        <p:spPr bwMode="auto">
          <a:xfrm rot="9541431" flipH="1">
            <a:off x="748202" y="1858620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8"/>
                </a:lnTo>
                <a:lnTo>
                  <a:pt x="566433" y="160018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85866" name="TextBox 83"/>
          <p:cNvSpPr txBox="1"/>
          <p:nvPr/>
        </p:nvSpPr>
        <p:spPr bwMode="auto">
          <a:xfrm>
            <a:off x="4681744" y="664796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ボブのUTXO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077901" name="Freeform 84"/>
          <p:cNvSpPr/>
          <p:nvPr/>
        </p:nvSpPr>
        <p:spPr bwMode="auto">
          <a:xfrm rot="-423529" flipH="1">
            <a:off x="4618606" y="1797825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804927" name="TextBox 85"/>
          <p:cNvSpPr txBox="1"/>
          <p:nvPr/>
        </p:nvSpPr>
        <p:spPr bwMode="auto">
          <a:xfrm>
            <a:off x="4816849" y="153993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シャルルのUTXO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34298619" name="Freeform 86"/>
          <p:cNvSpPr/>
          <p:nvPr/>
        </p:nvSpPr>
        <p:spPr bwMode="auto">
          <a:xfrm rot="-2557580" flipH="1">
            <a:off x="4553705" y="1076632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351721" name="Freeform 93"/>
          <p:cNvSpPr/>
          <p:nvPr/>
        </p:nvSpPr>
        <p:spPr bwMode="auto">
          <a:xfrm rot="-10662274">
            <a:off x="4552552" y="222207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4" y="0"/>
                </a:lnTo>
                <a:lnTo>
                  <a:pt x="566434" y="160018"/>
                </a:lnTo>
                <a:lnTo>
                  <a:pt x="0" y="16001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055114" name="TextBox 94"/>
          <p:cNvSpPr txBox="1"/>
          <p:nvPr/>
        </p:nvSpPr>
        <p:spPr bwMode="auto">
          <a:xfrm>
            <a:off x="4736714" y="2410224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アリスのUTXO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30716507" name="Freeform 95"/>
          <p:cNvSpPr/>
          <p:nvPr/>
        </p:nvSpPr>
        <p:spPr bwMode="auto">
          <a:xfrm rot="-9983765">
            <a:off x="4560449" y="281661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900045" name="TextBox 96"/>
          <p:cNvSpPr txBox="1"/>
          <p:nvPr/>
        </p:nvSpPr>
        <p:spPr bwMode="auto">
          <a:xfrm>
            <a:off x="4816849" y="303766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アリスのUTXO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9973888" name="Rectangle: Rounded Corners 12"/>
          <p:cNvSpPr/>
          <p:nvPr/>
        </p:nvSpPr>
        <p:spPr bwMode="auto">
          <a:xfrm>
            <a:off x="1445898" y="141212"/>
            <a:ext cx="3056859" cy="325621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830557376" name="Rectangle: Rounded Corners 12"/>
          <p:cNvSpPr/>
          <p:nvPr/>
        </p:nvSpPr>
        <p:spPr bwMode="auto">
          <a:xfrm>
            <a:off x="7468355" y="103111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206982908" name=""/>
          <p:cNvGrpSpPr/>
          <p:nvPr/>
        </p:nvGrpSpPr>
        <p:grpSpPr bwMode="auto">
          <a:xfrm>
            <a:off x="7560428" y="1118304"/>
            <a:ext cx="2799347" cy="1954812"/>
            <a:chOff x="0" y="0"/>
            <a:chExt cx="2799347" cy="1954812"/>
          </a:xfrm>
        </p:grpSpPr>
        <p:sp>
          <p:nvSpPr>
            <p:cNvPr id="29390586" name="Freeform 30"/>
            <p:cNvSpPr/>
            <p:nvPr/>
          </p:nvSpPr>
          <p:spPr bwMode="auto">
            <a:xfrm rot="0" flipH="0" flipV="0">
              <a:off x="0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31947386" name="TextBox 31"/>
            <p:cNvSpPr txBox="1"/>
            <p:nvPr/>
          </p:nvSpPr>
          <p:spPr bwMode="auto">
            <a:xfrm rot="0" flipH="0" flipV="0">
              <a:off x="0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44916123" name="Freeform 36"/>
            <p:cNvSpPr/>
            <p:nvPr/>
          </p:nvSpPr>
          <p:spPr bwMode="auto">
            <a:xfrm rot="0" flipH="0" flipV="0">
              <a:off x="0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2796295" name="TextBox 37"/>
            <p:cNvSpPr txBox="1"/>
            <p:nvPr/>
          </p:nvSpPr>
          <p:spPr bwMode="auto">
            <a:xfrm rot="0" flipH="0" flipV="0">
              <a:off x="0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65830381" name="Freeform 40"/>
            <p:cNvSpPr/>
            <p:nvPr/>
          </p:nvSpPr>
          <p:spPr bwMode="auto">
            <a:xfrm rot="0" flipH="0" flipV="0">
              <a:off x="1576882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17638186" name="TextBox 41"/>
            <p:cNvSpPr txBox="1"/>
            <p:nvPr/>
          </p:nvSpPr>
          <p:spPr bwMode="auto">
            <a:xfrm rot="0" flipH="0" flipV="0">
              <a:off x="1576882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25203026" name="Freeform 51"/>
            <p:cNvSpPr/>
            <p:nvPr/>
          </p:nvSpPr>
          <p:spPr bwMode="auto">
            <a:xfrm rot="0" flipH="0" flipV="0">
              <a:off x="1576882" y="1062201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72200" name="TextBox 52"/>
            <p:cNvSpPr txBox="1"/>
            <p:nvPr/>
          </p:nvSpPr>
          <p:spPr bwMode="auto">
            <a:xfrm rot="0" flipH="0" flipV="0">
              <a:off x="1576882" y="1023866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3872268" name="Freeform 54"/>
            <p:cNvSpPr/>
            <p:nvPr/>
          </p:nvSpPr>
          <p:spPr bwMode="auto">
            <a:xfrm rot="0" flipH="0" flipV="0">
              <a:off x="1576882" y="1574136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54917895" name="TextBox 55"/>
            <p:cNvSpPr txBox="1"/>
            <p:nvPr/>
          </p:nvSpPr>
          <p:spPr bwMode="auto">
            <a:xfrm rot="0" flipH="0" flipV="0">
              <a:off x="1576882" y="153580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84285671" name="Freeform 61"/>
            <p:cNvSpPr/>
            <p:nvPr/>
          </p:nvSpPr>
          <p:spPr bwMode="auto">
            <a:xfrm rot="0" flipH="0" flipV="0">
              <a:off x="1576882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510021685" name="TextBox 62"/>
            <p:cNvSpPr txBox="1"/>
            <p:nvPr/>
          </p:nvSpPr>
          <p:spPr bwMode="auto">
            <a:xfrm rot="0" flipH="0" flipV="0">
              <a:off x="1576882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  <p:grpSp>
        <p:nvGrpSpPr>
          <p:cNvPr id="226002745" name=""/>
          <p:cNvGrpSpPr/>
          <p:nvPr/>
        </p:nvGrpSpPr>
        <p:grpSpPr bwMode="auto">
          <a:xfrm>
            <a:off x="1552716" y="1118304"/>
            <a:ext cx="2799345" cy="1954812"/>
            <a:chOff x="0" y="0"/>
            <a:chExt cx="2799345" cy="1954812"/>
          </a:xfrm>
        </p:grpSpPr>
        <p:sp>
          <p:nvSpPr>
            <p:cNvPr id="1796017380" name="Freeform 67"/>
            <p:cNvSpPr/>
            <p:nvPr/>
          </p:nvSpPr>
          <p:spPr bwMode="auto">
            <a:xfrm rot="0" flipH="0" flipV="0">
              <a:off x="0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368326" name="TextBox 68"/>
            <p:cNvSpPr txBox="1"/>
            <p:nvPr/>
          </p:nvSpPr>
          <p:spPr bwMode="auto">
            <a:xfrm rot="0" flipH="0" flipV="0">
              <a:off x="0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20894020" name="Freeform 73"/>
            <p:cNvSpPr/>
            <p:nvPr/>
          </p:nvSpPr>
          <p:spPr bwMode="auto">
            <a:xfrm rot="0" flipH="0" flipV="0">
              <a:off x="0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38425258" name="TextBox 74"/>
            <p:cNvSpPr txBox="1"/>
            <p:nvPr/>
          </p:nvSpPr>
          <p:spPr bwMode="auto">
            <a:xfrm rot="0" flipH="0" flipV="0">
              <a:off x="0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006842" name="Freeform 77"/>
            <p:cNvSpPr/>
            <p:nvPr/>
          </p:nvSpPr>
          <p:spPr bwMode="auto">
            <a:xfrm rot="0" flipH="0" flipV="0">
              <a:off x="1576881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92663245" name="TextBox 78"/>
            <p:cNvSpPr txBox="1"/>
            <p:nvPr/>
          </p:nvSpPr>
          <p:spPr bwMode="auto">
            <a:xfrm rot="0" flipH="0" flipV="0">
              <a:off x="1576881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9648129" name="Freeform 88"/>
            <p:cNvSpPr/>
            <p:nvPr/>
          </p:nvSpPr>
          <p:spPr bwMode="auto">
            <a:xfrm rot="0" flipH="0" flipV="0">
              <a:off x="1576881" y="1062201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39804319" name="TextBox 89"/>
            <p:cNvSpPr txBox="1"/>
            <p:nvPr/>
          </p:nvSpPr>
          <p:spPr bwMode="auto">
            <a:xfrm rot="0" flipH="0" flipV="0">
              <a:off x="1576881" y="1023866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915510953" name="Freeform 91"/>
            <p:cNvSpPr/>
            <p:nvPr/>
          </p:nvSpPr>
          <p:spPr bwMode="auto">
            <a:xfrm rot="0" flipH="0" flipV="0">
              <a:off x="1576881" y="1574136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03098478" name="TextBox 92"/>
            <p:cNvSpPr txBox="1"/>
            <p:nvPr/>
          </p:nvSpPr>
          <p:spPr bwMode="auto">
            <a:xfrm rot="0" flipH="0" flipV="0">
              <a:off x="1576881" y="153580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4083650" name="Freeform 98"/>
            <p:cNvSpPr/>
            <p:nvPr/>
          </p:nvSpPr>
          <p:spPr bwMode="auto">
            <a:xfrm rot="0" flipH="0" flipV="0">
              <a:off x="1576881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86239985" name="TextBox 99"/>
            <p:cNvSpPr txBox="1"/>
            <p:nvPr/>
          </p:nvSpPr>
          <p:spPr bwMode="auto">
            <a:xfrm rot="0" flipH="0" flipV="0">
              <a:off x="1576881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853965" name="TextBox 32"/>
          <p:cNvSpPr txBox="1"/>
          <p:nvPr/>
        </p:nvSpPr>
        <p:spPr bwMode="auto">
          <a:xfrm>
            <a:off x="457808" y="578470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1376713" name="TextBox 33"/>
          <p:cNvSpPr txBox="1"/>
          <p:nvPr/>
        </p:nvSpPr>
        <p:spPr bwMode="auto">
          <a:xfrm>
            <a:off x="632476" y="129349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92880077" name="AutoShape 34"/>
          <p:cNvSpPr/>
          <p:nvPr/>
        </p:nvSpPr>
        <p:spPr bwMode="auto">
          <a:xfrm>
            <a:off x="3555111" y="1255393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8858889" name="TextBox 38"/>
          <p:cNvSpPr txBox="1"/>
          <p:nvPr/>
        </p:nvSpPr>
        <p:spPr bwMode="auto">
          <a:xfrm>
            <a:off x="4253655" y="129349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75608440" name="Rectangle: Rounded Corners 12"/>
          <p:cNvSpPr/>
          <p:nvPr/>
        </p:nvSpPr>
        <p:spPr bwMode="auto">
          <a:xfrm>
            <a:off x="134556" y="201734"/>
            <a:ext cx="6857681" cy="600377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92324035" name=""/>
          <p:cNvGrpSpPr/>
          <p:nvPr/>
        </p:nvGrpSpPr>
        <p:grpSpPr bwMode="auto">
          <a:xfrm>
            <a:off x="591155" y="1825752"/>
            <a:ext cx="5927717" cy="3760655"/>
            <a:chOff x="0" y="0"/>
            <a:chExt cx="5927717" cy="3760655"/>
          </a:xfrm>
        </p:grpSpPr>
        <p:sp>
          <p:nvSpPr>
            <p:cNvPr id="1167029215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73841972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5097569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10471901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32619234" name="Freeform 40"/>
            <p:cNvSpPr/>
            <p:nvPr/>
          </p:nvSpPr>
          <p:spPr bwMode="auto">
            <a:xfrm rot="0" flipH="0" flipV="0">
              <a:off x="3621179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53835906" name="TextBox 41"/>
            <p:cNvSpPr txBox="1"/>
            <p:nvPr/>
          </p:nvSpPr>
          <p:spPr bwMode="auto">
            <a:xfrm rot="0" flipH="0" flipV="0">
              <a:off x="3621179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61580584" name="Freeform 43"/>
            <p:cNvSpPr/>
            <p:nvPr/>
          </p:nvSpPr>
          <p:spPr bwMode="auto">
            <a:xfrm rot="0" flipH="0" flipV="0">
              <a:off x="3621179" y="207648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32852577" name="TextBox 44"/>
            <p:cNvSpPr txBox="1"/>
            <p:nvPr/>
          </p:nvSpPr>
          <p:spPr bwMode="auto">
            <a:xfrm rot="0" flipH="0" flipV="0">
              <a:off x="3621179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68165013" name="Freeform 46"/>
            <p:cNvSpPr/>
            <p:nvPr/>
          </p:nvSpPr>
          <p:spPr bwMode="auto">
            <a:xfrm rot="0" flipH="0" flipV="0">
              <a:off x="3621179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04135927" name="TextBox 47"/>
            <p:cNvSpPr txBox="1"/>
            <p:nvPr/>
          </p:nvSpPr>
          <p:spPr bwMode="auto">
            <a:xfrm rot="0" flipH="0" flipV="0">
              <a:off x="3621179" y="2897734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06836967" name="Freeform 49"/>
            <p:cNvSpPr/>
            <p:nvPr/>
          </p:nvSpPr>
          <p:spPr bwMode="auto">
            <a:xfrm rot="0" flipH="0" flipV="0">
              <a:off x="3621179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29544877" name="TextBox 50"/>
            <p:cNvSpPr txBox="1"/>
            <p:nvPr/>
          </p:nvSpPr>
          <p:spPr bwMode="auto">
            <a:xfrm rot="0" flipH="0" flipV="0">
              <a:off x="3621179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8759874" name=""/>
          <p:cNvPicPr>
            <a:picLocks noChangeAspect="1"/>
          </p:cNvPicPr>
          <p:nvPr/>
        </p:nvPicPr>
        <p:blipFill>
          <a:blip r:embed="rId3"/>
          <a:srcRect l="-22947" t="0" r="-20549" b="0"/>
          <a:stretch/>
        </p:blipFill>
        <p:spPr bwMode="auto">
          <a:xfrm flipH="0" flipV="0">
            <a:off x="1470963" y="1309484"/>
            <a:ext cx="9756321" cy="38308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287292" name="Freeform 26"/>
          <p:cNvSpPr/>
          <p:nvPr/>
        </p:nvSpPr>
        <p:spPr bwMode="auto">
          <a:xfrm>
            <a:off x="840378" y="3284786"/>
            <a:ext cx="642303" cy="588510"/>
          </a:xfrm>
          <a:custGeom>
            <a:avLst/>
            <a:gdLst/>
            <a:ahLst/>
            <a:cxnLst/>
            <a:rect l="l" t="t" r="r" b="b"/>
            <a:pathLst>
              <a:path w="642305" h="588512" fill="norm" stroke="1" extrusionOk="0">
                <a:moveTo>
                  <a:pt x="0" y="0"/>
                </a:moveTo>
                <a:lnTo>
                  <a:pt x="642305" y="0"/>
                </a:lnTo>
                <a:lnTo>
                  <a:pt x="642305" y="588512"/>
                </a:lnTo>
                <a:lnTo>
                  <a:pt x="0" y="588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504639" name="Freeform 31"/>
          <p:cNvSpPr/>
          <p:nvPr/>
        </p:nvSpPr>
        <p:spPr bwMode="auto">
          <a:xfrm rot="0" flipH="0" flipV="0">
            <a:off x="2072510" y="269346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35033590" name="TextBox 32"/>
          <p:cNvSpPr txBox="1"/>
          <p:nvPr/>
        </p:nvSpPr>
        <p:spPr bwMode="auto">
          <a:xfrm rot="0" flipH="0" flipV="0">
            <a:off x="2072510" y="268232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24006669" name="AutoShape 33"/>
          <p:cNvSpPr/>
          <p:nvPr/>
        </p:nvSpPr>
        <p:spPr bwMode="auto">
          <a:xfrm>
            <a:off x="3441441" y="2693462"/>
            <a:ext cx="0" cy="2116197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896987" name="Freeform 35"/>
          <p:cNvSpPr/>
          <p:nvPr/>
        </p:nvSpPr>
        <p:spPr bwMode="auto">
          <a:xfrm rot="0" flipH="0" flipV="0">
            <a:off x="2072510" y="313957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44588858" name="TextBox 36"/>
          <p:cNvSpPr txBox="1"/>
          <p:nvPr/>
        </p:nvSpPr>
        <p:spPr bwMode="auto">
          <a:xfrm rot="0" flipH="0" flipV="0">
            <a:off x="2072510" y="3128445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16836302" name="Freeform 38"/>
          <p:cNvSpPr/>
          <p:nvPr/>
        </p:nvSpPr>
        <p:spPr bwMode="auto">
          <a:xfrm rot="0" flipH="0" flipV="0">
            <a:off x="2072597" y="358569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13588401" name="TextBox 39"/>
          <p:cNvSpPr txBox="1"/>
          <p:nvPr/>
        </p:nvSpPr>
        <p:spPr bwMode="auto">
          <a:xfrm rot="0" flipH="0" flipV="0">
            <a:off x="2072597" y="357455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126532361" name="Freeform 41"/>
          <p:cNvSpPr/>
          <p:nvPr/>
        </p:nvSpPr>
        <p:spPr bwMode="auto">
          <a:xfrm rot="0" flipH="0" flipV="0">
            <a:off x="2072597" y="403180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95405506" name="TextBox 42"/>
          <p:cNvSpPr txBox="1"/>
          <p:nvPr/>
        </p:nvSpPr>
        <p:spPr bwMode="auto">
          <a:xfrm rot="0" flipH="0" flipV="0">
            <a:off x="2072597" y="4020674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35888901" name="Freeform 44"/>
          <p:cNvSpPr/>
          <p:nvPr/>
        </p:nvSpPr>
        <p:spPr bwMode="auto">
          <a:xfrm rot="0" flipH="0" flipV="0">
            <a:off x="2072597" y="4477923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0698992" name="TextBox 45"/>
          <p:cNvSpPr txBox="1"/>
          <p:nvPr/>
        </p:nvSpPr>
        <p:spPr bwMode="auto">
          <a:xfrm rot="0" flipH="0" flipV="0">
            <a:off x="2072597" y="4466791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892921264" name="Freeform 47"/>
          <p:cNvSpPr/>
          <p:nvPr/>
        </p:nvSpPr>
        <p:spPr bwMode="auto">
          <a:xfrm rot="0" flipH="0" flipV="0">
            <a:off x="3744986" y="269346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2914181" name="TextBox 48"/>
          <p:cNvSpPr txBox="1"/>
          <p:nvPr/>
        </p:nvSpPr>
        <p:spPr bwMode="auto">
          <a:xfrm rot="0" flipH="0" flipV="0">
            <a:off x="3744986" y="268232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17936285" name="Freeform 50"/>
          <p:cNvSpPr/>
          <p:nvPr/>
        </p:nvSpPr>
        <p:spPr bwMode="auto">
          <a:xfrm rot="0" flipH="0" flipV="0">
            <a:off x="3744986" y="313957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330293" name="TextBox 51"/>
          <p:cNvSpPr txBox="1"/>
          <p:nvPr/>
        </p:nvSpPr>
        <p:spPr bwMode="auto">
          <a:xfrm rot="0" flipH="0" flipV="0">
            <a:off x="3744986" y="3128445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27091039" name="Freeform 53"/>
          <p:cNvSpPr/>
          <p:nvPr/>
        </p:nvSpPr>
        <p:spPr bwMode="auto">
          <a:xfrm rot="0" flipH="0" flipV="0">
            <a:off x="3745072" y="358569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5890151" name="TextBox 54"/>
          <p:cNvSpPr txBox="1"/>
          <p:nvPr/>
        </p:nvSpPr>
        <p:spPr bwMode="auto">
          <a:xfrm rot="0" flipH="0" flipV="0">
            <a:off x="3745072" y="357455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442622899" name="Freeform 56"/>
          <p:cNvSpPr/>
          <p:nvPr/>
        </p:nvSpPr>
        <p:spPr bwMode="auto">
          <a:xfrm rot="0" flipH="0" flipV="0">
            <a:off x="3745072" y="403180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97888707" name="TextBox 57"/>
          <p:cNvSpPr txBox="1"/>
          <p:nvPr/>
        </p:nvSpPr>
        <p:spPr bwMode="auto">
          <a:xfrm rot="0" flipH="0" flipV="0">
            <a:off x="3745072" y="4020674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909722216" name="Freeform 59"/>
          <p:cNvSpPr/>
          <p:nvPr/>
        </p:nvSpPr>
        <p:spPr bwMode="auto">
          <a:xfrm rot="0" flipH="0" flipV="0">
            <a:off x="3745072" y="4477923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95233520" name="TextBox 60"/>
          <p:cNvSpPr txBox="1"/>
          <p:nvPr/>
        </p:nvSpPr>
        <p:spPr bwMode="auto">
          <a:xfrm rot="0" flipH="0" flipV="0">
            <a:off x="3745072" y="4466791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744913067" name="Freeform 61"/>
          <p:cNvSpPr/>
          <p:nvPr/>
        </p:nvSpPr>
        <p:spPr bwMode="auto">
          <a:xfrm>
            <a:off x="7901363" y="2234004"/>
            <a:ext cx="2812816" cy="2690075"/>
          </a:xfrm>
          <a:custGeom>
            <a:avLst/>
            <a:gdLst/>
            <a:ahLst/>
            <a:cxnLst/>
            <a:rect l="l" t="t" r="r" b="b"/>
            <a:pathLst>
              <a:path w="2812818" h="2690077" fill="norm" stroke="1" extrusionOk="0">
                <a:moveTo>
                  <a:pt x="0" y="0"/>
                </a:moveTo>
                <a:lnTo>
                  <a:pt x="2812818" y="0"/>
                </a:lnTo>
                <a:lnTo>
                  <a:pt x="2812818" y="2690077"/>
                </a:lnTo>
                <a:lnTo>
                  <a:pt x="0" y="26900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918217" name="Freeform 62"/>
          <p:cNvSpPr/>
          <p:nvPr/>
        </p:nvSpPr>
        <p:spPr bwMode="auto">
          <a:xfrm>
            <a:off x="9074808" y="2393401"/>
            <a:ext cx="465927" cy="465927"/>
          </a:xfrm>
          <a:custGeom>
            <a:avLst/>
            <a:gdLst/>
            <a:ahLst/>
            <a:cxnLst/>
            <a:rect l="l" t="t" r="r" b="b"/>
            <a:pathLst>
              <a:path w="465929" h="465929" fill="norm" stroke="1" extrusionOk="0">
                <a:moveTo>
                  <a:pt x="0" y="0"/>
                </a:moveTo>
                <a:lnTo>
                  <a:pt x="465929" y="0"/>
                </a:lnTo>
                <a:lnTo>
                  <a:pt x="465929" y="465929"/>
                </a:lnTo>
                <a:lnTo>
                  <a:pt x="0" y="4659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815019" name="AutoShape 63"/>
          <p:cNvSpPr/>
          <p:nvPr/>
        </p:nvSpPr>
        <p:spPr bwMode="auto">
          <a:xfrm flipV="1">
            <a:off x="4810371" y="3772499"/>
            <a:ext cx="3090990" cy="4251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543802" name="Freeform 64"/>
          <p:cNvSpPr/>
          <p:nvPr/>
        </p:nvSpPr>
        <p:spPr bwMode="auto">
          <a:xfrm>
            <a:off x="6260134" y="3387279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20" y="0"/>
                </a:lnTo>
                <a:lnTo>
                  <a:pt x="486020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776471" name="TextBox 65"/>
          <p:cNvSpPr txBox="1"/>
          <p:nvPr/>
        </p:nvSpPr>
        <p:spPr bwMode="auto">
          <a:xfrm flipH="0" flipV="0">
            <a:off x="1880475" y="2134321"/>
            <a:ext cx="3058299" cy="290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コインジョイン</a:t>
            </a:r>
            <a:endParaRPr/>
          </a:p>
        </p:txBody>
      </p:sp>
      <p:sp>
        <p:nvSpPr>
          <p:cNvPr id="2020484996" name="Rectangle: Rounded Corners 12"/>
          <p:cNvSpPr/>
          <p:nvPr/>
        </p:nvSpPr>
        <p:spPr bwMode="auto">
          <a:xfrm>
            <a:off x="1880476" y="1909290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779546" name="Freeform 26"/>
          <p:cNvSpPr/>
          <p:nvPr/>
        </p:nvSpPr>
        <p:spPr bwMode="auto">
          <a:xfrm>
            <a:off x="340232" y="3336941"/>
            <a:ext cx="619421" cy="567544"/>
          </a:xfrm>
          <a:custGeom>
            <a:avLst/>
            <a:gdLst/>
            <a:ahLst/>
            <a:cxnLst/>
            <a:rect l="l" t="t" r="r" b="b"/>
            <a:pathLst>
              <a:path w="619423" h="567546" fill="norm" stroke="1" extrusionOk="0">
                <a:moveTo>
                  <a:pt x="0" y="0"/>
                </a:moveTo>
                <a:lnTo>
                  <a:pt x="619422" y="0"/>
                </a:lnTo>
                <a:lnTo>
                  <a:pt x="619422" y="567546"/>
                </a:lnTo>
                <a:lnTo>
                  <a:pt x="0" y="567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953639" name="Freeform 31"/>
          <p:cNvSpPr/>
          <p:nvPr/>
        </p:nvSpPr>
        <p:spPr bwMode="auto">
          <a:xfrm rot="0" flipH="0" flipV="0">
            <a:off x="1528470" y="2766683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3649295" name="TextBox 32"/>
          <p:cNvSpPr txBox="1"/>
          <p:nvPr/>
        </p:nvSpPr>
        <p:spPr bwMode="auto">
          <a:xfrm rot="0" flipH="0" flipV="0">
            <a:off x="1528470" y="2755948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87916906" name="AutoShape 33"/>
          <p:cNvSpPr/>
          <p:nvPr/>
        </p:nvSpPr>
        <p:spPr bwMode="auto">
          <a:xfrm>
            <a:off x="2848631" y="2766684"/>
            <a:ext cx="0" cy="204080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67636" name="Freeform 35"/>
          <p:cNvSpPr/>
          <p:nvPr/>
        </p:nvSpPr>
        <p:spPr bwMode="auto">
          <a:xfrm rot="0" flipH="0" flipV="0">
            <a:off x="1528470" y="3196905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5346573" name="TextBox 36"/>
          <p:cNvSpPr txBox="1"/>
          <p:nvPr/>
        </p:nvSpPr>
        <p:spPr bwMode="auto">
          <a:xfrm rot="0" flipH="0" flipV="0">
            <a:off x="1528470" y="3186170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367454024" name="Freeform 38"/>
          <p:cNvSpPr/>
          <p:nvPr/>
        </p:nvSpPr>
        <p:spPr bwMode="auto">
          <a:xfrm rot="0" flipH="0" flipV="0">
            <a:off x="1528551" y="3627127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8173741" name="TextBox 39"/>
          <p:cNvSpPr txBox="1"/>
          <p:nvPr/>
        </p:nvSpPr>
        <p:spPr bwMode="auto">
          <a:xfrm rot="0" flipH="0" flipV="0">
            <a:off x="1528551" y="3616392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45127865" name="Freeform 41"/>
          <p:cNvSpPr/>
          <p:nvPr/>
        </p:nvSpPr>
        <p:spPr bwMode="auto">
          <a:xfrm rot="0" flipH="0" flipV="0">
            <a:off x="1528551" y="4057350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94480747" name="TextBox 42"/>
          <p:cNvSpPr txBox="1"/>
          <p:nvPr/>
        </p:nvSpPr>
        <p:spPr bwMode="auto">
          <a:xfrm rot="0" flipH="0" flipV="0">
            <a:off x="1528551" y="4046615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935063990" name="Freeform 44"/>
          <p:cNvSpPr/>
          <p:nvPr/>
        </p:nvSpPr>
        <p:spPr bwMode="auto">
          <a:xfrm rot="0" flipH="0" flipV="0">
            <a:off x="1528551" y="4487572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07787186" name="TextBox 45"/>
          <p:cNvSpPr txBox="1"/>
          <p:nvPr/>
        </p:nvSpPr>
        <p:spPr bwMode="auto">
          <a:xfrm rot="0" flipH="0" flipV="0">
            <a:off x="1528551" y="4476837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2046136492" name="Freeform 47"/>
          <p:cNvSpPr/>
          <p:nvPr/>
        </p:nvSpPr>
        <p:spPr bwMode="auto">
          <a:xfrm rot="0" flipH="0" flipV="0">
            <a:off x="3141361" y="2766683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1800976" name="TextBox 48"/>
          <p:cNvSpPr txBox="1"/>
          <p:nvPr/>
        </p:nvSpPr>
        <p:spPr bwMode="auto">
          <a:xfrm rot="0" flipH="0" flipV="0">
            <a:off x="3141361" y="2755948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42150760" name="Freeform 50"/>
          <p:cNvSpPr/>
          <p:nvPr/>
        </p:nvSpPr>
        <p:spPr bwMode="auto">
          <a:xfrm rot="0" flipH="0" flipV="0">
            <a:off x="3141361" y="3196905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2914693" name="TextBox 51"/>
          <p:cNvSpPr txBox="1"/>
          <p:nvPr/>
        </p:nvSpPr>
        <p:spPr bwMode="auto">
          <a:xfrm rot="0" flipH="0" flipV="0">
            <a:off x="3141361" y="3186170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458724324" name="Freeform 53"/>
          <p:cNvSpPr/>
          <p:nvPr/>
        </p:nvSpPr>
        <p:spPr bwMode="auto">
          <a:xfrm rot="0" flipH="0" flipV="0">
            <a:off x="3141443" y="3627127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6226201" name="TextBox 54"/>
          <p:cNvSpPr txBox="1"/>
          <p:nvPr/>
        </p:nvSpPr>
        <p:spPr bwMode="auto">
          <a:xfrm rot="0" flipH="0" flipV="0">
            <a:off x="3141443" y="3616392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64104889" name="Freeform 56"/>
          <p:cNvSpPr/>
          <p:nvPr/>
        </p:nvSpPr>
        <p:spPr bwMode="auto">
          <a:xfrm rot="0" flipH="0" flipV="0">
            <a:off x="3141443" y="4057350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9627987" name="TextBox 57"/>
          <p:cNvSpPr txBox="1"/>
          <p:nvPr/>
        </p:nvSpPr>
        <p:spPr bwMode="auto">
          <a:xfrm rot="0" flipH="0" flipV="0">
            <a:off x="3141443" y="4046615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5217504" name="Freeform 59"/>
          <p:cNvSpPr/>
          <p:nvPr/>
        </p:nvSpPr>
        <p:spPr bwMode="auto">
          <a:xfrm rot="0" flipH="0" flipV="0">
            <a:off x="3141443" y="4487572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1019495" name="TextBox 60"/>
          <p:cNvSpPr txBox="1"/>
          <p:nvPr/>
        </p:nvSpPr>
        <p:spPr bwMode="auto">
          <a:xfrm rot="0" flipH="0" flipV="0">
            <a:off x="3141443" y="4476837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621103963" name="Freeform 61"/>
          <p:cNvSpPr/>
          <p:nvPr/>
        </p:nvSpPr>
        <p:spPr bwMode="auto">
          <a:xfrm>
            <a:off x="9073220" y="2323595"/>
            <a:ext cx="2712609" cy="2594241"/>
          </a:xfrm>
          <a:custGeom>
            <a:avLst/>
            <a:gdLst/>
            <a:ahLst/>
            <a:cxnLst/>
            <a:rect l="l" t="t" r="r" b="b"/>
            <a:pathLst>
              <a:path w="2712610" h="2594241" fill="norm" stroke="1" extrusionOk="0">
                <a:moveTo>
                  <a:pt x="0" y="0"/>
                </a:moveTo>
                <a:lnTo>
                  <a:pt x="2712610" y="0"/>
                </a:lnTo>
                <a:lnTo>
                  <a:pt x="2712610" y="2594241"/>
                </a:lnTo>
                <a:lnTo>
                  <a:pt x="0" y="2594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3114" name="Freeform 62"/>
          <p:cNvSpPr/>
          <p:nvPr/>
        </p:nvSpPr>
        <p:spPr bwMode="auto">
          <a:xfrm>
            <a:off x="10204859" y="2477313"/>
            <a:ext cx="449328" cy="449328"/>
          </a:xfrm>
          <a:custGeom>
            <a:avLst/>
            <a:gdLst/>
            <a:ahLst/>
            <a:cxnLst/>
            <a:rect l="l" t="t" r="r" b="b"/>
            <a:pathLst>
              <a:path w="449330" h="449330" fill="norm" stroke="1" extrusionOk="0">
                <a:moveTo>
                  <a:pt x="0" y="0"/>
                </a:moveTo>
                <a:lnTo>
                  <a:pt x="449330" y="0"/>
                </a:lnTo>
                <a:lnTo>
                  <a:pt x="449330" y="449330"/>
                </a:lnTo>
                <a:lnTo>
                  <a:pt x="0" y="449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959845" name="AutoShape 63"/>
          <p:cNvSpPr/>
          <p:nvPr/>
        </p:nvSpPr>
        <p:spPr bwMode="auto">
          <a:xfrm flipV="1">
            <a:off x="4168791" y="3920601"/>
            <a:ext cx="1304229" cy="2967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672745" name="Freeform 64"/>
          <p:cNvSpPr/>
          <p:nvPr/>
        </p:nvSpPr>
        <p:spPr bwMode="auto">
          <a:xfrm>
            <a:off x="5473023" y="2845058"/>
            <a:ext cx="2580024" cy="1564139"/>
          </a:xfrm>
          <a:custGeom>
            <a:avLst/>
            <a:gdLst/>
            <a:ahLst/>
            <a:cxnLst/>
            <a:rect l="l" t="t" r="r" b="b"/>
            <a:pathLst>
              <a:path w="2580026" h="1564141" fill="norm" stroke="1" extrusionOk="0">
                <a:moveTo>
                  <a:pt x="0" y="0"/>
                </a:moveTo>
                <a:lnTo>
                  <a:pt x="2580026" y="0"/>
                </a:lnTo>
                <a:lnTo>
                  <a:pt x="2580026" y="1564141"/>
                </a:lnTo>
                <a:lnTo>
                  <a:pt x="0" y="15641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712353" name="Freeform 65"/>
          <p:cNvSpPr/>
          <p:nvPr/>
        </p:nvSpPr>
        <p:spPr bwMode="auto">
          <a:xfrm>
            <a:off x="8337804" y="3048119"/>
            <a:ext cx="468703" cy="468703"/>
          </a:xfrm>
          <a:custGeom>
            <a:avLst/>
            <a:gdLst/>
            <a:ahLst/>
            <a:cxnLst/>
            <a:rect l="l" t="t" r="r" b="b"/>
            <a:pathLst>
              <a:path w="468705" h="468705" fill="norm" stroke="1" extrusionOk="0">
                <a:moveTo>
                  <a:pt x="0" y="0"/>
                </a:moveTo>
                <a:lnTo>
                  <a:pt x="468705" y="0"/>
                </a:lnTo>
                <a:lnTo>
                  <a:pt x="468705" y="468705"/>
                </a:lnTo>
                <a:lnTo>
                  <a:pt x="0" y="4687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719722" name="TextBox 66"/>
          <p:cNvSpPr txBox="1"/>
          <p:nvPr/>
        </p:nvSpPr>
        <p:spPr bwMode="auto">
          <a:xfrm flipH="0" flipV="0">
            <a:off x="1308975" y="2222186"/>
            <a:ext cx="3057579" cy="280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コインジョイン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82644190" name="AutoShape 67"/>
          <p:cNvSpPr/>
          <p:nvPr/>
        </p:nvSpPr>
        <p:spPr bwMode="auto">
          <a:xfrm flipV="1">
            <a:off x="8053049" y="3620715"/>
            <a:ext cx="1020169" cy="64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599853" name="Rectangle: Rounded Corners 12"/>
          <p:cNvSpPr/>
          <p:nvPr/>
        </p:nvSpPr>
        <p:spPr bwMode="auto">
          <a:xfrm>
            <a:off x="1308976" y="2046211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855755" name="Freeform 27"/>
          <p:cNvSpPr/>
          <p:nvPr/>
        </p:nvSpPr>
        <p:spPr bwMode="auto">
          <a:xfrm rot="0" flipH="0" flipV="0">
            <a:off x="2293979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025047294" name="TextBox 28"/>
          <p:cNvSpPr txBox="1"/>
          <p:nvPr/>
        </p:nvSpPr>
        <p:spPr bwMode="auto">
          <a:xfrm rot="0" flipH="0" flipV="0">
            <a:off x="2293979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58686542" name="Freeform 30"/>
          <p:cNvSpPr/>
          <p:nvPr/>
        </p:nvSpPr>
        <p:spPr bwMode="auto">
          <a:xfrm rot="0" flipH="0" flipV="0">
            <a:off x="4268866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494518389" name="TextBox 31"/>
          <p:cNvSpPr txBox="1"/>
          <p:nvPr/>
        </p:nvSpPr>
        <p:spPr bwMode="auto">
          <a:xfrm rot="0" flipH="0" flipV="0">
            <a:off x="4268866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70545919" name="Freeform 33"/>
          <p:cNvSpPr/>
          <p:nvPr/>
        </p:nvSpPr>
        <p:spPr bwMode="auto">
          <a:xfrm rot="0" flipH="0" flipV="0">
            <a:off x="6243751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628607127" name="TextBox 34"/>
          <p:cNvSpPr txBox="1"/>
          <p:nvPr/>
        </p:nvSpPr>
        <p:spPr bwMode="auto">
          <a:xfrm rot="0" flipH="0" flipV="0">
            <a:off x="6243751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12240947" name="Freeform 36"/>
          <p:cNvSpPr/>
          <p:nvPr/>
        </p:nvSpPr>
        <p:spPr bwMode="auto">
          <a:xfrm rot="0" flipH="0" flipV="0">
            <a:off x="8217698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54610079" name="TextBox 37"/>
          <p:cNvSpPr txBox="1"/>
          <p:nvPr/>
        </p:nvSpPr>
        <p:spPr bwMode="auto">
          <a:xfrm rot="0" flipH="0" flipV="0">
            <a:off x="8217698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68526587" name="AutoShape 38"/>
          <p:cNvSpPr/>
          <p:nvPr/>
        </p:nvSpPr>
        <p:spPr bwMode="auto">
          <a:xfrm flipH="1">
            <a:off x="3610705" y="4700110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154657" name="AutoShape 39"/>
          <p:cNvSpPr/>
          <p:nvPr/>
        </p:nvSpPr>
        <p:spPr bwMode="auto">
          <a:xfrm flipH="1">
            <a:off x="5585590" y="4700110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7151911" name="AutoShape 40"/>
          <p:cNvSpPr/>
          <p:nvPr/>
        </p:nvSpPr>
        <p:spPr bwMode="auto">
          <a:xfrm flipH="1">
            <a:off x="7560475" y="4700110"/>
            <a:ext cx="6572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4523368" name="TextBox 41"/>
          <p:cNvSpPr txBox="1"/>
          <p:nvPr/>
        </p:nvSpPr>
        <p:spPr bwMode="auto">
          <a:xfrm flipH="0" flipV="0">
            <a:off x="1010063" y="1953335"/>
            <a:ext cx="9809213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発行者は、オネゼルに対して4つの取引を行う。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03384080" name="Freeform 42"/>
          <p:cNvSpPr/>
          <p:nvPr/>
        </p:nvSpPr>
        <p:spPr bwMode="auto">
          <a:xfrm rot="4964345">
            <a:off x="4126739" y="348625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505932" name="Freeform 43"/>
          <p:cNvSpPr/>
          <p:nvPr/>
        </p:nvSpPr>
        <p:spPr bwMode="auto">
          <a:xfrm rot="-6062157" flipH="1">
            <a:off x="6413753" y="3350410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8" y="0"/>
                </a:moveTo>
                <a:lnTo>
                  <a:pt x="0" y="0"/>
                </a:lnTo>
                <a:lnTo>
                  <a:pt x="0" y="275395"/>
                </a:lnTo>
                <a:lnTo>
                  <a:pt x="974848" y="275395"/>
                </a:lnTo>
                <a:lnTo>
                  <a:pt x="9748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550971" name="Freeform 44"/>
          <p:cNvSpPr/>
          <p:nvPr/>
        </p:nvSpPr>
        <p:spPr bwMode="auto">
          <a:xfrm rot="6345702">
            <a:off x="2542376" y="3348680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4787222" name="Freeform 45"/>
          <p:cNvSpPr/>
          <p:nvPr/>
        </p:nvSpPr>
        <p:spPr bwMode="auto">
          <a:xfrm rot="-8025351" flipH="1">
            <a:off x="7509609" y="303896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7922629" name="Freeform 27"/>
          <p:cNvSpPr/>
          <p:nvPr/>
        </p:nvSpPr>
        <p:spPr bwMode="auto">
          <a:xfrm rot="0" flipH="0" flipV="0">
            <a:off x="1339115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53578769" name="TextBox 28"/>
          <p:cNvSpPr txBox="1"/>
          <p:nvPr/>
        </p:nvSpPr>
        <p:spPr bwMode="auto">
          <a:xfrm rot="0" flipH="0" flipV="0">
            <a:off x="1339115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86338324" name="Freeform 30"/>
          <p:cNvSpPr/>
          <p:nvPr/>
        </p:nvSpPr>
        <p:spPr bwMode="auto">
          <a:xfrm rot="0" flipH="0" flipV="0">
            <a:off x="3314000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46679592" name="TextBox 31"/>
          <p:cNvSpPr txBox="1"/>
          <p:nvPr/>
        </p:nvSpPr>
        <p:spPr bwMode="auto">
          <a:xfrm rot="0" flipH="0" flipV="0">
            <a:off x="3314000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86096390" name="Freeform 33"/>
          <p:cNvSpPr/>
          <p:nvPr/>
        </p:nvSpPr>
        <p:spPr bwMode="auto">
          <a:xfrm rot="0" flipH="0" flipV="0">
            <a:off x="5288886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6806947" name="TextBox 34"/>
          <p:cNvSpPr txBox="1"/>
          <p:nvPr/>
        </p:nvSpPr>
        <p:spPr bwMode="auto">
          <a:xfrm rot="0" flipH="0" flipV="0">
            <a:off x="5288886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65062843" name="Freeform 36"/>
          <p:cNvSpPr/>
          <p:nvPr/>
        </p:nvSpPr>
        <p:spPr bwMode="auto">
          <a:xfrm rot="0" flipH="0" flipV="0">
            <a:off x="7262834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11701003" name="TextBox 37"/>
          <p:cNvSpPr txBox="1"/>
          <p:nvPr/>
        </p:nvSpPr>
        <p:spPr bwMode="auto">
          <a:xfrm rot="0" flipH="0" flipV="0">
            <a:off x="7262834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3354586" name="Freeform 39"/>
          <p:cNvSpPr/>
          <p:nvPr/>
        </p:nvSpPr>
        <p:spPr bwMode="auto">
          <a:xfrm rot="0" flipH="0" flipV="0">
            <a:off x="9236781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23316403" name="TextBox 40"/>
          <p:cNvSpPr txBox="1"/>
          <p:nvPr/>
        </p:nvSpPr>
        <p:spPr bwMode="auto">
          <a:xfrm rot="0" flipH="0" flipV="0">
            <a:off x="9236781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76283830" name="AutoShape 41"/>
          <p:cNvSpPr/>
          <p:nvPr/>
        </p:nvSpPr>
        <p:spPr bwMode="auto">
          <a:xfrm flipH="1">
            <a:off x="2655839" y="3916209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707231" name="AutoShape 42"/>
          <p:cNvSpPr/>
          <p:nvPr/>
        </p:nvSpPr>
        <p:spPr bwMode="auto">
          <a:xfrm flipH="1">
            <a:off x="4630725" y="3916209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03563" name="AutoShape 43"/>
          <p:cNvSpPr/>
          <p:nvPr/>
        </p:nvSpPr>
        <p:spPr bwMode="auto">
          <a:xfrm flipH="1">
            <a:off x="6605610" y="3916209"/>
            <a:ext cx="6572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9468181" name="AutoShape 44"/>
          <p:cNvSpPr/>
          <p:nvPr/>
        </p:nvSpPr>
        <p:spPr bwMode="auto">
          <a:xfrm flipH="1">
            <a:off x="8579558" y="3916209"/>
            <a:ext cx="65722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59685" name="TextBox 45"/>
          <p:cNvSpPr txBox="1"/>
          <p:nvPr/>
        </p:nvSpPr>
        <p:spPr bwMode="auto">
          <a:xfrm flipH="0" flipV="0">
            <a:off x="1378690" y="1411111"/>
            <a:ext cx="905712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発行者は、自分自身に対して4つの取引を行う。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62525936" name="Freeform 46"/>
          <p:cNvSpPr/>
          <p:nvPr/>
        </p:nvSpPr>
        <p:spPr bwMode="auto">
          <a:xfrm rot="4964345">
            <a:off x="3171873" y="270235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907413" name="Freeform 47"/>
          <p:cNvSpPr/>
          <p:nvPr/>
        </p:nvSpPr>
        <p:spPr bwMode="auto">
          <a:xfrm rot="-6062157" flipH="1">
            <a:off x="5458887" y="2566508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983618" name="Freeform 48"/>
          <p:cNvSpPr/>
          <p:nvPr/>
        </p:nvSpPr>
        <p:spPr bwMode="auto">
          <a:xfrm rot="6345702">
            <a:off x="1587509" y="2564778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406624" name="Freeform 49"/>
          <p:cNvSpPr/>
          <p:nvPr/>
        </p:nvSpPr>
        <p:spPr bwMode="auto">
          <a:xfrm rot="-8025351" flipH="1">
            <a:off x="6554743" y="2255063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389875" name="TextBox 50"/>
          <p:cNvSpPr txBox="1"/>
          <p:nvPr/>
        </p:nvSpPr>
        <p:spPr bwMode="auto">
          <a:xfrm flipH="0" flipV="0">
            <a:off x="1252499" y="5520457"/>
            <a:ext cx="1031692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最後の取引は、最終的な受取人への支払いに使用される。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8775832" name="Freeform 51"/>
          <p:cNvSpPr/>
          <p:nvPr/>
        </p:nvSpPr>
        <p:spPr bwMode="auto">
          <a:xfrm rot="-6201798">
            <a:off x="9654351" y="48290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521819" name="Freeform 27"/>
          <p:cNvSpPr/>
          <p:nvPr/>
        </p:nvSpPr>
        <p:spPr bwMode="auto">
          <a:xfrm rot="0" flipH="0" flipV="0">
            <a:off x="2603245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51545032" name="TextBox 28"/>
          <p:cNvSpPr txBox="1"/>
          <p:nvPr/>
        </p:nvSpPr>
        <p:spPr bwMode="auto">
          <a:xfrm rot="0" flipH="0" flipV="0">
            <a:off x="2603245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46004275" name="Freeform 30"/>
          <p:cNvSpPr/>
          <p:nvPr/>
        </p:nvSpPr>
        <p:spPr bwMode="auto">
          <a:xfrm rot="0" flipH="0" flipV="0">
            <a:off x="4206262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323442568" name="TextBox 31"/>
          <p:cNvSpPr txBox="1"/>
          <p:nvPr/>
        </p:nvSpPr>
        <p:spPr bwMode="auto">
          <a:xfrm rot="0" flipH="0" flipV="0">
            <a:off x="4206262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7228678" name="Freeform 33"/>
          <p:cNvSpPr/>
          <p:nvPr/>
        </p:nvSpPr>
        <p:spPr bwMode="auto">
          <a:xfrm rot="0" flipH="0" flipV="0">
            <a:off x="5809278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44997233" name="TextBox 34"/>
          <p:cNvSpPr txBox="1"/>
          <p:nvPr/>
        </p:nvSpPr>
        <p:spPr bwMode="auto">
          <a:xfrm rot="0" flipH="0" flipV="0">
            <a:off x="5809278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12850157" name="Freeform 36"/>
          <p:cNvSpPr/>
          <p:nvPr/>
        </p:nvSpPr>
        <p:spPr bwMode="auto">
          <a:xfrm rot="0" flipH="0" flipV="0">
            <a:off x="7411536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2253863" name="TextBox 37"/>
          <p:cNvSpPr txBox="1"/>
          <p:nvPr/>
        </p:nvSpPr>
        <p:spPr bwMode="auto">
          <a:xfrm rot="0" flipH="0" flipV="0">
            <a:off x="7411536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507884124" name="Freeform 39"/>
          <p:cNvSpPr/>
          <p:nvPr/>
        </p:nvSpPr>
        <p:spPr bwMode="auto">
          <a:xfrm rot="0" flipH="0" flipV="0">
            <a:off x="9013792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656915899" name="TextBox 40"/>
          <p:cNvSpPr txBox="1"/>
          <p:nvPr/>
        </p:nvSpPr>
        <p:spPr bwMode="auto">
          <a:xfrm rot="0" flipH="0" flipV="0">
            <a:off x="9013792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14974594" name="AutoShape 41"/>
          <p:cNvSpPr/>
          <p:nvPr/>
        </p:nvSpPr>
        <p:spPr bwMode="auto">
          <a:xfrm flipH="1">
            <a:off x="3672032" y="4730331"/>
            <a:ext cx="53423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61466" name="AutoShape 42"/>
          <p:cNvSpPr/>
          <p:nvPr/>
        </p:nvSpPr>
        <p:spPr bwMode="auto">
          <a:xfrm flipH="1">
            <a:off x="5275049" y="4730331"/>
            <a:ext cx="53423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494477" name="AutoShape 43"/>
          <p:cNvSpPr/>
          <p:nvPr/>
        </p:nvSpPr>
        <p:spPr bwMode="auto">
          <a:xfrm flipH="1">
            <a:off x="6878066" y="4730331"/>
            <a:ext cx="53346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4390104" name="AutoShape 44"/>
          <p:cNvSpPr/>
          <p:nvPr/>
        </p:nvSpPr>
        <p:spPr bwMode="auto">
          <a:xfrm flipH="1">
            <a:off x="8480323" y="4730331"/>
            <a:ext cx="53346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52460" name="Freeform 46"/>
          <p:cNvSpPr/>
          <p:nvPr/>
        </p:nvSpPr>
        <p:spPr bwMode="auto">
          <a:xfrm rot="0" flipH="0" flipV="0">
            <a:off x="383728" y="4282825"/>
            <a:ext cx="1686114" cy="895014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1831" y="0"/>
                </a:moveTo>
                <a:lnTo>
                  <a:pt x="574289" y="0"/>
                </a:lnTo>
                <a:cubicBezTo>
                  <a:pt x="598644" y="0"/>
                  <a:pt x="622001" y="9675"/>
                  <a:pt x="639223" y="26897"/>
                </a:cubicBezTo>
                <a:cubicBezTo>
                  <a:pt x="656445" y="44119"/>
                  <a:pt x="666120" y="67476"/>
                  <a:pt x="666120" y="91831"/>
                </a:cubicBezTo>
                <a:lnTo>
                  <a:pt x="666120" y="261755"/>
                </a:lnTo>
                <a:cubicBezTo>
                  <a:pt x="666120" y="286110"/>
                  <a:pt x="656445" y="309468"/>
                  <a:pt x="639223" y="326689"/>
                </a:cubicBezTo>
                <a:cubicBezTo>
                  <a:pt x="622001" y="343911"/>
                  <a:pt x="598644" y="353586"/>
                  <a:pt x="574289" y="353586"/>
                </a:cubicBezTo>
                <a:lnTo>
                  <a:pt x="91831" y="353586"/>
                </a:lnTo>
                <a:cubicBezTo>
                  <a:pt x="67476" y="353586"/>
                  <a:pt x="44119" y="343911"/>
                  <a:pt x="26897" y="326689"/>
                </a:cubicBezTo>
                <a:cubicBezTo>
                  <a:pt x="9675" y="309468"/>
                  <a:pt x="0" y="286110"/>
                  <a:pt x="0" y="261755"/>
                </a:cubicBezTo>
                <a:lnTo>
                  <a:pt x="0" y="91831"/>
                </a:lnTo>
                <a:cubicBezTo>
                  <a:pt x="0" y="67476"/>
                  <a:pt x="9675" y="44119"/>
                  <a:pt x="26897" y="26897"/>
                </a:cubicBezTo>
                <a:cubicBezTo>
                  <a:pt x="44119" y="9675"/>
                  <a:pt x="67476" y="0"/>
                  <a:pt x="9183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692336956" name="TextBox 47"/>
          <p:cNvSpPr txBox="1"/>
          <p:nvPr/>
        </p:nvSpPr>
        <p:spPr bwMode="auto">
          <a:xfrm rot="0" flipH="0" flipV="0">
            <a:off x="383728" y="4114059"/>
            <a:ext cx="1686114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コインジョイン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5677264" name="AutoShape 48"/>
          <p:cNvSpPr/>
          <p:nvPr/>
        </p:nvSpPr>
        <p:spPr bwMode="auto">
          <a:xfrm flipH="1">
            <a:off x="2069847" y="4730331"/>
            <a:ext cx="53339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969498580" name="Freeform 49"/>
          <p:cNvSpPr/>
          <p:nvPr/>
        </p:nvSpPr>
        <p:spPr bwMode="auto">
          <a:xfrm>
            <a:off x="10615980" y="4282826"/>
            <a:ext cx="935850" cy="895014"/>
          </a:xfrm>
          <a:custGeom>
            <a:avLst/>
            <a:gdLst/>
            <a:ahLst/>
            <a:cxnLst/>
            <a:rect l="l" t="t" r="r" b="b"/>
            <a:pathLst>
              <a:path w="935852" h="895015" fill="norm" stroke="1" extrusionOk="0">
                <a:moveTo>
                  <a:pt x="0" y="0"/>
                </a:moveTo>
                <a:lnTo>
                  <a:pt x="935852" y="0"/>
                </a:lnTo>
                <a:lnTo>
                  <a:pt x="935852" y="895015"/>
                </a:lnTo>
                <a:lnTo>
                  <a:pt x="0" y="8950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489855" name="Freeform 50"/>
          <p:cNvSpPr/>
          <p:nvPr/>
        </p:nvSpPr>
        <p:spPr bwMode="auto">
          <a:xfrm>
            <a:off x="11006397" y="4335858"/>
            <a:ext cx="155017" cy="155017"/>
          </a:xfrm>
          <a:custGeom>
            <a:avLst/>
            <a:gdLst/>
            <a:ahLst/>
            <a:cxnLst/>
            <a:rect l="l" t="t" r="r" b="b"/>
            <a:pathLst>
              <a:path w="155019" h="155019" fill="norm" stroke="1" extrusionOk="0">
                <a:moveTo>
                  <a:pt x="0" y="0"/>
                </a:moveTo>
                <a:lnTo>
                  <a:pt x="155019" y="0"/>
                </a:lnTo>
                <a:lnTo>
                  <a:pt x="155019" y="155019"/>
                </a:lnTo>
                <a:lnTo>
                  <a:pt x="0" y="1550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679481" name="Freeform 52"/>
          <p:cNvSpPr/>
          <p:nvPr/>
        </p:nvSpPr>
        <p:spPr bwMode="auto">
          <a:xfrm rot="0" flipH="0" flipV="0">
            <a:off x="383728" y="1535899"/>
            <a:ext cx="1686114" cy="895014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1831" y="0"/>
                </a:moveTo>
                <a:lnTo>
                  <a:pt x="574289" y="0"/>
                </a:lnTo>
                <a:cubicBezTo>
                  <a:pt x="598644" y="0"/>
                  <a:pt x="622001" y="9675"/>
                  <a:pt x="639223" y="26897"/>
                </a:cubicBezTo>
                <a:cubicBezTo>
                  <a:pt x="656445" y="44119"/>
                  <a:pt x="666120" y="67476"/>
                  <a:pt x="666120" y="91831"/>
                </a:cubicBezTo>
                <a:lnTo>
                  <a:pt x="666120" y="261755"/>
                </a:lnTo>
                <a:cubicBezTo>
                  <a:pt x="666120" y="286110"/>
                  <a:pt x="656445" y="309468"/>
                  <a:pt x="639223" y="326689"/>
                </a:cubicBezTo>
                <a:cubicBezTo>
                  <a:pt x="622001" y="343911"/>
                  <a:pt x="598644" y="353586"/>
                  <a:pt x="574289" y="353586"/>
                </a:cubicBezTo>
                <a:lnTo>
                  <a:pt x="91831" y="353586"/>
                </a:lnTo>
                <a:cubicBezTo>
                  <a:pt x="67476" y="353586"/>
                  <a:pt x="44119" y="343911"/>
                  <a:pt x="26897" y="326689"/>
                </a:cubicBezTo>
                <a:cubicBezTo>
                  <a:pt x="9675" y="309468"/>
                  <a:pt x="0" y="286110"/>
                  <a:pt x="0" y="261755"/>
                </a:cubicBezTo>
                <a:lnTo>
                  <a:pt x="0" y="91831"/>
                </a:lnTo>
                <a:cubicBezTo>
                  <a:pt x="0" y="67476"/>
                  <a:pt x="9675" y="44119"/>
                  <a:pt x="26897" y="26897"/>
                </a:cubicBezTo>
                <a:cubicBezTo>
                  <a:pt x="44119" y="9675"/>
                  <a:pt x="67476" y="0"/>
                  <a:pt x="9183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270387306" name="TextBox 53"/>
          <p:cNvSpPr txBox="1"/>
          <p:nvPr/>
        </p:nvSpPr>
        <p:spPr bwMode="auto">
          <a:xfrm rot="0" flipH="0" flipV="0">
            <a:off x="383728" y="1367133"/>
            <a:ext cx="1686114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コインジョイン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20743079" name="AutoShape 54"/>
          <p:cNvSpPr/>
          <p:nvPr/>
        </p:nvSpPr>
        <p:spPr bwMode="auto">
          <a:xfrm flipH="1">
            <a:off x="2069847" y="1983407"/>
            <a:ext cx="854613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430133" name="Freeform 55"/>
          <p:cNvSpPr/>
          <p:nvPr/>
        </p:nvSpPr>
        <p:spPr bwMode="auto">
          <a:xfrm>
            <a:off x="10615980" y="1535900"/>
            <a:ext cx="935850" cy="895014"/>
          </a:xfrm>
          <a:custGeom>
            <a:avLst/>
            <a:gdLst/>
            <a:ahLst/>
            <a:cxnLst/>
            <a:rect l="l" t="t" r="r" b="b"/>
            <a:pathLst>
              <a:path w="935852" h="895015" fill="norm" stroke="1" extrusionOk="0">
                <a:moveTo>
                  <a:pt x="0" y="0"/>
                </a:moveTo>
                <a:lnTo>
                  <a:pt x="935852" y="0"/>
                </a:lnTo>
                <a:lnTo>
                  <a:pt x="935852" y="895014"/>
                </a:lnTo>
                <a:lnTo>
                  <a:pt x="0" y="8950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262568" name="Freeform 56"/>
          <p:cNvSpPr/>
          <p:nvPr/>
        </p:nvSpPr>
        <p:spPr bwMode="auto">
          <a:xfrm>
            <a:off x="11006397" y="1588932"/>
            <a:ext cx="155017" cy="155017"/>
          </a:xfrm>
          <a:custGeom>
            <a:avLst/>
            <a:gdLst/>
            <a:ahLst/>
            <a:cxnLst/>
            <a:rect l="l" t="t" r="r" b="b"/>
            <a:pathLst>
              <a:path w="155019" h="155019" fill="norm" stroke="1" extrusionOk="0">
                <a:moveTo>
                  <a:pt x="0" y="0"/>
                </a:moveTo>
                <a:lnTo>
                  <a:pt x="155019" y="0"/>
                </a:lnTo>
                <a:lnTo>
                  <a:pt x="155019" y="155019"/>
                </a:lnTo>
                <a:lnTo>
                  <a:pt x="0" y="155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84295" name="AutoShape 57"/>
          <p:cNvSpPr/>
          <p:nvPr/>
        </p:nvSpPr>
        <p:spPr bwMode="auto">
          <a:xfrm flipH="1" flipV="1">
            <a:off x="10082580" y="4730331"/>
            <a:ext cx="53339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457877" name="Freeform 58"/>
          <p:cNvSpPr/>
          <p:nvPr/>
        </p:nvSpPr>
        <p:spPr bwMode="auto">
          <a:xfrm>
            <a:off x="10840896" y="2570353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19" y="0"/>
                </a:lnTo>
                <a:lnTo>
                  <a:pt x="486019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2749348" name="Freeform 59"/>
          <p:cNvSpPr/>
          <p:nvPr/>
        </p:nvSpPr>
        <p:spPr bwMode="auto">
          <a:xfrm>
            <a:off x="10840896" y="5320715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19" y="0"/>
                </a:lnTo>
                <a:lnTo>
                  <a:pt x="486019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212080" name="TextBox 26"/>
          <p:cNvSpPr txBox="1"/>
          <p:nvPr/>
        </p:nvSpPr>
        <p:spPr bwMode="auto">
          <a:xfrm>
            <a:off x="2242706" y="1430767"/>
            <a:ext cx="4419442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それはもう彼らではない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82584753" name="Freeform 27"/>
          <p:cNvSpPr/>
          <p:nvPr/>
        </p:nvSpPr>
        <p:spPr bwMode="auto">
          <a:xfrm rot="-6062157" flipH="1" flipV="1">
            <a:off x="4038710" y="2506897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915005" y="258489"/>
                </a:moveTo>
                <a:lnTo>
                  <a:pt x="0" y="258489"/>
                </a:lnTo>
                <a:lnTo>
                  <a:pt x="0" y="0"/>
                </a:lnTo>
                <a:lnTo>
                  <a:pt x="915005" y="0"/>
                </a:lnTo>
                <a:lnTo>
                  <a:pt x="915005" y="258489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3354646" name="Freeform 28"/>
          <p:cNvSpPr/>
          <p:nvPr/>
        </p:nvSpPr>
        <p:spPr bwMode="auto">
          <a:xfrm rot="5811785" flipV="1">
            <a:off x="7555691" y="2455395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219318" name="TextBox 29"/>
          <p:cNvSpPr txBox="1"/>
          <p:nvPr/>
        </p:nvSpPr>
        <p:spPr bwMode="auto">
          <a:xfrm flipH="0" flipV="0">
            <a:off x="8226930" y="5033835"/>
            <a:ext cx="3407743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彼らは私の顧客だ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8394018" name="Freeform 30"/>
          <p:cNvSpPr/>
          <p:nvPr/>
        </p:nvSpPr>
        <p:spPr bwMode="auto">
          <a:xfrm rot="-6201798">
            <a:off x="9488174" y="4414650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0"/>
                </a:moveTo>
                <a:lnTo>
                  <a:pt x="915005" y="0"/>
                </a:lnTo>
                <a:lnTo>
                  <a:pt x="915005" y="258489"/>
                </a:lnTo>
                <a:lnTo>
                  <a:pt x="0" y="2584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023230" name="Freeform 32"/>
          <p:cNvSpPr/>
          <p:nvPr/>
        </p:nvSpPr>
        <p:spPr bwMode="auto">
          <a:xfrm rot="0" flipH="0" flipV="0">
            <a:off x="274915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396114445" name="TextBox 33"/>
          <p:cNvSpPr txBox="1"/>
          <p:nvPr/>
        </p:nvSpPr>
        <p:spPr bwMode="auto">
          <a:xfrm rot="0" flipH="0" flipV="0">
            <a:off x="274915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36538017" name="Freeform 35"/>
          <p:cNvSpPr/>
          <p:nvPr/>
        </p:nvSpPr>
        <p:spPr bwMode="auto">
          <a:xfrm rot="0" flipH="0" flipV="0">
            <a:off x="425376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258413326" name="TextBox 36"/>
          <p:cNvSpPr txBox="1"/>
          <p:nvPr/>
        </p:nvSpPr>
        <p:spPr bwMode="auto">
          <a:xfrm rot="0" flipH="0" flipV="0">
            <a:off x="425376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27017892" name="Freeform 38"/>
          <p:cNvSpPr/>
          <p:nvPr/>
        </p:nvSpPr>
        <p:spPr bwMode="auto">
          <a:xfrm rot="0" flipH="0" flipV="0">
            <a:off x="575837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529828203" name="TextBox 39"/>
          <p:cNvSpPr txBox="1"/>
          <p:nvPr/>
        </p:nvSpPr>
        <p:spPr bwMode="auto">
          <a:xfrm rot="0" flipH="0" flipV="0">
            <a:off x="575837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50994804" name="Freeform 41"/>
          <p:cNvSpPr/>
          <p:nvPr/>
        </p:nvSpPr>
        <p:spPr bwMode="auto">
          <a:xfrm rot="0" flipH="0" flipV="0">
            <a:off x="7262271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838340543" name="TextBox 42"/>
          <p:cNvSpPr txBox="1"/>
          <p:nvPr/>
        </p:nvSpPr>
        <p:spPr bwMode="auto">
          <a:xfrm rot="0" flipH="0" flipV="0">
            <a:off x="7262271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43888852" name="Freeform 44"/>
          <p:cNvSpPr/>
          <p:nvPr/>
        </p:nvSpPr>
        <p:spPr bwMode="auto">
          <a:xfrm rot="0" flipH="0" flipV="0">
            <a:off x="8766167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121624278" name="TextBox 45"/>
          <p:cNvSpPr txBox="1"/>
          <p:nvPr/>
        </p:nvSpPr>
        <p:spPr bwMode="auto">
          <a:xfrm rot="0" flipH="0" flipV="0">
            <a:off x="8766167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08309384" name="AutoShape 46"/>
          <p:cNvSpPr/>
          <p:nvPr/>
        </p:nvSpPr>
        <p:spPr bwMode="auto">
          <a:xfrm flipH="1">
            <a:off x="3752331" y="3595231"/>
            <a:ext cx="50143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70441564" name="AutoShape 47"/>
          <p:cNvSpPr/>
          <p:nvPr/>
        </p:nvSpPr>
        <p:spPr bwMode="auto">
          <a:xfrm flipH="1">
            <a:off x="5256941" y="3595231"/>
            <a:ext cx="50143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2581241" name="AutoShape 48"/>
          <p:cNvSpPr/>
          <p:nvPr/>
        </p:nvSpPr>
        <p:spPr bwMode="auto">
          <a:xfrm flipH="1">
            <a:off x="6761552" y="3595231"/>
            <a:ext cx="50071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76430404" name="AutoShape 49"/>
          <p:cNvSpPr/>
          <p:nvPr/>
        </p:nvSpPr>
        <p:spPr bwMode="auto">
          <a:xfrm flipH="1">
            <a:off x="8265447" y="3595231"/>
            <a:ext cx="50071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6731935" name="Freeform 51"/>
          <p:cNvSpPr/>
          <p:nvPr/>
        </p:nvSpPr>
        <p:spPr bwMode="auto">
          <a:xfrm rot="0" flipH="0" flipV="0">
            <a:off x="665892" y="3175194"/>
            <a:ext cx="1582605" cy="840069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7838" y="0"/>
                </a:moveTo>
                <a:lnTo>
                  <a:pt x="568283" y="0"/>
                </a:lnTo>
                <a:cubicBezTo>
                  <a:pt x="594231" y="0"/>
                  <a:pt x="619116" y="10308"/>
                  <a:pt x="637464" y="28656"/>
                </a:cubicBezTo>
                <a:cubicBezTo>
                  <a:pt x="655812" y="47004"/>
                  <a:pt x="666120" y="71889"/>
                  <a:pt x="666120" y="97838"/>
                </a:cubicBezTo>
                <a:lnTo>
                  <a:pt x="666120" y="255749"/>
                </a:lnTo>
                <a:cubicBezTo>
                  <a:pt x="666120" y="309783"/>
                  <a:pt x="622317" y="353586"/>
                  <a:pt x="568283" y="353586"/>
                </a:cubicBezTo>
                <a:lnTo>
                  <a:pt x="97838" y="353586"/>
                </a:lnTo>
                <a:cubicBezTo>
                  <a:pt x="43803" y="353586"/>
                  <a:pt x="0" y="309783"/>
                  <a:pt x="0" y="255749"/>
                </a:cubicBezTo>
                <a:lnTo>
                  <a:pt x="0" y="97838"/>
                </a:lnTo>
                <a:cubicBezTo>
                  <a:pt x="0" y="43803"/>
                  <a:pt x="43803" y="0"/>
                  <a:pt x="9783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434485111" name="TextBox 52"/>
          <p:cNvSpPr txBox="1"/>
          <p:nvPr/>
        </p:nvSpPr>
        <p:spPr bwMode="auto">
          <a:xfrm rot="0" flipH="0" flipV="0">
            <a:off x="665892" y="3016789"/>
            <a:ext cx="1582605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コインジョイン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75000878" name="AutoShape 53"/>
          <p:cNvSpPr/>
          <p:nvPr/>
        </p:nvSpPr>
        <p:spPr bwMode="auto">
          <a:xfrm flipH="1">
            <a:off x="2248502" y="3595231"/>
            <a:ext cx="500653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62345896" name="Freeform 54"/>
          <p:cNvSpPr/>
          <p:nvPr/>
        </p:nvSpPr>
        <p:spPr bwMode="auto">
          <a:xfrm>
            <a:off x="10269999" y="3175196"/>
            <a:ext cx="878400" cy="840069"/>
          </a:xfrm>
          <a:custGeom>
            <a:avLst/>
            <a:gdLst/>
            <a:ahLst/>
            <a:cxnLst/>
            <a:rect l="l" t="t" r="r" b="b"/>
            <a:pathLst>
              <a:path w="878401" h="840071" fill="norm" stroke="1" extrusionOk="0">
                <a:moveTo>
                  <a:pt x="0" y="0"/>
                </a:moveTo>
                <a:lnTo>
                  <a:pt x="878401" y="0"/>
                </a:lnTo>
                <a:lnTo>
                  <a:pt x="878401" y="840071"/>
                </a:lnTo>
                <a:lnTo>
                  <a:pt x="0" y="8400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4227573" name="Freeform 55"/>
          <p:cNvSpPr/>
          <p:nvPr/>
        </p:nvSpPr>
        <p:spPr bwMode="auto">
          <a:xfrm>
            <a:off x="10636448" y="3200730"/>
            <a:ext cx="145503" cy="145503"/>
          </a:xfrm>
          <a:custGeom>
            <a:avLst/>
            <a:gdLst/>
            <a:ahLst/>
            <a:cxnLst/>
            <a:rect l="l" t="t" r="r" b="b"/>
            <a:pathLst>
              <a:path w="145503" h="145503" fill="norm" stroke="1" extrusionOk="0">
                <a:moveTo>
                  <a:pt x="0" y="0"/>
                </a:moveTo>
                <a:lnTo>
                  <a:pt x="145503" y="0"/>
                </a:lnTo>
                <a:lnTo>
                  <a:pt x="145503" y="145503"/>
                </a:lnTo>
                <a:lnTo>
                  <a:pt x="0" y="1455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02077597" name="AutoShape 56"/>
          <p:cNvSpPr/>
          <p:nvPr/>
        </p:nvSpPr>
        <p:spPr bwMode="auto">
          <a:xfrm flipH="1">
            <a:off x="9769343" y="3595231"/>
            <a:ext cx="50065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13403812" name="TextBox 57"/>
          <p:cNvSpPr txBox="1"/>
          <p:nvPr/>
        </p:nvSpPr>
        <p:spPr bwMode="auto">
          <a:xfrm flipH="0" flipV="0">
            <a:off x="6312198" y="1430767"/>
            <a:ext cx="4977811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また彼らだろう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52965696" name="TextBox 58"/>
          <p:cNvSpPr txBox="1"/>
          <p:nvPr/>
        </p:nvSpPr>
        <p:spPr bwMode="auto">
          <a:xfrm>
            <a:off x="4585788" y="5033835"/>
            <a:ext cx="3283659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彼らはまだ私の顧客なのか？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9294840" name="Freeform 59"/>
          <p:cNvSpPr/>
          <p:nvPr/>
        </p:nvSpPr>
        <p:spPr bwMode="auto">
          <a:xfrm rot="-5306746" flipV="1">
            <a:off x="5591243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43667" name="TextBox 60"/>
          <p:cNvSpPr txBox="1"/>
          <p:nvPr/>
        </p:nvSpPr>
        <p:spPr bwMode="auto">
          <a:xfrm flipH="0" flipV="0">
            <a:off x="604296" y="5033835"/>
            <a:ext cx="3679642" cy="70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coinjoinは私の顧客のものではない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47873877" name="Freeform 61"/>
          <p:cNvSpPr/>
          <p:nvPr/>
        </p:nvSpPr>
        <p:spPr bwMode="auto">
          <a:xfrm rot="-5170268" flipV="1">
            <a:off x="999695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3582841" name=""/>
          <p:cNvPicPr>
            <a:picLocks noChangeAspect="1"/>
          </p:cNvPicPr>
          <p:nvPr/>
        </p:nvPicPr>
        <p:blipFill>
          <a:blip r:embed="rId3"/>
          <a:srcRect l="-26586" t="0" r="-24241" b="0"/>
          <a:stretch/>
        </p:blipFill>
        <p:spPr bwMode="auto">
          <a:xfrm flipH="0" flipV="0">
            <a:off x="2913321" y="1257949"/>
            <a:ext cx="5946321" cy="36499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638276" name="Freeform 27"/>
          <p:cNvSpPr/>
          <p:nvPr/>
        </p:nvSpPr>
        <p:spPr bwMode="auto">
          <a:xfrm rot="0" flipH="0" flipV="0">
            <a:off x="2106107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793991579" name="TextBox 28"/>
          <p:cNvSpPr txBox="1"/>
          <p:nvPr/>
        </p:nvSpPr>
        <p:spPr bwMode="auto">
          <a:xfrm rot="0" flipH="0" flipV="0">
            <a:off x="2106107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309833332" name="Freeform 30"/>
          <p:cNvSpPr/>
          <p:nvPr/>
        </p:nvSpPr>
        <p:spPr bwMode="auto">
          <a:xfrm rot="0" flipH="0" flipV="0">
            <a:off x="3539472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47480965" name="TextBox 31"/>
          <p:cNvSpPr txBox="1"/>
          <p:nvPr/>
        </p:nvSpPr>
        <p:spPr bwMode="auto">
          <a:xfrm rot="0" flipH="0" flipV="0">
            <a:off x="3539472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33121910" name="Freeform 33"/>
          <p:cNvSpPr/>
          <p:nvPr/>
        </p:nvSpPr>
        <p:spPr bwMode="auto">
          <a:xfrm rot="0" flipH="0" flipV="0">
            <a:off x="4972836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84510218" name="TextBox 34"/>
          <p:cNvSpPr txBox="1"/>
          <p:nvPr/>
        </p:nvSpPr>
        <p:spPr bwMode="auto">
          <a:xfrm rot="0" flipH="0" flipV="0">
            <a:off x="4972836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925918103" name="Freeform 36"/>
          <p:cNvSpPr/>
          <p:nvPr/>
        </p:nvSpPr>
        <p:spPr bwMode="auto">
          <a:xfrm rot="0" flipH="0" flipV="0">
            <a:off x="6405521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988964374" name="TextBox 37"/>
          <p:cNvSpPr txBox="1"/>
          <p:nvPr/>
        </p:nvSpPr>
        <p:spPr bwMode="auto">
          <a:xfrm rot="0" flipH="0" flipV="0">
            <a:off x="6405521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87374425" name="Freeform 39"/>
          <p:cNvSpPr/>
          <p:nvPr/>
        </p:nvSpPr>
        <p:spPr bwMode="auto">
          <a:xfrm rot="0" flipH="0" flipV="0">
            <a:off x="7838208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475623887" name="TextBox 40"/>
          <p:cNvSpPr txBox="1"/>
          <p:nvPr/>
        </p:nvSpPr>
        <p:spPr bwMode="auto">
          <a:xfrm rot="0" flipH="0" flipV="0">
            <a:off x="7838208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52868430" name="AutoShape 41"/>
          <p:cNvSpPr/>
          <p:nvPr/>
        </p:nvSpPr>
        <p:spPr bwMode="auto">
          <a:xfrm flipH="1">
            <a:off x="3061782" y="2546548"/>
            <a:ext cx="47768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922493" name="AutoShape 42"/>
          <p:cNvSpPr/>
          <p:nvPr/>
        </p:nvSpPr>
        <p:spPr bwMode="auto">
          <a:xfrm flipH="1">
            <a:off x="4495146" y="2546548"/>
            <a:ext cx="47768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073700" name="AutoShape 43"/>
          <p:cNvSpPr/>
          <p:nvPr/>
        </p:nvSpPr>
        <p:spPr bwMode="auto">
          <a:xfrm flipH="1">
            <a:off x="5928511" y="2546548"/>
            <a:ext cx="47700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378424" name="AutoShape 44"/>
          <p:cNvSpPr/>
          <p:nvPr/>
        </p:nvSpPr>
        <p:spPr bwMode="auto">
          <a:xfrm flipH="1">
            <a:off x="7361196" y="2546548"/>
            <a:ext cx="47700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860460" name="Freeform 45"/>
          <p:cNvSpPr/>
          <p:nvPr/>
        </p:nvSpPr>
        <p:spPr bwMode="auto">
          <a:xfrm>
            <a:off x="9270829" y="2146402"/>
            <a:ext cx="836806" cy="800291"/>
          </a:xfrm>
          <a:custGeom>
            <a:avLst/>
            <a:gdLst/>
            <a:ahLst/>
            <a:cxnLst/>
            <a:rect l="l" t="t" r="r" b="b"/>
            <a:pathLst>
              <a:path w="836808" h="800293" fill="norm" stroke="1" extrusionOk="0">
                <a:moveTo>
                  <a:pt x="0" y="0"/>
                </a:moveTo>
                <a:lnTo>
                  <a:pt x="836808" y="0"/>
                </a:lnTo>
                <a:lnTo>
                  <a:pt x="836808" y="800292"/>
                </a:lnTo>
                <a:lnTo>
                  <a:pt x="0" y="8002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831715" name="Freeform 46"/>
          <p:cNvSpPr/>
          <p:nvPr/>
        </p:nvSpPr>
        <p:spPr bwMode="auto">
          <a:xfrm>
            <a:off x="9619926" y="2170726"/>
            <a:ext cx="138611" cy="138611"/>
          </a:xfrm>
          <a:custGeom>
            <a:avLst/>
            <a:gdLst/>
            <a:ahLst/>
            <a:cxnLst/>
            <a:rect l="l" t="t" r="r" b="b"/>
            <a:pathLst>
              <a:path w="138613" h="138613" fill="norm" stroke="1" extrusionOk="0">
                <a:moveTo>
                  <a:pt x="0" y="0"/>
                </a:moveTo>
                <a:lnTo>
                  <a:pt x="138613" y="0"/>
                </a:lnTo>
                <a:lnTo>
                  <a:pt x="138613" y="138613"/>
                </a:lnTo>
                <a:lnTo>
                  <a:pt x="0" y="138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887170" name="AutoShape 47"/>
          <p:cNvSpPr/>
          <p:nvPr/>
        </p:nvSpPr>
        <p:spPr bwMode="auto">
          <a:xfrm flipH="1">
            <a:off x="8793882" y="2546548"/>
            <a:ext cx="476946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159083" name="AutoShape 48"/>
          <p:cNvSpPr/>
          <p:nvPr/>
        </p:nvSpPr>
        <p:spPr bwMode="auto">
          <a:xfrm flipH="1">
            <a:off x="445674" y="4643524"/>
            <a:ext cx="9335997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297343" name="Freeform 50"/>
          <p:cNvSpPr/>
          <p:nvPr/>
        </p:nvSpPr>
        <p:spPr bwMode="auto">
          <a:xfrm rot="0" flipH="0" flipV="0">
            <a:off x="1186230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9725136" name="TextBox 51"/>
          <p:cNvSpPr txBox="1"/>
          <p:nvPr/>
        </p:nvSpPr>
        <p:spPr bwMode="auto">
          <a:xfrm rot="0" flipH="0" flipV="0">
            <a:off x="1186230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6561007" name="Freeform 53"/>
          <p:cNvSpPr/>
          <p:nvPr/>
        </p:nvSpPr>
        <p:spPr bwMode="auto">
          <a:xfrm rot="0" flipH="0" flipV="0">
            <a:off x="2619595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92388330" name="TextBox 54"/>
          <p:cNvSpPr txBox="1"/>
          <p:nvPr/>
        </p:nvSpPr>
        <p:spPr bwMode="auto">
          <a:xfrm rot="0" flipH="0" flipV="0">
            <a:off x="2619595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4714158" name="Freeform 56"/>
          <p:cNvSpPr/>
          <p:nvPr/>
        </p:nvSpPr>
        <p:spPr bwMode="auto">
          <a:xfrm rot="0" flipH="0" flipV="0">
            <a:off x="4052010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37530662" name="TextBox 57"/>
          <p:cNvSpPr txBox="1"/>
          <p:nvPr/>
        </p:nvSpPr>
        <p:spPr bwMode="auto">
          <a:xfrm rot="0" flipH="0" flipV="0">
            <a:off x="4052010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8154165" name="Freeform 59"/>
          <p:cNvSpPr/>
          <p:nvPr/>
        </p:nvSpPr>
        <p:spPr bwMode="auto">
          <a:xfrm rot="0" flipH="0" flipV="0">
            <a:off x="5484425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2877550" name="TextBox 60"/>
          <p:cNvSpPr txBox="1"/>
          <p:nvPr/>
        </p:nvSpPr>
        <p:spPr bwMode="auto">
          <a:xfrm rot="0" flipH="0" flipV="0">
            <a:off x="5484425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24734435" name="Freeform 62"/>
          <p:cNvSpPr/>
          <p:nvPr/>
        </p:nvSpPr>
        <p:spPr bwMode="auto">
          <a:xfrm rot="0" flipH="0" flipV="0">
            <a:off x="6916842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08120249" name="TextBox 63"/>
          <p:cNvSpPr txBox="1"/>
          <p:nvPr/>
        </p:nvSpPr>
        <p:spPr bwMode="auto">
          <a:xfrm rot="0" flipH="0" flipV="0">
            <a:off x="6916842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4806215" name="Freeform 65"/>
          <p:cNvSpPr/>
          <p:nvPr/>
        </p:nvSpPr>
        <p:spPr bwMode="auto">
          <a:xfrm rot="0" flipH="0" flipV="0">
            <a:off x="8349256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24653963" name="TextBox 66"/>
          <p:cNvSpPr txBox="1"/>
          <p:nvPr/>
        </p:nvSpPr>
        <p:spPr bwMode="auto">
          <a:xfrm rot="0" flipH="0" flipV="0">
            <a:off x="8349256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84469883" name="Freeform 68"/>
          <p:cNvSpPr/>
          <p:nvPr/>
        </p:nvSpPr>
        <p:spPr bwMode="auto">
          <a:xfrm rot="0" flipH="0" flipV="0">
            <a:off x="9781672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80654962" name="TextBox 69"/>
          <p:cNvSpPr txBox="1"/>
          <p:nvPr/>
        </p:nvSpPr>
        <p:spPr bwMode="auto">
          <a:xfrm rot="0" flipH="0" flipV="0">
            <a:off x="9781672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81864866" name="AutoShape 70"/>
          <p:cNvSpPr/>
          <p:nvPr/>
        </p:nvSpPr>
        <p:spPr bwMode="auto">
          <a:xfrm flipH="1" flipV="1">
            <a:off x="11018198" y="4643524"/>
            <a:ext cx="281187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1955012" name="AutoShape 71"/>
          <p:cNvSpPr/>
          <p:nvPr/>
        </p:nvSpPr>
        <p:spPr bwMode="auto">
          <a:xfrm flipH="1" flipV="1">
            <a:off x="2760888" y="2946693"/>
            <a:ext cx="476968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253967" name="AutoShape 72"/>
          <p:cNvSpPr/>
          <p:nvPr/>
        </p:nvSpPr>
        <p:spPr bwMode="auto">
          <a:xfrm flipH="1" flipV="1">
            <a:off x="4193996" y="2946693"/>
            <a:ext cx="476275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1496222" name="AutoShape 73"/>
          <p:cNvSpPr/>
          <p:nvPr/>
        </p:nvSpPr>
        <p:spPr bwMode="auto">
          <a:xfrm flipH="1" flipV="1">
            <a:off x="5627104" y="2946693"/>
            <a:ext cx="475583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3444046" name="AutoShape 74"/>
          <p:cNvSpPr/>
          <p:nvPr/>
        </p:nvSpPr>
        <p:spPr bwMode="auto">
          <a:xfrm flipH="1" flipV="1">
            <a:off x="7059717" y="2946693"/>
            <a:ext cx="475389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54221" name="AutoShape 75"/>
          <p:cNvSpPr/>
          <p:nvPr/>
        </p:nvSpPr>
        <p:spPr bwMode="auto">
          <a:xfrm flipH="1" flipV="1">
            <a:off x="8492328" y="2946693"/>
            <a:ext cx="475191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83708" name="Freeform 27"/>
          <p:cNvSpPr/>
          <p:nvPr/>
        </p:nvSpPr>
        <p:spPr bwMode="auto">
          <a:xfrm rot="0" flipH="0" flipV="0">
            <a:off x="2182658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2453300" name="TextBox 28"/>
          <p:cNvSpPr txBox="1"/>
          <p:nvPr/>
        </p:nvSpPr>
        <p:spPr bwMode="auto">
          <a:xfrm rot="0" flipH="0" flipV="0">
            <a:off x="2182658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37315734" name="Freeform 30"/>
          <p:cNvSpPr/>
          <p:nvPr/>
        </p:nvSpPr>
        <p:spPr bwMode="auto">
          <a:xfrm rot="0" flipH="0" flipV="0">
            <a:off x="3615210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22984228" name="TextBox 31"/>
          <p:cNvSpPr txBox="1"/>
          <p:nvPr/>
        </p:nvSpPr>
        <p:spPr bwMode="auto">
          <a:xfrm rot="0" flipH="0" flipV="0">
            <a:off x="3615210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75315652" name="Freeform 33"/>
          <p:cNvSpPr/>
          <p:nvPr/>
        </p:nvSpPr>
        <p:spPr bwMode="auto">
          <a:xfrm rot="0" flipH="0" flipV="0">
            <a:off x="5047761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311578427" name="TextBox 34"/>
          <p:cNvSpPr txBox="1"/>
          <p:nvPr/>
        </p:nvSpPr>
        <p:spPr bwMode="auto">
          <a:xfrm rot="0" flipH="0" flipV="0">
            <a:off x="5047761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27909105" name="Freeform 36"/>
          <p:cNvSpPr/>
          <p:nvPr/>
        </p:nvSpPr>
        <p:spPr bwMode="auto">
          <a:xfrm rot="0" flipH="0" flipV="0">
            <a:off x="6479633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04992073" name="TextBox 37"/>
          <p:cNvSpPr txBox="1"/>
          <p:nvPr/>
        </p:nvSpPr>
        <p:spPr bwMode="auto">
          <a:xfrm rot="0" flipH="0" flipV="0">
            <a:off x="6479633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78583806" name="Freeform 39"/>
          <p:cNvSpPr/>
          <p:nvPr/>
        </p:nvSpPr>
        <p:spPr bwMode="auto">
          <a:xfrm rot="0" flipH="0" flipV="0">
            <a:off x="7911505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099721969" name="TextBox 40"/>
          <p:cNvSpPr txBox="1"/>
          <p:nvPr/>
        </p:nvSpPr>
        <p:spPr bwMode="auto">
          <a:xfrm rot="0" flipH="0" flipV="0">
            <a:off x="7911505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82094406" name="AutoShape 41"/>
          <p:cNvSpPr/>
          <p:nvPr/>
        </p:nvSpPr>
        <p:spPr bwMode="auto">
          <a:xfrm flipH="1">
            <a:off x="3137790" y="2451956"/>
            <a:ext cx="47741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752210" name="AutoShape 42"/>
          <p:cNvSpPr/>
          <p:nvPr/>
        </p:nvSpPr>
        <p:spPr bwMode="auto">
          <a:xfrm flipH="1">
            <a:off x="4570342" y="2451956"/>
            <a:ext cx="47741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7390479" name="AutoShape 43"/>
          <p:cNvSpPr/>
          <p:nvPr/>
        </p:nvSpPr>
        <p:spPr bwMode="auto">
          <a:xfrm flipH="1">
            <a:off x="6002894" y="2451956"/>
            <a:ext cx="47673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0658544" name="AutoShape 44"/>
          <p:cNvSpPr/>
          <p:nvPr/>
        </p:nvSpPr>
        <p:spPr bwMode="auto">
          <a:xfrm flipH="1">
            <a:off x="7434765" y="2451956"/>
            <a:ext cx="47673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719349" name="Freeform 45"/>
          <p:cNvSpPr/>
          <p:nvPr/>
        </p:nvSpPr>
        <p:spPr bwMode="auto">
          <a:xfrm>
            <a:off x="9343316" y="2052034"/>
            <a:ext cx="836331" cy="799839"/>
          </a:xfrm>
          <a:custGeom>
            <a:avLst/>
            <a:gdLst/>
            <a:ahLst/>
            <a:cxnLst/>
            <a:rect l="l" t="t" r="r" b="b"/>
            <a:pathLst>
              <a:path w="836333" h="799839" fill="norm" stroke="1" extrusionOk="0">
                <a:moveTo>
                  <a:pt x="0" y="0"/>
                </a:moveTo>
                <a:lnTo>
                  <a:pt x="836333" y="0"/>
                </a:lnTo>
                <a:lnTo>
                  <a:pt x="836333" y="799839"/>
                </a:lnTo>
                <a:lnTo>
                  <a:pt x="0" y="799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805610" name="Freeform 46"/>
          <p:cNvSpPr/>
          <p:nvPr/>
        </p:nvSpPr>
        <p:spPr bwMode="auto">
          <a:xfrm>
            <a:off x="9692215" y="2076347"/>
            <a:ext cx="138532" cy="138532"/>
          </a:xfrm>
          <a:custGeom>
            <a:avLst/>
            <a:gdLst/>
            <a:ahLst/>
            <a:cxnLst/>
            <a:rect l="l" t="t" r="r" b="b"/>
            <a:pathLst>
              <a:path w="138534" h="138534" fill="norm" stroke="1" extrusionOk="0">
                <a:moveTo>
                  <a:pt x="0" y="0"/>
                </a:moveTo>
                <a:lnTo>
                  <a:pt x="138534" y="0"/>
                </a:lnTo>
                <a:lnTo>
                  <a:pt x="138534" y="138534"/>
                </a:lnTo>
                <a:lnTo>
                  <a:pt x="0" y="138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838503" name="AutoShape 47"/>
          <p:cNvSpPr/>
          <p:nvPr/>
        </p:nvSpPr>
        <p:spPr bwMode="auto">
          <a:xfrm flipH="1">
            <a:off x="8866636" y="2451956"/>
            <a:ext cx="47667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12315" name="Freeform 50"/>
          <p:cNvSpPr/>
          <p:nvPr/>
        </p:nvSpPr>
        <p:spPr bwMode="auto">
          <a:xfrm rot="0" flipH="0" flipV="0">
            <a:off x="1263302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92413108" name="TextBox 51"/>
          <p:cNvSpPr txBox="1"/>
          <p:nvPr/>
        </p:nvSpPr>
        <p:spPr bwMode="auto">
          <a:xfrm rot="0" flipH="0" flipV="0">
            <a:off x="1263302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2438931" name="Freeform 53"/>
          <p:cNvSpPr/>
          <p:nvPr/>
        </p:nvSpPr>
        <p:spPr bwMode="auto">
          <a:xfrm rot="0" flipH="0" flipV="0">
            <a:off x="2695854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55265342" name="TextBox 54"/>
          <p:cNvSpPr txBox="1"/>
          <p:nvPr/>
        </p:nvSpPr>
        <p:spPr bwMode="auto">
          <a:xfrm rot="0" flipH="0" flipV="0">
            <a:off x="2695854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90292979" name="Freeform 56"/>
          <p:cNvSpPr/>
          <p:nvPr/>
        </p:nvSpPr>
        <p:spPr bwMode="auto">
          <a:xfrm rot="0" flipH="0" flipV="0">
            <a:off x="4127457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3143045" name="TextBox 57"/>
          <p:cNvSpPr txBox="1"/>
          <p:nvPr/>
        </p:nvSpPr>
        <p:spPr bwMode="auto">
          <a:xfrm rot="0" flipH="0" flipV="0">
            <a:off x="4127457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59367672" name="Freeform 59"/>
          <p:cNvSpPr/>
          <p:nvPr/>
        </p:nvSpPr>
        <p:spPr bwMode="auto">
          <a:xfrm rot="0" flipH="0" flipV="0">
            <a:off x="5559060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91490333" name="TextBox 60"/>
          <p:cNvSpPr txBox="1"/>
          <p:nvPr/>
        </p:nvSpPr>
        <p:spPr bwMode="auto">
          <a:xfrm rot="0" flipH="0" flipV="0">
            <a:off x="5559060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2226547" name="Freeform 62"/>
          <p:cNvSpPr/>
          <p:nvPr/>
        </p:nvSpPr>
        <p:spPr bwMode="auto">
          <a:xfrm rot="0" flipH="0" flipV="0">
            <a:off x="6990662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51132088" name="TextBox 63"/>
          <p:cNvSpPr txBox="1"/>
          <p:nvPr/>
        </p:nvSpPr>
        <p:spPr bwMode="auto">
          <a:xfrm rot="0" flipH="0" flipV="0">
            <a:off x="6990662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42033122" name="Freeform 65"/>
          <p:cNvSpPr/>
          <p:nvPr/>
        </p:nvSpPr>
        <p:spPr bwMode="auto">
          <a:xfrm rot="0" flipH="0" flipV="0">
            <a:off x="8422265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244995971" name="TextBox 66"/>
          <p:cNvSpPr txBox="1"/>
          <p:nvPr/>
        </p:nvSpPr>
        <p:spPr bwMode="auto">
          <a:xfrm rot="0" flipH="0" flipV="0">
            <a:off x="8422265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9234830" name="Freeform 68"/>
          <p:cNvSpPr/>
          <p:nvPr/>
        </p:nvSpPr>
        <p:spPr bwMode="auto">
          <a:xfrm rot="0" flipH="0" flipV="0">
            <a:off x="9853868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91548483" name="TextBox 69"/>
          <p:cNvSpPr txBox="1"/>
          <p:nvPr/>
        </p:nvSpPr>
        <p:spPr bwMode="auto">
          <a:xfrm rot="0" flipH="0" flipV="0">
            <a:off x="9853868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3263169" name="AutoShape 70"/>
          <p:cNvSpPr/>
          <p:nvPr/>
        </p:nvSpPr>
        <p:spPr bwMode="auto">
          <a:xfrm flipH="1" flipV="1">
            <a:off x="11089694" y="4547741"/>
            <a:ext cx="281027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524887" name="AutoShape 71"/>
          <p:cNvSpPr/>
          <p:nvPr/>
        </p:nvSpPr>
        <p:spPr bwMode="auto">
          <a:xfrm flipH="1" flipV="1">
            <a:off x="3137790" y="2652656"/>
            <a:ext cx="3039183" cy="127724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043089" name="AutoShape 72"/>
          <p:cNvSpPr/>
          <p:nvPr/>
        </p:nvSpPr>
        <p:spPr bwMode="auto">
          <a:xfrm flipH="1" flipV="1">
            <a:off x="4537966" y="2767646"/>
            <a:ext cx="1639004" cy="116225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483109" name="AutoShape 73"/>
          <p:cNvSpPr/>
          <p:nvPr/>
        </p:nvSpPr>
        <p:spPr bwMode="auto">
          <a:xfrm flipH="1" flipV="1">
            <a:off x="5701657" y="2851872"/>
            <a:ext cx="475314" cy="107802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957736" name="AutoShape 74"/>
          <p:cNvSpPr/>
          <p:nvPr/>
        </p:nvSpPr>
        <p:spPr bwMode="auto">
          <a:xfrm flipV="1">
            <a:off x="6176973" y="2851872"/>
            <a:ext cx="569102" cy="107802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196969" name="AutoShape 75"/>
          <p:cNvSpPr/>
          <p:nvPr/>
        </p:nvSpPr>
        <p:spPr bwMode="auto">
          <a:xfrm flipV="1">
            <a:off x="6176973" y="2754723"/>
            <a:ext cx="1758933" cy="1175174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535044" name="Freeform 26"/>
          <p:cNvSpPr/>
          <p:nvPr/>
        </p:nvSpPr>
        <p:spPr bwMode="auto">
          <a:xfrm>
            <a:off x="9060317" y="2929073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5325073" name="Freeform 27"/>
          <p:cNvSpPr/>
          <p:nvPr/>
        </p:nvSpPr>
        <p:spPr bwMode="auto">
          <a:xfrm>
            <a:off x="1185150" y="2929073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4890744" name="AutoShape 28"/>
          <p:cNvSpPr/>
          <p:nvPr/>
        </p:nvSpPr>
        <p:spPr bwMode="auto">
          <a:xfrm>
            <a:off x="2968196" y="3469024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069965" name="AutoShape 29"/>
          <p:cNvSpPr/>
          <p:nvPr/>
        </p:nvSpPr>
        <p:spPr bwMode="auto">
          <a:xfrm flipH="1">
            <a:off x="2968196" y="3962906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592794" name="Freeform 30"/>
          <p:cNvSpPr/>
          <p:nvPr/>
        </p:nvSpPr>
        <p:spPr bwMode="auto">
          <a:xfrm>
            <a:off x="5456978" y="2546263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07577" name="Freeform 31"/>
          <p:cNvSpPr/>
          <p:nvPr/>
        </p:nvSpPr>
        <p:spPr bwMode="auto">
          <a:xfrm>
            <a:off x="5456978" y="412004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171247" name="Freeform 26"/>
          <p:cNvSpPr/>
          <p:nvPr/>
        </p:nvSpPr>
        <p:spPr bwMode="auto">
          <a:xfrm>
            <a:off x="9380554" y="2949909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993185" name="AutoShape 27"/>
          <p:cNvSpPr/>
          <p:nvPr/>
        </p:nvSpPr>
        <p:spPr bwMode="auto">
          <a:xfrm>
            <a:off x="3288433" y="3489860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562688" name="AutoShape 28"/>
          <p:cNvSpPr/>
          <p:nvPr/>
        </p:nvSpPr>
        <p:spPr bwMode="auto">
          <a:xfrm flipH="1" flipV="1">
            <a:off x="3288433" y="3983742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737799" name="Freeform 29"/>
          <p:cNvSpPr/>
          <p:nvPr/>
        </p:nvSpPr>
        <p:spPr bwMode="auto">
          <a:xfrm>
            <a:off x="5777215" y="2567098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816590" name="Freeform 30"/>
          <p:cNvSpPr/>
          <p:nvPr/>
        </p:nvSpPr>
        <p:spPr bwMode="auto">
          <a:xfrm>
            <a:off x="5777215" y="4140883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0090457" name="Freeform 31"/>
          <p:cNvSpPr/>
          <p:nvPr/>
        </p:nvSpPr>
        <p:spPr bwMode="auto">
          <a:xfrm>
            <a:off x="4977685" y="2567098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849" name="Freeform 32"/>
          <p:cNvSpPr/>
          <p:nvPr/>
        </p:nvSpPr>
        <p:spPr bwMode="auto">
          <a:xfrm>
            <a:off x="6765652" y="4140883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49" y="0"/>
                </a:lnTo>
                <a:lnTo>
                  <a:pt x="576049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587586" name="TextBox 33"/>
          <p:cNvSpPr txBox="1"/>
          <p:nvPr/>
        </p:nvSpPr>
        <p:spPr bwMode="auto">
          <a:xfrm>
            <a:off x="4691191" y="2637489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92674073" name="TextBox 34"/>
          <p:cNvSpPr txBox="1"/>
          <p:nvPr/>
        </p:nvSpPr>
        <p:spPr bwMode="auto">
          <a:xfrm>
            <a:off x="7344084" y="4211274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83857949" name="Freeform 35"/>
          <p:cNvSpPr/>
          <p:nvPr/>
        </p:nvSpPr>
        <p:spPr bwMode="auto">
          <a:xfrm>
            <a:off x="1501896" y="2949909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91208" name="Freeform 26"/>
          <p:cNvSpPr/>
          <p:nvPr/>
        </p:nvSpPr>
        <p:spPr bwMode="auto">
          <a:xfrm>
            <a:off x="9655758" y="3259471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261598" name="AutoShape 27"/>
          <p:cNvSpPr/>
          <p:nvPr/>
        </p:nvSpPr>
        <p:spPr bwMode="auto">
          <a:xfrm>
            <a:off x="3563637" y="3799422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839861" name="AutoShape 28"/>
          <p:cNvSpPr/>
          <p:nvPr/>
        </p:nvSpPr>
        <p:spPr bwMode="auto">
          <a:xfrm flipH="1" flipV="1">
            <a:off x="3563637" y="4293304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099905" name="Freeform 29"/>
          <p:cNvSpPr/>
          <p:nvPr/>
        </p:nvSpPr>
        <p:spPr bwMode="auto">
          <a:xfrm>
            <a:off x="6052420" y="287666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210001" name="Freeform 30"/>
          <p:cNvSpPr/>
          <p:nvPr/>
        </p:nvSpPr>
        <p:spPr bwMode="auto">
          <a:xfrm>
            <a:off x="6052420" y="445044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057479" name="Freeform 31"/>
          <p:cNvSpPr/>
          <p:nvPr/>
        </p:nvSpPr>
        <p:spPr bwMode="auto">
          <a:xfrm>
            <a:off x="5252891" y="2876661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035349" name="Freeform 32"/>
          <p:cNvSpPr/>
          <p:nvPr/>
        </p:nvSpPr>
        <p:spPr bwMode="auto">
          <a:xfrm>
            <a:off x="7040858" y="4450445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5354283" name="Freeform 33"/>
          <p:cNvSpPr/>
          <p:nvPr/>
        </p:nvSpPr>
        <p:spPr bwMode="auto">
          <a:xfrm>
            <a:off x="1834151" y="3259471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1" y="0"/>
                </a:lnTo>
                <a:lnTo>
                  <a:pt x="137706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907447" name="Freeform 34"/>
          <p:cNvSpPr/>
          <p:nvPr/>
        </p:nvSpPr>
        <p:spPr bwMode="auto">
          <a:xfrm>
            <a:off x="1039026" y="3663553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566107" name="TextBox 35"/>
          <p:cNvSpPr txBox="1"/>
          <p:nvPr/>
        </p:nvSpPr>
        <p:spPr bwMode="auto">
          <a:xfrm>
            <a:off x="4966396" y="2947050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637981077" name="TextBox 36"/>
          <p:cNvSpPr txBox="1"/>
          <p:nvPr/>
        </p:nvSpPr>
        <p:spPr bwMode="auto">
          <a:xfrm>
            <a:off x="7619288" y="4520836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950048978" name="TextBox 37"/>
          <p:cNvSpPr txBox="1"/>
          <p:nvPr/>
        </p:nvSpPr>
        <p:spPr bwMode="auto">
          <a:xfrm>
            <a:off x="738536" y="3733943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532734" name="Freeform 26"/>
          <p:cNvSpPr/>
          <p:nvPr/>
        </p:nvSpPr>
        <p:spPr bwMode="auto">
          <a:xfrm>
            <a:off x="9054373" y="281208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084249" name="AutoShape 27"/>
          <p:cNvSpPr/>
          <p:nvPr/>
        </p:nvSpPr>
        <p:spPr bwMode="auto">
          <a:xfrm flipV="1">
            <a:off x="2962252" y="3352033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6556208" name="AutoShape 28"/>
          <p:cNvSpPr/>
          <p:nvPr/>
        </p:nvSpPr>
        <p:spPr bwMode="auto">
          <a:xfrm flipH="1">
            <a:off x="2962252" y="384591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99721" name="Freeform 29"/>
          <p:cNvSpPr/>
          <p:nvPr/>
        </p:nvSpPr>
        <p:spPr bwMode="auto">
          <a:xfrm>
            <a:off x="5451034" y="400305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08624" name="Freeform 30"/>
          <p:cNvSpPr/>
          <p:nvPr/>
        </p:nvSpPr>
        <p:spPr bwMode="auto">
          <a:xfrm>
            <a:off x="6439472" y="400305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5247168" name="Freeform 31"/>
          <p:cNvSpPr/>
          <p:nvPr/>
        </p:nvSpPr>
        <p:spPr bwMode="auto">
          <a:xfrm>
            <a:off x="1232765" y="2812082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2" y="0"/>
                </a:lnTo>
                <a:lnTo>
                  <a:pt x="1377062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7873212" name="Freeform 32"/>
          <p:cNvSpPr/>
          <p:nvPr/>
        </p:nvSpPr>
        <p:spPr bwMode="auto">
          <a:xfrm>
            <a:off x="5360941" y="2945346"/>
            <a:ext cx="945804" cy="776742"/>
          </a:xfrm>
          <a:custGeom>
            <a:avLst/>
            <a:gdLst/>
            <a:ahLst/>
            <a:cxnLst/>
            <a:rect l="l" t="t" r="r" b="b"/>
            <a:pathLst>
              <a:path w="945807" h="776744" fill="norm" stroke="1" extrusionOk="0">
                <a:moveTo>
                  <a:pt x="0" y="0"/>
                </a:moveTo>
                <a:lnTo>
                  <a:pt x="945807" y="0"/>
                </a:lnTo>
                <a:lnTo>
                  <a:pt x="945807" y="776744"/>
                </a:lnTo>
                <a:lnTo>
                  <a:pt x="0" y="7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814880" name="TextBox 33"/>
          <p:cNvSpPr txBox="1"/>
          <p:nvPr/>
        </p:nvSpPr>
        <p:spPr bwMode="auto">
          <a:xfrm>
            <a:off x="7017904" y="4073447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687073" name="Freeform 26"/>
          <p:cNvSpPr/>
          <p:nvPr/>
        </p:nvSpPr>
        <p:spPr bwMode="auto">
          <a:xfrm>
            <a:off x="9188309" y="3065186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444328" name="Freeform 27"/>
          <p:cNvSpPr/>
          <p:nvPr/>
        </p:nvSpPr>
        <p:spPr bwMode="auto">
          <a:xfrm>
            <a:off x="1313141" y="3065186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709589" name="AutoShape 28"/>
          <p:cNvSpPr/>
          <p:nvPr/>
        </p:nvSpPr>
        <p:spPr bwMode="auto">
          <a:xfrm flipV="1">
            <a:off x="3096189" y="360513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1992572" name="AutoShape 29"/>
          <p:cNvSpPr/>
          <p:nvPr/>
        </p:nvSpPr>
        <p:spPr bwMode="auto">
          <a:xfrm flipH="1" flipV="1">
            <a:off x="3096189" y="4099019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733464" name="Freeform 30"/>
          <p:cNvSpPr/>
          <p:nvPr/>
        </p:nvSpPr>
        <p:spPr bwMode="auto">
          <a:xfrm>
            <a:off x="5584970" y="268237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7427173" name="Freeform 31"/>
          <p:cNvSpPr/>
          <p:nvPr/>
        </p:nvSpPr>
        <p:spPr bwMode="auto">
          <a:xfrm>
            <a:off x="5621082" y="4270469"/>
            <a:ext cx="693396" cy="693396"/>
          </a:xfrm>
          <a:custGeom>
            <a:avLst/>
            <a:gdLst/>
            <a:ahLst/>
            <a:cxnLst/>
            <a:rect l="l" t="t" r="r" b="b"/>
            <a:pathLst>
              <a:path w="693398" h="693398" fill="norm" stroke="1" extrusionOk="0">
                <a:moveTo>
                  <a:pt x="0" y="0"/>
                </a:moveTo>
                <a:lnTo>
                  <a:pt x="693398" y="0"/>
                </a:lnTo>
                <a:lnTo>
                  <a:pt x="693398" y="693398"/>
                </a:lnTo>
                <a:lnTo>
                  <a:pt x="0" y="693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744588" name="Freeform 26"/>
          <p:cNvSpPr/>
          <p:nvPr/>
        </p:nvSpPr>
        <p:spPr bwMode="auto">
          <a:xfrm>
            <a:off x="9018281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10729" name="Freeform 27"/>
          <p:cNvSpPr/>
          <p:nvPr/>
        </p:nvSpPr>
        <p:spPr bwMode="auto">
          <a:xfrm>
            <a:off x="1922812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924589" name="AutoShape 28"/>
          <p:cNvSpPr/>
          <p:nvPr/>
        </p:nvSpPr>
        <p:spPr bwMode="auto">
          <a:xfrm flipV="1">
            <a:off x="3529324" y="1364936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946149" name="AutoShape 29"/>
          <p:cNvSpPr/>
          <p:nvPr/>
        </p:nvSpPr>
        <p:spPr bwMode="auto">
          <a:xfrm flipH="1" flipV="1">
            <a:off x="3529324" y="1809919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734564" name="Freeform 30"/>
          <p:cNvSpPr/>
          <p:nvPr/>
        </p:nvSpPr>
        <p:spPr bwMode="auto">
          <a:xfrm>
            <a:off x="5771700" y="533534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9"/>
                </a:lnTo>
                <a:lnTo>
                  <a:pt x="0" y="689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505417" name="Freeform 31"/>
          <p:cNvSpPr/>
          <p:nvPr/>
        </p:nvSpPr>
        <p:spPr bwMode="auto">
          <a:xfrm>
            <a:off x="5804235" y="1964395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193415" name="Freeform 32"/>
          <p:cNvSpPr/>
          <p:nvPr/>
        </p:nvSpPr>
        <p:spPr bwMode="auto">
          <a:xfrm>
            <a:off x="9018281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755084" name="Freeform 33"/>
          <p:cNvSpPr/>
          <p:nvPr/>
        </p:nvSpPr>
        <p:spPr bwMode="auto">
          <a:xfrm>
            <a:off x="1922812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36135" name="AutoShape 34"/>
          <p:cNvSpPr/>
          <p:nvPr/>
        </p:nvSpPr>
        <p:spPr bwMode="auto">
          <a:xfrm>
            <a:off x="3529324" y="5114314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594426" name="AutoShape 35"/>
          <p:cNvSpPr/>
          <p:nvPr/>
        </p:nvSpPr>
        <p:spPr bwMode="auto">
          <a:xfrm flipH="1">
            <a:off x="3529324" y="5559298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018564" name="Freeform 36"/>
          <p:cNvSpPr/>
          <p:nvPr/>
        </p:nvSpPr>
        <p:spPr bwMode="auto">
          <a:xfrm>
            <a:off x="5771700" y="5696610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8"/>
                </a:lnTo>
                <a:lnTo>
                  <a:pt x="0" y="6898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393983" name="Freeform 37"/>
          <p:cNvSpPr/>
          <p:nvPr/>
        </p:nvSpPr>
        <p:spPr bwMode="auto">
          <a:xfrm>
            <a:off x="5804235" y="4330820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716607" name="Freeform 38"/>
          <p:cNvSpPr/>
          <p:nvPr/>
        </p:nvSpPr>
        <p:spPr bwMode="auto">
          <a:xfrm>
            <a:off x="5899286" y="3112641"/>
            <a:ext cx="434646" cy="746172"/>
          </a:xfrm>
          <a:custGeom>
            <a:avLst/>
            <a:gdLst/>
            <a:ahLst/>
            <a:cxnLst/>
            <a:rect l="l" t="t" r="r" b="b"/>
            <a:pathLst>
              <a:path w="434646" h="746173" fill="norm" stroke="1" extrusionOk="0">
                <a:moveTo>
                  <a:pt x="0" y="0"/>
                </a:moveTo>
                <a:lnTo>
                  <a:pt x="434645" y="0"/>
                </a:lnTo>
                <a:lnTo>
                  <a:pt x="434645" y="746173"/>
                </a:lnTo>
                <a:lnTo>
                  <a:pt x="0" y="7461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650689" name="TextBox 39"/>
          <p:cNvSpPr txBox="1"/>
          <p:nvPr/>
        </p:nvSpPr>
        <p:spPr bwMode="auto">
          <a:xfrm>
            <a:off x="2439810" y="953371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582770025" name="TextBox 40"/>
          <p:cNvSpPr txBox="1"/>
          <p:nvPr/>
        </p:nvSpPr>
        <p:spPr bwMode="auto">
          <a:xfrm>
            <a:off x="9544925" y="953371"/>
            <a:ext cx="254556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29318727" name="TextBox 41"/>
          <p:cNvSpPr txBox="1"/>
          <p:nvPr/>
        </p:nvSpPr>
        <p:spPr bwMode="auto">
          <a:xfrm>
            <a:off x="9537827" y="4702749"/>
            <a:ext cx="253752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C</a:t>
            </a:r>
            <a:endParaRPr/>
          </a:p>
        </p:txBody>
      </p:sp>
      <p:sp>
        <p:nvSpPr>
          <p:cNvPr id="1045247128" name="TextBox 42"/>
          <p:cNvSpPr txBox="1"/>
          <p:nvPr/>
        </p:nvSpPr>
        <p:spPr bwMode="auto">
          <a:xfrm>
            <a:off x="2439810" y="4702749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7671773" name="Freeform 26"/>
          <p:cNvSpPr/>
          <p:nvPr/>
        </p:nvSpPr>
        <p:spPr bwMode="auto">
          <a:xfrm>
            <a:off x="1125198" y="28691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43873" name="AutoShape 27"/>
          <p:cNvSpPr/>
          <p:nvPr/>
        </p:nvSpPr>
        <p:spPr bwMode="auto">
          <a:xfrm>
            <a:off x="1890818" y="3279983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571408" name="Freeform 28"/>
          <p:cNvSpPr/>
          <p:nvPr/>
        </p:nvSpPr>
        <p:spPr bwMode="auto">
          <a:xfrm>
            <a:off x="3630704" y="30525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75873" name="Freeform 29"/>
          <p:cNvSpPr/>
          <p:nvPr/>
        </p:nvSpPr>
        <p:spPr bwMode="auto">
          <a:xfrm>
            <a:off x="3147940" y="43904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784575" name="AutoShape 30"/>
          <p:cNvSpPr/>
          <p:nvPr/>
        </p:nvSpPr>
        <p:spPr bwMode="auto">
          <a:xfrm flipH="1">
            <a:off x="3668882" y="3818139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45620" name="AutoShape 31"/>
          <p:cNvSpPr/>
          <p:nvPr/>
        </p:nvSpPr>
        <p:spPr bwMode="auto">
          <a:xfrm flipH="1">
            <a:off x="2526739" y="4833770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485715" name="Freeform 32"/>
          <p:cNvSpPr/>
          <p:nvPr/>
        </p:nvSpPr>
        <p:spPr bwMode="auto">
          <a:xfrm>
            <a:off x="2075169" y="4741931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455792" name="AutoShape 33"/>
          <p:cNvSpPr/>
          <p:nvPr/>
        </p:nvSpPr>
        <p:spPr bwMode="auto">
          <a:xfrm flipV="1">
            <a:off x="3913560" y="4579189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388671" name="Freeform 34"/>
          <p:cNvSpPr/>
          <p:nvPr/>
        </p:nvSpPr>
        <p:spPr bwMode="auto">
          <a:xfrm>
            <a:off x="5904007" y="416508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169350" name="Freeform 35"/>
          <p:cNvSpPr/>
          <p:nvPr/>
        </p:nvSpPr>
        <p:spPr bwMode="auto">
          <a:xfrm>
            <a:off x="5967950" y="240091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3636366" name="AutoShape 36"/>
          <p:cNvSpPr/>
          <p:nvPr/>
        </p:nvSpPr>
        <p:spPr bwMode="auto">
          <a:xfrm flipV="1">
            <a:off x="6300693" y="3166536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574866" name="AutoShape 37"/>
          <p:cNvSpPr/>
          <p:nvPr/>
        </p:nvSpPr>
        <p:spPr bwMode="auto">
          <a:xfrm>
            <a:off x="6669628" y="4805834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6836618" name="Freeform 38"/>
          <p:cNvSpPr/>
          <p:nvPr/>
        </p:nvSpPr>
        <p:spPr bwMode="auto">
          <a:xfrm>
            <a:off x="7429654" y="5244305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8496081" name="AutoShape 39"/>
          <p:cNvSpPr/>
          <p:nvPr/>
        </p:nvSpPr>
        <p:spPr bwMode="auto">
          <a:xfrm>
            <a:off x="6733571" y="2845722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4219684" name="Freeform 40"/>
          <p:cNvSpPr/>
          <p:nvPr/>
        </p:nvSpPr>
        <p:spPr bwMode="auto">
          <a:xfrm>
            <a:off x="8823628" y="286339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910871" name="Freeform 41"/>
          <p:cNvSpPr/>
          <p:nvPr/>
        </p:nvSpPr>
        <p:spPr bwMode="auto">
          <a:xfrm>
            <a:off x="877975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670731" name="TextBox 42"/>
          <p:cNvSpPr txBox="1"/>
          <p:nvPr/>
        </p:nvSpPr>
        <p:spPr bwMode="auto">
          <a:xfrm>
            <a:off x="9121199" y="1751846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17521756" name="Freeform 43"/>
          <p:cNvSpPr/>
          <p:nvPr/>
        </p:nvSpPr>
        <p:spPr bwMode="auto">
          <a:xfrm>
            <a:off x="108132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0095621" name="TextBox 44"/>
          <p:cNvSpPr txBox="1"/>
          <p:nvPr/>
        </p:nvSpPr>
        <p:spPr bwMode="auto">
          <a:xfrm>
            <a:off x="1424186" y="1751846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34536238" name="Freeform 45"/>
          <p:cNvSpPr/>
          <p:nvPr/>
        </p:nvSpPr>
        <p:spPr bwMode="auto">
          <a:xfrm>
            <a:off x="10552961" y="3927962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056613" name="Freeform 46"/>
          <p:cNvSpPr/>
          <p:nvPr/>
        </p:nvSpPr>
        <p:spPr bwMode="auto">
          <a:xfrm>
            <a:off x="9363463" y="43904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2133560" name="AutoShape 47"/>
          <p:cNvSpPr/>
          <p:nvPr/>
        </p:nvSpPr>
        <p:spPr bwMode="auto">
          <a:xfrm>
            <a:off x="9589248" y="3481857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226532" name="AutoShape 48"/>
          <p:cNvSpPr/>
          <p:nvPr/>
        </p:nvSpPr>
        <p:spPr bwMode="auto">
          <a:xfrm>
            <a:off x="9313404" y="3629010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672014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交換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130806" name="Freeform 26"/>
          <p:cNvSpPr/>
          <p:nvPr/>
        </p:nvSpPr>
        <p:spPr bwMode="auto">
          <a:xfrm>
            <a:off x="1095875" y="294357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871481" name="AutoShape 27"/>
          <p:cNvSpPr/>
          <p:nvPr/>
        </p:nvSpPr>
        <p:spPr bwMode="auto">
          <a:xfrm>
            <a:off x="1861495" y="3354397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3511148" name="Freeform 28"/>
          <p:cNvSpPr/>
          <p:nvPr/>
        </p:nvSpPr>
        <p:spPr bwMode="auto">
          <a:xfrm>
            <a:off x="3601381" y="31269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748253" name="Freeform 29"/>
          <p:cNvSpPr/>
          <p:nvPr/>
        </p:nvSpPr>
        <p:spPr bwMode="auto">
          <a:xfrm>
            <a:off x="3118617" y="44648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723969" name="AutoShape 30"/>
          <p:cNvSpPr/>
          <p:nvPr/>
        </p:nvSpPr>
        <p:spPr bwMode="auto">
          <a:xfrm flipH="1">
            <a:off x="3639559" y="3892553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5260047" name="AutoShape 31"/>
          <p:cNvSpPr/>
          <p:nvPr/>
        </p:nvSpPr>
        <p:spPr bwMode="auto">
          <a:xfrm flipH="1">
            <a:off x="2497416" y="4908184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933384" name="Freeform 32"/>
          <p:cNvSpPr/>
          <p:nvPr/>
        </p:nvSpPr>
        <p:spPr bwMode="auto">
          <a:xfrm>
            <a:off x="2045846" y="481634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723564" name="AutoShape 33"/>
          <p:cNvSpPr/>
          <p:nvPr/>
        </p:nvSpPr>
        <p:spPr bwMode="auto">
          <a:xfrm flipV="1">
            <a:off x="3884237" y="4653604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405530" name="Freeform 34"/>
          <p:cNvSpPr/>
          <p:nvPr/>
        </p:nvSpPr>
        <p:spPr bwMode="auto">
          <a:xfrm>
            <a:off x="5874685" y="423949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6316529" name="Freeform 35"/>
          <p:cNvSpPr/>
          <p:nvPr/>
        </p:nvSpPr>
        <p:spPr bwMode="auto">
          <a:xfrm>
            <a:off x="5938626" y="247533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62824" name="AutoShape 36"/>
          <p:cNvSpPr/>
          <p:nvPr/>
        </p:nvSpPr>
        <p:spPr bwMode="auto">
          <a:xfrm flipV="1">
            <a:off x="6271370" y="3240951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680082" name="AutoShape 37"/>
          <p:cNvSpPr/>
          <p:nvPr/>
        </p:nvSpPr>
        <p:spPr bwMode="auto">
          <a:xfrm>
            <a:off x="6640306" y="4880248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188180" name="Freeform 38"/>
          <p:cNvSpPr/>
          <p:nvPr/>
        </p:nvSpPr>
        <p:spPr bwMode="auto">
          <a:xfrm>
            <a:off x="7400331" y="53187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149762" name="AutoShape 39"/>
          <p:cNvSpPr/>
          <p:nvPr/>
        </p:nvSpPr>
        <p:spPr bwMode="auto">
          <a:xfrm>
            <a:off x="6704247" y="2920136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8294" name="Freeform 40"/>
          <p:cNvSpPr/>
          <p:nvPr/>
        </p:nvSpPr>
        <p:spPr bwMode="auto">
          <a:xfrm>
            <a:off x="8794305" y="293780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748690" name="Freeform 41"/>
          <p:cNvSpPr/>
          <p:nvPr/>
        </p:nvSpPr>
        <p:spPr bwMode="auto">
          <a:xfrm>
            <a:off x="8750430" y="1786656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559534" name="TextBox 42"/>
          <p:cNvSpPr txBox="1"/>
          <p:nvPr/>
        </p:nvSpPr>
        <p:spPr bwMode="auto">
          <a:xfrm>
            <a:off x="9091876" y="1826260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517874638" name="Freeform 43"/>
          <p:cNvSpPr/>
          <p:nvPr/>
        </p:nvSpPr>
        <p:spPr bwMode="auto">
          <a:xfrm>
            <a:off x="10523639" y="40023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956575" name="Freeform 44"/>
          <p:cNvSpPr/>
          <p:nvPr/>
        </p:nvSpPr>
        <p:spPr bwMode="auto">
          <a:xfrm>
            <a:off x="9334141" y="446483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428463" name="AutoShape 45"/>
          <p:cNvSpPr/>
          <p:nvPr/>
        </p:nvSpPr>
        <p:spPr bwMode="auto">
          <a:xfrm>
            <a:off x="9559926" y="3556271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263301" name="AutoShape 46"/>
          <p:cNvSpPr/>
          <p:nvPr/>
        </p:nvSpPr>
        <p:spPr bwMode="auto">
          <a:xfrm>
            <a:off x="9284080" y="3703424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691506" name="Freeform 47"/>
          <p:cNvSpPr/>
          <p:nvPr/>
        </p:nvSpPr>
        <p:spPr bwMode="auto">
          <a:xfrm>
            <a:off x="1068974" y="1786656"/>
            <a:ext cx="819420" cy="936479"/>
          </a:xfrm>
          <a:custGeom>
            <a:avLst/>
            <a:gdLst/>
            <a:ahLst/>
            <a:cxnLst/>
            <a:rect l="l" t="t" r="r" b="b"/>
            <a:pathLst>
              <a:path w="819422" h="936482" fill="norm" stroke="1" extrusionOk="0">
                <a:moveTo>
                  <a:pt x="0" y="0"/>
                </a:moveTo>
                <a:lnTo>
                  <a:pt x="819422" y="0"/>
                </a:lnTo>
                <a:lnTo>
                  <a:pt x="819422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762644" name="TextBox 48"/>
          <p:cNvSpPr txBox="1"/>
          <p:nvPr/>
        </p:nvSpPr>
        <p:spPr bwMode="auto">
          <a:xfrm>
            <a:off x="1394862" y="2287143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09506350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交換</a:t>
            </a:r>
            <a:endParaRPr lang="en-US" sz="1400" i="1">
              <a:latin typeface="IBM Plex Sans"/>
              <a:cs typeface="IBM Plex Sans"/>
            </a:endParaRPr>
          </a:p>
        </p:txBody>
      </p:sp>
      <p:sp>
        <p:nvSpPr>
          <p:cNvPr id="1411999" name=""/>
          <p:cNvSpPr txBox="1"/>
          <p:nvPr/>
        </p:nvSpPr>
        <p:spPr bwMode="auto">
          <a:xfrm rot="0" flipH="0" flipV="0">
            <a:off x="1973386" y="3587641"/>
            <a:ext cx="58791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ハック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485670" name="AutoShape 26"/>
          <p:cNvSpPr/>
          <p:nvPr/>
        </p:nvSpPr>
        <p:spPr bwMode="auto">
          <a:xfrm flipH="1" flipV="1">
            <a:off x="1220751" y="1100868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6060082" name="AutoShape 27"/>
          <p:cNvSpPr/>
          <p:nvPr/>
        </p:nvSpPr>
        <p:spPr bwMode="auto">
          <a:xfrm flipH="1" flipV="1">
            <a:off x="1220751" y="2264053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706480" name="AutoShape 28"/>
          <p:cNvSpPr/>
          <p:nvPr/>
        </p:nvSpPr>
        <p:spPr bwMode="auto">
          <a:xfrm flipH="1">
            <a:off x="1220751" y="3427237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589021" name="AutoShape 29"/>
          <p:cNvSpPr/>
          <p:nvPr/>
        </p:nvSpPr>
        <p:spPr bwMode="auto">
          <a:xfrm flipH="1">
            <a:off x="1201701" y="3682256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251941" name="AutoShape 30"/>
          <p:cNvSpPr/>
          <p:nvPr/>
        </p:nvSpPr>
        <p:spPr bwMode="auto">
          <a:xfrm flipH="1">
            <a:off x="1220751" y="394352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352759" name="AutoShape 31"/>
          <p:cNvSpPr/>
          <p:nvPr/>
        </p:nvSpPr>
        <p:spPr bwMode="auto">
          <a:xfrm flipH="1" flipV="1">
            <a:off x="6323123" y="3943127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265838" name="AutoShape 32"/>
          <p:cNvSpPr/>
          <p:nvPr/>
        </p:nvSpPr>
        <p:spPr bwMode="auto">
          <a:xfrm flipH="1" flipV="1">
            <a:off x="6323123" y="3686780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264624" name="AutoShape 33"/>
          <p:cNvSpPr/>
          <p:nvPr/>
        </p:nvSpPr>
        <p:spPr bwMode="auto">
          <a:xfrm flipH="1" flipV="1">
            <a:off x="6323123" y="3429812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0879823" name="AutoShape 34"/>
          <p:cNvSpPr/>
          <p:nvPr/>
        </p:nvSpPr>
        <p:spPr bwMode="auto">
          <a:xfrm flipH="1">
            <a:off x="6323123" y="2275699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366824" name="AutoShape 35"/>
          <p:cNvSpPr/>
          <p:nvPr/>
        </p:nvSpPr>
        <p:spPr bwMode="auto">
          <a:xfrm flipH="1">
            <a:off x="6323123" y="111251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9066473" name="Freeform 36"/>
          <p:cNvSpPr/>
          <p:nvPr/>
        </p:nvSpPr>
        <p:spPr bwMode="auto">
          <a:xfrm>
            <a:off x="343317" y="662151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25905984" name="Group 37"/>
          <p:cNvGrpSpPr/>
          <p:nvPr/>
        </p:nvGrpSpPr>
        <p:grpSpPr bwMode="auto">
          <a:xfrm>
            <a:off x="4546835" y="2577643"/>
            <a:ext cx="1699185" cy="1699185"/>
            <a:chOff x="0" y="0"/>
            <a:chExt cx="812799" cy="812799"/>
          </a:xfrm>
        </p:grpSpPr>
        <p:sp>
          <p:nvSpPr>
            <p:cNvPr id="72847931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9762708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1328247328" name="Freeform 41"/>
          <p:cNvSpPr/>
          <p:nvPr/>
        </p:nvSpPr>
        <p:spPr bwMode="auto">
          <a:xfrm>
            <a:off x="343317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12453" name="Freeform 42"/>
          <p:cNvSpPr/>
          <p:nvPr/>
        </p:nvSpPr>
        <p:spPr bwMode="auto">
          <a:xfrm>
            <a:off x="343317" y="298852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730066" name="Freeform 43"/>
          <p:cNvSpPr/>
          <p:nvPr/>
        </p:nvSpPr>
        <p:spPr bwMode="auto">
          <a:xfrm>
            <a:off x="343317" y="415170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972960" name="Freeform 44"/>
          <p:cNvSpPr/>
          <p:nvPr/>
        </p:nvSpPr>
        <p:spPr bwMode="auto">
          <a:xfrm>
            <a:off x="343317" y="531488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213486" name="Freeform 45"/>
          <p:cNvSpPr/>
          <p:nvPr/>
        </p:nvSpPr>
        <p:spPr bwMode="auto">
          <a:xfrm>
            <a:off x="9571148" y="662151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1272256" name="Freeform 46"/>
          <p:cNvSpPr/>
          <p:nvPr/>
        </p:nvSpPr>
        <p:spPr bwMode="auto">
          <a:xfrm>
            <a:off x="9571148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429188" name="Freeform 47"/>
          <p:cNvSpPr/>
          <p:nvPr/>
        </p:nvSpPr>
        <p:spPr bwMode="auto">
          <a:xfrm>
            <a:off x="9571148" y="298852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486931" name="Freeform 48"/>
          <p:cNvSpPr/>
          <p:nvPr/>
        </p:nvSpPr>
        <p:spPr bwMode="auto">
          <a:xfrm>
            <a:off x="9571148" y="415170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051074" name="Freeform 49"/>
          <p:cNvSpPr/>
          <p:nvPr/>
        </p:nvSpPr>
        <p:spPr bwMode="auto">
          <a:xfrm>
            <a:off x="9571148" y="531488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227380848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4865128" y="2832798"/>
            <a:ext cx="1086096" cy="1086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770573" name="Freeform 27"/>
          <p:cNvSpPr/>
          <p:nvPr/>
        </p:nvSpPr>
        <p:spPr bwMode="auto">
          <a:xfrm rot="0" flipH="0" flipV="0">
            <a:off x="7802904" y="334319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91154455" name="TextBox 28"/>
          <p:cNvSpPr txBox="1"/>
          <p:nvPr/>
        </p:nvSpPr>
        <p:spPr bwMode="auto">
          <a:xfrm rot="0" flipH="0" flipV="0">
            <a:off x="7848361" y="336592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1742958" name="AutoShape 29"/>
          <p:cNvSpPr/>
          <p:nvPr/>
        </p:nvSpPr>
        <p:spPr bwMode="auto">
          <a:xfrm>
            <a:off x="2684790" y="3585643"/>
            <a:ext cx="511811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536630" name="Freeform 31"/>
          <p:cNvSpPr/>
          <p:nvPr/>
        </p:nvSpPr>
        <p:spPr bwMode="auto">
          <a:xfrm rot="0" flipH="0" flipV="0">
            <a:off x="627390" y="3202795"/>
            <a:ext cx="2057400" cy="76569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2578" y="0"/>
                </a:moveTo>
                <a:lnTo>
                  <a:pt x="790222" y="0"/>
                </a:lnTo>
                <a:cubicBezTo>
                  <a:pt x="802692" y="0"/>
                  <a:pt x="812800" y="10108"/>
                  <a:pt x="812800" y="22578"/>
                </a:cubicBezTo>
                <a:lnTo>
                  <a:pt x="812800" y="279919"/>
                </a:lnTo>
                <a:cubicBezTo>
                  <a:pt x="812800" y="292388"/>
                  <a:pt x="802692" y="302497"/>
                  <a:pt x="790222" y="302497"/>
                </a:cubicBezTo>
                <a:lnTo>
                  <a:pt x="22578" y="302497"/>
                </a:lnTo>
                <a:cubicBezTo>
                  <a:pt x="10108" y="302497"/>
                  <a:pt x="0" y="292388"/>
                  <a:pt x="0" y="279919"/>
                </a:cubicBezTo>
                <a:lnTo>
                  <a:pt x="0" y="22578"/>
                </a:lnTo>
                <a:cubicBezTo>
                  <a:pt x="0" y="10108"/>
                  <a:pt x="10108" y="0"/>
                  <a:pt x="2257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73263464" name="TextBox 32"/>
          <p:cNvSpPr txBox="1"/>
          <p:nvPr/>
        </p:nvSpPr>
        <p:spPr bwMode="auto">
          <a:xfrm rot="0" flipH="0" flipV="0">
            <a:off x="627390" y="3082252"/>
            <a:ext cx="2057400" cy="8862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財布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86621291" name="AutoShape 33"/>
          <p:cNvSpPr/>
          <p:nvPr/>
        </p:nvSpPr>
        <p:spPr bwMode="auto">
          <a:xfrm flipV="1">
            <a:off x="8168443" y="1191308"/>
            <a:ext cx="1287635" cy="21854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3367478" name="Freeform 35"/>
          <p:cNvSpPr/>
          <p:nvPr/>
        </p:nvSpPr>
        <p:spPr bwMode="auto">
          <a:xfrm rot="0" flipH="0" flipV="0">
            <a:off x="7318014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9431367" name="TextBox 36"/>
          <p:cNvSpPr txBox="1"/>
          <p:nvPr/>
        </p:nvSpPr>
        <p:spPr bwMode="auto">
          <a:xfrm rot="0" flipH="0" flipV="0">
            <a:off x="7363472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0710802" name="Freeform 38"/>
          <p:cNvSpPr/>
          <p:nvPr/>
        </p:nvSpPr>
        <p:spPr bwMode="auto">
          <a:xfrm rot="0" flipH="0" flipV="0">
            <a:off x="10338390" y="172448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8746594" name="TextBox 39"/>
          <p:cNvSpPr txBox="1"/>
          <p:nvPr/>
        </p:nvSpPr>
        <p:spPr bwMode="auto">
          <a:xfrm rot="0" flipH="0" flipV="0">
            <a:off x="10383847" y="174721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0119483" name="Freeform 41"/>
          <p:cNvSpPr/>
          <p:nvPr/>
        </p:nvSpPr>
        <p:spPr bwMode="auto">
          <a:xfrm rot="0" flipH="0" flipV="0">
            <a:off x="10823279" y="358564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91910566" name="TextBox 42"/>
          <p:cNvSpPr txBox="1"/>
          <p:nvPr/>
        </p:nvSpPr>
        <p:spPr bwMode="auto">
          <a:xfrm rot="0" flipH="0" flipV="0">
            <a:off x="10868736" y="360837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744444" name="Freeform 44"/>
          <p:cNvSpPr/>
          <p:nvPr/>
        </p:nvSpPr>
        <p:spPr bwMode="auto">
          <a:xfrm rot="0" flipH="0" flipV="0">
            <a:off x="9094284" y="584395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70259" name="TextBox 45"/>
          <p:cNvSpPr txBox="1"/>
          <p:nvPr/>
        </p:nvSpPr>
        <p:spPr bwMode="auto">
          <a:xfrm rot="0" flipH="0" flipV="0">
            <a:off x="9139740" y="586668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48728075" name="Freeform 47"/>
          <p:cNvSpPr/>
          <p:nvPr/>
        </p:nvSpPr>
        <p:spPr bwMode="auto">
          <a:xfrm rot="0" flipH="0" flipV="0">
            <a:off x="7075569" y="568964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1526482" name="TextBox 48"/>
          <p:cNvSpPr txBox="1"/>
          <p:nvPr/>
        </p:nvSpPr>
        <p:spPr bwMode="auto">
          <a:xfrm rot="0" flipH="0" flipV="0">
            <a:off x="7121026" y="571236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9414582" name="Freeform 50"/>
          <p:cNvSpPr/>
          <p:nvPr/>
        </p:nvSpPr>
        <p:spPr bwMode="auto">
          <a:xfrm rot="0" flipH="0" flipV="0">
            <a:off x="5037687" y="457841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3199057" name="TextBox 51"/>
          <p:cNvSpPr txBox="1"/>
          <p:nvPr/>
        </p:nvSpPr>
        <p:spPr bwMode="auto">
          <a:xfrm rot="0" flipH="0" flipV="0">
            <a:off x="5083144" y="460114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3036262" name="Freeform 53"/>
          <p:cNvSpPr/>
          <p:nvPr/>
        </p:nvSpPr>
        <p:spPr bwMode="auto">
          <a:xfrm rot="0" flipH="0" flipV="0">
            <a:off x="10580834" y="5063306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6126439" name="TextBox 54"/>
          <p:cNvSpPr txBox="1"/>
          <p:nvPr/>
        </p:nvSpPr>
        <p:spPr bwMode="auto">
          <a:xfrm rot="0" flipH="0" flipV="0">
            <a:off x="10626292" y="5086034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7056689" name="Freeform 56"/>
          <p:cNvSpPr/>
          <p:nvPr/>
        </p:nvSpPr>
        <p:spPr bwMode="auto">
          <a:xfrm rot="0" flipH="0" flipV="0">
            <a:off x="9336728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8326220" name="TextBox 57"/>
          <p:cNvSpPr txBox="1"/>
          <p:nvPr/>
        </p:nvSpPr>
        <p:spPr bwMode="auto">
          <a:xfrm rot="0" flipH="0" flipV="0">
            <a:off x="9382186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0754175" name="Freeform 59"/>
          <p:cNvSpPr/>
          <p:nvPr/>
        </p:nvSpPr>
        <p:spPr bwMode="auto">
          <a:xfrm rot="0" flipH="0" flipV="0">
            <a:off x="5522577" y="1709725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2517762" name="TextBox 60"/>
          <p:cNvSpPr txBox="1"/>
          <p:nvPr/>
        </p:nvSpPr>
        <p:spPr bwMode="auto">
          <a:xfrm rot="0" flipH="0" flipV="0">
            <a:off x="5568035" y="173245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06073536" name="AutoShape 61"/>
          <p:cNvSpPr/>
          <p:nvPr/>
        </p:nvSpPr>
        <p:spPr bwMode="auto">
          <a:xfrm flipV="1">
            <a:off x="8249726" y="2097406"/>
            <a:ext cx="2126732" cy="13577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290358" name="AutoShape 62"/>
          <p:cNvSpPr/>
          <p:nvPr/>
        </p:nvSpPr>
        <p:spPr bwMode="auto">
          <a:xfrm>
            <a:off x="8287030" y="3605043"/>
            <a:ext cx="2537013" cy="2036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024531" name="AutoShape 63"/>
          <p:cNvSpPr/>
          <p:nvPr/>
        </p:nvSpPr>
        <p:spPr bwMode="auto">
          <a:xfrm>
            <a:off x="8251505" y="3713297"/>
            <a:ext cx="2365615" cy="14648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770375" name="AutoShape 64"/>
          <p:cNvSpPr/>
          <p:nvPr/>
        </p:nvSpPr>
        <p:spPr bwMode="auto">
          <a:xfrm>
            <a:off x="8156614" y="3801107"/>
            <a:ext cx="1068849" cy="20698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361592" name="AutoShape 65"/>
          <p:cNvSpPr/>
          <p:nvPr/>
        </p:nvSpPr>
        <p:spPr bwMode="auto">
          <a:xfrm flipH="1">
            <a:off x="7389816" y="3817280"/>
            <a:ext cx="583730" cy="18831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710666" name="AutoShape 66"/>
          <p:cNvSpPr/>
          <p:nvPr/>
        </p:nvSpPr>
        <p:spPr bwMode="auto">
          <a:xfrm flipH="1">
            <a:off x="5501551" y="3684552"/>
            <a:ext cx="2322377" cy="10374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7062802" name="AutoShape 67"/>
          <p:cNvSpPr/>
          <p:nvPr/>
        </p:nvSpPr>
        <p:spPr bwMode="auto">
          <a:xfrm flipH="1" flipV="1">
            <a:off x="5962132" y="2093366"/>
            <a:ext cx="1886106" cy="13510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37796" name="AutoShape 68"/>
          <p:cNvSpPr/>
          <p:nvPr/>
        </p:nvSpPr>
        <p:spPr bwMode="auto">
          <a:xfrm flipH="1" flipV="1">
            <a:off x="7604863" y="1220779"/>
            <a:ext cx="396082" cy="21264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537625" name=""/>
          <p:cNvSpPr txBox="1"/>
          <p:nvPr/>
        </p:nvSpPr>
        <p:spPr bwMode="auto">
          <a:xfrm rot="0" flipH="0" flipV="0">
            <a:off x="4531662" y="302809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18810251" name=""/>
          <p:cNvSpPr txBox="1"/>
          <p:nvPr/>
        </p:nvSpPr>
        <p:spPr bwMode="auto">
          <a:xfrm rot="0" flipH="0" flipV="0">
            <a:off x="9079827" y="2899191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1695976" name=""/>
          <p:cNvSpPr txBox="1"/>
          <p:nvPr/>
        </p:nvSpPr>
        <p:spPr bwMode="auto">
          <a:xfrm rot="0" flipH="0" flipV="0">
            <a:off x="9038954" y="453889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6218390" name=""/>
          <p:cNvSpPr txBox="1"/>
          <p:nvPr/>
        </p:nvSpPr>
        <p:spPr bwMode="auto">
          <a:xfrm rot="0" flipH="0" flipV="0">
            <a:off x="6599859" y="426263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44064511" name=""/>
          <p:cNvSpPr txBox="1"/>
          <p:nvPr/>
        </p:nvSpPr>
        <p:spPr bwMode="auto">
          <a:xfrm rot="0" flipH="0" flipV="0">
            <a:off x="7020240" y="241016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45931" name="Freeform 27"/>
          <p:cNvSpPr/>
          <p:nvPr/>
        </p:nvSpPr>
        <p:spPr bwMode="auto">
          <a:xfrm rot="0" flipH="0" flipV="0">
            <a:off x="7130584" y="340575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0163970" name="TextBox 28"/>
          <p:cNvSpPr txBox="1"/>
          <p:nvPr/>
        </p:nvSpPr>
        <p:spPr bwMode="auto">
          <a:xfrm rot="0" flipH="0" flipV="0">
            <a:off x="7153592" y="341725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78254863" name="AutoShape 29"/>
          <p:cNvSpPr/>
          <p:nvPr/>
        </p:nvSpPr>
        <p:spPr bwMode="auto">
          <a:xfrm>
            <a:off x="2777789" y="3507161"/>
            <a:ext cx="4352796" cy="207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852316" name="Freeform 31"/>
          <p:cNvSpPr/>
          <p:nvPr/>
        </p:nvSpPr>
        <p:spPr bwMode="auto">
          <a:xfrm rot="0" flipH="0" flipV="0">
            <a:off x="830146" y="3140101"/>
            <a:ext cx="1947637" cy="72484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3850" y="0"/>
                </a:moveTo>
                <a:lnTo>
                  <a:pt x="788950" y="0"/>
                </a:lnTo>
                <a:cubicBezTo>
                  <a:pt x="795275" y="0"/>
                  <a:pt x="801342" y="2513"/>
                  <a:pt x="805814" y="6986"/>
                </a:cubicBezTo>
                <a:cubicBezTo>
                  <a:pt x="810287" y="11458"/>
                  <a:pt x="812800" y="17525"/>
                  <a:pt x="812800" y="23850"/>
                </a:cubicBezTo>
                <a:lnTo>
                  <a:pt x="812800" y="278647"/>
                </a:lnTo>
                <a:cubicBezTo>
                  <a:pt x="812800" y="291819"/>
                  <a:pt x="802122" y="302497"/>
                  <a:pt x="788950" y="302497"/>
                </a:cubicBezTo>
                <a:lnTo>
                  <a:pt x="23850" y="302497"/>
                </a:lnTo>
                <a:cubicBezTo>
                  <a:pt x="17525" y="302497"/>
                  <a:pt x="11458" y="299984"/>
                  <a:pt x="6986" y="295511"/>
                </a:cubicBezTo>
                <a:cubicBezTo>
                  <a:pt x="2513" y="291039"/>
                  <a:pt x="0" y="284972"/>
                  <a:pt x="0" y="278647"/>
                </a:cubicBezTo>
                <a:lnTo>
                  <a:pt x="0" y="23850"/>
                </a:lnTo>
                <a:cubicBezTo>
                  <a:pt x="0" y="17525"/>
                  <a:pt x="2513" y="11458"/>
                  <a:pt x="6986" y="6986"/>
                </a:cubicBezTo>
                <a:cubicBezTo>
                  <a:pt x="11458" y="2513"/>
                  <a:pt x="17525" y="0"/>
                  <a:pt x="2385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237242580" name="TextBox 32"/>
          <p:cNvSpPr txBox="1"/>
          <p:nvPr/>
        </p:nvSpPr>
        <p:spPr bwMode="auto">
          <a:xfrm rot="0" flipH="0" flipV="0">
            <a:off x="830146" y="3025989"/>
            <a:ext cx="1947637" cy="8389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財布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55975569" name="AutoShape 33"/>
          <p:cNvSpPr/>
          <p:nvPr/>
        </p:nvSpPr>
        <p:spPr bwMode="auto">
          <a:xfrm flipV="1">
            <a:off x="7315602" y="2316565"/>
            <a:ext cx="651740" cy="11061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870920" name="Freeform 35"/>
          <p:cNvSpPr/>
          <p:nvPr/>
        </p:nvSpPr>
        <p:spPr bwMode="auto">
          <a:xfrm rot="0" flipH="0" flipV="0">
            <a:off x="6885155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8686288" name="TextBox 36"/>
          <p:cNvSpPr txBox="1"/>
          <p:nvPr/>
        </p:nvSpPr>
        <p:spPr bwMode="auto">
          <a:xfrm rot="0" flipH="0" flipV="0">
            <a:off x="6908163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63995976" name="Freeform 38"/>
          <p:cNvSpPr/>
          <p:nvPr/>
        </p:nvSpPr>
        <p:spPr bwMode="auto">
          <a:xfrm rot="0" flipH="0" flipV="0">
            <a:off x="8508818" y="268575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2992149" name="TextBox 39"/>
          <p:cNvSpPr txBox="1"/>
          <p:nvPr/>
        </p:nvSpPr>
        <p:spPr bwMode="auto">
          <a:xfrm rot="0" flipH="0" flipV="0">
            <a:off x="8531826" y="269725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1295109" name="Freeform 41"/>
          <p:cNvSpPr/>
          <p:nvPr/>
        </p:nvSpPr>
        <p:spPr bwMode="auto">
          <a:xfrm rot="0" flipH="0" flipV="0">
            <a:off x="8659354" y="35284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3467301" name="TextBox 42"/>
          <p:cNvSpPr txBox="1"/>
          <p:nvPr/>
        </p:nvSpPr>
        <p:spPr bwMode="auto">
          <a:xfrm rot="0" flipH="0" flipV="0">
            <a:off x="8682363" y="35399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8206887" name="Freeform 44"/>
          <p:cNvSpPr/>
          <p:nvPr/>
        </p:nvSpPr>
        <p:spPr bwMode="auto">
          <a:xfrm rot="0" flipH="0" flipV="0">
            <a:off x="7784218" y="46715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7932823" name="TextBox 45"/>
          <p:cNvSpPr txBox="1"/>
          <p:nvPr/>
        </p:nvSpPr>
        <p:spPr bwMode="auto">
          <a:xfrm rot="0" flipH="0" flipV="0">
            <a:off x="7807226" y="46830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0626651" name="Freeform 47"/>
          <p:cNvSpPr/>
          <p:nvPr/>
        </p:nvSpPr>
        <p:spPr bwMode="auto">
          <a:xfrm rot="0" flipH="0" flipV="0">
            <a:off x="6762440" y="45934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1783069" name="TextBox 48"/>
          <p:cNvSpPr txBox="1"/>
          <p:nvPr/>
        </p:nvSpPr>
        <p:spPr bwMode="auto">
          <a:xfrm rot="0" flipH="0" flipV="0">
            <a:off x="6785448" y="46049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4934347" name="Freeform 50"/>
          <p:cNvSpPr/>
          <p:nvPr/>
        </p:nvSpPr>
        <p:spPr bwMode="auto">
          <a:xfrm rot="0" flipH="0" flipV="0">
            <a:off x="5730961" y="40309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49372242" name="TextBox 51"/>
          <p:cNvSpPr txBox="1"/>
          <p:nvPr/>
        </p:nvSpPr>
        <p:spPr bwMode="auto">
          <a:xfrm rot="0" flipH="0" flipV="0">
            <a:off x="5753970" y="40424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7878579" name="Freeform 53"/>
          <p:cNvSpPr/>
          <p:nvPr/>
        </p:nvSpPr>
        <p:spPr bwMode="auto">
          <a:xfrm rot="0" flipH="0" flipV="0">
            <a:off x="8536640" y="427638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772067" name="TextBox 54"/>
          <p:cNvSpPr txBox="1"/>
          <p:nvPr/>
        </p:nvSpPr>
        <p:spPr bwMode="auto">
          <a:xfrm rot="0" flipH="0" flipV="0">
            <a:off x="8559649" y="428789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04683174" name="Freeform 56"/>
          <p:cNvSpPr/>
          <p:nvPr/>
        </p:nvSpPr>
        <p:spPr bwMode="auto">
          <a:xfrm rot="0" flipH="0" flipV="0">
            <a:off x="7906933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79591895" name="TextBox 57"/>
          <p:cNvSpPr txBox="1"/>
          <p:nvPr/>
        </p:nvSpPr>
        <p:spPr bwMode="auto">
          <a:xfrm rot="0" flipH="0" flipV="0">
            <a:off x="7929941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7018272" name="Freeform 59"/>
          <p:cNvSpPr/>
          <p:nvPr/>
        </p:nvSpPr>
        <p:spPr bwMode="auto">
          <a:xfrm rot="0" flipH="0" flipV="0">
            <a:off x="5976389" y="257896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1265815" name="TextBox 60"/>
          <p:cNvSpPr txBox="1"/>
          <p:nvPr/>
        </p:nvSpPr>
        <p:spPr bwMode="auto">
          <a:xfrm rot="0" flipH="0" flipV="0">
            <a:off x="5999397" y="259046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21550655" name="AutoShape 61"/>
          <p:cNvSpPr/>
          <p:nvPr/>
        </p:nvSpPr>
        <p:spPr bwMode="auto">
          <a:xfrm flipV="1">
            <a:off x="7362087" y="2865299"/>
            <a:ext cx="1160655" cy="6063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815170" name="AutoShape 62"/>
          <p:cNvSpPr/>
          <p:nvPr/>
        </p:nvSpPr>
        <p:spPr bwMode="auto">
          <a:xfrm>
            <a:off x="7375626" y="3538285"/>
            <a:ext cx="1284115" cy="1030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66142" name="AutoShape 63"/>
          <p:cNvSpPr/>
          <p:nvPr/>
        </p:nvSpPr>
        <p:spPr bwMode="auto">
          <a:xfrm>
            <a:off x="7357646" y="3593077"/>
            <a:ext cx="1197362" cy="7414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704948" name="AutoShape 64"/>
          <p:cNvSpPr/>
          <p:nvPr/>
        </p:nvSpPr>
        <p:spPr bwMode="auto">
          <a:xfrm>
            <a:off x="7309615" y="3637522"/>
            <a:ext cx="541000" cy="10476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0448559" name="AutoShape 65"/>
          <p:cNvSpPr/>
          <p:nvPr/>
        </p:nvSpPr>
        <p:spPr bwMode="auto">
          <a:xfrm flipH="1">
            <a:off x="6921498" y="3645708"/>
            <a:ext cx="295455" cy="9531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645026" name="AutoShape 66"/>
          <p:cNvSpPr/>
          <p:nvPr/>
        </p:nvSpPr>
        <p:spPr bwMode="auto">
          <a:xfrm flipH="1">
            <a:off x="5965749" y="3578527"/>
            <a:ext cx="1175477" cy="52508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707439" name="AutoShape 67"/>
          <p:cNvSpPr/>
          <p:nvPr/>
        </p:nvSpPr>
        <p:spPr bwMode="auto">
          <a:xfrm flipH="1" flipV="1">
            <a:off x="6198872" y="2773144"/>
            <a:ext cx="954656" cy="683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452306" name="AutoShape 68"/>
          <p:cNvSpPr/>
          <p:nvPr/>
        </p:nvSpPr>
        <p:spPr bwMode="auto">
          <a:xfrm flipH="1" flipV="1">
            <a:off x="7030344" y="2331482"/>
            <a:ext cx="200477" cy="10763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241206" name="Freeform 70"/>
          <p:cNvSpPr/>
          <p:nvPr/>
        </p:nvSpPr>
        <p:spPr bwMode="auto">
          <a:xfrm rot="0" flipH="0" flipV="0">
            <a:off x="4112550" y="24562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2168359" name="TextBox 71"/>
          <p:cNvSpPr txBox="1"/>
          <p:nvPr/>
        </p:nvSpPr>
        <p:spPr bwMode="auto">
          <a:xfrm rot="0" flipH="0" flipV="0">
            <a:off x="4135559" y="246775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4639239" name="Freeform 73"/>
          <p:cNvSpPr/>
          <p:nvPr/>
        </p:nvSpPr>
        <p:spPr bwMode="auto">
          <a:xfrm rot="0" flipH="0" flipV="0">
            <a:off x="4112550" y="159767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442937" name="TextBox 74"/>
          <p:cNvSpPr txBox="1"/>
          <p:nvPr/>
        </p:nvSpPr>
        <p:spPr bwMode="auto">
          <a:xfrm rot="0" flipH="0" flipV="0">
            <a:off x="4135559" y="160917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74911354" name="Freeform 76"/>
          <p:cNvSpPr/>
          <p:nvPr/>
        </p:nvSpPr>
        <p:spPr bwMode="auto">
          <a:xfrm rot="0" flipH="0" flipV="0">
            <a:off x="3583697" y="196539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9608752" name="TextBox 77"/>
          <p:cNvSpPr txBox="1"/>
          <p:nvPr/>
        </p:nvSpPr>
        <p:spPr bwMode="auto">
          <a:xfrm rot="0" flipH="0" flipV="0">
            <a:off x="3606706" y="19768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3987255" name="Freeform 79"/>
          <p:cNvSpPr/>
          <p:nvPr/>
        </p:nvSpPr>
        <p:spPr bwMode="auto">
          <a:xfrm rot="0" flipH="0" flipV="0">
            <a:off x="4616118" y="12495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620820" name="TextBox 80"/>
          <p:cNvSpPr txBox="1"/>
          <p:nvPr/>
        </p:nvSpPr>
        <p:spPr bwMode="auto">
          <a:xfrm rot="0" flipH="0" flipV="0">
            <a:off x="4639125" y="126106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2866892" name="Freeform 82"/>
          <p:cNvSpPr/>
          <p:nvPr/>
        </p:nvSpPr>
        <p:spPr bwMode="auto">
          <a:xfrm rot="0" flipH="0" flipV="0">
            <a:off x="5183694" y="10528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64896927" name="TextBox 83"/>
          <p:cNvSpPr txBox="1"/>
          <p:nvPr/>
        </p:nvSpPr>
        <p:spPr bwMode="auto">
          <a:xfrm rot="0" flipH="0" flipV="0">
            <a:off x="5206701" y="10643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94343213" name="Freeform 85"/>
          <p:cNvSpPr/>
          <p:nvPr/>
        </p:nvSpPr>
        <p:spPr bwMode="auto">
          <a:xfrm rot="0" flipH="0" flipV="0">
            <a:off x="597638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6224833" name="TextBox 86"/>
          <p:cNvSpPr txBox="1"/>
          <p:nvPr/>
        </p:nvSpPr>
        <p:spPr bwMode="auto">
          <a:xfrm rot="0" flipH="0" flipV="0">
            <a:off x="5999397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593052" name="Freeform 88"/>
          <p:cNvSpPr/>
          <p:nvPr/>
        </p:nvSpPr>
        <p:spPr bwMode="auto">
          <a:xfrm rot="0" flipH="0" flipV="0">
            <a:off x="667606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435873107" name="TextBox 89"/>
          <p:cNvSpPr txBox="1"/>
          <p:nvPr/>
        </p:nvSpPr>
        <p:spPr bwMode="auto">
          <a:xfrm rot="0" flipH="0" flipV="0">
            <a:off x="6699078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5258274" name="Freeform 91"/>
          <p:cNvSpPr/>
          <p:nvPr/>
        </p:nvSpPr>
        <p:spPr bwMode="auto">
          <a:xfrm rot="0" flipH="0" flipV="0">
            <a:off x="6517012" y="112684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8251091" name="TextBox 92"/>
          <p:cNvSpPr txBox="1"/>
          <p:nvPr/>
        </p:nvSpPr>
        <p:spPr bwMode="auto">
          <a:xfrm rot="0" flipH="0" flipV="0">
            <a:off x="6540021" y="113834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4228684" name="Freeform 94"/>
          <p:cNvSpPr/>
          <p:nvPr/>
        </p:nvSpPr>
        <p:spPr bwMode="auto">
          <a:xfrm rot="0" flipH="0" flipV="0">
            <a:off x="7446594" y="78295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9493384" name="TextBox 95"/>
          <p:cNvSpPr txBox="1"/>
          <p:nvPr/>
        </p:nvSpPr>
        <p:spPr bwMode="auto">
          <a:xfrm rot="0" flipH="0" flipV="0">
            <a:off x="7469602" y="79445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66011206" name="Freeform 97"/>
          <p:cNvSpPr/>
          <p:nvPr/>
        </p:nvSpPr>
        <p:spPr bwMode="auto">
          <a:xfrm rot="0" flipH="0" flipV="0">
            <a:off x="8029647" y="46016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5678677" name="TextBox 98"/>
          <p:cNvSpPr txBox="1"/>
          <p:nvPr/>
        </p:nvSpPr>
        <p:spPr bwMode="auto">
          <a:xfrm rot="0" flipH="0" flipV="0">
            <a:off x="8052654" y="47167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1461435" name="Freeform 100"/>
          <p:cNvSpPr/>
          <p:nvPr/>
        </p:nvSpPr>
        <p:spPr bwMode="auto">
          <a:xfrm rot="0" flipH="0" flipV="0">
            <a:off x="8904783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5587434" name="TextBox 101"/>
          <p:cNvSpPr txBox="1"/>
          <p:nvPr/>
        </p:nvSpPr>
        <p:spPr bwMode="auto">
          <a:xfrm rot="0" flipH="0" flipV="0">
            <a:off x="8927791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4998049" name="Freeform 103"/>
          <p:cNvSpPr/>
          <p:nvPr/>
        </p:nvSpPr>
        <p:spPr bwMode="auto">
          <a:xfrm rot="0" flipH="0" flipV="0">
            <a:off x="7906933" y="12982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6107397" name="TextBox 104"/>
          <p:cNvSpPr txBox="1"/>
          <p:nvPr/>
        </p:nvSpPr>
        <p:spPr bwMode="auto">
          <a:xfrm rot="0" flipH="0" flipV="0">
            <a:off x="7929941" y="130974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3609378" name="Freeform 106"/>
          <p:cNvSpPr/>
          <p:nvPr/>
        </p:nvSpPr>
        <p:spPr bwMode="auto">
          <a:xfrm rot="0" flipH="0" flipV="0">
            <a:off x="9027497" y="149498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1831989" name="TextBox 107"/>
          <p:cNvSpPr txBox="1"/>
          <p:nvPr/>
        </p:nvSpPr>
        <p:spPr bwMode="auto">
          <a:xfrm rot="0" flipH="0" flipV="0">
            <a:off x="9050505" y="15064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71954988" name="Freeform 109"/>
          <p:cNvSpPr/>
          <p:nvPr/>
        </p:nvSpPr>
        <p:spPr bwMode="auto">
          <a:xfrm rot="0" flipH="0" flipV="0">
            <a:off x="9918966" y="135224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6918324" name="TextBox 110"/>
          <p:cNvSpPr txBox="1"/>
          <p:nvPr/>
        </p:nvSpPr>
        <p:spPr bwMode="auto">
          <a:xfrm rot="0" flipH="0" flipV="0">
            <a:off x="9941974" y="136375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5594155" name="Freeform 112"/>
          <p:cNvSpPr/>
          <p:nvPr/>
        </p:nvSpPr>
        <p:spPr bwMode="auto">
          <a:xfrm rot="0" flipH="0" flipV="0">
            <a:off x="10041680" y="4148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8931710" name="TextBox 113"/>
          <p:cNvSpPr txBox="1"/>
          <p:nvPr/>
        </p:nvSpPr>
        <p:spPr bwMode="auto">
          <a:xfrm rot="0" flipH="0" flipV="0">
            <a:off x="10064688" y="4263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6272489" name="Freeform 115"/>
          <p:cNvSpPr/>
          <p:nvPr/>
        </p:nvSpPr>
        <p:spPr bwMode="auto">
          <a:xfrm rot="0" flipH="0" flipV="0">
            <a:off x="10950576" y="88141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29489937" name="TextBox 116"/>
          <p:cNvSpPr txBox="1"/>
          <p:nvPr/>
        </p:nvSpPr>
        <p:spPr bwMode="auto">
          <a:xfrm rot="0" flipH="0" flipV="0">
            <a:off x="10973584" y="89291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438678" name="Freeform 118"/>
          <p:cNvSpPr/>
          <p:nvPr/>
        </p:nvSpPr>
        <p:spPr bwMode="auto">
          <a:xfrm rot="0" flipH="0" flipV="0">
            <a:off x="10635651" y="16177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1928563" name="TextBox 119"/>
          <p:cNvSpPr txBox="1"/>
          <p:nvPr/>
        </p:nvSpPr>
        <p:spPr bwMode="auto">
          <a:xfrm rot="0" flipH="0" flipV="0">
            <a:off x="10658658" y="16292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5550264" name="Freeform 121"/>
          <p:cNvSpPr/>
          <p:nvPr/>
        </p:nvSpPr>
        <p:spPr bwMode="auto">
          <a:xfrm rot="0" flipH="0" flipV="0">
            <a:off x="11199313" y="21682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9671183" name="TextBox 122"/>
          <p:cNvSpPr txBox="1"/>
          <p:nvPr/>
        </p:nvSpPr>
        <p:spPr bwMode="auto">
          <a:xfrm rot="0" flipH="0" flipV="0">
            <a:off x="11222321" y="217971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9067568" name="Freeform 124"/>
          <p:cNvSpPr/>
          <p:nvPr/>
        </p:nvSpPr>
        <p:spPr bwMode="auto">
          <a:xfrm rot="0" flipH="0" flipV="0">
            <a:off x="8810591" y="201708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707905" name="TextBox 125"/>
          <p:cNvSpPr txBox="1"/>
          <p:nvPr/>
        </p:nvSpPr>
        <p:spPr bwMode="auto">
          <a:xfrm rot="0" flipH="0" flipV="0">
            <a:off x="8833600" y="202858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6506351" name="Freeform 127"/>
          <p:cNvSpPr/>
          <p:nvPr/>
        </p:nvSpPr>
        <p:spPr bwMode="auto">
          <a:xfrm rot="0" flipH="0" flipV="0">
            <a:off x="9329171" y="28652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1587450" name="TextBox 128"/>
          <p:cNvSpPr txBox="1"/>
          <p:nvPr/>
        </p:nvSpPr>
        <p:spPr bwMode="auto">
          <a:xfrm rot="0" flipH="0" flipV="0">
            <a:off x="9352180" y="287680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2831023" name="Freeform 130"/>
          <p:cNvSpPr/>
          <p:nvPr/>
        </p:nvSpPr>
        <p:spPr bwMode="auto">
          <a:xfrm rot="0" flipH="0" flipV="0">
            <a:off x="10758364" y="25297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12916441" name="TextBox 131"/>
          <p:cNvSpPr txBox="1"/>
          <p:nvPr/>
        </p:nvSpPr>
        <p:spPr bwMode="auto">
          <a:xfrm rot="0" flipH="0" flipV="0">
            <a:off x="10781372" y="25412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08032004" name="Freeform 133"/>
          <p:cNvSpPr/>
          <p:nvPr/>
        </p:nvSpPr>
        <p:spPr bwMode="auto">
          <a:xfrm rot="0" flipH="0" flipV="0">
            <a:off x="11166204" y="305166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747450" name="TextBox 134"/>
          <p:cNvSpPr txBox="1"/>
          <p:nvPr/>
        </p:nvSpPr>
        <p:spPr bwMode="auto">
          <a:xfrm rot="0" flipH="0" flipV="0">
            <a:off x="11189212" y="306316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5557462" name="Freeform 136"/>
          <p:cNvSpPr/>
          <p:nvPr/>
        </p:nvSpPr>
        <p:spPr bwMode="auto">
          <a:xfrm rot="0" flipH="0" flipV="0">
            <a:off x="10164395" y="357852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11874095" name="TextBox 137"/>
          <p:cNvSpPr txBox="1"/>
          <p:nvPr/>
        </p:nvSpPr>
        <p:spPr bwMode="auto">
          <a:xfrm rot="0" flipH="0" flipV="0">
            <a:off x="10187403" y="359003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48822245" name="Freeform 139"/>
          <p:cNvSpPr/>
          <p:nvPr/>
        </p:nvSpPr>
        <p:spPr bwMode="auto">
          <a:xfrm rot="0" flipH="0" flipV="0">
            <a:off x="11003793" y="39808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5225153" name="TextBox 140"/>
          <p:cNvSpPr txBox="1"/>
          <p:nvPr/>
        </p:nvSpPr>
        <p:spPr bwMode="auto">
          <a:xfrm rot="0" flipH="0" flipV="0">
            <a:off x="11026801" y="399240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72694769" name="Freeform 142"/>
          <p:cNvSpPr/>
          <p:nvPr/>
        </p:nvSpPr>
        <p:spPr bwMode="auto">
          <a:xfrm rot="0" flipH="0" flipV="0">
            <a:off x="11196006" y="4659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4732934" name="TextBox 143"/>
          <p:cNvSpPr txBox="1"/>
          <p:nvPr/>
        </p:nvSpPr>
        <p:spPr bwMode="auto">
          <a:xfrm rot="0" flipH="0" flipV="0">
            <a:off x="11219013" y="4670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6480878" name="Freeform 145"/>
          <p:cNvSpPr/>
          <p:nvPr/>
        </p:nvSpPr>
        <p:spPr bwMode="auto">
          <a:xfrm rot="0" flipH="0" flipV="0">
            <a:off x="11073291" y="54213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5004061" name="TextBox 146"/>
          <p:cNvSpPr txBox="1"/>
          <p:nvPr/>
        </p:nvSpPr>
        <p:spPr bwMode="auto">
          <a:xfrm rot="0" flipH="0" flipV="0">
            <a:off x="11096299" y="54328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7366930" name="Freeform 148"/>
          <p:cNvSpPr/>
          <p:nvPr/>
        </p:nvSpPr>
        <p:spPr bwMode="auto">
          <a:xfrm rot="0" flipH="0" flipV="0">
            <a:off x="4738830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5271757" name="TextBox 149"/>
          <p:cNvSpPr txBox="1"/>
          <p:nvPr/>
        </p:nvSpPr>
        <p:spPr bwMode="auto">
          <a:xfrm rot="0" flipH="0" flipV="0">
            <a:off x="4761837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7851002" name="Freeform 151"/>
          <p:cNvSpPr/>
          <p:nvPr/>
        </p:nvSpPr>
        <p:spPr bwMode="auto">
          <a:xfrm rot="5399909" flipH="0" flipV="0">
            <a:off x="7692022" y="624563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8197689" name="TextBox 152"/>
          <p:cNvSpPr txBox="1"/>
          <p:nvPr/>
        </p:nvSpPr>
        <p:spPr bwMode="auto">
          <a:xfrm rot="5399909" flipH="0" flipV="0">
            <a:off x="7720784" y="62628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6976232" name="Freeform 154"/>
          <p:cNvSpPr/>
          <p:nvPr/>
        </p:nvSpPr>
        <p:spPr bwMode="auto">
          <a:xfrm rot="5399909" flipH="0" flipV="0">
            <a:off x="6676069" y="575477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36170347" name="TextBox 155"/>
          <p:cNvSpPr txBox="1"/>
          <p:nvPr/>
        </p:nvSpPr>
        <p:spPr bwMode="auto">
          <a:xfrm rot="5399909" flipH="0" flipV="0">
            <a:off x="6704831" y="5772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33507924" name="Freeform 157"/>
          <p:cNvSpPr/>
          <p:nvPr/>
        </p:nvSpPr>
        <p:spPr bwMode="auto">
          <a:xfrm rot="5399909" flipH="0" flipV="0">
            <a:off x="6038448" y="5598522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6072275" name="TextBox 158"/>
          <p:cNvSpPr txBox="1"/>
          <p:nvPr/>
        </p:nvSpPr>
        <p:spPr bwMode="auto">
          <a:xfrm rot="5399909" flipH="0" flipV="0">
            <a:off x="6067210" y="561577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3932703" name="Freeform 160"/>
          <p:cNvSpPr/>
          <p:nvPr/>
        </p:nvSpPr>
        <p:spPr bwMode="auto">
          <a:xfrm rot="5399909" flipH="0" flipV="0">
            <a:off x="7116660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3459602" name="TextBox 161"/>
          <p:cNvSpPr txBox="1"/>
          <p:nvPr/>
        </p:nvSpPr>
        <p:spPr bwMode="auto">
          <a:xfrm rot="5399909" flipH="0" flipV="0">
            <a:off x="7145421" y="631610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6730325" name="Freeform 163"/>
          <p:cNvSpPr/>
          <p:nvPr/>
        </p:nvSpPr>
        <p:spPr bwMode="auto">
          <a:xfrm rot="5399909" flipH="0" flipV="0">
            <a:off x="5038438" y="600020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1646205" name="TextBox 164"/>
          <p:cNvSpPr txBox="1"/>
          <p:nvPr/>
        </p:nvSpPr>
        <p:spPr bwMode="auto">
          <a:xfrm rot="5399909" flipH="0" flipV="0">
            <a:off x="5067201" y="60174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0282604" name="Freeform 166"/>
          <p:cNvSpPr/>
          <p:nvPr/>
        </p:nvSpPr>
        <p:spPr bwMode="auto">
          <a:xfrm rot="5399909" flipH="0" flipV="0">
            <a:off x="5555214" y="47818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2465601" name="TextBox 167"/>
          <p:cNvSpPr txBox="1"/>
          <p:nvPr/>
        </p:nvSpPr>
        <p:spPr bwMode="auto">
          <a:xfrm rot="5399909" flipH="0" flipV="0">
            <a:off x="5583975" y="47991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44697753" name="Freeform 169"/>
          <p:cNvSpPr/>
          <p:nvPr/>
        </p:nvSpPr>
        <p:spPr bwMode="auto">
          <a:xfrm rot="0" flipH="0" flipV="0">
            <a:off x="9280702" y="6176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7731364" name="TextBox 170"/>
          <p:cNvSpPr txBox="1"/>
          <p:nvPr/>
        </p:nvSpPr>
        <p:spPr bwMode="auto">
          <a:xfrm rot="0" flipH="0" flipV="0">
            <a:off x="9303710" y="6187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8681941" name="Freeform 172"/>
          <p:cNvSpPr/>
          <p:nvPr/>
        </p:nvSpPr>
        <p:spPr bwMode="auto">
          <a:xfrm rot="0" flipH="0" flipV="0">
            <a:off x="8904783" y="521402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753016" name="TextBox 173"/>
          <p:cNvSpPr txBox="1"/>
          <p:nvPr/>
        </p:nvSpPr>
        <p:spPr bwMode="auto">
          <a:xfrm rot="0" flipH="0" flipV="0">
            <a:off x="8927791" y="52255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26168630" name="Freeform 175"/>
          <p:cNvSpPr/>
          <p:nvPr/>
        </p:nvSpPr>
        <p:spPr bwMode="auto">
          <a:xfrm rot="0" flipH="0" flipV="0">
            <a:off x="7432229" y="554860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8855212" name="TextBox 176"/>
          <p:cNvSpPr txBox="1"/>
          <p:nvPr/>
        </p:nvSpPr>
        <p:spPr bwMode="auto">
          <a:xfrm rot="0" flipH="0" flipV="0">
            <a:off x="7455236" y="556010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6683482" name="Freeform 178"/>
          <p:cNvSpPr/>
          <p:nvPr/>
        </p:nvSpPr>
        <p:spPr bwMode="auto">
          <a:xfrm rot="0" flipH="0" flipV="0">
            <a:off x="8440093" y="592055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269784" name="TextBox 179"/>
          <p:cNvSpPr txBox="1"/>
          <p:nvPr/>
        </p:nvSpPr>
        <p:spPr bwMode="auto">
          <a:xfrm rot="0" flipH="0" flipV="0">
            <a:off x="8463101" y="59320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4927628" name="Freeform 181"/>
          <p:cNvSpPr/>
          <p:nvPr/>
        </p:nvSpPr>
        <p:spPr bwMode="auto">
          <a:xfrm rot="0" flipH="0" flipV="0">
            <a:off x="4235266" y="587749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5316274" name="TextBox 182"/>
          <p:cNvSpPr txBox="1"/>
          <p:nvPr/>
        </p:nvSpPr>
        <p:spPr bwMode="auto">
          <a:xfrm rot="0" flipH="0" flipV="0">
            <a:off x="4258274" y="58889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9102101" name="Freeform 184"/>
          <p:cNvSpPr/>
          <p:nvPr/>
        </p:nvSpPr>
        <p:spPr bwMode="auto">
          <a:xfrm rot="0" flipH="0" flipV="0">
            <a:off x="10905539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374816895" name="TextBox 185"/>
          <p:cNvSpPr txBox="1"/>
          <p:nvPr/>
        </p:nvSpPr>
        <p:spPr bwMode="auto">
          <a:xfrm rot="0" flipH="0" flipV="0">
            <a:off x="10928548" y="631035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544001086" name="Freeform 187"/>
          <p:cNvSpPr/>
          <p:nvPr/>
        </p:nvSpPr>
        <p:spPr bwMode="auto">
          <a:xfrm rot="0" flipH="0" flipV="0">
            <a:off x="9490329" y="56667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2322954" name="TextBox 188"/>
          <p:cNvSpPr txBox="1"/>
          <p:nvPr/>
        </p:nvSpPr>
        <p:spPr bwMode="auto">
          <a:xfrm rot="0" flipH="0" flipV="0">
            <a:off x="9513338" y="56782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9334051" name="Freeform 190"/>
          <p:cNvSpPr/>
          <p:nvPr/>
        </p:nvSpPr>
        <p:spPr bwMode="auto">
          <a:xfrm rot="0" flipH="0" flipV="0">
            <a:off x="9114473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0783045" name="TextBox 191"/>
          <p:cNvSpPr txBox="1"/>
          <p:nvPr/>
        </p:nvSpPr>
        <p:spPr bwMode="auto">
          <a:xfrm rot="0" flipH="0" flipV="0">
            <a:off x="9137481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9263680" name="Freeform 193"/>
          <p:cNvSpPr/>
          <p:nvPr/>
        </p:nvSpPr>
        <p:spPr bwMode="auto">
          <a:xfrm rot="0" flipH="0" flipV="0">
            <a:off x="4516979" y="537622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0276806" name="TextBox 194"/>
          <p:cNvSpPr txBox="1"/>
          <p:nvPr/>
        </p:nvSpPr>
        <p:spPr bwMode="auto">
          <a:xfrm rot="0" flipH="0" flipV="0">
            <a:off x="4539988" y="538773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0606233" name="Freeform 196"/>
          <p:cNvSpPr/>
          <p:nvPr/>
        </p:nvSpPr>
        <p:spPr bwMode="auto">
          <a:xfrm rot="0" flipH="0" flipV="0">
            <a:off x="5432499" y="157672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813129425" name="TextBox 197"/>
          <p:cNvSpPr txBox="1"/>
          <p:nvPr/>
        </p:nvSpPr>
        <p:spPr bwMode="auto">
          <a:xfrm rot="0" flipH="0" flipV="0">
            <a:off x="5455506" y="15882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47733613" name="Freeform 199"/>
          <p:cNvSpPr/>
          <p:nvPr/>
        </p:nvSpPr>
        <p:spPr bwMode="auto">
          <a:xfrm rot="0" flipH="0" flipV="0">
            <a:off x="9918966" y="50913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8256034" name="TextBox 200"/>
          <p:cNvSpPr txBox="1"/>
          <p:nvPr/>
        </p:nvSpPr>
        <p:spPr bwMode="auto">
          <a:xfrm rot="0" flipH="0" flipV="0">
            <a:off x="9941974" y="51028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8232563" name="Freeform 202"/>
          <p:cNvSpPr/>
          <p:nvPr/>
        </p:nvSpPr>
        <p:spPr bwMode="auto">
          <a:xfrm rot="0" flipH="0" flipV="0">
            <a:off x="10409823" y="45488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938836" name="TextBox 203"/>
          <p:cNvSpPr txBox="1"/>
          <p:nvPr/>
        </p:nvSpPr>
        <p:spPr bwMode="auto">
          <a:xfrm rot="0" flipH="0" flipV="0">
            <a:off x="10432832" y="45603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7488313" name="AutoShape 204"/>
          <p:cNvSpPr/>
          <p:nvPr/>
        </p:nvSpPr>
        <p:spPr bwMode="auto">
          <a:xfrm flipH="1" flipV="1">
            <a:off x="4357720" y="2587026"/>
            <a:ext cx="1618929" cy="1065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49654" name="AutoShape 205"/>
          <p:cNvSpPr/>
          <p:nvPr/>
        </p:nvSpPr>
        <p:spPr bwMode="auto">
          <a:xfrm flipH="1" flipV="1">
            <a:off x="5613755" y="1807313"/>
            <a:ext cx="426807" cy="7864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814516" name="AutoShape 206"/>
          <p:cNvSpPr/>
          <p:nvPr/>
        </p:nvSpPr>
        <p:spPr bwMode="auto">
          <a:xfrm flipH="1" flipV="1">
            <a:off x="3825309" y="2118596"/>
            <a:ext cx="2154897" cy="5525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051737" name="AutoShape 207"/>
          <p:cNvSpPr/>
          <p:nvPr/>
        </p:nvSpPr>
        <p:spPr bwMode="auto">
          <a:xfrm flipH="1" flipV="1">
            <a:off x="4343873" y="1777570"/>
            <a:ext cx="1646623" cy="8669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101687" name="AutoShape 208"/>
          <p:cNvSpPr/>
          <p:nvPr/>
        </p:nvSpPr>
        <p:spPr bwMode="auto">
          <a:xfrm flipH="1" flipV="1">
            <a:off x="4826594" y="1458045"/>
            <a:ext cx="1184746" cy="11578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280846" name="AutoShape 209"/>
          <p:cNvSpPr/>
          <p:nvPr/>
        </p:nvSpPr>
        <p:spPr bwMode="auto">
          <a:xfrm flipH="1" flipV="1">
            <a:off x="5411255" y="1239320"/>
            <a:ext cx="1491765" cy="9077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246513" name="AutoShape 210"/>
          <p:cNvSpPr/>
          <p:nvPr/>
        </p:nvSpPr>
        <p:spPr bwMode="auto">
          <a:xfrm flipH="1" flipV="1">
            <a:off x="6683628" y="1364187"/>
            <a:ext cx="280341" cy="73200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229613" name="AutoShape 211"/>
          <p:cNvSpPr/>
          <p:nvPr/>
        </p:nvSpPr>
        <p:spPr bwMode="auto">
          <a:xfrm flipH="1" flipV="1">
            <a:off x="6161162" y="766131"/>
            <a:ext cx="784647" cy="13388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238319" name="AutoShape 212"/>
          <p:cNvSpPr/>
          <p:nvPr/>
        </p:nvSpPr>
        <p:spPr bwMode="auto">
          <a:xfrm flipH="1" flipV="1">
            <a:off x="6815185" y="781871"/>
            <a:ext cx="176283" cy="13073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351295" name="AutoShape 213"/>
          <p:cNvSpPr/>
          <p:nvPr/>
        </p:nvSpPr>
        <p:spPr bwMode="auto">
          <a:xfrm flipV="1">
            <a:off x="7056374" y="1018427"/>
            <a:ext cx="464429" cy="107963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3954285" name="AutoShape 214"/>
          <p:cNvSpPr/>
          <p:nvPr/>
        </p:nvSpPr>
        <p:spPr bwMode="auto">
          <a:xfrm flipV="1">
            <a:off x="7078451" y="683278"/>
            <a:ext cx="1003326" cy="142714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862885" name="AutoShape 215"/>
          <p:cNvSpPr/>
          <p:nvPr/>
        </p:nvSpPr>
        <p:spPr bwMode="auto">
          <a:xfrm flipV="1">
            <a:off x="8029647" y="1543667"/>
            <a:ext cx="0" cy="544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207037" name="AutoShape 216"/>
          <p:cNvSpPr/>
          <p:nvPr/>
        </p:nvSpPr>
        <p:spPr bwMode="auto">
          <a:xfrm flipV="1">
            <a:off x="8096064" y="763447"/>
            <a:ext cx="865017" cy="134416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367025" name="AutoShape 217"/>
          <p:cNvSpPr/>
          <p:nvPr/>
        </p:nvSpPr>
        <p:spPr bwMode="auto">
          <a:xfrm flipV="1">
            <a:off x="8138126" y="1675121"/>
            <a:ext cx="903603" cy="47828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03472" name="AutoShape 218"/>
          <p:cNvSpPr/>
          <p:nvPr/>
        </p:nvSpPr>
        <p:spPr bwMode="auto">
          <a:xfrm flipV="1">
            <a:off x="8126232" y="613235"/>
            <a:ext cx="1941579" cy="15218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301827" name="AutoShape 219"/>
          <p:cNvSpPr/>
          <p:nvPr/>
        </p:nvSpPr>
        <p:spPr bwMode="auto">
          <a:xfrm flipV="1">
            <a:off x="8151990" y="2149410"/>
            <a:ext cx="658970" cy="5179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846099" name="Freeform 221"/>
          <p:cNvSpPr/>
          <p:nvPr/>
        </p:nvSpPr>
        <p:spPr bwMode="auto">
          <a:xfrm rot="0" flipH="0" flipV="0">
            <a:off x="10004951" y="220120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1091629" name="TextBox 222"/>
          <p:cNvSpPr txBox="1"/>
          <p:nvPr/>
        </p:nvSpPr>
        <p:spPr bwMode="auto">
          <a:xfrm rot="0" flipH="0" flipV="0">
            <a:off x="10027959" y="221270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6029885" name="AutoShape 223"/>
          <p:cNvSpPr/>
          <p:nvPr/>
        </p:nvSpPr>
        <p:spPr bwMode="auto">
          <a:xfrm flipV="1">
            <a:off x="8730232" y="1077064"/>
            <a:ext cx="2244360" cy="16584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900635" name="AutoShape 224"/>
          <p:cNvSpPr/>
          <p:nvPr/>
        </p:nvSpPr>
        <p:spPr bwMode="auto">
          <a:xfrm flipV="1">
            <a:off x="8720694" y="1559275"/>
            <a:ext cx="1231823" cy="11648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255344" name="AutoShape 225"/>
          <p:cNvSpPr/>
          <p:nvPr/>
        </p:nvSpPr>
        <p:spPr bwMode="auto">
          <a:xfrm flipV="1">
            <a:off x="8748308" y="2361740"/>
            <a:ext cx="1262580" cy="4089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99583" name="AutoShape 226"/>
          <p:cNvSpPr/>
          <p:nvPr/>
        </p:nvSpPr>
        <p:spPr bwMode="auto">
          <a:xfrm flipV="1">
            <a:off x="8741220" y="1795498"/>
            <a:ext cx="1907455" cy="9578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183300" name="AutoShape 227"/>
          <p:cNvSpPr/>
          <p:nvPr/>
        </p:nvSpPr>
        <p:spPr bwMode="auto">
          <a:xfrm flipV="1">
            <a:off x="8508819" y="2313131"/>
            <a:ext cx="2692496" cy="4953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414062" name="AutoShape 228"/>
          <p:cNvSpPr/>
          <p:nvPr/>
        </p:nvSpPr>
        <p:spPr bwMode="auto">
          <a:xfrm>
            <a:off x="8751434" y="2834708"/>
            <a:ext cx="580546" cy="1270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254193" name="AutoShape 229"/>
          <p:cNvSpPr/>
          <p:nvPr/>
        </p:nvSpPr>
        <p:spPr bwMode="auto">
          <a:xfrm flipV="1">
            <a:off x="8892906" y="2705211"/>
            <a:ext cx="1877337" cy="8932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478008" name="AutoShape 230"/>
          <p:cNvSpPr/>
          <p:nvPr/>
        </p:nvSpPr>
        <p:spPr bwMode="auto">
          <a:xfrm flipV="1">
            <a:off x="8902644" y="3197313"/>
            <a:ext cx="2265699" cy="4309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809294" name="AutoShape 231"/>
          <p:cNvSpPr/>
          <p:nvPr/>
        </p:nvSpPr>
        <p:spPr bwMode="auto">
          <a:xfrm>
            <a:off x="8904717" y="3655260"/>
            <a:ext cx="1259743" cy="419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364681" name="AutoShape 232"/>
          <p:cNvSpPr/>
          <p:nvPr/>
        </p:nvSpPr>
        <p:spPr bwMode="auto">
          <a:xfrm>
            <a:off x="8902583" y="3674436"/>
            <a:ext cx="2103410" cy="4059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448718" name="AutoShape 233"/>
          <p:cNvSpPr/>
          <p:nvPr/>
        </p:nvSpPr>
        <p:spPr bwMode="auto">
          <a:xfrm>
            <a:off x="8894181" y="3701151"/>
            <a:ext cx="2312426" cy="10307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58753" name="AutoShape 234"/>
          <p:cNvSpPr/>
          <p:nvPr/>
        </p:nvSpPr>
        <p:spPr bwMode="auto">
          <a:xfrm>
            <a:off x="8888105" y="3712985"/>
            <a:ext cx="1538397" cy="8967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6423053" name="AutoShape 235"/>
          <p:cNvSpPr/>
          <p:nvPr/>
        </p:nvSpPr>
        <p:spPr bwMode="auto">
          <a:xfrm>
            <a:off x="8771231" y="4449600"/>
            <a:ext cx="2312897" cy="1043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065552" name="AutoShape 236"/>
          <p:cNvSpPr/>
          <p:nvPr/>
        </p:nvSpPr>
        <p:spPr bwMode="auto">
          <a:xfrm flipV="1">
            <a:off x="8781511" y="4355184"/>
            <a:ext cx="333517" cy="3214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598993" name="AutoShape 237"/>
          <p:cNvSpPr/>
          <p:nvPr/>
        </p:nvSpPr>
        <p:spPr bwMode="auto">
          <a:xfrm>
            <a:off x="8765084" y="4461433"/>
            <a:ext cx="1170866" cy="6902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252854" name="AutoShape 238"/>
          <p:cNvSpPr/>
          <p:nvPr/>
        </p:nvSpPr>
        <p:spPr bwMode="auto">
          <a:xfrm>
            <a:off x="8752685" y="4478783"/>
            <a:ext cx="2182239" cy="186309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690497" name="AutoShape 239"/>
          <p:cNvSpPr/>
          <p:nvPr/>
        </p:nvSpPr>
        <p:spPr bwMode="auto">
          <a:xfrm>
            <a:off x="8728774" y="4500308"/>
            <a:ext cx="814851" cy="11879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574259" name="AutoShape 240"/>
          <p:cNvSpPr/>
          <p:nvPr/>
        </p:nvSpPr>
        <p:spPr bwMode="auto">
          <a:xfrm>
            <a:off x="8704215" y="4513358"/>
            <a:ext cx="278420" cy="7091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425333" name="AutoShape 241"/>
          <p:cNvSpPr/>
          <p:nvPr/>
        </p:nvSpPr>
        <p:spPr bwMode="auto">
          <a:xfrm>
            <a:off x="7993470" y="4881236"/>
            <a:ext cx="1323409" cy="1330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073642" name="AutoShape 242"/>
          <p:cNvSpPr/>
          <p:nvPr/>
        </p:nvSpPr>
        <p:spPr bwMode="auto">
          <a:xfrm>
            <a:off x="7963995" y="4902897"/>
            <a:ext cx="541749" cy="10317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152222" name="AutoShape 243"/>
          <p:cNvSpPr/>
          <p:nvPr/>
        </p:nvSpPr>
        <p:spPr bwMode="auto">
          <a:xfrm flipH="1">
            <a:off x="7821913" y="4916737"/>
            <a:ext cx="77843" cy="132910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08028" name="AutoShape 244"/>
          <p:cNvSpPr/>
          <p:nvPr/>
        </p:nvSpPr>
        <p:spPr bwMode="auto">
          <a:xfrm flipH="1">
            <a:off x="7600659" y="4908146"/>
            <a:ext cx="260555" cy="64925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7639311" name="AutoShape 245"/>
          <p:cNvSpPr/>
          <p:nvPr/>
        </p:nvSpPr>
        <p:spPr bwMode="auto">
          <a:xfrm flipH="1">
            <a:off x="6807886" y="4838505"/>
            <a:ext cx="68167" cy="916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303265" name="AutoShape 246"/>
          <p:cNvSpPr/>
          <p:nvPr/>
        </p:nvSpPr>
        <p:spPr bwMode="auto">
          <a:xfrm>
            <a:off x="6910116" y="4836297"/>
            <a:ext cx="304295" cy="14650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471903" name="Freeform 248"/>
          <p:cNvSpPr/>
          <p:nvPr/>
        </p:nvSpPr>
        <p:spPr bwMode="auto">
          <a:xfrm rot="5399909" flipH="0" flipV="0">
            <a:off x="6059713" y="630139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4734252" name="TextBox 249"/>
          <p:cNvSpPr txBox="1"/>
          <p:nvPr/>
        </p:nvSpPr>
        <p:spPr bwMode="auto">
          <a:xfrm rot="5399909" flipH="0" flipV="0">
            <a:off x="6088475" y="631864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73279685" name="AutoShape 250"/>
          <p:cNvSpPr/>
          <p:nvPr/>
        </p:nvSpPr>
        <p:spPr bwMode="auto">
          <a:xfrm flipH="1">
            <a:off x="6229132" y="4829637"/>
            <a:ext cx="609318" cy="148095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741101" name="AutoShape 251"/>
          <p:cNvSpPr/>
          <p:nvPr/>
        </p:nvSpPr>
        <p:spPr bwMode="auto">
          <a:xfrm flipH="1">
            <a:off x="6232890" y="4815703"/>
            <a:ext cx="580536" cy="8059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297408" name="AutoShape 252"/>
          <p:cNvSpPr/>
          <p:nvPr/>
        </p:nvSpPr>
        <p:spPr bwMode="auto">
          <a:xfrm flipH="1">
            <a:off x="5256234" y="4793709"/>
            <a:ext cx="1533840" cy="12516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962623" name="AutoShape 253"/>
          <p:cNvSpPr/>
          <p:nvPr/>
        </p:nvSpPr>
        <p:spPr bwMode="auto">
          <a:xfrm flipH="1">
            <a:off x="4467406" y="4771724"/>
            <a:ext cx="2308322" cy="117288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545225" name="AutoShape 254"/>
          <p:cNvSpPr/>
          <p:nvPr/>
        </p:nvSpPr>
        <p:spPr bwMode="auto">
          <a:xfrm flipH="1">
            <a:off x="5705899" y="4273187"/>
            <a:ext cx="119803" cy="5118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145044" name="AutoShape 255"/>
          <p:cNvSpPr/>
          <p:nvPr/>
        </p:nvSpPr>
        <p:spPr bwMode="auto">
          <a:xfrm flipH="1">
            <a:off x="4721908" y="4244778"/>
            <a:ext cx="1049553" cy="11630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136459" name="AutoShape 256"/>
          <p:cNvSpPr/>
          <p:nvPr/>
        </p:nvSpPr>
        <p:spPr bwMode="auto">
          <a:xfrm flipH="1">
            <a:off x="4982098" y="4176729"/>
            <a:ext cx="751024" cy="1436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4186422" name="Freeform 258"/>
          <p:cNvSpPr/>
          <p:nvPr/>
        </p:nvSpPr>
        <p:spPr bwMode="auto">
          <a:xfrm rot="0" flipH="0" flipV="0">
            <a:off x="4313571" y="473187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2247016" name="TextBox 259"/>
          <p:cNvSpPr txBox="1"/>
          <p:nvPr/>
        </p:nvSpPr>
        <p:spPr bwMode="auto">
          <a:xfrm rot="0" flipH="0" flipV="0">
            <a:off x="4336579" y="474338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6086597" name="AutoShape 260"/>
          <p:cNvSpPr/>
          <p:nvPr/>
        </p:nvSpPr>
        <p:spPr bwMode="auto">
          <a:xfrm flipH="1">
            <a:off x="4546310" y="4208082"/>
            <a:ext cx="1197342" cy="5921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983227" name="Freeform 27"/>
          <p:cNvSpPr/>
          <p:nvPr/>
        </p:nvSpPr>
        <p:spPr bwMode="auto">
          <a:xfrm rot="0" flipH="0" flipV="0">
            <a:off x="6981552" y="331051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55273598" name="TextBox 28"/>
          <p:cNvSpPr txBox="1"/>
          <p:nvPr/>
        </p:nvSpPr>
        <p:spPr bwMode="auto">
          <a:xfrm rot="0" flipH="0" flipV="0">
            <a:off x="7004555" y="332201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054686" name="AutoShape 29"/>
          <p:cNvSpPr/>
          <p:nvPr/>
        </p:nvSpPr>
        <p:spPr bwMode="auto">
          <a:xfrm>
            <a:off x="2629648" y="3411905"/>
            <a:ext cx="4351905" cy="207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4535693" name="Freeform 31"/>
          <p:cNvSpPr/>
          <p:nvPr/>
        </p:nvSpPr>
        <p:spPr bwMode="auto">
          <a:xfrm rot="0" flipH="0" flipV="0">
            <a:off x="682405" y="3044921"/>
            <a:ext cx="1947240" cy="724698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3855" y="0"/>
                </a:moveTo>
                <a:lnTo>
                  <a:pt x="788945" y="0"/>
                </a:lnTo>
                <a:cubicBezTo>
                  <a:pt x="802120" y="0"/>
                  <a:pt x="812800" y="10680"/>
                  <a:pt x="812800" y="23855"/>
                </a:cubicBezTo>
                <a:lnTo>
                  <a:pt x="812800" y="278642"/>
                </a:lnTo>
                <a:cubicBezTo>
                  <a:pt x="812800" y="291817"/>
                  <a:pt x="802120" y="302497"/>
                  <a:pt x="788945" y="302497"/>
                </a:cubicBezTo>
                <a:lnTo>
                  <a:pt x="23855" y="302497"/>
                </a:lnTo>
                <a:cubicBezTo>
                  <a:pt x="10680" y="302497"/>
                  <a:pt x="0" y="291817"/>
                  <a:pt x="0" y="278642"/>
                </a:cubicBezTo>
                <a:lnTo>
                  <a:pt x="0" y="23855"/>
                </a:lnTo>
                <a:cubicBezTo>
                  <a:pt x="0" y="10680"/>
                  <a:pt x="10680" y="0"/>
                  <a:pt x="238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65017030" name="TextBox 32"/>
          <p:cNvSpPr txBox="1"/>
          <p:nvPr/>
        </p:nvSpPr>
        <p:spPr bwMode="auto">
          <a:xfrm rot="0" flipH="0" flipV="0">
            <a:off x="682405" y="2930832"/>
            <a:ext cx="1947240" cy="83879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財布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74377252" name="AutoShape 33"/>
          <p:cNvSpPr/>
          <p:nvPr/>
        </p:nvSpPr>
        <p:spPr bwMode="auto">
          <a:xfrm flipV="1">
            <a:off x="7166532" y="2221553"/>
            <a:ext cx="651606" cy="1105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243168" name="Freeform 35"/>
          <p:cNvSpPr/>
          <p:nvPr/>
        </p:nvSpPr>
        <p:spPr bwMode="auto">
          <a:xfrm rot="0" flipH="0" flipV="0">
            <a:off x="6736174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4298562" name="TextBox 36"/>
          <p:cNvSpPr txBox="1"/>
          <p:nvPr/>
        </p:nvSpPr>
        <p:spPr bwMode="auto">
          <a:xfrm rot="0" flipH="0" flipV="0">
            <a:off x="6759178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41691409" name="Freeform 38"/>
          <p:cNvSpPr/>
          <p:nvPr/>
        </p:nvSpPr>
        <p:spPr bwMode="auto">
          <a:xfrm rot="0" flipH="0" flipV="0">
            <a:off x="8359504" y="25906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3485132" name="TextBox 39"/>
          <p:cNvSpPr txBox="1"/>
          <p:nvPr/>
        </p:nvSpPr>
        <p:spPr bwMode="auto">
          <a:xfrm rot="0" flipH="0" flipV="0">
            <a:off x="8382508" y="260216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83918253" name="Freeform 41"/>
          <p:cNvSpPr/>
          <p:nvPr/>
        </p:nvSpPr>
        <p:spPr bwMode="auto">
          <a:xfrm rot="0" flipH="0" flipV="0">
            <a:off x="8510010" y="34332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0038270" name="TextBox 42"/>
          <p:cNvSpPr txBox="1"/>
          <p:nvPr/>
        </p:nvSpPr>
        <p:spPr bwMode="auto">
          <a:xfrm rot="0" flipH="0" flipV="0">
            <a:off x="8533014" y="34447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466936" name="Freeform 44"/>
          <p:cNvSpPr/>
          <p:nvPr/>
        </p:nvSpPr>
        <p:spPr bwMode="auto">
          <a:xfrm rot="0" flipH="0" flipV="0">
            <a:off x="7635053" y="457601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40338242" name="TextBox 45"/>
          <p:cNvSpPr txBox="1"/>
          <p:nvPr/>
        </p:nvSpPr>
        <p:spPr bwMode="auto">
          <a:xfrm rot="0" flipH="0" flipV="0">
            <a:off x="7658057" y="458752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65384229" name="Freeform 47"/>
          <p:cNvSpPr/>
          <p:nvPr/>
        </p:nvSpPr>
        <p:spPr bwMode="auto">
          <a:xfrm rot="0" flipH="0" flipV="0">
            <a:off x="6613485" y="44979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32616910" name="TextBox 48"/>
          <p:cNvSpPr txBox="1"/>
          <p:nvPr/>
        </p:nvSpPr>
        <p:spPr bwMode="auto">
          <a:xfrm rot="0" flipH="0" flipV="0">
            <a:off x="6636489" y="450943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1513582" name="Freeform 50"/>
          <p:cNvSpPr/>
          <p:nvPr/>
        </p:nvSpPr>
        <p:spPr bwMode="auto">
          <a:xfrm rot="0" flipH="0" flipV="0">
            <a:off x="5582216" y="393559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9964779" name="TextBox 51"/>
          <p:cNvSpPr txBox="1"/>
          <p:nvPr/>
        </p:nvSpPr>
        <p:spPr bwMode="auto">
          <a:xfrm rot="0" flipH="0" flipV="0">
            <a:off x="5605220" y="394709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3012443" name="Freeform 53"/>
          <p:cNvSpPr/>
          <p:nvPr/>
        </p:nvSpPr>
        <p:spPr bwMode="auto">
          <a:xfrm rot="0" flipH="0" flipV="0">
            <a:off x="8387320" y="418097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0267616" name="TextBox 54"/>
          <p:cNvSpPr txBox="1"/>
          <p:nvPr/>
        </p:nvSpPr>
        <p:spPr bwMode="auto">
          <a:xfrm rot="0" flipH="0" flipV="0">
            <a:off x="8410324" y="419247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79114436" name="Freeform 56"/>
          <p:cNvSpPr/>
          <p:nvPr/>
        </p:nvSpPr>
        <p:spPr bwMode="auto">
          <a:xfrm rot="0" flipH="0" flipV="0">
            <a:off x="7757742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26578892" name="TextBox 57"/>
          <p:cNvSpPr txBox="1"/>
          <p:nvPr/>
        </p:nvSpPr>
        <p:spPr bwMode="auto">
          <a:xfrm rot="0" flipH="0" flipV="0">
            <a:off x="7780746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49773895" name="Freeform 59"/>
          <p:cNvSpPr/>
          <p:nvPr/>
        </p:nvSpPr>
        <p:spPr bwMode="auto">
          <a:xfrm rot="0" flipH="0" flipV="0">
            <a:off x="5827594" y="248389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2765819" name="TextBox 60"/>
          <p:cNvSpPr txBox="1"/>
          <p:nvPr/>
        </p:nvSpPr>
        <p:spPr bwMode="auto">
          <a:xfrm rot="0" flipH="0" flipV="0">
            <a:off x="5850598" y="249539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53707105" name="AutoShape 61"/>
          <p:cNvSpPr/>
          <p:nvPr/>
        </p:nvSpPr>
        <p:spPr bwMode="auto">
          <a:xfrm flipV="1">
            <a:off x="7213008" y="2770174"/>
            <a:ext cx="1160417" cy="6062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784249" name="AutoShape 62"/>
          <p:cNvSpPr/>
          <p:nvPr/>
        </p:nvSpPr>
        <p:spPr bwMode="auto">
          <a:xfrm>
            <a:off x="7226543" y="3443022"/>
            <a:ext cx="1283852" cy="103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1009857" name="AutoShape 63"/>
          <p:cNvSpPr/>
          <p:nvPr/>
        </p:nvSpPr>
        <p:spPr bwMode="auto">
          <a:xfrm>
            <a:off x="7208567" y="3497805"/>
            <a:ext cx="1197117" cy="74126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610934" name="AutoShape 64"/>
          <p:cNvSpPr/>
          <p:nvPr/>
        </p:nvSpPr>
        <p:spPr bwMode="auto">
          <a:xfrm>
            <a:off x="7160547" y="3542240"/>
            <a:ext cx="540891" cy="10474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063714" name="AutoShape 65"/>
          <p:cNvSpPr/>
          <p:nvPr/>
        </p:nvSpPr>
        <p:spPr bwMode="auto">
          <a:xfrm flipH="1">
            <a:off x="6772509" y="3550424"/>
            <a:ext cx="295394" cy="9529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9552526" name="AutoShape 66"/>
          <p:cNvSpPr/>
          <p:nvPr/>
        </p:nvSpPr>
        <p:spPr bwMode="auto">
          <a:xfrm flipH="1">
            <a:off x="5816955" y="3483257"/>
            <a:ext cx="1175238" cy="5249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5335581" name="AutoShape 67"/>
          <p:cNvSpPr/>
          <p:nvPr/>
        </p:nvSpPr>
        <p:spPr bwMode="auto">
          <a:xfrm flipH="1" flipV="1">
            <a:off x="6050032" y="2678040"/>
            <a:ext cx="954461" cy="6837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058296" name="AutoShape 68"/>
          <p:cNvSpPr/>
          <p:nvPr/>
        </p:nvSpPr>
        <p:spPr bwMode="auto">
          <a:xfrm flipH="1" flipV="1">
            <a:off x="6881335" y="2236466"/>
            <a:ext cx="200435" cy="10761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5056571" name="Freeform 70"/>
          <p:cNvSpPr/>
          <p:nvPr/>
        </p:nvSpPr>
        <p:spPr bwMode="auto">
          <a:xfrm rot="0" flipH="0" flipV="0">
            <a:off x="3964140" y="236120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82340577" name="TextBox 71"/>
          <p:cNvSpPr txBox="1"/>
          <p:nvPr/>
        </p:nvSpPr>
        <p:spPr bwMode="auto">
          <a:xfrm rot="0" flipH="0" flipV="0">
            <a:off x="3987143" y="237271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301188" name="Freeform 73"/>
          <p:cNvSpPr/>
          <p:nvPr/>
        </p:nvSpPr>
        <p:spPr bwMode="auto">
          <a:xfrm rot="0" flipH="0" flipV="0">
            <a:off x="3964140" y="150281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9001277" name="TextBox 74"/>
          <p:cNvSpPr txBox="1"/>
          <p:nvPr/>
        </p:nvSpPr>
        <p:spPr bwMode="auto">
          <a:xfrm rot="0" flipH="0" flipV="0">
            <a:off x="3987143" y="151431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8117224" name="Freeform 76"/>
          <p:cNvSpPr/>
          <p:nvPr/>
        </p:nvSpPr>
        <p:spPr bwMode="auto">
          <a:xfrm rot="0" flipH="0" flipV="0">
            <a:off x="3435392" y="187045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7603986" name="TextBox 77"/>
          <p:cNvSpPr txBox="1"/>
          <p:nvPr/>
        </p:nvSpPr>
        <p:spPr bwMode="auto">
          <a:xfrm rot="0" flipH="0" flipV="0">
            <a:off x="3458396" y="188195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03241917" name="Freeform 79"/>
          <p:cNvSpPr/>
          <p:nvPr/>
        </p:nvSpPr>
        <p:spPr bwMode="auto">
          <a:xfrm rot="0" flipH="0" flipV="0">
            <a:off x="4467601" y="11547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396289" name="TextBox 80"/>
          <p:cNvSpPr txBox="1"/>
          <p:nvPr/>
        </p:nvSpPr>
        <p:spPr bwMode="auto">
          <a:xfrm rot="0" flipH="0" flipV="0">
            <a:off x="4490605" y="11662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81960132" name="Freeform 82"/>
          <p:cNvSpPr/>
          <p:nvPr/>
        </p:nvSpPr>
        <p:spPr bwMode="auto">
          <a:xfrm rot="0" flipH="0" flipV="0">
            <a:off x="5035060" y="9580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111333" name="TextBox 83"/>
          <p:cNvSpPr txBox="1"/>
          <p:nvPr/>
        </p:nvSpPr>
        <p:spPr bwMode="auto">
          <a:xfrm rot="0" flipH="0" flipV="0">
            <a:off x="5058064" y="9695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0701606" name="Freeform 85"/>
          <p:cNvSpPr/>
          <p:nvPr/>
        </p:nvSpPr>
        <p:spPr bwMode="auto">
          <a:xfrm rot="0" flipH="0" flipV="0">
            <a:off x="5827594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5699572" name="TextBox 86"/>
          <p:cNvSpPr txBox="1"/>
          <p:nvPr/>
        </p:nvSpPr>
        <p:spPr bwMode="auto">
          <a:xfrm rot="0" flipH="0" flipV="0">
            <a:off x="5850598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1832162" name="Freeform 88"/>
          <p:cNvSpPr/>
          <p:nvPr/>
        </p:nvSpPr>
        <p:spPr bwMode="auto">
          <a:xfrm rot="0" flipH="0" flipV="0">
            <a:off x="6527130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288110816" name="TextBox 89"/>
          <p:cNvSpPr txBox="1"/>
          <p:nvPr/>
        </p:nvSpPr>
        <p:spPr bwMode="auto">
          <a:xfrm rot="0" flipH="0" flipV="0">
            <a:off x="6550134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29562164" name="Freeform 91"/>
          <p:cNvSpPr/>
          <p:nvPr/>
        </p:nvSpPr>
        <p:spPr bwMode="auto">
          <a:xfrm rot="0" flipH="0" flipV="0">
            <a:off x="6368106" y="103207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7240619" name="TextBox 92"/>
          <p:cNvSpPr txBox="1"/>
          <p:nvPr/>
        </p:nvSpPr>
        <p:spPr bwMode="auto">
          <a:xfrm rot="0" flipH="0" flipV="0">
            <a:off x="6391111" y="104357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56389895" name="Freeform 94"/>
          <p:cNvSpPr/>
          <p:nvPr/>
        </p:nvSpPr>
        <p:spPr bwMode="auto">
          <a:xfrm rot="0" flipH="0" flipV="0">
            <a:off x="7297498" y="68825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6029595" name="TextBox 95"/>
          <p:cNvSpPr txBox="1"/>
          <p:nvPr/>
        </p:nvSpPr>
        <p:spPr bwMode="auto">
          <a:xfrm rot="0" flipH="0" flipV="0">
            <a:off x="7320502" y="69976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87275692" name="Freeform 97"/>
          <p:cNvSpPr/>
          <p:nvPr/>
        </p:nvSpPr>
        <p:spPr bwMode="auto">
          <a:xfrm rot="0" flipH="0" flipV="0">
            <a:off x="7880431" y="36553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2523320" name="TextBox 98"/>
          <p:cNvSpPr txBox="1"/>
          <p:nvPr/>
        </p:nvSpPr>
        <p:spPr bwMode="auto">
          <a:xfrm rot="0" flipH="0" flipV="0">
            <a:off x="7903435" y="37703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1461819" name="Freeform 100"/>
          <p:cNvSpPr/>
          <p:nvPr/>
        </p:nvSpPr>
        <p:spPr bwMode="auto">
          <a:xfrm rot="0" flipH="0" flipV="0">
            <a:off x="8755387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3747740" name="TextBox 101"/>
          <p:cNvSpPr txBox="1"/>
          <p:nvPr/>
        </p:nvSpPr>
        <p:spPr bwMode="auto">
          <a:xfrm rot="0" flipH="0" flipV="0">
            <a:off x="8778391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77362202" name="Freeform 103"/>
          <p:cNvSpPr/>
          <p:nvPr/>
        </p:nvSpPr>
        <p:spPr bwMode="auto">
          <a:xfrm rot="0" flipH="0" flipV="0">
            <a:off x="7757742" y="120343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8981011" name="TextBox 104"/>
          <p:cNvSpPr txBox="1"/>
          <p:nvPr/>
        </p:nvSpPr>
        <p:spPr bwMode="auto">
          <a:xfrm rot="0" flipH="0" flipV="0">
            <a:off x="7780746" y="121493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1279240" name="Freeform 106"/>
          <p:cNvSpPr/>
          <p:nvPr/>
        </p:nvSpPr>
        <p:spPr bwMode="auto">
          <a:xfrm rot="0" flipH="0" flipV="0">
            <a:off x="8878077" y="14001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655504" name="TextBox 107"/>
          <p:cNvSpPr txBox="1"/>
          <p:nvPr/>
        </p:nvSpPr>
        <p:spPr bwMode="auto">
          <a:xfrm rot="0" flipH="0" flipV="0">
            <a:off x="8901080" y="14116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1835576" name="Freeform 109"/>
          <p:cNvSpPr/>
          <p:nvPr/>
        </p:nvSpPr>
        <p:spPr bwMode="auto">
          <a:xfrm rot="0" flipH="0" flipV="0">
            <a:off x="9769363" y="12574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5397043" name="TextBox 110"/>
          <p:cNvSpPr txBox="1"/>
          <p:nvPr/>
        </p:nvSpPr>
        <p:spPr bwMode="auto">
          <a:xfrm rot="0" flipH="0" flipV="0">
            <a:off x="9792367" y="12689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6681065" name="Freeform 112"/>
          <p:cNvSpPr/>
          <p:nvPr/>
        </p:nvSpPr>
        <p:spPr bwMode="auto">
          <a:xfrm rot="0" flipH="0" flipV="0">
            <a:off x="9892053" y="32019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00899" name="TextBox 113"/>
          <p:cNvSpPr txBox="1"/>
          <p:nvPr/>
        </p:nvSpPr>
        <p:spPr bwMode="auto">
          <a:xfrm rot="0" flipH="0" flipV="0">
            <a:off x="9915056" y="33169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7992849" name="Freeform 115"/>
          <p:cNvSpPr/>
          <p:nvPr/>
        </p:nvSpPr>
        <p:spPr bwMode="auto">
          <a:xfrm rot="0" flipH="0" flipV="0">
            <a:off x="10800763" y="78669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6641318" name="TextBox 116"/>
          <p:cNvSpPr txBox="1"/>
          <p:nvPr/>
        </p:nvSpPr>
        <p:spPr bwMode="auto">
          <a:xfrm rot="0" flipH="0" flipV="0">
            <a:off x="10823767" y="79820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99609915" name="Freeform 118"/>
          <p:cNvSpPr/>
          <p:nvPr/>
        </p:nvSpPr>
        <p:spPr bwMode="auto">
          <a:xfrm rot="0" flipH="0" flipV="0">
            <a:off x="10485900" y="152283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84772961" name="TextBox 119"/>
          <p:cNvSpPr txBox="1"/>
          <p:nvPr/>
        </p:nvSpPr>
        <p:spPr bwMode="auto">
          <a:xfrm rot="0" flipH="0" flipV="0">
            <a:off x="10508904" y="153433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73884338" name="Freeform 121"/>
          <p:cNvSpPr/>
          <p:nvPr/>
        </p:nvSpPr>
        <p:spPr bwMode="auto">
          <a:xfrm rot="0" flipH="0" flipV="0">
            <a:off x="11049447" y="207322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0907738" name="TextBox 122"/>
          <p:cNvSpPr txBox="1"/>
          <p:nvPr/>
        </p:nvSpPr>
        <p:spPr bwMode="auto">
          <a:xfrm rot="0" flipH="0" flipV="0">
            <a:off x="11072451" y="20847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8614543" name="Freeform 124"/>
          <p:cNvSpPr/>
          <p:nvPr/>
        </p:nvSpPr>
        <p:spPr bwMode="auto">
          <a:xfrm rot="0" flipH="0" flipV="0">
            <a:off x="8661215" y="19221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6726449" name="TextBox 125"/>
          <p:cNvSpPr txBox="1"/>
          <p:nvPr/>
        </p:nvSpPr>
        <p:spPr bwMode="auto">
          <a:xfrm rot="0" flipH="0" flipV="0">
            <a:off x="8684219" y="19336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821082" name="Freeform 127"/>
          <p:cNvSpPr/>
          <p:nvPr/>
        </p:nvSpPr>
        <p:spPr bwMode="auto">
          <a:xfrm rot="0" flipH="0" flipV="0">
            <a:off x="9179689" y="277017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9806356" name="TextBox 128"/>
          <p:cNvSpPr txBox="1"/>
          <p:nvPr/>
        </p:nvSpPr>
        <p:spPr bwMode="auto">
          <a:xfrm rot="0" flipH="0" flipV="0">
            <a:off x="9202693" y="278167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71349106" name="Freeform 130"/>
          <p:cNvSpPr/>
          <p:nvPr/>
        </p:nvSpPr>
        <p:spPr bwMode="auto">
          <a:xfrm rot="0" flipH="0" flipV="0">
            <a:off x="10608589" y="24347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048204" name="TextBox 131"/>
          <p:cNvSpPr txBox="1"/>
          <p:nvPr/>
        </p:nvSpPr>
        <p:spPr bwMode="auto">
          <a:xfrm rot="0" flipH="0" flipV="0">
            <a:off x="10631593" y="24462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46389455" name="Freeform 133"/>
          <p:cNvSpPr/>
          <p:nvPr/>
        </p:nvSpPr>
        <p:spPr bwMode="auto">
          <a:xfrm rot="0" flipH="0" flipV="0">
            <a:off x="11016346" y="295650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8913345" name="TextBox 134"/>
          <p:cNvSpPr txBox="1"/>
          <p:nvPr/>
        </p:nvSpPr>
        <p:spPr bwMode="auto">
          <a:xfrm rot="0" flipH="0" flipV="0">
            <a:off x="11039350" y="296800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1597424" name="Freeform 136"/>
          <p:cNvSpPr/>
          <p:nvPr/>
        </p:nvSpPr>
        <p:spPr bwMode="auto">
          <a:xfrm rot="0" flipH="0" flipV="0">
            <a:off x="10014741" y="34832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48639760" name="TextBox 137"/>
          <p:cNvSpPr txBox="1"/>
          <p:nvPr/>
        </p:nvSpPr>
        <p:spPr bwMode="auto">
          <a:xfrm rot="0" flipH="0" flipV="0">
            <a:off x="10037744" y="34947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09641673" name="Freeform 139"/>
          <p:cNvSpPr/>
          <p:nvPr/>
        </p:nvSpPr>
        <p:spPr bwMode="auto">
          <a:xfrm rot="0" flipH="0" flipV="0">
            <a:off x="10853967" y="388554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837851" name="TextBox 140"/>
          <p:cNvSpPr txBox="1"/>
          <p:nvPr/>
        </p:nvSpPr>
        <p:spPr bwMode="auto">
          <a:xfrm rot="0" flipH="0" flipV="0">
            <a:off x="10876971" y="389704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13363671" name="Freeform 142"/>
          <p:cNvSpPr/>
          <p:nvPr/>
        </p:nvSpPr>
        <p:spPr bwMode="auto">
          <a:xfrm rot="0" flipH="0" flipV="0">
            <a:off x="11046141" y="45636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8701692" name="TextBox 143"/>
          <p:cNvSpPr txBox="1"/>
          <p:nvPr/>
        </p:nvSpPr>
        <p:spPr bwMode="auto">
          <a:xfrm rot="0" flipH="0" flipV="0">
            <a:off x="11069145" y="45751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0587753" name="Freeform 145"/>
          <p:cNvSpPr/>
          <p:nvPr/>
        </p:nvSpPr>
        <p:spPr bwMode="auto">
          <a:xfrm rot="0" flipH="0" flipV="0">
            <a:off x="10923453" y="532568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285162" name="TextBox 146"/>
          <p:cNvSpPr txBox="1"/>
          <p:nvPr/>
        </p:nvSpPr>
        <p:spPr bwMode="auto">
          <a:xfrm rot="0" flipH="0" flipV="0">
            <a:off x="10946456" y="533718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6031153" name="Freeform 148"/>
          <p:cNvSpPr/>
          <p:nvPr/>
        </p:nvSpPr>
        <p:spPr bwMode="auto">
          <a:xfrm rot="0" flipH="0" flipV="0">
            <a:off x="4590290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12988905" name="TextBox 149"/>
          <p:cNvSpPr txBox="1"/>
          <p:nvPr/>
        </p:nvSpPr>
        <p:spPr bwMode="auto">
          <a:xfrm rot="0" flipH="0" flipV="0">
            <a:off x="4613294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184191" name="Freeform 151"/>
          <p:cNvSpPr/>
          <p:nvPr/>
        </p:nvSpPr>
        <p:spPr bwMode="auto">
          <a:xfrm rot="5399909" flipH="0" flipV="0">
            <a:off x="7542875" y="61498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1693102" name="TextBox 152"/>
          <p:cNvSpPr txBox="1"/>
          <p:nvPr/>
        </p:nvSpPr>
        <p:spPr bwMode="auto">
          <a:xfrm rot="5399909" flipH="0" flipV="0">
            <a:off x="7571631" y="616707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9110652" name="Freeform 154"/>
          <p:cNvSpPr/>
          <p:nvPr/>
        </p:nvSpPr>
        <p:spPr bwMode="auto">
          <a:xfrm rot="5399909" flipH="0" flipV="0">
            <a:off x="6527130" y="56590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795961898" name="TextBox 155"/>
          <p:cNvSpPr txBox="1"/>
          <p:nvPr/>
        </p:nvSpPr>
        <p:spPr bwMode="auto">
          <a:xfrm rot="5399909" flipH="0" flipV="0">
            <a:off x="6555886" y="56763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8220122" name="Freeform 157"/>
          <p:cNvSpPr/>
          <p:nvPr/>
        </p:nvSpPr>
        <p:spPr bwMode="auto">
          <a:xfrm rot="5399909" flipH="0" flipV="0">
            <a:off x="5889641" y="550283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542026" name="TextBox 158"/>
          <p:cNvSpPr txBox="1"/>
          <p:nvPr/>
        </p:nvSpPr>
        <p:spPr bwMode="auto">
          <a:xfrm rot="5399909" flipH="0" flipV="0">
            <a:off x="5918397" y="552009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0755210" name="Freeform 160"/>
          <p:cNvSpPr/>
          <p:nvPr/>
        </p:nvSpPr>
        <p:spPr bwMode="auto">
          <a:xfrm rot="5399909" flipH="0" flipV="0">
            <a:off x="6967629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0757878" name="TextBox 161"/>
          <p:cNvSpPr txBox="1"/>
          <p:nvPr/>
        </p:nvSpPr>
        <p:spPr bwMode="auto">
          <a:xfrm rot="5399909" flipH="0" flipV="0">
            <a:off x="6996385" y="622027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776224" name="Freeform 163"/>
          <p:cNvSpPr/>
          <p:nvPr/>
        </p:nvSpPr>
        <p:spPr bwMode="auto">
          <a:xfrm rot="5399909" flipH="0" flipV="0">
            <a:off x="4889836" y="59044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3835339" name="TextBox 164"/>
          <p:cNvSpPr txBox="1"/>
          <p:nvPr/>
        </p:nvSpPr>
        <p:spPr bwMode="auto">
          <a:xfrm rot="5399909" flipH="0" flipV="0">
            <a:off x="4918592" y="59216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5467590" name="Freeform 166"/>
          <p:cNvSpPr/>
          <p:nvPr/>
        </p:nvSpPr>
        <p:spPr bwMode="auto">
          <a:xfrm rot="5399909" flipH="0" flipV="0">
            <a:off x="5406504" y="4686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8481335" name="TextBox 167"/>
          <p:cNvSpPr txBox="1"/>
          <p:nvPr/>
        </p:nvSpPr>
        <p:spPr bwMode="auto">
          <a:xfrm rot="5399909" flipH="0" flipV="0">
            <a:off x="5435260" y="47035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19264292" name="Freeform 169"/>
          <p:cNvSpPr/>
          <p:nvPr/>
        </p:nvSpPr>
        <p:spPr bwMode="auto">
          <a:xfrm rot="0" flipH="0" flipV="0">
            <a:off x="9131229" y="608033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5795883" name="TextBox 170"/>
          <p:cNvSpPr txBox="1"/>
          <p:nvPr/>
        </p:nvSpPr>
        <p:spPr bwMode="auto">
          <a:xfrm rot="0" flipH="0" flipV="0">
            <a:off x="9154232" y="6091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26098955" name="Freeform 172"/>
          <p:cNvSpPr/>
          <p:nvPr/>
        </p:nvSpPr>
        <p:spPr bwMode="auto">
          <a:xfrm rot="0" flipH="0" flipV="0">
            <a:off x="8755387" y="51184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7100225" name="TextBox 173"/>
          <p:cNvSpPr txBox="1"/>
          <p:nvPr/>
        </p:nvSpPr>
        <p:spPr bwMode="auto">
          <a:xfrm rot="0" flipH="0" flipV="0">
            <a:off x="8778391" y="512991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78902773" name="Freeform 175"/>
          <p:cNvSpPr/>
          <p:nvPr/>
        </p:nvSpPr>
        <p:spPr bwMode="auto">
          <a:xfrm rot="0" flipH="0" flipV="0">
            <a:off x="7283136" y="54529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9799691" name="TextBox 176"/>
          <p:cNvSpPr txBox="1"/>
          <p:nvPr/>
        </p:nvSpPr>
        <p:spPr bwMode="auto">
          <a:xfrm rot="0" flipH="0" flipV="0">
            <a:off x="7306140" y="54644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2339825" name="Freeform 178"/>
          <p:cNvSpPr/>
          <p:nvPr/>
        </p:nvSpPr>
        <p:spPr bwMode="auto">
          <a:xfrm rot="0" flipH="0" flipV="0">
            <a:off x="8290793" y="582480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5273519" name="TextBox 179"/>
          <p:cNvSpPr txBox="1"/>
          <p:nvPr/>
        </p:nvSpPr>
        <p:spPr bwMode="auto">
          <a:xfrm rot="0" flipH="0" flipV="0">
            <a:off x="8313797" y="583630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7360092" name="Freeform 181"/>
          <p:cNvSpPr/>
          <p:nvPr/>
        </p:nvSpPr>
        <p:spPr bwMode="auto">
          <a:xfrm rot="0" flipH="0" flipV="0">
            <a:off x="4086828" y="578174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7273645" name="TextBox 182"/>
          <p:cNvSpPr txBox="1"/>
          <p:nvPr/>
        </p:nvSpPr>
        <p:spPr bwMode="auto">
          <a:xfrm rot="0" flipH="0" flipV="0">
            <a:off x="4109832" y="579325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84603918" name="Freeform 184"/>
          <p:cNvSpPr/>
          <p:nvPr/>
        </p:nvSpPr>
        <p:spPr bwMode="auto">
          <a:xfrm rot="0" flipH="0" flipV="0">
            <a:off x="10755735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611850137" name="TextBox 185"/>
          <p:cNvSpPr txBox="1"/>
          <p:nvPr/>
        </p:nvSpPr>
        <p:spPr bwMode="auto">
          <a:xfrm rot="0" flipH="0" flipV="0">
            <a:off x="10778739" y="621452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02122273" name="Freeform 187"/>
          <p:cNvSpPr/>
          <p:nvPr/>
        </p:nvSpPr>
        <p:spPr bwMode="auto">
          <a:xfrm rot="0" flipH="0" flipV="0">
            <a:off x="9340814" y="557106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0369987" name="TextBox 188"/>
          <p:cNvSpPr txBox="1"/>
          <p:nvPr/>
        </p:nvSpPr>
        <p:spPr bwMode="auto">
          <a:xfrm rot="0" flipH="0" flipV="0">
            <a:off x="9363818" y="55825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08361457" name="Freeform 190"/>
          <p:cNvSpPr/>
          <p:nvPr/>
        </p:nvSpPr>
        <p:spPr bwMode="auto">
          <a:xfrm rot="0" flipH="0" flipV="0">
            <a:off x="8965035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5993845" name="TextBox 191"/>
          <p:cNvSpPr txBox="1"/>
          <p:nvPr/>
        </p:nvSpPr>
        <p:spPr bwMode="auto">
          <a:xfrm rot="0" flipH="0" flipV="0">
            <a:off x="8988039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37228087" name="Freeform 193"/>
          <p:cNvSpPr/>
          <p:nvPr/>
        </p:nvSpPr>
        <p:spPr bwMode="auto">
          <a:xfrm rot="0" flipH="0" flipV="0">
            <a:off x="4368483" y="528059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3481683" name="TextBox 194"/>
          <p:cNvSpPr txBox="1"/>
          <p:nvPr/>
        </p:nvSpPr>
        <p:spPr bwMode="auto">
          <a:xfrm rot="0" flipH="0" flipV="0">
            <a:off x="4391487" y="52920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4450694" name="Freeform 196"/>
          <p:cNvSpPr/>
          <p:nvPr/>
        </p:nvSpPr>
        <p:spPr bwMode="auto">
          <a:xfrm rot="0" flipH="0" flipV="0">
            <a:off x="5283814" y="14818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627391107" name="TextBox 197"/>
          <p:cNvSpPr txBox="1"/>
          <p:nvPr/>
        </p:nvSpPr>
        <p:spPr bwMode="auto">
          <a:xfrm rot="0" flipH="0" flipV="0">
            <a:off x="5306818" y="149336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72409120" name="Freeform 199"/>
          <p:cNvSpPr/>
          <p:nvPr/>
        </p:nvSpPr>
        <p:spPr bwMode="auto">
          <a:xfrm rot="0" flipH="0" flipV="0">
            <a:off x="9769363" y="49957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3540437" name="TextBox 200"/>
          <p:cNvSpPr txBox="1"/>
          <p:nvPr/>
        </p:nvSpPr>
        <p:spPr bwMode="auto">
          <a:xfrm rot="0" flipH="0" flipV="0">
            <a:off x="9792367" y="50072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274342" name="Freeform 202"/>
          <p:cNvSpPr/>
          <p:nvPr/>
        </p:nvSpPr>
        <p:spPr bwMode="auto">
          <a:xfrm rot="0" flipH="0" flipV="0">
            <a:off x="10260118" y="4453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2750349" name="TextBox 203"/>
          <p:cNvSpPr txBox="1"/>
          <p:nvPr/>
        </p:nvSpPr>
        <p:spPr bwMode="auto">
          <a:xfrm rot="0" flipH="0" flipV="0">
            <a:off x="10283123" y="4464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44308840" name="AutoShape 204"/>
          <p:cNvSpPr/>
          <p:nvPr/>
        </p:nvSpPr>
        <p:spPr bwMode="auto">
          <a:xfrm flipH="1" flipV="1">
            <a:off x="4209257" y="2491959"/>
            <a:ext cx="1618597" cy="1065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071988" name="AutoShape 205"/>
          <p:cNvSpPr/>
          <p:nvPr/>
        </p:nvSpPr>
        <p:spPr bwMode="auto">
          <a:xfrm flipH="1" flipV="1">
            <a:off x="5465034" y="1712406"/>
            <a:ext cx="426718" cy="7863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951304" name="AutoShape 206"/>
          <p:cNvSpPr/>
          <p:nvPr/>
        </p:nvSpPr>
        <p:spPr bwMode="auto">
          <a:xfrm flipH="1" flipV="1">
            <a:off x="3676955" y="2023625"/>
            <a:ext cx="2154456" cy="5524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823985" name="AutoShape 207"/>
          <p:cNvSpPr/>
          <p:nvPr/>
        </p:nvSpPr>
        <p:spPr bwMode="auto">
          <a:xfrm flipH="1" flipV="1">
            <a:off x="4195413" y="1682668"/>
            <a:ext cx="1646286" cy="8667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635537" name="AutoShape 208"/>
          <p:cNvSpPr/>
          <p:nvPr/>
        </p:nvSpPr>
        <p:spPr bwMode="auto">
          <a:xfrm flipH="1" flipV="1">
            <a:off x="4678036" y="1363208"/>
            <a:ext cx="1184502" cy="11576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9563672" name="AutoShape 209"/>
          <p:cNvSpPr/>
          <p:nvPr/>
        </p:nvSpPr>
        <p:spPr bwMode="auto">
          <a:xfrm flipH="1" flipV="1">
            <a:off x="5262577" y="1144530"/>
            <a:ext cx="1491460" cy="9075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766904" name="AutoShape 210"/>
          <p:cNvSpPr/>
          <p:nvPr/>
        </p:nvSpPr>
        <p:spPr bwMode="auto">
          <a:xfrm flipH="1" flipV="1">
            <a:off x="6534688" y="1269371"/>
            <a:ext cx="280283" cy="731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286858" name="AutoShape 211"/>
          <p:cNvSpPr/>
          <p:nvPr/>
        </p:nvSpPr>
        <p:spPr bwMode="auto">
          <a:xfrm flipH="1" flipV="1">
            <a:off x="6012331" y="671437"/>
            <a:ext cx="784485" cy="13385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561850" name="AutoShape 212"/>
          <p:cNvSpPr/>
          <p:nvPr/>
        </p:nvSpPr>
        <p:spPr bwMode="auto">
          <a:xfrm flipH="1" flipV="1">
            <a:off x="6666218" y="687175"/>
            <a:ext cx="176246" cy="1307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217386" name="AutoShape 213"/>
          <p:cNvSpPr/>
          <p:nvPr/>
        </p:nvSpPr>
        <p:spPr bwMode="auto">
          <a:xfrm flipV="1">
            <a:off x="6907358" y="923681"/>
            <a:ext cx="464333" cy="1079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97081" name="AutoShape 214"/>
          <p:cNvSpPr/>
          <p:nvPr/>
        </p:nvSpPr>
        <p:spPr bwMode="auto">
          <a:xfrm flipV="1">
            <a:off x="6929431" y="588602"/>
            <a:ext cx="1003122" cy="1426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292196" name="AutoShape 215"/>
          <p:cNvSpPr/>
          <p:nvPr/>
        </p:nvSpPr>
        <p:spPr bwMode="auto">
          <a:xfrm flipV="1">
            <a:off x="7880432" y="1448813"/>
            <a:ext cx="0" cy="5443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790194" name="AutoShape 216"/>
          <p:cNvSpPr/>
          <p:nvPr/>
        </p:nvSpPr>
        <p:spPr bwMode="auto">
          <a:xfrm flipV="1">
            <a:off x="7946834" y="668755"/>
            <a:ext cx="864839" cy="134389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716597" name="AutoShape 217"/>
          <p:cNvSpPr/>
          <p:nvPr/>
        </p:nvSpPr>
        <p:spPr bwMode="auto">
          <a:xfrm flipV="1">
            <a:off x="7988889" y="1580239"/>
            <a:ext cx="903420" cy="4781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772289" name="AutoShape 218"/>
          <p:cNvSpPr/>
          <p:nvPr/>
        </p:nvSpPr>
        <p:spPr bwMode="auto">
          <a:xfrm flipV="1">
            <a:off x="7976996" y="518573"/>
            <a:ext cx="1941179" cy="15215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29199" name="AutoShape 219"/>
          <p:cNvSpPr/>
          <p:nvPr/>
        </p:nvSpPr>
        <p:spPr bwMode="auto">
          <a:xfrm flipV="1">
            <a:off x="8002749" y="2054432"/>
            <a:ext cx="658835" cy="517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041823" name="Freeform 221"/>
          <p:cNvSpPr/>
          <p:nvPr/>
        </p:nvSpPr>
        <p:spPr bwMode="auto">
          <a:xfrm rot="0" flipH="0" flipV="0">
            <a:off x="9855331" y="210621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6800664" name="TextBox 222"/>
          <p:cNvSpPr txBox="1"/>
          <p:nvPr/>
        </p:nvSpPr>
        <p:spPr bwMode="auto">
          <a:xfrm rot="0" flipH="0" flipV="0">
            <a:off x="9878335" y="211771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6429737" name="AutoShape 223"/>
          <p:cNvSpPr/>
          <p:nvPr/>
        </p:nvSpPr>
        <p:spPr bwMode="auto">
          <a:xfrm flipV="1">
            <a:off x="8580872" y="982307"/>
            <a:ext cx="2243900" cy="16581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670637" name="AutoShape 224"/>
          <p:cNvSpPr/>
          <p:nvPr/>
        </p:nvSpPr>
        <p:spPr bwMode="auto">
          <a:xfrm flipV="1">
            <a:off x="8571337" y="1464420"/>
            <a:ext cx="1231571" cy="11646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28108" name="AutoShape 225"/>
          <p:cNvSpPr/>
          <p:nvPr/>
        </p:nvSpPr>
        <p:spPr bwMode="auto">
          <a:xfrm flipV="1">
            <a:off x="8598946" y="2266718"/>
            <a:ext cx="1262322" cy="4088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254807" name="AutoShape 226"/>
          <p:cNvSpPr/>
          <p:nvPr/>
        </p:nvSpPr>
        <p:spPr bwMode="auto">
          <a:xfrm flipV="1">
            <a:off x="8591858" y="1700592"/>
            <a:ext cx="1907065" cy="9576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068925" name="AutoShape 227"/>
          <p:cNvSpPr/>
          <p:nvPr/>
        </p:nvSpPr>
        <p:spPr bwMode="auto">
          <a:xfrm flipV="1">
            <a:off x="8359505" y="2218120"/>
            <a:ext cx="2691945" cy="4952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233381" name="AutoShape 228"/>
          <p:cNvSpPr/>
          <p:nvPr/>
        </p:nvSpPr>
        <p:spPr bwMode="auto">
          <a:xfrm>
            <a:off x="8602072" y="2739591"/>
            <a:ext cx="580428" cy="1270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639127" name="AutoShape 229"/>
          <p:cNvSpPr/>
          <p:nvPr/>
        </p:nvSpPr>
        <p:spPr bwMode="auto">
          <a:xfrm flipV="1">
            <a:off x="8743513" y="2610119"/>
            <a:ext cx="1876950" cy="8930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846625" name="AutoShape 230"/>
          <p:cNvSpPr/>
          <p:nvPr/>
        </p:nvSpPr>
        <p:spPr bwMode="auto">
          <a:xfrm flipV="1">
            <a:off x="8753250" y="3102120"/>
            <a:ext cx="2265234" cy="43084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145987" name="AutoShape 231"/>
          <p:cNvSpPr/>
          <p:nvPr/>
        </p:nvSpPr>
        <p:spPr bwMode="auto">
          <a:xfrm>
            <a:off x="8755322" y="3559973"/>
            <a:ext cx="1259487" cy="418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345832" name="AutoShape 232"/>
          <p:cNvSpPr/>
          <p:nvPr/>
        </p:nvSpPr>
        <p:spPr bwMode="auto">
          <a:xfrm>
            <a:off x="8753188" y="3579147"/>
            <a:ext cx="2102979" cy="4058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006726" name="AutoShape 233"/>
          <p:cNvSpPr/>
          <p:nvPr/>
        </p:nvSpPr>
        <p:spPr bwMode="auto">
          <a:xfrm>
            <a:off x="8744788" y="3605856"/>
            <a:ext cx="2311952" cy="10305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148053" name="AutoShape 234"/>
          <p:cNvSpPr/>
          <p:nvPr/>
        </p:nvSpPr>
        <p:spPr bwMode="auto">
          <a:xfrm>
            <a:off x="8738712" y="3617690"/>
            <a:ext cx="1538082" cy="8965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2878830" name="AutoShape 235"/>
          <p:cNvSpPr/>
          <p:nvPr/>
        </p:nvSpPr>
        <p:spPr bwMode="auto">
          <a:xfrm>
            <a:off x="8621864" y="4354149"/>
            <a:ext cx="2312423" cy="10437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9131394" name="AutoShape 236"/>
          <p:cNvSpPr/>
          <p:nvPr/>
        </p:nvSpPr>
        <p:spPr bwMode="auto">
          <a:xfrm flipV="1">
            <a:off x="8632142" y="4259755"/>
            <a:ext cx="333449" cy="32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366421" name="AutoShape 237"/>
          <p:cNvSpPr/>
          <p:nvPr/>
        </p:nvSpPr>
        <p:spPr bwMode="auto">
          <a:xfrm>
            <a:off x="8615717" y="4365981"/>
            <a:ext cx="1170627" cy="6901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7174079" name="AutoShape 238"/>
          <p:cNvSpPr/>
          <p:nvPr/>
        </p:nvSpPr>
        <p:spPr bwMode="auto">
          <a:xfrm>
            <a:off x="8603321" y="4383329"/>
            <a:ext cx="2181791" cy="186271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533285" name="AutoShape 239"/>
          <p:cNvSpPr/>
          <p:nvPr/>
        </p:nvSpPr>
        <p:spPr bwMode="auto">
          <a:xfrm>
            <a:off x="8579415" y="4404850"/>
            <a:ext cx="814682" cy="1187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9019011" name="AutoShape 240"/>
          <p:cNvSpPr/>
          <p:nvPr/>
        </p:nvSpPr>
        <p:spPr bwMode="auto">
          <a:xfrm>
            <a:off x="8554861" y="4417896"/>
            <a:ext cx="278363" cy="70897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0338753" name="AutoShape 241"/>
          <p:cNvSpPr/>
          <p:nvPr/>
        </p:nvSpPr>
        <p:spPr bwMode="auto">
          <a:xfrm>
            <a:off x="7844261" y="4785699"/>
            <a:ext cx="1323137" cy="13303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4939857" name="AutoShape 242"/>
          <p:cNvSpPr/>
          <p:nvPr/>
        </p:nvSpPr>
        <p:spPr bwMode="auto">
          <a:xfrm>
            <a:off x="7814793" y="4807356"/>
            <a:ext cx="541638" cy="103149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090877" name="AutoShape 243"/>
          <p:cNvSpPr/>
          <p:nvPr/>
        </p:nvSpPr>
        <p:spPr bwMode="auto">
          <a:xfrm flipH="1">
            <a:off x="7672739" y="4821192"/>
            <a:ext cx="77828" cy="13288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066683" name="AutoShape 244"/>
          <p:cNvSpPr/>
          <p:nvPr/>
        </p:nvSpPr>
        <p:spPr bwMode="auto">
          <a:xfrm flipH="1">
            <a:off x="7451532" y="4812602"/>
            <a:ext cx="260502" cy="6491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7113611" name="AutoShape 245"/>
          <p:cNvSpPr/>
          <p:nvPr/>
        </p:nvSpPr>
        <p:spPr bwMode="auto">
          <a:xfrm flipH="1">
            <a:off x="6658920" y="4742976"/>
            <a:ext cx="68153" cy="916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279813" name="AutoShape 246"/>
          <p:cNvSpPr/>
          <p:nvPr/>
        </p:nvSpPr>
        <p:spPr bwMode="auto">
          <a:xfrm>
            <a:off x="6761129" y="4740768"/>
            <a:ext cx="304233" cy="14647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665389" name="Freeform 248"/>
          <p:cNvSpPr/>
          <p:nvPr/>
        </p:nvSpPr>
        <p:spPr bwMode="auto">
          <a:xfrm rot="5399909" flipH="0" flipV="0">
            <a:off x="5910901" y="62055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4682658" name="TextBox 249"/>
          <p:cNvSpPr txBox="1"/>
          <p:nvPr/>
        </p:nvSpPr>
        <p:spPr bwMode="auto">
          <a:xfrm rot="5399909" flipH="0" flipV="0">
            <a:off x="5939657" y="62228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36571835" name="AutoShape 250"/>
          <p:cNvSpPr/>
          <p:nvPr/>
        </p:nvSpPr>
        <p:spPr bwMode="auto">
          <a:xfrm flipH="1">
            <a:off x="6080285" y="4734110"/>
            <a:ext cx="609193" cy="14806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258458" name="AutoShape 251"/>
          <p:cNvSpPr/>
          <p:nvPr/>
        </p:nvSpPr>
        <p:spPr bwMode="auto">
          <a:xfrm flipH="1">
            <a:off x="6084044" y="4720179"/>
            <a:ext cx="580415" cy="8057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875441" name="AutoShape 252"/>
          <p:cNvSpPr/>
          <p:nvPr/>
        </p:nvSpPr>
        <p:spPr bwMode="auto">
          <a:xfrm flipH="1">
            <a:off x="5107586" y="4698190"/>
            <a:ext cx="1533528" cy="1251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6318678" name="AutoShape 253"/>
          <p:cNvSpPr/>
          <p:nvPr/>
        </p:nvSpPr>
        <p:spPr bwMode="auto">
          <a:xfrm flipH="1">
            <a:off x="4318920" y="4676208"/>
            <a:ext cx="2307852" cy="117264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081899" name="AutoShape 254"/>
          <p:cNvSpPr/>
          <p:nvPr/>
        </p:nvSpPr>
        <p:spPr bwMode="auto">
          <a:xfrm flipH="1">
            <a:off x="5557160" y="4177773"/>
            <a:ext cx="119778" cy="5117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358920" name="AutoShape 255"/>
          <p:cNvSpPr/>
          <p:nvPr/>
        </p:nvSpPr>
        <p:spPr bwMode="auto">
          <a:xfrm flipH="1">
            <a:off x="4573370" y="4149371"/>
            <a:ext cx="1049338" cy="11628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28704" name="AutoShape 256"/>
          <p:cNvSpPr/>
          <p:nvPr/>
        </p:nvSpPr>
        <p:spPr bwMode="auto">
          <a:xfrm flipH="1">
            <a:off x="4833507" y="4081336"/>
            <a:ext cx="750870" cy="1435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341845" name="Freeform 258"/>
          <p:cNvSpPr/>
          <p:nvPr/>
        </p:nvSpPr>
        <p:spPr bwMode="auto">
          <a:xfrm rot="0" flipH="0" flipV="0">
            <a:off x="4165117" y="463636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722190" name="TextBox 259"/>
          <p:cNvSpPr txBox="1"/>
          <p:nvPr/>
        </p:nvSpPr>
        <p:spPr bwMode="auto">
          <a:xfrm rot="0" flipH="0" flipV="0">
            <a:off x="4188121" y="464787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246485" name="AutoShape 260"/>
          <p:cNvSpPr/>
          <p:nvPr/>
        </p:nvSpPr>
        <p:spPr bwMode="auto">
          <a:xfrm flipH="1">
            <a:off x="4397808" y="4112683"/>
            <a:ext cx="1197096" cy="59197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281910" name="Freeform 27"/>
          <p:cNvSpPr/>
          <p:nvPr/>
        </p:nvSpPr>
        <p:spPr bwMode="auto">
          <a:xfrm rot="0" flipH="0" flipV="0">
            <a:off x="4163737" y="339032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29964400" name="TextBox 28"/>
          <p:cNvSpPr txBox="1"/>
          <p:nvPr/>
        </p:nvSpPr>
        <p:spPr bwMode="auto">
          <a:xfrm rot="0" flipH="0" flipV="0">
            <a:off x="4209194" y="341305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2337369" name="AutoShape 29"/>
          <p:cNvSpPr/>
          <p:nvPr/>
        </p:nvSpPr>
        <p:spPr bwMode="auto">
          <a:xfrm>
            <a:off x="3024781" y="3632774"/>
            <a:ext cx="113895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541960" name="Freeform 31"/>
          <p:cNvSpPr/>
          <p:nvPr/>
        </p:nvSpPr>
        <p:spPr bwMode="auto">
          <a:xfrm rot="0" flipH="0" flipV="0">
            <a:off x="967380" y="3249925"/>
            <a:ext cx="2057400" cy="76569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2578" y="0"/>
                </a:moveTo>
                <a:lnTo>
                  <a:pt x="790222" y="0"/>
                </a:lnTo>
                <a:cubicBezTo>
                  <a:pt x="802692" y="0"/>
                  <a:pt x="812800" y="10108"/>
                  <a:pt x="812800" y="22578"/>
                </a:cubicBezTo>
                <a:lnTo>
                  <a:pt x="812800" y="279919"/>
                </a:lnTo>
                <a:cubicBezTo>
                  <a:pt x="812800" y="292388"/>
                  <a:pt x="802692" y="302497"/>
                  <a:pt x="790222" y="302497"/>
                </a:cubicBezTo>
                <a:lnTo>
                  <a:pt x="22578" y="302497"/>
                </a:lnTo>
                <a:cubicBezTo>
                  <a:pt x="10108" y="302497"/>
                  <a:pt x="0" y="292388"/>
                  <a:pt x="0" y="279919"/>
                </a:cubicBezTo>
                <a:lnTo>
                  <a:pt x="0" y="22578"/>
                </a:lnTo>
                <a:cubicBezTo>
                  <a:pt x="0" y="10108"/>
                  <a:pt x="10108" y="0"/>
                  <a:pt x="2257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38757573" name="TextBox 32"/>
          <p:cNvSpPr txBox="1"/>
          <p:nvPr/>
        </p:nvSpPr>
        <p:spPr bwMode="auto">
          <a:xfrm rot="0" flipH="0" flipV="0">
            <a:off x="967380" y="3129382"/>
            <a:ext cx="2057400" cy="8862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財布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07191987" name="Freeform 34"/>
          <p:cNvSpPr/>
          <p:nvPr/>
        </p:nvSpPr>
        <p:spPr bwMode="auto">
          <a:xfrm rot="0" flipH="0" flipV="0">
            <a:off x="5791627" y="300748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71893311" name="TextBox 35"/>
          <p:cNvSpPr txBox="1"/>
          <p:nvPr/>
        </p:nvSpPr>
        <p:spPr bwMode="auto">
          <a:xfrm rot="0" flipH="0" flipV="0">
            <a:off x="5837085" y="303020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5160504" name="Freeform 37"/>
          <p:cNvSpPr/>
          <p:nvPr/>
        </p:nvSpPr>
        <p:spPr bwMode="auto">
          <a:xfrm rot="0" flipH="0" flipV="0">
            <a:off x="8845875" y="290543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04055012" name="TextBox 38"/>
          <p:cNvSpPr txBox="1"/>
          <p:nvPr/>
        </p:nvSpPr>
        <p:spPr bwMode="auto">
          <a:xfrm rot="0" flipH="0" flipV="0">
            <a:off x="8891332" y="292816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79047708" name="Freeform 40"/>
          <p:cNvSpPr/>
          <p:nvPr/>
        </p:nvSpPr>
        <p:spPr bwMode="auto">
          <a:xfrm rot="0" flipH="0" flipV="0">
            <a:off x="10673789" y="339032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7560842" name="TextBox 41"/>
          <p:cNvSpPr txBox="1"/>
          <p:nvPr/>
        </p:nvSpPr>
        <p:spPr bwMode="auto">
          <a:xfrm rot="0" flipH="0" flipV="0">
            <a:off x="10719246" y="341305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66279048" name="Freeform 43"/>
          <p:cNvSpPr/>
          <p:nvPr/>
        </p:nvSpPr>
        <p:spPr bwMode="auto">
          <a:xfrm rot="0" flipH="0" flipV="0">
            <a:off x="7416957" y="357725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0092502" name="TextBox 44"/>
          <p:cNvSpPr txBox="1"/>
          <p:nvPr/>
        </p:nvSpPr>
        <p:spPr bwMode="auto">
          <a:xfrm rot="0" flipH="0" flipV="0">
            <a:off x="7462414" y="359998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10719129" name="AutoShape 45"/>
          <p:cNvSpPr/>
          <p:nvPr/>
        </p:nvSpPr>
        <p:spPr bwMode="auto">
          <a:xfrm flipV="1">
            <a:off x="4642242" y="3305443"/>
            <a:ext cx="1155771" cy="27181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87751" name="AutoShape 46"/>
          <p:cNvSpPr/>
          <p:nvPr/>
        </p:nvSpPr>
        <p:spPr bwMode="auto">
          <a:xfrm>
            <a:off x="6262929" y="3330154"/>
            <a:ext cx="1167616" cy="40932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299596" name="AutoShape 47"/>
          <p:cNvSpPr/>
          <p:nvPr/>
        </p:nvSpPr>
        <p:spPr bwMode="auto">
          <a:xfrm flipV="1">
            <a:off x="7878861" y="3251064"/>
            <a:ext cx="990002" cy="46545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6571172" name="AutoShape 48"/>
          <p:cNvSpPr/>
          <p:nvPr/>
        </p:nvSpPr>
        <p:spPr bwMode="auto">
          <a:xfrm>
            <a:off x="9322719" y="3210062"/>
            <a:ext cx="1359117" cy="36053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299781" name=""/>
          <p:cNvSpPr txBox="1"/>
          <p:nvPr/>
        </p:nvSpPr>
        <p:spPr bwMode="auto">
          <a:xfrm rot="0" flipH="0" flipV="0">
            <a:off x="4806604" y="2978745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9762306" name=""/>
          <p:cNvSpPr txBox="1"/>
          <p:nvPr/>
        </p:nvSpPr>
        <p:spPr bwMode="auto">
          <a:xfrm rot="0" flipH="0" flipV="0">
            <a:off x="9577885" y="353957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04375026" name=""/>
          <p:cNvSpPr txBox="1"/>
          <p:nvPr/>
        </p:nvSpPr>
        <p:spPr bwMode="auto">
          <a:xfrm rot="0" flipH="0" flipV="0">
            <a:off x="7901843" y="299451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22306311" name=""/>
          <p:cNvSpPr txBox="1"/>
          <p:nvPr/>
        </p:nvSpPr>
        <p:spPr bwMode="auto">
          <a:xfrm rot="0" flipH="0" flipV="0">
            <a:off x="6422344" y="363277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14130848" name=""/>
          <p:cNvSpPr txBox="1"/>
          <p:nvPr/>
        </p:nvSpPr>
        <p:spPr bwMode="auto">
          <a:xfrm rot="0" flipH="0" flipV="0">
            <a:off x="3281466" y="373947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5260097" name="Freeform 27"/>
          <p:cNvSpPr/>
          <p:nvPr/>
        </p:nvSpPr>
        <p:spPr bwMode="auto">
          <a:xfrm rot="0" flipH="0" flipV="0">
            <a:off x="3603101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287879" name="TextBox 28"/>
          <p:cNvSpPr txBox="1"/>
          <p:nvPr/>
        </p:nvSpPr>
        <p:spPr bwMode="auto">
          <a:xfrm rot="0" flipH="0" flipV="0">
            <a:off x="3644652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7124360" name="AutoShape 29"/>
          <p:cNvSpPr/>
          <p:nvPr/>
        </p:nvSpPr>
        <p:spPr bwMode="auto">
          <a:xfrm>
            <a:off x="2562021" y="3293622"/>
            <a:ext cx="1041080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344512" name="Freeform 31"/>
          <p:cNvSpPr/>
          <p:nvPr/>
        </p:nvSpPr>
        <p:spPr bwMode="auto">
          <a:xfrm rot="0" flipH="0" flipV="0">
            <a:off x="681421" y="2943672"/>
            <a:ext cx="1880595" cy="699894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700" y="0"/>
                </a:moveTo>
                <a:lnTo>
                  <a:pt x="788100" y="0"/>
                </a:lnTo>
                <a:cubicBezTo>
                  <a:pt x="801741" y="0"/>
                  <a:pt x="812800" y="11059"/>
                  <a:pt x="812800" y="24700"/>
                </a:cubicBezTo>
                <a:lnTo>
                  <a:pt x="812800" y="277796"/>
                </a:lnTo>
                <a:cubicBezTo>
                  <a:pt x="812800" y="291438"/>
                  <a:pt x="801741" y="302497"/>
                  <a:pt x="788100" y="302497"/>
                </a:cubicBezTo>
                <a:lnTo>
                  <a:pt x="24700" y="302497"/>
                </a:lnTo>
                <a:cubicBezTo>
                  <a:pt x="11059" y="302497"/>
                  <a:pt x="0" y="291438"/>
                  <a:pt x="0" y="277796"/>
                </a:cubicBezTo>
                <a:lnTo>
                  <a:pt x="0" y="24700"/>
                </a:lnTo>
                <a:cubicBezTo>
                  <a:pt x="0" y="11059"/>
                  <a:pt x="11059" y="0"/>
                  <a:pt x="247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85454" name="TextBox 32"/>
          <p:cNvSpPr txBox="1"/>
          <p:nvPr/>
        </p:nvSpPr>
        <p:spPr bwMode="auto">
          <a:xfrm rot="0" flipH="0" flipV="0">
            <a:off x="681421" y="2833488"/>
            <a:ext cx="1880595" cy="8100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財布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62690638" name="Freeform 34"/>
          <p:cNvSpPr/>
          <p:nvPr/>
        </p:nvSpPr>
        <p:spPr bwMode="auto">
          <a:xfrm rot="0" flipH="0" flipV="0">
            <a:off x="5091099" y="2722063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7425590" name="TextBox 35"/>
          <p:cNvSpPr txBox="1"/>
          <p:nvPr/>
        </p:nvSpPr>
        <p:spPr bwMode="auto">
          <a:xfrm rot="0" flipH="0" flipV="0">
            <a:off x="5132650" y="2742838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85103429" name="Freeform 37"/>
          <p:cNvSpPr/>
          <p:nvPr/>
        </p:nvSpPr>
        <p:spPr bwMode="auto">
          <a:xfrm rot="0" flipH="0" flipV="0">
            <a:off x="7882881" y="262878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05242455" name="TextBox 38"/>
          <p:cNvSpPr txBox="1"/>
          <p:nvPr/>
        </p:nvSpPr>
        <p:spPr bwMode="auto">
          <a:xfrm rot="0" flipH="0" flipV="0">
            <a:off x="7924432" y="2649562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1252979" name="Freeform 40"/>
          <p:cNvSpPr/>
          <p:nvPr/>
        </p:nvSpPr>
        <p:spPr bwMode="auto">
          <a:xfrm rot="0" flipH="0" flipV="0">
            <a:off x="9553714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2530921" name="TextBox 41"/>
          <p:cNvSpPr txBox="1"/>
          <p:nvPr/>
        </p:nvSpPr>
        <p:spPr bwMode="auto">
          <a:xfrm rot="0" flipH="0" flipV="0">
            <a:off x="9595265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931189" name="Freeform 43"/>
          <p:cNvSpPr/>
          <p:nvPr/>
        </p:nvSpPr>
        <p:spPr bwMode="auto">
          <a:xfrm rot="0" flipH="0" flipV="0">
            <a:off x="6576756" y="324287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33787140" name="TextBox 44"/>
          <p:cNvSpPr txBox="1"/>
          <p:nvPr/>
        </p:nvSpPr>
        <p:spPr bwMode="auto">
          <a:xfrm rot="0" flipH="0" flipV="0">
            <a:off x="6618307" y="326365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823943" name="AutoShape 45"/>
          <p:cNvSpPr/>
          <p:nvPr/>
        </p:nvSpPr>
        <p:spPr bwMode="auto">
          <a:xfrm flipV="1">
            <a:off x="4040487" y="2994419"/>
            <a:ext cx="1056449" cy="24845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2901187" name="AutoShape 46"/>
          <p:cNvSpPr/>
          <p:nvPr/>
        </p:nvSpPr>
        <p:spPr bwMode="auto">
          <a:xfrm>
            <a:off x="5521899" y="3017007"/>
            <a:ext cx="1067277" cy="37414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68637" name="AutoShape 47"/>
          <p:cNvSpPr/>
          <p:nvPr/>
        </p:nvSpPr>
        <p:spPr bwMode="auto">
          <a:xfrm flipV="1">
            <a:off x="6998967" y="2944713"/>
            <a:ext cx="904927" cy="42545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748465" name="AutoShape 48"/>
          <p:cNvSpPr/>
          <p:nvPr/>
        </p:nvSpPr>
        <p:spPr bwMode="auto">
          <a:xfrm>
            <a:off x="8318747" y="2907235"/>
            <a:ext cx="1242324" cy="32954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5055468" name="AutoShape 49"/>
          <p:cNvSpPr/>
          <p:nvPr/>
        </p:nvSpPr>
        <p:spPr bwMode="auto">
          <a:xfrm flipV="1">
            <a:off x="9875513" y="1092715"/>
            <a:ext cx="1015011" cy="20031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7568969" name="Freeform 51"/>
          <p:cNvSpPr/>
          <p:nvPr/>
        </p:nvSpPr>
        <p:spPr bwMode="auto">
          <a:xfrm rot="0" flipH="0" flipV="0">
            <a:off x="11191918" y="2314714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5528194" name="TextBox 52"/>
          <p:cNvSpPr txBox="1"/>
          <p:nvPr/>
        </p:nvSpPr>
        <p:spPr bwMode="auto">
          <a:xfrm rot="0" flipH="0" flipV="0">
            <a:off x="11233469" y="2335489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0129061" name="Freeform 54"/>
          <p:cNvSpPr/>
          <p:nvPr/>
        </p:nvSpPr>
        <p:spPr bwMode="auto">
          <a:xfrm rot="0" flipH="0" flipV="0">
            <a:off x="11085657" y="37709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3207899" name="TextBox 55"/>
          <p:cNvSpPr txBox="1"/>
          <p:nvPr/>
        </p:nvSpPr>
        <p:spPr bwMode="auto">
          <a:xfrm rot="0" flipH="0" flipV="0">
            <a:off x="11127208" y="379168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0600827" name="Freeform 57"/>
          <p:cNvSpPr/>
          <p:nvPr/>
        </p:nvSpPr>
        <p:spPr bwMode="auto">
          <a:xfrm rot="0" flipH="0" flipV="0">
            <a:off x="9611502" y="5845032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6885094" name="TextBox 58"/>
          <p:cNvSpPr txBox="1"/>
          <p:nvPr/>
        </p:nvSpPr>
        <p:spPr bwMode="auto">
          <a:xfrm rot="0" flipH="0" flipV="0">
            <a:off x="9653053" y="586580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9831665" name="Freeform 60"/>
          <p:cNvSpPr/>
          <p:nvPr/>
        </p:nvSpPr>
        <p:spPr bwMode="auto">
          <a:xfrm rot="0" flipH="0" flipV="0">
            <a:off x="7766264" y="5703979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3816627" name="TextBox 61"/>
          <p:cNvSpPr txBox="1"/>
          <p:nvPr/>
        </p:nvSpPr>
        <p:spPr bwMode="auto">
          <a:xfrm rot="0" flipH="0" flipV="0">
            <a:off x="7807815" y="572475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7095622" name="Freeform 63"/>
          <p:cNvSpPr/>
          <p:nvPr/>
        </p:nvSpPr>
        <p:spPr bwMode="auto">
          <a:xfrm rot="0" flipH="0" flipV="0">
            <a:off x="6946095" y="4376891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0750722" name="TextBox 64"/>
          <p:cNvSpPr txBox="1"/>
          <p:nvPr/>
        </p:nvSpPr>
        <p:spPr bwMode="auto">
          <a:xfrm rot="0" flipH="0" flipV="0">
            <a:off x="6987646" y="439766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165171" name="Freeform 66"/>
          <p:cNvSpPr/>
          <p:nvPr/>
        </p:nvSpPr>
        <p:spPr bwMode="auto">
          <a:xfrm rot="0" flipH="0" flipV="0">
            <a:off x="10970307" y="513146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8036754" name="TextBox 67"/>
          <p:cNvSpPr txBox="1"/>
          <p:nvPr/>
        </p:nvSpPr>
        <p:spPr bwMode="auto">
          <a:xfrm rot="0" flipH="0" flipV="0">
            <a:off x="11011858" y="515224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72905107" name="Freeform 69"/>
          <p:cNvSpPr/>
          <p:nvPr/>
        </p:nvSpPr>
        <p:spPr bwMode="auto">
          <a:xfrm rot="0" flipH="0" flipV="0">
            <a:off x="7544655" y="133393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7932766" name="TextBox 70"/>
          <p:cNvSpPr txBox="1"/>
          <p:nvPr/>
        </p:nvSpPr>
        <p:spPr bwMode="auto">
          <a:xfrm rot="0" flipH="0" flipV="0">
            <a:off x="7586205" y="135471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73909814" name="AutoShape 71"/>
          <p:cNvSpPr/>
          <p:nvPr/>
        </p:nvSpPr>
        <p:spPr bwMode="auto">
          <a:xfrm flipV="1">
            <a:off x="9976532" y="2629337"/>
            <a:ext cx="1235790" cy="5712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586016" name="AutoShape 72"/>
          <p:cNvSpPr/>
          <p:nvPr/>
        </p:nvSpPr>
        <p:spPr bwMode="auto">
          <a:xfrm>
            <a:off x="9976995" y="3385627"/>
            <a:ext cx="1128603" cy="5148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914864" name="AutoShape 73"/>
          <p:cNvSpPr/>
          <p:nvPr/>
        </p:nvSpPr>
        <p:spPr bwMode="auto">
          <a:xfrm>
            <a:off x="9900930" y="3476224"/>
            <a:ext cx="1165383" cy="16942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8920161" name="AutoShape 74"/>
          <p:cNvSpPr/>
          <p:nvPr/>
        </p:nvSpPr>
        <p:spPr bwMode="auto">
          <a:xfrm>
            <a:off x="9779944" y="3515184"/>
            <a:ext cx="48551" cy="23298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200750" name="AutoShape 75"/>
          <p:cNvSpPr/>
          <p:nvPr/>
        </p:nvSpPr>
        <p:spPr bwMode="auto">
          <a:xfrm flipH="1">
            <a:off x="8112394" y="3476968"/>
            <a:ext cx="1538415" cy="22652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905823" name="AutoShape 76"/>
          <p:cNvSpPr/>
          <p:nvPr/>
        </p:nvSpPr>
        <p:spPr bwMode="auto">
          <a:xfrm flipH="1">
            <a:off x="7365933" y="3392816"/>
            <a:ext cx="2211167" cy="1106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991732" name="AutoShape 77"/>
          <p:cNvSpPr/>
          <p:nvPr/>
        </p:nvSpPr>
        <p:spPr bwMode="auto">
          <a:xfrm flipH="1" flipV="1">
            <a:off x="7933866" y="1700541"/>
            <a:ext cx="1673859" cy="14480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3644952" name="AutoShape 78"/>
          <p:cNvSpPr/>
          <p:nvPr/>
        </p:nvSpPr>
        <p:spPr bwMode="auto">
          <a:xfrm flipH="1" flipV="1">
            <a:off x="9374297" y="1225366"/>
            <a:ext cx="358835" cy="18506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910439" name="Freeform 80"/>
          <p:cNvSpPr/>
          <p:nvPr/>
        </p:nvSpPr>
        <p:spPr bwMode="auto">
          <a:xfrm rot="0" flipH="0" flipV="0">
            <a:off x="9110494" y="786156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5751220" name="TextBox 81"/>
          <p:cNvSpPr txBox="1"/>
          <p:nvPr/>
        </p:nvSpPr>
        <p:spPr bwMode="auto">
          <a:xfrm rot="0" flipH="0" flipV="0">
            <a:off x="9152045" y="806931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5882420" name="Freeform 83"/>
          <p:cNvSpPr/>
          <p:nvPr/>
        </p:nvSpPr>
        <p:spPr bwMode="auto">
          <a:xfrm rot="0" flipH="0" flipV="0">
            <a:off x="10769103" y="67337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8153422" name="TextBox 84"/>
          <p:cNvSpPr txBox="1"/>
          <p:nvPr/>
        </p:nvSpPr>
        <p:spPr bwMode="auto">
          <a:xfrm rot="0" flipH="0" flipV="0">
            <a:off x="10810653" y="69415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960103" name="Freeform 27"/>
          <p:cNvSpPr/>
          <p:nvPr/>
        </p:nvSpPr>
        <p:spPr bwMode="auto">
          <a:xfrm rot="0" flipH="0" flipV="0">
            <a:off x="3475803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39225999" name="TextBox 28"/>
          <p:cNvSpPr txBox="1"/>
          <p:nvPr/>
        </p:nvSpPr>
        <p:spPr bwMode="auto">
          <a:xfrm rot="0" flipH="0" flipV="0">
            <a:off x="3517343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41769818" name="AutoShape 29"/>
          <p:cNvSpPr/>
          <p:nvPr/>
        </p:nvSpPr>
        <p:spPr bwMode="auto">
          <a:xfrm flipV="1">
            <a:off x="2435005" y="3347250"/>
            <a:ext cx="104079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8844406" name="Freeform 31"/>
          <p:cNvSpPr/>
          <p:nvPr/>
        </p:nvSpPr>
        <p:spPr bwMode="auto">
          <a:xfrm rot="0" flipH="0" flipV="0">
            <a:off x="554916" y="2997397"/>
            <a:ext cx="1880085" cy="699705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707" y="0"/>
                </a:moveTo>
                <a:lnTo>
                  <a:pt x="788093" y="0"/>
                </a:lnTo>
                <a:cubicBezTo>
                  <a:pt x="794646" y="0"/>
                  <a:pt x="800930" y="2603"/>
                  <a:pt x="805563" y="7237"/>
                </a:cubicBezTo>
                <a:cubicBezTo>
                  <a:pt x="810197" y="11870"/>
                  <a:pt x="812800" y="18154"/>
                  <a:pt x="812800" y="24707"/>
                </a:cubicBezTo>
                <a:lnTo>
                  <a:pt x="812800" y="277790"/>
                </a:lnTo>
                <a:cubicBezTo>
                  <a:pt x="812800" y="291435"/>
                  <a:pt x="801738" y="302497"/>
                  <a:pt x="788093" y="302497"/>
                </a:cubicBezTo>
                <a:lnTo>
                  <a:pt x="24707" y="302497"/>
                </a:lnTo>
                <a:cubicBezTo>
                  <a:pt x="18154" y="302497"/>
                  <a:pt x="11870" y="299894"/>
                  <a:pt x="7237" y="295260"/>
                </a:cubicBezTo>
                <a:cubicBezTo>
                  <a:pt x="2603" y="290627"/>
                  <a:pt x="0" y="284342"/>
                  <a:pt x="0" y="277790"/>
                </a:cubicBezTo>
                <a:lnTo>
                  <a:pt x="0" y="24707"/>
                </a:lnTo>
                <a:cubicBezTo>
                  <a:pt x="0" y="18154"/>
                  <a:pt x="2603" y="11870"/>
                  <a:pt x="7237" y="7237"/>
                </a:cubicBezTo>
                <a:cubicBezTo>
                  <a:pt x="11870" y="2603"/>
                  <a:pt x="18154" y="0"/>
                  <a:pt x="24707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638795862" name="TextBox 32"/>
          <p:cNvSpPr txBox="1"/>
          <p:nvPr/>
        </p:nvSpPr>
        <p:spPr bwMode="auto">
          <a:xfrm rot="0" flipH="0" flipV="0">
            <a:off x="554916" y="2887242"/>
            <a:ext cx="1880085" cy="8098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財布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00864246" name="Freeform 34"/>
          <p:cNvSpPr/>
          <p:nvPr/>
        </p:nvSpPr>
        <p:spPr bwMode="auto">
          <a:xfrm rot="0" flipH="0" flipV="0">
            <a:off x="4963396" y="277584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05986178" name="TextBox 35"/>
          <p:cNvSpPr txBox="1"/>
          <p:nvPr/>
        </p:nvSpPr>
        <p:spPr bwMode="auto">
          <a:xfrm rot="0" flipH="0" flipV="0">
            <a:off x="5004936" y="279661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59980997" name="Freeform 37"/>
          <p:cNvSpPr/>
          <p:nvPr/>
        </p:nvSpPr>
        <p:spPr bwMode="auto">
          <a:xfrm rot="0" flipH="0" flipV="0">
            <a:off x="7754421" y="2682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43878076" name="TextBox 38"/>
          <p:cNvSpPr txBox="1"/>
          <p:nvPr/>
        </p:nvSpPr>
        <p:spPr bwMode="auto">
          <a:xfrm rot="0" flipH="0" flipV="0">
            <a:off x="7795961" y="2703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1497651" name="Freeform 40"/>
          <p:cNvSpPr/>
          <p:nvPr/>
        </p:nvSpPr>
        <p:spPr bwMode="auto">
          <a:xfrm rot="0" flipH="0" flipV="0">
            <a:off x="9424801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80105496" name="TextBox 41"/>
          <p:cNvSpPr txBox="1"/>
          <p:nvPr/>
        </p:nvSpPr>
        <p:spPr bwMode="auto">
          <a:xfrm rot="0" flipH="0" flipV="0">
            <a:off x="9466341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543178" name="Freeform 43"/>
          <p:cNvSpPr/>
          <p:nvPr/>
        </p:nvSpPr>
        <p:spPr bwMode="auto">
          <a:xfrm rot="0" flipH="0" flipV="0">
            <a:off x="6448651" y="329651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43542397" name="TextBox 44"/>
          <p:cNvSpPr txBox="1"/>
          <p:nvPr/>
        </p:nvSpPr>
        <p:spPr bwMode="auto">
          <a:xfrm rot="0" flipH="0" flipV="0">
            <a:off x="6490191" y="331728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47237823" name="AutoShape 45"/>
          <p:cNvSpPr/>
          <p:nvPr/>
        </p:nvSpPr>
        <p:spPr bwMode="auto">
          <a:xfrm flipV="1">
            <a:off x="3913068" y="3048130"/>
            <a:ext cx="1056162" cy="24838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8711109" name="AutoShape 46"/>
          <p:cNvSpPr/>
          <p:nvPr/>
        </p:nvSpPr>
        <p:spPr bwMode="auto">
          <a:xfrm>
            <a:off x="5394081" y="3070711"/>
            <a:ext cx="1066987" cy="3740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008970" name="AutoShape 47"/>
          <p:cNvSpPr/>
          <p:nvPr/>
        </p:nvSpPr>
        <p:spPr bwMode="auto">
          <a:xfrm flipV="1">
            <a:off x="6870747" y="2998437"/>
            <a:ext cx="904681" cy="42534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073027" name="AutoShape 48"/>
          <p:cNvSpPr/>
          <p:nvPr/>
        </p:nvSpPr>
        <p:spPr bwMode="auto">
          <a:xfrm>
            <a:off x="8190169" y="2960970"/>
            <a:ext cx="1241984" cy="32945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401733" name="AutoShape 49"/>
          <p:cNvSpPr/>
          <p:nvPr/>
        </p:nvSpPr>
        <p:spPr bwMode="auto">
          <a:xfrm flipV="1">
            <a:off x="9746512" y="1146940"/>
            <a:ext cx="1014735" cy="2002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514338" name="Freeform 51"/>
          <p:cNvSpPr/>
          <p:nvPr/>
        </p:nvSpPr>
        <p:spPr bwMode="auto">
          <a:xfrm rot="0" flipH="0" flipV="0">
            <a:off x="11062559" y="236860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9518104" name="TextBox 52"/>
          <p:cNvSpPr txBox="1"/>
          <p:nvPr/>
        </p:nvSpPr>
        <p:spPr bwMode="auto">
          <a:xfrm rot="0" flipH="0" flipV="0">
            <a:off x="11104099" y="238937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84080388" name="Freeform 54"/>
          <p:cNvSpPr/>
          <p:nvPr/>
        </p:nvSpPr>
        <p:spPr bwMode="auto">
          <a:xfrm rot="0" flipH="0" flipV="0">
            <a:off x="10956327" y="382440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4520436" name="TextBox 55"/>
          <p:cNvSpPr txBox="1"/>
          <p:nvPr/>
        </p:nvSpPr>
        <p:spPr bwMode="auto">
          <a:xfrm rot="0" flipH="0" flipV="0">
            <a:off x="10997867" y="384517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37194578" name="Freeform 57"/>
          <p:cNvSpPr/>
          <p:nvPr/>
        </p:nvSpPr>
        <p:spPr bwMode="auto">
          <a:xfrm rot="0" flipH="0" flipV="0">
            <a:off x="9482572" y="589796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2472046" name="TextBox 58"/>
          <p:cNvSpPr txBox="1"/>
          <p:nvPr/>
        </p:nvSpPr>
        <p:spPr bwMode="auto">
          <a:xfrm rot="0" flipH="0" flipV="0">
            <a:off x="9524112" y="591873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39770002" name="Freeform 60"/>
          <p:cNvSpPr/>
          <p:nvPr/>
        </p:nvSpPr>
        <p:spPr bwMode="auto">
          <a:xfrm rot="0" flipH="0" flipV="0">
            <a:off x="7637837" y="5756954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3352455" name="TextBox 61"/>
          <p:cNvSpPr txBox="1"/>
          <p:nvPr/>
        </p:nvSpPr>
        <p:spPr bwMode="auto">
          <a:xfrm rot="0" flipH="0" flipV="0">
            <a:off x="7679377" y="5777723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1417826" name="Freeform 63"/>
          <p:cNvSpPr/>
          <p:nvPr/>
        </p:nvSpPr>
        <p:spPr bwMode="auto">
          <a:xfrm rot="0" flipH="0" flipV="0">
            <a:off x="6817889" y="443022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1664682" name="TextBox 64"/>
          <p:cNvSpPr txBox="1"/>
          <p:nvPr/>
        </p:nvSpPr>
        <p:spPr bwMode="auto">
          <a:xfrm rot="0" flipH="0" flipV="0">
            <a:off x="6859429" y="445099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49002520" name="Freeform 66"/>
          <p:cNvSpPr/>
          <p:nvPr/>
        </p:nvSpPr>
        <p:spPr bwMode="auto">
          <a:xfrm rot="0" flipH="0" flipV="0">
            <a:off x="10841007" y="5184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0806752" name="TextBox 67"/>
          <p:cNvSpPr txBox="1"/>
          <p:nvPr/>
        </p:nvSpPr>
        <p:spPr bwMode="auto">
          <a:xfrm rot="0" flipH="0" flipV="0">
            <a:off x="10882547" y="5205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0164530" name="Freeform 69"/>
          <p:cNvSpPr/>
          <p:nvPr/>
        </p:nvSpPr>
        <p:spPr bwMode="auto">
          <a:xfrm rot="0" flipH="0" flipV="0">
            <a:off x="7416286" y="138809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4780904" name="TextBox 70"/>
          <p:cNvSpPr txBox="1"/>
          <p:nvPr/>
        </p:nvSpPr>
        <p:spPr bwMode="auto">
          <a:xfrm rot="0" flipH="0" flipV="0">
            <a:off x="7457826" y="140886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057762" name="AutoShape 71"/>
          <p:cNvSpPr/>
          <p:nvPr/>
        </p:nvSpPr>
        <p:spPr bwMode="auto">
          <a:xfrm flipV="1">
            <a:off x="9847503" y="2683146"/>
            <a:ext cx="1235454" cy="5711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392402" name="AutoShape 72"/>
          <p:cNvSpPr/>
          <p:nvPr/>
        </p:nvSpPr>
        <p:spPr bwMode="auto">
          <a:xfrm>
            <a:off x="9847966" y="3439230"/>
            <a:ext cx="1128296" cy="5147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194785" name="AutoShape 73"/>
          <p:cNvSpPr/>
          <p:nvPr/>
        </p:nvSpPr>
        <p:spPr bwMode="auto">
          <a:xfrm>
            <a:off x="9771921" y="3529805"/>
            <a:ext cx="1165068" cy="16937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259694" name="AutoShape 74"/>
          <p:cNvSpPr/>
          <p:nvPr/>
        </p:nvSpPr>
        <p:spPr bwMode="auto">
          <a:xfrm>
            <a:off x="9650968" y="3568754"/>
            <a:ext cx="48538" cy="23292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832548" name="AutoShape 75"/>
          <p:cNvSpPr/>
          <p:nvPr/>
        </p:nvSpPr>
        <p:spPr bwMode="auto">
          <a:xfrm flipH="1">
            <a:off x="7983871" y="3530549"/>
            <a:ext cx="1537996" cy="22646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843671" name="AutoShape 76"/>
          <p:cNvSpPr/>
          <p:nvPr/>
        </p:nvSpPr>
        <p:spPr bwMode="auto">
          <a:xfrm flipH="1">
            <a:off x="7237612" y="3446416"/>
            <a:ext cx="2210567" cy="11061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190309" name="AutoShape 77"/>
          <p:cNvSpPr/>
          <p:nvPr/>
        </p:nvSpPr>
        <p:spPr bwMode="auto">
          <a:xfrm flipH="1" flipV="1">
            <a:off x="7805392" y="1754602"/>
            <a:ext cx="1673406" cy="14476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42284" name="AutoShape 78"/>
          <p:cNvSpPr/>
          <p:nvPr/>
        </p:nvSpPr>
        <p:spPr bwMode="auto">
          <a:xfrm flipH="1" flipV="1">
            <a:off x="9245431" y="1279555"/>
            <a:ext cx="358740" cy="18501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789680" name="Freeform 80"/>
          <p:cNvSpPr/>
          <p:nvPr/>
        </p:nvSpPr>
        <p:spPr bwMode="auto">
          <a:xfrm rot="0" flipH="0" flipV="0">
            <a:off x="8981700" y="840466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9767734" name="TextBox 81"/>
          <p:cNvSpPr txBox="1"/>
          <p:nvPr/>
        </p:nvSpPr>
        <p:spPr bwMode="auto">
          <a:xfrm rot="0" flipH="0" flipV="0">
            <a:off x="9023240" y="861235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6435108" name="Freeform 83"/>
          <p:cNvSpPr/>
          <p:nvPr/>
        </p:nvSpPr>
        <p:spPr bwMode="auto">
          <a:xfrm rot="0" flipH="0" flipV="0">
            <a:off x="10639858" y="72771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1022194" name="TextBox 84"/>
          <p:cNvSpPr txBox="1"/>
          <p:nvPr/>
        </p:nvSpPr>
        <p:spPr bwMode="auto">
          <a:xfrm rot="0" flipH="0" flipV="0">
            <a:off x="10681397" y="74848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6001313" name="Freeform 85"/>
          <p:cNvSpPr/>
          <p:nvPr/>
        </p:nvSpPr>
        <p:spPr bwMode="auto">
          <a:xfrm>
            <a:off x="8371573" y="2816584"/>
            <a:ext cx="656571" cy="539209"/>
          </a:xfrm>
          <a:custGeom>
            <a:avLst/>
            <a:gdLst/>
            <a:ahLst/>
            <a:cxnLst/>
            <a:rect l="l" t="t" r="r" b="b"/>
            <a:pathLst>
              <a:path w="656574" h="539211" fill="norm" stroke="1" extrusionOk="0">
                <a:moveTo>
                  <a:pt x="0" y="0"/>
                </a:moveTo>
                <a:lnTo>
                  <a:pt x="656573" y="0"/>
                </a:lnTo>
                <a:lnTo>
                  <a:pt x="656573" y="539211"/>
                </a:lnTo>
                <a:lnTo>
                  <a:pt x="0" y="539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26564" name="Freeform 27"/>
          <p:cNvSpPr/>
          <p:nvPr/>
        </p:nvSpPr>
        <p:spPr bwMode="auto">
          <a:xfrm rot="0" flipH="0" flipV="0">
            <a:off x="3528105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7177601" name="TextBox 28"/>
          <p:cNvSpPr txBox="1"/>
          <p:nvPr/>
        </p:nvSpPr>
        <p:spPr bwMode="auto">
          <a:xfrm rot="0" flipH="0" flipV="0">
            <a:off x="3569666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5574764" name="AutoShape 29"/>
          <p:cNvSpPr/>
          <p:nvPr/>
        </p:nvSpPr>
        <p:spPr bwMode="auto">
          <a:xfrm>
            <a:off x="2486788" y="3326321"/>
            <a:ext cx="104131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96820" name="Freeform 31"/>
          <p:cNvSpPr/>
          <p:nvPr/>
        </p:nvSpPr>
        <p:spPr bwMode="auto">
          <a:xfrm rot="0" flipH="0" flipV="0">
            <a:off x="605760" y="2976293"/>
            <a:ext cx="1881023" cy="700052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695" y="0"/>
                </a:moveTo>
                <a:lnTo>
                  <a:pt x="788105" y="0"/>
                </a:lnTo>
                <a:cubicBezTo>
                  <a:pt x="801744" y="0"/>
                  <a:pt x="812800" y="11056"/>
                  <a:pt x="812800" y="24695"/>
                </a:cubicBezTo>
                <a:lnTo>
                  <a:pt x="812800" y="277802"/>
                </a:lnTo>
                <a:cubicBezTo>
                  <a:pt x="812800" y="291441"/>
                  <a:pt x="801744" y="302497"/>
                  <a:pt x="788105" y="302497"/>
                </a:cubicBezTo>
                <a:lnTo>
                  <a:pt x="24695" y="302497"/>
                </a:lnTo>
                <a:cubicBezTo>
                  <a:pt x="18145" y="302497"/>
                  <a:pt x="11864" y="299895"/>
                  <a:pt x="7233" y="295264"/>
                </a:cubicBezTo>
                <a:cubicBezTo>
                  <a:pt x="2602" y="290633"/>
                  <a:pt x="0" y="284352"/>
                  <a:pt x="0" y="277802"/>
                </a:cubicBezTo>
                <a:lnTo>
                  <a:pt x="0" y="24695"/>
                </a:lnTo>
                <a:cubicBezTo>
                  <a:pt x="0" y="11056"/>
                  <a:pt x="11056" y="0"/>
                  <a:pt x="2469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390803741" name="TextBox 32"/>
          <p:cNvSpPr txBox="1"/>
          <p:nvPr/>
        </p:nvSpPr>
        <p:spPr bwMode="auto">
          <a:xfrm rot="0" flipH="0" flipV="0">
            <a:off x="605760" y="2866083"/>
            <a:ext cx="1881023" cy="8102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財布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28908195" name="Freeform 34"/>
          <p:cNvSpPr/>
          <p:nvPr/>
        </p:nvSpPr>
        <p:spPr bwMode="auto">
          <a:xfrm rot="0" flipH="0" flipV="0">
            <a:off x="5016440" y="2754632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8426191" name="TextBox 35"/>
          <p:cNvSpPr txBox="1"/>
          <p:nvPr/>
        </p:nvSpPr>
        <p:spPr bwMode="auto">
          <a:xfrm rot="0" flipH="0" flipV="0">
            <a:off x="5058001" y="277541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6907257" name="Freeform 37"/>
          <p:cNvSpPr/>
          <p:nvPr/>
        </p:nvSpPr>
        <p:spPr bwMode="auto">
          <a:xfrm rot="0" flipH="0" flipV="0">
            <a:off x="7808860" y="266133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3486008" name="TextBox 38"/>
          <p:cNvSpPr txBox="1"/>
          <p:nvPr/>
        </p:nvSpPr>
        <p:spPr bwMode="auto">
          <a:xfrm rot="0" flipH="0" flipV="0">
            <a:off x="7850421" y="268211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97564694" name="Freeform 40"/>
          <p:cNvSpPr/>
          <p:nvPr/>
        </p:nvSpPr>
        <p:spPr bwMode="auto">
          <a:xfrm rot="0" flipH="0" flipV="0">
            <a:off x="9480074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8246545" name="TextBox 41"/>
          <p:cNvSpPr txBox="1"/>
          <p:nvPr/>
        </p:nvSpPr>
        <p:spPr bwMode="auto">
          <a:xfrm rot="0" flipH="0" flipV="0">
            <a:off x="9521635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4566247" name="Freeform 43"/>
          <p:cNvSpPr/>
          <p:nvPr/>
        </p:nvSpPr>
        <p:spPr bwMode="auto">
          <a:xfrm rot="0" flipH="0" flipV="0">
            <a:off x="6502438" y="327556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3347965" name="TextBox 44"/>
          <p:cNvSpPr txBox="1"/>
          <p:nvPr/>
        </p:nvSpPr>
        <p:spPr bwMode="auto">
          <a:xfrm rot="0" flipH="0" flipV="0">
            <a:off x="6543999" y="3296343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8965260" name="AutoShape 45"/>
          <p:cNvSpPr/>
          <p:nvPr/>
        </p:nvSpPr>
        <p:spPr bwMode="auto">
          <a:xfrm flipV="1">
            <a:off x="3965588" y="3027051"/>
            <a:ext cx="1056690" cy="2485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8707773" name="AutoShape 46"/>
          <p:cNvSpPr/>
          <p:nvPr/>
        </p:nvSpPr>
        <p:spPr bwMode="auto">
          <a:xfrm>
            <a:off x="5447340" y="3049644"/>
            <a:ext cx="1067520" cy="374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9246328" name="AutoShape 47"/>
          <p:cNvSpPr/>
          <p:nvPr/>
        </p:nvSpPr>
        <p:spPr bwMode="auto">
          <a:xfrm flipV="1">
            <a:off x="6924743" y="2977333"/>
            <a:ext cx="905133" cy="4255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6324031" name="AutoShape 48"/>
          <p:cNvSpPr/>
          <p:nvPr/>
        </p:nvSpPr>
        <p:spPr bwMode="auto">
          <a:xfrm>
            <a:off x="8244826" y="2939847"/>
            <a:ext cx="1242605" cy="3296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377487" name="AutoShape 49"/>
          <p:cNvSpPr/>
          <p:nvPr/>
        </p:nvSpPr>
        <p:spPr bwMode="auto">
          <a:xfrm flipV="1">
            <a:off x="9801945" y="1124915"/>
            <a:ext cx="1015242" cy="2003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742126" name="Freeform 51"/>
          <p:cNvSpPr/>
          <p:nvPr/>
        </p:nvSpPr>
        <p:spPr bwMode="auto">
          <a:xfrm rot="0" flipH="0" flipV="0">
            <a:off x="11118651" y="234719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3500135" name="TextBox 52"/>
          <p:cNvSpPr txBox="1"/>
          <p:nvPr/>
        </p:nvSpPr>
        <p:spPr bwMode="auto">
          <a:xfrm rot="0" flipH="0" flipV="0">
            <a:off x="11160212" y="236797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2936364" name="Freeform 54"/>
          <p:cNvSpPr/>
          <p:nvPr/>
        </p:nvSpPr>
        <p:spPr bwMode="auto">
          <a:xfrm rot="0" flipH="0" flipV="0">
            <a:off x="11012365" y="380371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984236" name="TextBox 55"/>
          <p:cNvSpPr txBox="1"/>
          <p:nvPr/>
        </p:nvSpPr>
        <p:spPr bwMode="auto">
          <a:xfrm rot="0" flipH="0" flipV="0">
            <a:off x="11053926" y="382449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91735161" name="Freeform 57"/>
          <p:cNvSpPr/>
          <p:nvPr/>
        </p:nvSpPr>
        <p:spPr bwMode="auto">
          <a:xfrm rot="0" flipH="0" flipV="0">
            <a:off x="9537874" y="587831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896266" name="TextBox 58"/>
          <p:cNvSpPr txBox="1"/>
          <p:nvPr/>
        </p:nvSpPr>
        <p:spPr bwMode="auto">
          <a:xfrm rot="0" flipH="0" flipV="0">
            <a:off x="9579435" y="589909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76459765" name="Freeform 60"/>
          <p:cNvSpPr/>
          <p:nvPr/>
        </p:nvSpPr>
        <p:spPr bwMode="auto">
          <a:xfrm rot="0" flipH="0" flipV="0">
            <a:off x="7692219" y="573722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1216033" name="TextBox 61"/>
          <p:cNvSpPr txBox="1"/>
          <p:nvPr/>
        </p:nvSpPr>
        <p:spPr bwMode="auto">
          <a:xfrm rot="0" flipH="0" flipV="0">
            <a:off x="7733779" y="575800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20185524" name="Freeform 63"/>
          <p:cNvSpPr/>
          <p:nvPr/>
        </p:nvSpPr>
        <p:spPr bwMode="auto">
          <a:xfrm rot="0" flipH="0" flipV="0">
            <a:off x="6871861" y="440983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985709" name="TextBox 64"/>
          <p:cNvSpPr txBox="1"/>
          <p:nvPr/>
        </p:nvSpPr>
        <p:spPr bwMode="auto">
          <a:xfrm rot="0" flipH="0" flipV="0">
            <a:off x="6913422" y="443061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02938946" name="Freeform 66"/>
          <p:cNvSpPr/>
          <p:nvPr/>
        </p:nvSpPr>
        <p:spPr bwMode="auto">
          <a:xfrm rot="0" flipH="0" flipV="0">
            <a:off x="10896989" y="516458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2780336" name="TextBox 67"/>
          <p:cNvSpPr txBox="1"/>
          <p:nvPr/>
        </p:nvSpPr>
        <p:spPr bwMode="auto">
          <a:xfrm rot="0" flipH="0" flipV="0">
            <a:off x="10938550" y="518536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0826147" name="Freeform 69"/>
          <p:cNvSpPr/>
          <p:nvPr/>
        </p:nvSpPr>
        <p:spPr bwMode="auto">
          <a:xfrm rot="0" flipH="0" flipV="0">
            <a:off x="7470558" y="136618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0684733" name="TextBox 70"/>
          <p:cNvSpPr txBox="1"/>
          <p:nvPr/>
        </p:nvSpPr>
        <p:spPr bwMode="auto">
          <a:xfrm rot="0" flipH="0" flipV="0">
            <a:off x="7512118" y="138696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213984" name="AutoShape 71"/>
          <p:cNvSpPr/>
          <p:nvPr/>
        </p:nvSpPr>
        <p:spPr bwMode="auto">
          <a:xfrm flipV="1">
            <a:off x="9902988" y="2661886"/>
            <a:ext cx="1236071" cy="571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118522" name="AutoShape 72"/>
          <p:cNvSpPr/>
          <p:nvPr/>
        </p:nvSpPr>
        <p:spPr bwMode="auto">
          <a:xfrm>
            <a:off x="9903451" y="3418347"/>
            <a:ext cx="1128861" cy="5150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125577" name="AutoShape 73"/>
          <p:cNvSpPr/>
          <p:nvPr/>
        </p:nvSpPr>
        <p:spPr bwMode="auto">
          <a:xfrm>
            <a:off x="9827368" y="3508966"/>
            <a:ext cx="1165649" cy="16946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303546" name="AutoShape 74"/>
          <p:cNvSpPr/>
          <p:nvPr/>
        </p:nvSpPr>
        <p:spPr bwMode="auto">
          <a:xfrm>
            <a:off x="9706355" y="3547935"/>
            <a:ext cx="48564" cy="23304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548665" name="AutoShape 75"/>
          <p:cNvSpPr/>
          <p:nvPr/>
        </p:nvSpPr>
        <p:spPr bwMode="auto">
          <a:xfrm flipH="1">
            <a:off x="8038425" y="3509710"/>
            <a:ext cx="1538766" cy="22657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239394" name="AutoShape 76"/>
          <p:cNvSpPr/>
          <p:nvPr/>
        </p:nvSpPr>
        <p:spPr bwMode="auto">
          <a:xfrm flipH="1">
            <a:off x="7291793" y="3425538"/>
            <a:ext cx="2211671" cy="11067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126265" name="AutoShape 77"/>
          <p:cNvSpPr/>
          <p:nvPr/>
        </p:nvSpPr>
        <p:spPr bwMode="auto">
          <a:xfrm flipH="1" flipV="1">
            <a:off x="7859856" y="1732878"/>
            <a:ext cx="1674240" cy="14484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6484642" name="AutoShape 78"/>
          <p:cNvSpPr/>
          <p:nvPr/>
        </p:nvSpPr>
        <p:spPr bwMode="auto">
          <a:xfrm flipH="1" flipV="1">
            <a:off x="9300616" y="1257595"/>
            <a:ext cx="358916" cy="185107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157329" name="Freeform 80"/>
          <p:cNvSpPr/>
          <p:nvPr/>
        </p:nvSpPr>
        <p:spPr bwMode="auto">
          <a:xfrm rot="0" flipH="0" flipV="0">
            <a:off x="9036752" y="818284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70465834" name="TextBox 81"/>
          <p:cNvSpPr txBox="1"/>
          <p:nvPr/>
        </p:nvSpPr>
        <p:spPr bwMode="auto">
          <a:xfrm rot="0" flipH="0" flipV="0">
            <a:off x="9078313" y="839064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26459229" name="Freeform 83"/>
          <p:cNvSpPr/>
          <p:nvPr/>
        </p:nvSpPr>
        <p:spPr bwMode="auto">
          <a:xfrm rot="0" flipH="0" flipV="0">
            <a:off x="10695738" y="70548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7201687" name="TextBox 84"/>
          <p:cNvSpPr txBox="1"/>
          <p:nvPr/>
        </p:nvSpPr>
        <p:spPr bwMode="auto">
          <a:xfrm rot="0" flipH="0" flipV="0">
            <a:off x="10737299" y="72626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8077972" name="Freeform 85"/>
          <p:cNvSpPr/>
          <p:nvPr/>
        </p:nvSpPr>
        <p:spPr bwMode="auto">
          <a:xfrm>
            <a:off x="5774398" y="2590414"/>
            <a:ext cx="583129" cy="518256"/>
          </a:xfrm>
          <a:custGeom>
            <a:avLst/>
            <a:gdLst/>
            <a:ahLst/>
            <a:cxnLst/>
            <a:rect l="l" t="t" r="r" b="b"/>
            <a:pathLst>
              <a:path w="583131" h="518258" fill="norm" stroke="1" extrusionOk="0">
                <a:moveTo>
                  <a:pt x="0" y="0"/>
                </a:moveTo>
                <a:lnTo>
                  <a:pt x="583131" y="0"/>
                </a:lnTo>
                <a:lnTo>
                  <a:pt x="583131" y="518258"/>
                </a:lnTo>
                <a:lnTo>
                  <a:pt x="0" y="51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93028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19374" y="1238249"/>
            <a:ext cx="6953249" cy="4381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885081" name="Freeform 26"/>
          <p:cNvSpPr/>
          <p:nvPr/>
        </p:nvSpPr>
        <p:spPr bwMode="auto">
          <a:xfrm>
            <a:off x="1430616" y="496256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292570" name="AutoShape 27"/>
          <p:cNvSpPr/>
          <p:nvPr/>
        </p:nvSpPr>
        <p:spPr bwMode="auto">
          <a:xfrm flipH="1">
            <a:off x="4009656" y="182966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059971" name="AutoShape 28"/>
          <p:cNvSpPr/>
          <p:nvPr/>
        </p:nvSpPr>
        <p:spPr bwMode="auto">
          <a:xfrm>
            <a:off x="4009656" y="215600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693916" name="Freeform 29"/>
          <p:cNvSpPr/>
          <p:nvPr/>
        </p:nvSpPr>
        <p:spPr bwMode="auto">
          <a:xfrm>
            <a:off x="5833638" y="226150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929294" name="Freeform 30"/>
          <p:cNvSpPr/>
          <p:nvPr/>
        </p:nvSpPr>
        <p:spPr bwMode="auto">
          <a:xfrm>
            <a:off x="9737316" y="496256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7282264" name="Freeform 31"/>
          <p:cNvSpPr/>
          <p:nvPr/>
        </p:nvSpPr>
        <p:spPr bwMode="auto">
          <a:xfrm>
            <a:off x="5227831" y="112526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622165" name="TextBox 32"/>
          <p:cNvSpPr txBox="1"/>
          <p:nvPr/>
        </p:nvSpPr>
        <p:spPr bwMode="auto">
          <a:xfrm>
            <a:off x="5353083" y="1174253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bc1q...01</a:t>
            </a:r>
            <a:endParaRPr/>
          </a:p>
        </p:txBody>
      </p:sp>
      <p:sp>
        <p:nvSpPr>
          <p:cNvPr id="134319218" name="AutoShape 33"/>
          <p:cNvSpPr/>
          <p:nvPr/>
        </p:nvSpPr>
        <p:spPr bwMode="auto">
          <a:xfrm flipH="1">
            <a:off x="4005333" y="3799124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04907" name="AutoShape 34"/>
          <p:cNvSpPr/>
          <p:nvPr/>
        </p:nvSpPr>
        <p:spPr bwMode="auto">
          <a:xfrm>
            <a:off x="4005333" y="4125465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0084873" name="Freeform 35"/>
          <p:cNvSpPr/>
          <p:nvPr/>
        </p:nvSpPr>
        <p:spPr bwMode="auto">
          <a:xfrm>
            <a:off x="5829317" y="4230968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963281" name="Freeform 36"/>
          <p:cNvSpPr/>
          <p:nvPr/>
        </p:nvSpPr>
        <p:spPr bwMode="auto">
          <a:xfrm>
            <a:off x="5223507" y="3094732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2"/>
                </a:lnTo>
                <a:lnTo>
                  <a:pt x="0" y="5138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361737" name="TextBox 37"/>
          <p:cNvSpPr txBox="1"/>
          <p:nvPr/>
        </p:nvSpPr>
        <p:spPr bwMode="auto">
          <a:xfrm>
            <a:off x="5348761" y="3143716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bc1q...02</a:t>
            </a:r>
            <a:endParaRPr/>
          </a:p>
        </p:txBody>
      </p:sp>
      <p:sp>
        <p:nvSpPr>
          <p:cNvPr id="642745590" name="AutoShape 38"/>
          <p:cNvSpPr/>
          <p:nvPr/>
        </p:nvSpPr>
        <p:spPr bwMode="auto">
          <a:xfrm flipH="1">
            <a:off x="4009656" y="576957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706090" name="AutoShape 39"/>
          <p:cNvSpPr/>
          <p:nvPr/>
        </p:nvSpPr>
        <p:spPr bwMode="auto">
          <a:xfrm>
            <a:off x="4009656" y="609591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52766" name="Freeform 40"/>
          <p:cNvSpPr/>
          <p:nvPr/>
        </p:nvSpPr>
        <p:spPr bwMode="auto">
          <a:xfrm>
            <a:off x="5833638" y="6201417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081016" name="Freeform 41"/>
          <p:cNvSpPr/>
          <p:nvPr/>
        </p:nvSpPr>
        <p:spPr bwMode="auto">
          <a:xfrm>
            <a:off x="5227831" y="5065180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2"/>
                </a:lnTo>
                <a:lnTo>
                  <a:pt x="0" y="5138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703959" name="TextBox 42"/>
          <p:cNvSpPr txBox="1"/>
          <p:nvPr/>
        </p:nvSpPr>
        <p:spPr bwMode="auto">
          <a:xfrm>
            <a:off x="5353083" y="5114163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391423" name="Freeform 26"/>
          <p:cNvSpPr/>
          <p:nvPr/>
        </p:nvSpPr>
        <p:spPr bwMode="auto">
          <a:xfrm>
            <a:off x="1240116" y="49013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187071" name="AutoShape 27"/>
          <p:cNvSpPr/>
          <p:nvPr/>
        </p:nvSpPr>
        <p:spPr bwMode="auto">
          <a:xfrm flipH="1">
            <a:off x="3819156" y="182354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692028" name="AutoShape 28"/>
          <p:cNvSpPr/>
          <p:nvPr/>
        </p:nvSpPr>
        <p:spPr bwMode="auto">
          <a:xfrm>
            <a:off x="3819156" y="2149884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532387" name="Freeform 29"/>
          <p:cNvSpPr/>
          <p:nvPr/>
        </p:nvSpPr>
        <p:spPr bwMode="auto">
          <a:xfrm>
            <a:off x="9546816" y="49013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15035" name="Freeform 30"/>
          <p:cNvSpPr/>
          <p:nvPr/>
        </p:nvSpPr>
        <p:spPr bwMode="auto">
          <a:xfrm>
            <a:off x="5037332" y="111914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978522" name="AutoShape 31"/>
          <p:cNvSpPr/>
          <p:nvPr/>
        </p:nvSpPr>
        <p:spPr bwMode="auto">
          <a:xfrm>
            <a:off x="3814833" y="3865851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098437" name="AutoShape 32"/>
          <p:cNvSpPr/>
          <p:nvPr/>
        </p:nvSpPr>
        <p:spPr bwMode="auto">
          <a:xfrm>
            <a:off x="3819156" y="5581821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871242" name="Freeform 33"/>
          <p:cNvSpPr/>
          <p:nvPr/>
        </p:nvSpPr>
        <p:spPr bwMode="auto">
          <a:xfrm>
            <a:off x="5414988" y="2340383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8"/>
                </a:lnTo>
                <a:lnTo>
                  <a:pt x="0" y="7825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556089" name="TextBox 34"/>
          <p:cNvSpPr txBox="1"/>
          <p:nvPr/>
        </p:nvSpPr>
        <p:spPr bwMode="auto">
          <a:xfrm>
            <a:off x="5162583" y="1168134"/>
            <a:ext cx="149999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IBAN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31850521" name="Freeform 35"/>
          <p:cNvSpPr/>
          <p:nvPr/>
        </p:nvSpPr>
        <p:spPr bwMode="auto">
          <a:xfrm>
            <a:off x="5412827" y="4056352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9"/>
                </a:lnTo>
                <a:lnTo>
                  <a:pt x="0" y="7825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578502" name="Freeform 36"/>
          <p:cNvSpPr/>
          <p:nvPr/>
        </p:nvSpPr>
        <p:spPr bwMode="auto">
          <a:xfrm>
            <a:off x="5414988" y="5772321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8"/>
                </a:lnTo>
                <a:lnTo>
                  <a:pt x="0" y="7825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873370" name="Freeform 26"/>
          <p:cNvSpPr/>
          <p:nvPr/>
        </p:nvSpPr>
        <p:spPr bwMode="auto">
          <a:xfrm>
            <a:off x="1356202" y="401007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255044" name="AutoShape 27"/>
          <p:cNvSpPr/>
          <p:nvPr/>
        </p:nvSpPr>
        <p:spPr bwMode="auto">
          <a:xfrm flipH="1">
            <a:off x="3935242" y="173441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33795" name="AutoShape 28"/>
          <p:cNvSpPr/>
          <p:nvPr/>
        </p:nvSpPr>
        <p:spPr bwMode="auto">
          <a:xfrm>
            <a:off x="3935242" y="206075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970950" name="Freeform 29"/>
          <p:cNvSpPr/>
          <p:nvPr/>
        </p:nvSpPr>
        <p:spPr bwMode="auto">
          <a:xfrm>
            <a:off x="5759224" y="216625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5006680" name="Freeform 30"/>
          <p:cNvSpPr/>
          <p:nvPr/>
        </p:nvSpPr>
        <p:spPr bwMode="auto">
          <a:xfrm>
            <a:off x="9662902" y="401007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477702" name="Freeform 31"/>
          <p:cNvSpPr/>
          <p:nvPr/>
        </p:nvSpPr>
        <p:spPr bwMode="auto">
          <a:xfrm>
            <a:off x="5153417" y="103001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144175" name="TextBox 32"/>
          <p:cNvSpPr txBox="1"/>
          <p:nvPr/>
        </p:nvSpPr>
        <p:spPr bwMode="auto">
          <a:xfrm>
            <a:off x="5278669" y="1079004"/>
            <a:ext cx="149999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BIP47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69698735" name="AutoShape 33"/>
          <p:cNvSpPr/>
          <p:nvPr/>
        </p:nvSpPr>
        <p:spPr bwMode="auto">
          <a:xfrm>
            <a:off x="3930919" y="4030215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111210" name="Freeform 34"/>
          <p:cNvSpPr/>
          <p:nvPr/>
        </p:nvSpPr>
        <p:spPr bwMode="auto">
          <a:xfrm>
            <a:off x="5754903" y="4135719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618618" name="AutoShape 35"/>
          <p:cNvSpPr/>
          <p:nvPr/>
        </p:nvSpPr>
        <p:spPr bwMode="auto">
          <a:xfrm>
            <a:off x="3935242" y="600066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621124" name="Freeform 36"/>
          <p:cNvSpPr/>
          <p:nvPr/>
        </p:nvSpPr>
        <p:spPr bwMode="auto">
          <a:xfrm>
            <a:off x="5759224" y="610616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48372" name="Freeform 26"/>
          <p:cNvSpPr/>
          <p:nvPr/>
        </p:nvSpPr>
        <p:spPr bwMode="auto">
          <a:xfrm>
            <a:off x="8452719" y="303826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409702" name="Freeform 27"/>
          <p:cNvSpPr/>
          <p:nvPr/>
        </p:nvSpPr>
        <p:spPr bwMode="auto">
          <a:xfrm>
            <a:off x="3058614" y="3721885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63299133" name="Freeform 28"/>
          <p:cNvSpPr/>
          <p:nvPr/>
        </p:nvSpPr>
        <p:spPr bwMode="auto">
          <a:xfrm>
            <a:off x="1322621" y="3181029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94039569" name="AutoShape 29"/>
          <p:cNvSpPr/>
          <p:nvPr/>
        </p:nvSpPr>
        <p:spPr bwMode="auto">
          <a:xfrm flipH="1" flipV="1">
            <a:off x="2103913" y="3609721"/>
            <a:ext cx="242219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6730412" name="Freeform 30"/>
          <p:cNvSpPr/>
          <p:nvPr/>
        </p:nvSpPr>
        <p:spPr bwMode="auto">
          <a:xfrm>
            <a:off x="3384565" y="2361719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46831296" name="AutoShape 31"/>
          <p:cNvSpPr/>
          <p:nvPr/>
        </p:nvSpPr>
        <p:spPr bwMode="auto">
          <a:xfrm flipV="1">
            <a:off x="6548251" y="1556502"/>
            <a:ext cx="674401" cy="167865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1602060" name="Freeform 32"/>
          <p:cNvSpPr/>
          <p:nvPr/>
        </p:nvSpPr>
        <p:spPr bwMode="auto">
          <a:xfrm>
            <a:off x="6279349" y="1887873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97466729" name="Freeform 34"/>
          <p:cNvSpPr/>
          <p:nvPr/>
        </p:nvSpPr>
        <p:spPr bwMode="auto">
          <a:xfrm rot="0" flipH="0" flipV="0">
            <a:off x="4709286" y="3316275"/>
            <a:ext cx="3231050" cy="586889"/>
          </a:xfrm>
          <a:custGeom>
            <a:avLst/>
            <a:gdLst/>
            <a:ahLst/>
            <a:cxnLst/>
            <a:rect l="l" t="t" r="r" b="b"/>
            <a:pathLst>
              <a:path w="1276466" h="231859" fill="norm" stroke="1" extrusionOk="0">
                <a:moveTo>
                  <a:pt x="64695" y="0"/>
                </a:moveTo>
                <a:lnTo>
                  <a:pt x="1211771" y="0"/>
                </a:lnTo>
                <a:cubicBezTo>
                  <a:pt x="1228929" y="0"/>
                  <a:pt x="1245384" y="6816"/>
                  <a:pt x="1257517" y="18949"/>
                </a:cubicBezTo>
                <a:cubicBezTo>
                  <a:pt x="1269650" y="31081"/>
                  <a:pt x="1276466" y="47537"/>
                  <a:pt x="1276466" y="64695"/>
                </a:cubicBezTo>
                <a:lnTo>
                  <a:pt x="1276466" y="167164"/>
                </a:lnTo>
                <a:cubicBezTo>
                  <a:pt x="1276466" y="184322"/>
                  <a:pt x="1269650" y="200777"/>
                  <a:pt x="1257517" y="212910"/>
                </a:cubicBezTo>
                <a:cubicBezTo>
                  <a:pt x="1245384" y="225043"/>
                  <a:pt x="1228929" y="231859"/>
                  <a:pt x="1211771" y="231859"/>
                </a:cubicBezTo>
                <a:lnTo>
                  <a:pt x="64695" y="231859"/>
                </a:lnTo>
                <a:cubicBezTo>
                  <a:pt x="47537" y="231859"/>
                  <a:pt x="31081" y="225043"/>
                  <a:pt x="18949" y="212910"/>
                </a:cubicBezTo>
                <a:cubicBezTo>
                  <a:pt x="6816" y="200777"/>
                  <a:pt x="0" y="184322"/>
                  <a:pt x="0" y="167164"/>
                </a:cubicBezTo>
                <a:lnTo>
                  <a:pt x="0" y="64695"/>
                </a:lnTo>
                <a:cubicBezTo>
                  <a:pt x="0" y="47537"/>
                  <a:pt x="6816" y="31081"/>
                  <a:pt x="18949" y="18949"/>
                </a:cubicBezTo>
                <a:cubicBezTo>
                  <a:pt x="31081" y="6816"/>
                  <a:pt x="47537" y="0"/>
                  <a:pt x="6469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32558697" name="TextBox 35"/>
          <p:cNvSpPr txBox="1"/>
          <p:nvPr/>
        </p:nvSpPr>
        <p:spPr bwMode="auto">
          <a:xfrm rot="0" flipH="0" flipV="0">
            <a:off x="4709286" y="3147508"/>
            <a:ext cx="3231050" cy="7556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198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支払コード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03634001" name="Freeform 36"/>
          <p:cNvSpPr/>
          <p:nvPr/>
        </p:nvSpPr>
        <p:spPr bwMode="auto">
          <a:xfrm>
            <a:off x="1982169" y="83712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95745921" name="AutoShape 37"/>
          <p:cNvSpPr/>
          <p:nvPr/>
        </p:nvSpPr>
        <p:spPr bwMode="auto">
          <a:xfrm flipH="1" flipV="1">
            <a:off x="2833518" y="1610182"/>
            <a:ext cx="2343873" cy="1624971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27762357" name="Freeform 38"/>
          <p:cNvSpPr/>
          <p:nvPr/>
        </p:nvSpPr>
        <p:spPr bwMode="auto">
          <a:xfrm>
            <a:off x="7031976" y="640122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0" y="0"/>
                </a:lnTo>
                <a:lnTo>
                  <a:pt x="781290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78727640" name="Freeform 39"/>
          <p:cNvSpPr/>
          <p:nvPr/>
        </p:nvSpPr>
        <p:spPr bwMode="auto">
          <a:xfrm>
            <a:off x="9598097" y="549553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984371" name="Freeform 40"/>
          <p:cNvSpPr/>
          <p:nvPr/>
        </p:nvSpPr>
        <p:spPr bwMode="auto">
          <a:xfrm>
            <a:off x="6035862" y="5612955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5092300" name="Freeform 41"/>
          <p:cNvSpPr/>
          <p:nvPr/>
        </p:nvSpPr>
        <p:spPr bwMode="auto">
          <a:xfrm>
            <a:off x="2667968" y="549553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14753761" name="Freeform 42"/>
          <p:cNvSpPr/>
          <p:nvPr/>
        </p:nvSpPr>
        <p:spPr bwMode="auto">
          <a:xfrm>
            <a:off x="9831649" y="866521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0" y="0"/>
                </a:lnTo>
                <a:lnTo>
                  <a:pt x="781290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44914" name="AutoShape 43"/>
          <p:cNvSpPr/>
          <p:nvPr/>
        </p:nvSpPr>
        <p:spPr bwMode="auto">
          <a:xfrm flipV="1">
            <a:off x="7422621" y="1694508"/>
            <a:ext cx="2316844" cy="1486518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010804" name="Freeform 44"/>
          <p:cNvSpPr/>
          <p:nvPr/>
        </p:nvSpPr>
        <p:spPr bwMode="auto">
          <a:xfrm>
            <a:off x="8140592" y="1814392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60387098" name="AutoShape 45"/>
          <p:cNvSpPr/>
          <p:nvPr/>
        </p:nvSpPr>
        <p:spPr bwMode="auto">
          <a:xfrm>
            <a:off x="7499131" y="3990787"/>
            <a:ext cx="2098964" cy="163006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117510" name="AutoShape 46"/>
          <p:cNvSpPr/>
          <p:nvPr/>
        </p:nvSpPr>
        <p:spPr bwMode="auto">
          <a:xfrm>
            <a:off x="6364215" y="4038413"/>
            <a:ext cx="62290" cy="1404351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720930" name="AutoShape 47"/>
          <p:cNvSpPr/>
          <p:nvPr/>
        </p:nvSpPr>
        <p:spPr bwMode="auto">
          <a:xfrm flipH="1">
            <a:off x="3449259" y="3990787"/>
            <a:ext cx="1728132" cy="157696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36635721" name="Freeform 48"/>
          <p:cNvSpPr/>
          <p:nvPr/>
        </p:nvSpPr>
        <p:spPr bwMode="auto">
          <a:xfrm>
            <a:off x="7991115" y="477194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04955141" name="Freeform 49"/>
          <p:cNvSpPr/>
          <p:nvPr/>
        </p:nvSpPr>
        <p:spPr bwMode="auto">
          <a:xfrm>
            <a:off x="5766960" y="4686221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08050594" name="Freeform 50"/>
          <p:cNvSpPr/>
          <p:nvPr/>
        </p:nvSpPr>
        <p:spPr bwMode="auto">
          <a:xfrm>
            <a:off x="4300090" y="477194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73577558" name="AutoShape 51"/>
          <p:cNvSpPr/>
          <p:nvPr/>
        </p:nvSpPr>
        <p:spPr bwMode="auto">
          <a:xfrm>
            <a:off x="7940340" y="3609721"/>
            <a:ext cx="512379" cy="0"/>
          </a:xfrm>
          <a:prstGeom prst="line">
            <a:avLst/>
          </a:prstGeom>
          <a:ln w="5715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807917" name="Freeform 27"/>
          <p:cNvSpPr/>
          <p:nvPr/>
        </p:nvSpPr>
        <p:spPr bwMode="auto">
          <a:xfrm rot="0" flipH="0" flipV="0">
            <a:off x="8509864" y="435842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4344947" name="Freeform 28"/>
          <p:cNvSpPr/>
          <p:nvPr/>
        </p:nvSpPr>
        <p:spPr bwMode="auto">
          <a:xfrm>
            <a:off x="8579530" y="47397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027944" name="Freeform 29"/>
          <p:cNvSpPr/>
          <p:nvPr/>
        </p:nvSpPr>
        <p:spPr bwMode="auto">
          <a:xfrm>
            <a:off x="8997782" y="493544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4726644" name="AutoShape 30"/>
          <p:cNvSpPr/>
          <p:nvPr/>
        </p:nvSpPr>
        <p:spPr bwMode="auto">
          <a:xfrm flipV="1">
            <a:off x="3124019" y="1092123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098562" name="AutoShape 31"/>
          <p:cNvSpPr/>
          <p:nvPr/>
        </p:nvSpPr>
        <p:spPr bwMode="auto">
          <a:xfrm>
            <a:off x="8924671" y="979315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834354" name="Freeform 33"/>
          <p:cNvSpPr/>
          <p:nvPr/>
        </p:nvSpPr>
        <p:spPr bwMode="auto">
          <a:xfrm rot="0" flipH="0" flipV="0">
            <a:off x="8509864" y="1362789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3685774" name="Freeform 34"/>
          <p:cNvSpPr/>
          <p:nvPr/>
        </p:nvSpPr>
        <p:spPr bwMode="auto">
          <a:xfrm>
            <a:off x="8579530" y="1400927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893948" name="Freeform 35"/>
          <p:cNvSpPr/>
          <p:nvPr/>
        </p:nvSpPr>
        <p:spPr bwMode="auto">
          <a:xfrm>
            <a:off x="8694914" y="1400927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077943" name="Freeform 36"/>
          <p:cNvSpPr/>
          <p:nvPr/>
        </p:nvSpPr>
        <p:spPr bwMode="auto">
          <a:xfrm>
            <a:off x="8997782" y="1420490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258057" name="AutoShape 37"/>
          <p:cNvSpPr/>
          <p:nvPr/>
        </p:nvSpPr>
        <p:spPr bwMode="auto">
          <a:xfrm>
            <a:off x="3124019" y="2004057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739228" name="AutoShape 38"/>
          <p:cNvSpPr/>
          <p:nvPr/>
        </p:nvSpPr>
        <p:spPr bwMode="auto">
          <a:xfrm>
            <a:off x="8924671" y="1891251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514738" name="Freeform 40"/>
          <p:cNvSpPr/>
          <p:nvPr/>
        </p:nvSpPr>
        <p:spPr bwMode="auto">
          <a:xfrm rot="0" flipH="0" flipV="0">
            <a:off x="8509864" y="227472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1033801" name="Freeform 41"/>
          <p:cNvSpPr/>
          <p:nvPr/>
        </p:nvSpPr>
        <p:spPr bwMode="auto">
          <a:xfrm>
            <a:off x="8579530" y="2312861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0"/>
                </a:lnTo>
                <a:lnTo>
                  <a:pt x="0" y="3067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382896" name="Freeform 42"/>
          <p:cNvSpPr/>
          <p:nvPr/>
        </p:nvSpPr>
        <p:spPr bwMode="auto">
          <a:xfrm>
            <a:off x="8694914" y="2312861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0"/>
                </a:lnTo>
                <a:lnTo>
                  <a:pt x="0" y="3067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054688" name="Freeform 43"/>
          <p:cNvSpPr/>
          <p:nvPr/>
        </p:nvSpPr>
        <p:spPr bwMode="auto">
          <a:xfrm>
            <a:off x="8997782" y="2332427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2847512" name="AutoShape 44"/>
          <p:cNvSpPr/>
          <p:nvPr/>
        </p:nvSpPr>
        <p:spPr bwMode="auto">
          <a:xfrm>
            <a:off x="3124019" y="2915991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782440" name="AutoShape 45"/>
          <p:cNvSpPr/>
          <p:nvPr/>
        </p:nvSpPr>
        <p:spPr bwMode="auto">
          <a:xfrm>
            <a:off x="8924671" y="2803185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995476" name="Freeform 47"/>
          <p:cNvSpPr/>
          <p:nvPr/>
        </p:nvSpPr>
        <p:spPr bwMode="auto">
          <a:xfrm rot="0" flipH="0" flipV="0">
            <a:off x="6693968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39274531" name="Freeform 48"/>
          <p:cNvSpPr/>
          <p:nvPr/>
        </p:nvSpPr>
        <p:spPr bwMode="auto">
          <a:xfrm>
            <a:off x="6763635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5190649" name="Freeform 49"/>
          <p:cNvSpPr/>
          <p:nvPr/>
        </p:nvSpPr>
        <p:spPr bwMode="auto">
          <a:xfrm>
            <a:off x="6879018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18827561" name="Freeform 50"/>
          <p:cNvSpPr/>
          <p:nvPr/>
        </p:nvSpPr>
        <p:spPr bwMode="auto">
          <a:xfrm>
            <a:off x="7181886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9027722" name="TextBox 51"/>
          <p:cNvSpPr txBox="1"/>
          <p:nvPr/>
        </p:nvSpPr>
        <p:spPr bwMode="auto">
          <a:xfrm>
            <a:off x="6597441" y="3551427"/>
            <a:ext cx="99415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m/84'/0'/0'</a:t>
            </a:r>
            <a:endParaRPr sz="1600"/>
          </a:p>
        </p:txBody>
      </p:sp>
      <p:sp>
        <p:nvSpPr>
          <p:cNvPr id="857870456" name="Freeform 53"/>
          <p:cNvSpPr/>
          <p:nvPr/>
        </p:nvSpPr>
        <p:spPr bwMode="auto">
          <a:xfrm rot="0" flipH="0" flipV="0">
            <a:off x="7602214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9444043" name="Freeform 54"/>
          <p:cNvSpPr/>
          <p:nvPr/>
        </p:nvSpPr>
        <p:spPr bwMode="auto">
          <a:xfrm>
            <a:off x="7671882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6925156" name="Freeform 55"/>
          <p:cNvSpPr/>
          <p:nvPr/>
        </p:nvSpPr>
        <p:spPr bwMode="auto">
          <a:xfrm>
            <a:off x="7787266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349977" name="Freeform 56"/>
          <p:cNvSpPr/>
          <p:nvPr/>
        </p:nvSpPr>
        <p:spPr bwMode="auto">
          <a:xfrm>
            <a:off x="8090131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751244" name="TextBox 57"/>
          <p:cNvSpPr txBox="1"/>
          <p:nvPr/>
        </p:nvSpPr>
        <p:spPr bwMode="auto">
          <a:xfrm>
            <a:off x="7505690" y="355142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</a:t>
            </a:r>
            <a:endParaRPr/>
          </a:p>
        </p:txBody>
      </p:sp>
      <p:sp>
        <p:nvSpPr>
          <p:cNvPr id="1121834303" name="Freeform 59"/>
          <p:cNvSpPr/>
          <p:nvPr/>
        </p:nvSpPr>
        <p:spPr bwMode="auto">
          <a:xfrm rot="0" flipH="0" flipV="0">
            <a:off x="8509864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9243887" name="Freeform 60"/>
          <p:cNvSpPr/>
          <p:nvPr/>
        </p:nvSpPr>
        <p:spPr bwMode="auto">
          <a:xfrm>
            <a:off x="8579530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9323564" name="Freeform 61"/>
          <p:cNvSpPr/>
          <p:nvPr/>
        </p:nvSpPr>
        <p:spPr bwMode="auto">
          <a:xfrm>
            <a:off x="8694914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0904115" name="Freeform 62"/>
          <p:cNvSpPr/>
          <p:nvPr/>
        </p:nvSpPr>
        <p:spPr bwMode="auto">
          <a:xfrm>
            <a:off x="8997782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71002" name="TextBox 63"/>
          <p:cNvSpPr txBox="1"/>
          <p:nvPr/>
        </p:nvSpPr>
        <p:spPr bwMode="auto">
          <a:xfrm>
            <a:off x="8413337" y="355142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</a:t>
            </a:r>
            <a:endParaRPr/>
          </a:p>
        </p:txBody>
      </p:sp>
      <p:sp>
        <p:nvSpPr>
          <p:cNvPr id="679415412" name="AutoShape 64"/>
          <p:cNvSpPr/>
          <p:nvPr/>
        </p:nvSpPr>
        <p:spPr bwMode="auto">
          <a:xfrm flipV="1">
            <a:off x="3124019" y="3828759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569360" name="AutoShape 65"/>
          <p:cNvSpPr/>
          <p:nvPr/>
        </p:nvSpPr>
        <p:spPr bwMode="auto">
          <a:xfrm>
            <a:off x="8924671" y="3715954"/>
            <a:ext cx="135504" cy="328437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498254" name="Freeform 67"/>
          <p:cNvSpPr/>
          <p:nvPr/>
        </p:nvSpPr>
        <p:spPr bwMode="auto">
          <a:xfrm rot="0" flipH="0" flipV="0">
            <a:off x="6638449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31246553" name="Freeform 68"/>
          <p:cNvSpPr/>
          <p:nvPr/>
        </p:nvSpPr>
        <p:spPr bwMode="auto">
          <a:xfrm>
            <a:off x="6708115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09278196" name="Freeform 69"/>
          <p:cNvSpPr/>
          <p:nvPr/>
        </p:nvSpPr>
        <p:spPr bwMode="auto">
          <a:xfrm>
            <a:off x="6823499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47280898" name="Freeform 70"/>
          <p:cNvSpPr/>
          <p:nvPr/>
        </p:nvSpPr>
        <p:spPr bwMode="auto">
          <a:xfrm>
            <a:off x="7126367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25238201" name="Freeform 72"/>
          <p:cNvSpPr/>
          <p:nvPr/>
        </p:nvSpPr>
        <p:spPr bwMode="auto">
          <a:xfrm rot="0" flipH="0" flipV="0">
            <a:off x="7546694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041956" name="Freeform 73"/>
          <p:cNvSpPr/>
          <p:nvPr/>
        </p:nvSpPr>
        <p:spPr bwMode="auto">
          <a:xfrm>
            <a:off x="7616363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4226701" name="Freeform 74"/>
          <p:cNvSpPr/>
          <p:nvPr/>
        </p:nvSpPr>
        <p:spPr bwMode="auto">
          <a:xfrm>
            <a:off x="7731747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859488" name="Freeform 75"/>
          <p:cNvSpPr/>
          <p:nvPr/>
        </p:nvSpPr>
        <p:spPr bwMode="auto">
          <a:xfrm>
            <a:off x="8034611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570571" name="Freeform 77"/>
          <p:cNvSpPr/>
          <p:nvPr/>
        </p:nvSpPr>
        <p:spPr bwMode="auto">
          <a:xfrm rot="0" flipH="0" flipV="0">
            <a:off x="8627980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1534092" name="Freeform 78"/>
          <p:cNvSpPr/>
          <p:nvPr/>
        </p:nvSpPr>
        <p:spPr bwMode="auto">
          <a:xfrm>
            <a:off x="8697646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8082857" name="Freeform 79"/>
          <p:cNvSpPr/>
          <p:nvPr/>
        </p:nvSpPr>
        <p:spPr bwMode="auto">
          <a:xfrm>
            <a:off x="8813030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639660" name="Freeform 80"/>
          <p:cNvSpPr/>
          <p:nvPr/>
        </p:nvSpPr>
        <p:spPr bwMode="auto">
          <a:xfrm>
            <a:off x="9115898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767368" name="Freeform 82"/>
          <p:cNvSpPr/>
          <p:nvPr/>
        </p:nvSpPr>
        <p:spPr bwMode="auto">
          <a:xfrm rot="0" flipH="0" flipV="0">
            <a:off x="9536648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34748" name="Freeform 83"/>
          <p:cNvSpPr/>
          <p:nvPr/>
        </p:nvSpPr>
        <p:spPr bwMode="auto">
          <a:xfrm>
            <a:off x="9606317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389161" name="Freeform 84"/>
          <p:cNvSpPr/>
          <p:nvPr/>
        </p:nvSpPr>
        <p:spPr bwMode="auto">
          <a:xfrm>
            <a:off x="9721699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298003" name="Freeform 85"/>
          <p:cNvSpPr/>
          <p:nvPr/>
        </p:nvSpPr>
        <p:spPr bwMode="auto">
          <a:xfrm>
            <a:off x="10024566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025044" name="AutoShape 86"/>
          <p:cNvSpPr/>
          <p:nvPr/>
        </p:nvSpPr>
        <p:spPr bwMode="auto">
          <a:xfrm>
            <a:off x="8924671" y="3722985"/>
            <a:ext cx="770405" cy="327235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541819" name="AutoShape 87"/>
          <p:cNvSpPr/>
          <p:nvPr/>
        </p:nvSpPr>
        <p:spPr bwMode="auto">
          <a:xfrm flipH="1">
            <a:off x="7980760" y="3724574"/>
            <a:ext cx="37272" cy="339719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4417716" name="AutoShape 88"/>
          <p:cNvSpPr/>
          <p:nvPr/>
        </p:nvSpPr>
        <p:spPr bwMode="auto">
          <a:xfrm flipH="1">
            <a:off x="7401069" y="3732112"/>
            <a:ext cx="621337" cy="318109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4463064" name="AutoShape 89"/>
          <p:cNvSpPr/>
          <p:nvPr/>
        </p:nvSpPr>
        <p:spPr bwMode="auto">
          <a:xfrm flipV="1">
            <a:off x="3124019" y="4894048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042431" name="Freeform 91"/>
          <p:cNvSpPr/>
          <p:nvPr/>
        </p:nvSpPr>
        <p:spPr bwMode="auto">
          <a:xfrm rot="0" flipH="0" flipV="0">
            <a:off x="7234940" y="5127696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08777203" name="Freeform 92"/>
          <p:cNvSpPr/>
          <p:nvPr/>
        </p:nvSpPr>
        <p:spPr bwMode="auto">
          <a:xfrm>
            <a:off x="7291875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07577380" name="Freeform 93"/>
          <p:cNvSpPr/>
          <p:nvPr/>
        </p:nvSpPr>
        <p:spPr bwMode="auto">
          <a:xfrm>
            <a:off x="7386171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70553468" name="Freeform 94"/>
          <p:cNvSpPr/>
          <p:nvPr/>
        </p:nvSpPr>
        <p:spPr bwMode="auto">
          <a:xfrm>
            <a:off x="7633683" y="5174852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82813803" name="AutoShape 95"/>
          <p:cNvSpPr/>
          <p:nvPr/>
        </p:nvSpPr>
        <p:spPr bwMode="auto">
          <a:xfrm>
            <a:off x="7003612" y="6268527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70609748" name="Freeform 97"/>
          <p:cNvSpPr/>
          <p:nvPr/>
        </p:nvSpPr>
        <p:spPr bwMode="auto">
          <a:xfrm rot="0" flipH="0" flipV="0">
            <a:off x="7234940" y="5619291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17198151" name="Freeform 98"/>
          <p:cNvSpPr/>
          <p:nvPr/>
        </p:nvSpPr>
        <p:spPr bwMode="auto">
          <a:xfrm>
            <a:off x="7291875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99352277" name="Freeform 99"/>
          <p:cNvSpPr/>
          <p:nvPr/>
        </p:nvSpPr>
        <p:spPr bwMode="auto">
          <a:xfrm>
            <a:off x="7386171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36739667" name="Freeform 100"/>
          <p:cNvSpPr/>
          <p:nvPr/>
        </p:nvSpPr>
        <p:spPr bwMode="auto">
          <a:xfrm>
            <a:off x="7633683" y="5666447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4"/>
                </a:lnTo>
                <a:lnTo>
                  <a:pt x="0" y="218674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83947807" name="Freeform 102"/>
          <p:cNvSpPr/>
          <p:nvPr/>
        </p:nvSpPr>
        <p:spPr bwMode="auto">
          <a:xfrm rot="0" flipH="0" flipV="0">
            <a:off x="7234940" y="6112035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87893936" name="Freeform 103"/>
          <p:cNvSpPr/>
          <p:nvPr/>
        </p:nvSpPr>
        <p:spPr bwMode="auto">
          <a:xfrm>
            <a:off x="7291875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66321580" name="Freeform 104"/>
          <p:cNvSpPr/>
          <p:nvPr/>
        </p:nvSpPr>
        <p:spPr bwMode="auto">
          <a:xfrm>
            <a:off x="7386171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53696997" name="Freeform 105"/>
          <p:cNvSpPr/>
          <p:nvPr/>
        </p:nvSpPr>
        <p:spPr bwMode="auto">
          <a:xfrm>
            <a:off x="7633683" y="6159189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11791493" name="Freeform 107"/>
          <p:cNvSpPr/>
          <p:nvPr/>
        </p:nvSpPr>
        <p:spPr bwMode="auto">
          <a:xfrm rot="0" flipH="0" flipV="0">
            <a:off x="8256055" y="5127696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0880512" name="Freeform 108"/>
          <p:cNvSpPr/>
          <p:nvPr/>
        </p:nvSpPr>
        <p:spPr bwMode="auto">
          <a:xfrm>
            <a:off x="8312990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199341" name="Freeform 109"/>
          <p:cNvSpPr/>
          <p:nvPr/>
        </p:nvSpPr>
        <p:spPr bwMode="auto">
          <a:xfrm>
            <a:off x="8407284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712425" name="Freeform 110"/>
          <p:cNvSpPr/>
          <p:nvPr/>
        </p:nvSpPr>
        <p:spPr bwMode="auto">
          <a:xfrm>
            <a:off x="8654796" y="5174852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97475" name="Freeform 112"/>
          <p:cNvSpPr/>
          <p:nvPr/>
        </p:nvSpPr>
        <p:spPr bwMode="auto">
          <a:xfrm rot="0" flipH="0" flipV="0">
            <a:off x="8256055" y="5619291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6058950" name="Freeform 113"/>
          <p:cNvSpPr/>
          <p:nvPr/>
        </p:nvSpPr>
        <p:spPr bwMode="auto">
          <a:xfrm>
            <a:off x="8312990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971592" name="Freeform 114"/>
          <p:cNvSpPr/>
          <p:nvPr/>
        </p:nvSpPr>
        <p:spPr bwMode="auto">
          <a:xfrm>
            <a:off x="8407284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271767" name="Freeform 115"/>
          <p:cNvSpPr/>
          <p:nvPr/>
        </p:nvSpPr>
        <p:spPr bwMode="auto">
          <a:xfrm>
            <a:off x="8654796" y="5666447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4"/>
                </a:lnTo>
                <a:lnTo>
                  <a:pt x="0" y="218674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176147" name="Freeform 117"/>
          <p:cNvSpPr/>
          <p:nvPr/>
        </p:nvSpPr>
        <p:spPr bwMode="auto">
          <a:xfrm rot="0" flipH="0" flipV="0">
            <a:off x="8256055" y="6112035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669301" name="Freeform 118"/>
          <p:cNvSpPr/>
          <p:nvPr/>
        </p:nvSpPr>
        <p:spPr bwMode="auto">
          <a:xfrm>
            <a:off x="8312990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1422247" name="Freeform 119"/>
          <p:cNvSpPr/>
          <p:nvPr/>
        </p:nvSpPr>
        <p:spPr bwMode="auto">
          <a:xfrm>
            <a:off x="8407284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4551692" name="Freeform 120"/>
          <p:cNvSpPr/>
          <p:nvPr/>
        </p:nvSpPr>
        <p:spPr bwMode="auto">
          <a:xfrm>
            <a:off x="8654796" y="6159189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1180953" name="Freeform 121"/>
          <p:cNvSpPr/>
          <p:nvPr/>
        </p:nvSpPr>
        <p:spPr bwMode="auto">
          <a:xfrm>
            <a:off x="10160582" y="5356207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9436588" name="TextBox 122"/>
          <p:cNvSpPr txBox="1"/>
          <p:nvPr/>
        </p:nvSpPr>
        <p:spPr bwMode="auto">
          <a:xfrm flipH="0" flipV="0">
            <a:off x="3124018" y="443745"/>
            <a:ext cx="418917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マスターキー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01336062" name="TextBox 123"/>
          <p:cNvSpPr txBox="1"/>
          <p:nvPr/>
        </p:nvSpPr>
        <p:spPr bwMode="auto">
          <a:xfrm flipH="0" flipV="0">
            <a:off x="3124017" y="1366084"/>
            <a:ext cx="419496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目的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69118724" name="TextBox 124"/>
          <p:cNvSpPr txBox="1"/>
          <p:nvPr/>
        </p:nvSpPr>
        <p:spPr bwMode="auto">
          <a:xfrm>
            <a:off x="8428131" y="792569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</a:t>
            </a:r>
            <a:endParaRPr/>
          </a:p>
        </p:txBody>
      </p:sp>
      <p:sp>
        <p:nvSpPr>
          <p:cNvPr id="1647888790" name="TextBox 125"/>
          <p:cNvSpPr txBox="1"/>
          <p:nvPr/>
        </p:nvSpPr>
        <p:spPr bwMode="auto">
          <a:xfrm>
            <a:off x="8413337" y="1726722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</a:t>
            </a:r>
            <a:endParaRPr/>
          </a:p>
        </p:txBody>
      </p:sp>
      <p:sp>
        <p:nvSpPr>
          <p:cNvPr id="432835269" name="TextBox 126"/>
          <p:cNvSpPr txBox="1"/>
          <p:nvPr/>
        </p:nvSpPr>
        <p:spPr bwMode="auto">
          <a:xfrm flipH="0" flipV="0">
            <a:off x="3124017" y="2267163"/>
            <a:ext cx="3472681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コインの種類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86720726" name="TextBox 127"/>
          <p:cNvSpPr txBox="1"/>
          <p:nvPr/>
        </p:nvSpPr>
        <p:spPr bwMode="auto">
          <a:xfrm>
            <a:off x="8413337" y="263865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</a:t>
            </a:r>
            <a:endParaRPr/>
          </a:p>
        </p:txBody>
      </p:sp>
      <p:sp>
        <p:nvSpPr>
          <p:cNvPr id="183738237" name="TextBox 128"/>
          <p:cNvSpPr txBox="1"/>
          <p:nvPr/>
        </p:nvSpPr>
        <p:spPr bwMode="auto">
          <a:xfrm flipH="0" flipV="0">
            <a:off x="3124018" y="3179097"/>
            <a:ext cx="346389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アカウント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4711958" name="TextBox 129"/>
          <p:cNvSpPr txBox="1"/>
          <p:nvPr/>
        </p:nvSpPr>
        <p:spPr bwMode="auto">
          <a:xfrm flipH="0" flipV="0">
            <a:off x="3124018" y="4173209"/>
            <a:ext cx="346389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チャンネル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4126173" name="TextBox 130"/>
          <p:cNvSpPr txBox="1"/>
          <p:nvPr/>
        </p:nvSpPr>
        <p:spPr bwMode="auto">
          <a:xfrm>
            <a:off x="6541922" y="4464195"/>
            <a:ext cx="99415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m/84'/0'/1'/0</a:t>
            </a:r>
            <a:endParaRPr sz="1600"/>
          </a:p>
        </p:txBody>
      </p:sp>
      <p:sp>
        <p:nvSpPr>
          <p:cNvPr id="1773933731" name="TextBox 131"/>
          <p:cNvSpPr txBox="1"/>
          <p:nvPr/>
        </p:nvSpPr>
        <p:spPr bwMode="auto">
          <a:xfrm>
            <a:off x="7450169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m/84'/0'/1'/1</a:t>
            </a:r>
            <a:endParaRPr/>
          </a:p>
        </p:txBody>
      </p:sp>
      <p:sp>
        <p:nvSpPr>
          <p:cNvPr id="233659966" name="TextBox 132"/>
          <p:cNvSpPr txBox="1"/>
          <p:nvPr/>
        </p:nvSpPr>
        <p:spPr bwMode="auto">
          <a:xfrm>
            <a:off x="8531453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m/84'/0'/2'/0</a:t>
            </a:r>
            <a:endParaRPr/>
          </a:p>
        </p:txBody>
      </p:sp>
      <p:sp>
        <p:nvSpPr>
          <p:cNvPr id="38671182" name="TextBox 133"/>
          <p:cNvSpPr txBox="1"/>
          <p:nvPr/>
        </p:nvSpPr>
        <p:spPr bwMode="auto">
          <a:xfrm>
            <a:off x="9440123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m/84'/0'/2'/1</a:t>
            </a:r>
            <a:endParaRPr/>
          </a:p>
        </p:txBody>
      </p:sp>
      <p:sp>
        <p:nvSpPr>
          <p:cNvPr id="1762369062" name="TextBox 134"/>
          <p:cNvSpPr txBox="1"/>
          <p:nvPr/>
        </p:nvSpPr>
        <p:spPr bwMode="auto">
          <a:xfrm>
            <a:off x="6557728" y="4609671"/>
            <a:ext cx="99523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外部</a:t>
            </a:r>
            <a:endParaRPr sz="1600"/>
          </a:p>
        </p:txBody>
      </p:sp>
      <p:sp>
        <p:nvSpPr>
          <p:cNvPr id="913608574" name="TextBox 135"/>
          <p:cNvSpPr txBox="1"/>
          <p:nvPr/>
        </p:nvSpPr>
        <p:spPr bwMode="auto">
          <a:xfrm>
            <a:off x="7469024" y="4609674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内部</a:t>
            </a:r>
            <a:endParaRPr/>
          </a:p>
        </p:txBody>
      </p:sp>
      <p:sp>
        <p:nvSpPr>
          <p:cNvPr id="1959107824" name="TextBox 136"/>
          <p:cNvSpPr txBox="1"/>
          <p:nvPr/>
        </p:nvSpPr>
        <p:spPr bwMode="auto">
          <a:xfrm>
            <a:off x="8626703" y="4609672"/>
            <a:ext cx="99487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外部</a:t>
            </a:r>
            <a:endParaRPr/>
          </a:p>
        </p:txBody>
      </p:sp>
      <p:sp>
        <p:nvSpPr>
          <p:cNvPr id="999150428" name="TextBox 137"/>
          <p:cNvSpPr txBox="1"/>
          <p:nvPr/>
        </p:nvSpPr>
        <p:spPr bwMode="auto">
          <a:xfrm>
            <a:off x="9442751" y="4609674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内部</a:t>
            </a:r>
            <a:endParaRPr/>
          </a:p>
        </p:txBody>
      </p:sp>
      <p:sp>
        <p:nvSpPr>
          <p:cNvPr id="2004907920" name="TextBox 138"/>
          <p:cNvSpPr txBox="1"/>
          <p:nvPr/>
        </p:nvSpPr>
        <p:spPr bwMode="auto">
          <a:xfrm flipH="0" flipV="0">
            <a:off x="3124017" y="5497728"/>
            <a:ext cx="346447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住所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24270702" name="TextBox 139"/>
          <p:cNvSpPr txBox="1"/>
          <p:nvPr/>
        </p:nvSpPr>
        <p:spPr bwMode="auto">
          <a:xfrm>
            <a:off x="7156058" y="5421631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m/84'/0'/1'/0/0</a:t>
            </a:r>
            <a:endParaRPr/>
          </a:p>
        </p:txBody>
      </p:sp>
      <p:sp>
        <p:nvSpPr>
          <p:cNvPr id="706068944" name="TextBox 140"/>
          <p:cNvSpPr txBox="1"/>
          <p:nvPr/>
        </p:nvSpPr>
        <p:spPr bwMode="auto">
          <a:xfrm>
            <a:off x="7156058" y="5913226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m/84'/0'/1'/0/1</a:t>
            </a:r>
            <a:endParaRPr/>
          </a:p>
        </p:txBody>
      </p:sp>
      <p:sp>
        <p:nvSpPr>
          <p:cNvPr id="239613745" name="TextBox 141"/>
          <p:cNvSpPr txBox="1"/>
          <p:nvPr/>
        </p:nvSpPr>
        <p:spPr bwMode="auto">
          <a:xfrm>
            <a:off x="7156058" y="6405969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m/84'/0'/1'/0/2</a:t>
            </a:r>
            <a:endParaRPr/>
          </a:p>
        </p:txBody>
      </p:sp>
      <p:sp>
        <p:nvSpPr>
          <p:cNvPr id="1336445971" name="TextBox 142"/>
          <p:cNvSpPr txBox="1"/>
          <p:nvPr/>
        </p:nvSpPr>
        <p:spPr bwMode="auto">
          <a:xfrm>
            <a:off x="8177171" y="5421631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m/84'/0'/1'/1/0</a:t>
            </a:r>
            <a:endParaRPr/>
          </a:p>
        </p:txBody>
      </p:sp>
      <p:sp>
        <p:nvSpPr>
          <p:cNvPr id="938917383" name="TextBox 143"/>
          <p:cNvSpPr txBox="1"/>
          <p:nvPr/>
        </p:nvSpPr>
        <p:spPr bwMode="auto">
          <a:xfrm>
            <a:off x="8177171" y="5913226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m/84'/0'/1'/1/1</a:t>
            </a:r>
            <a:endParaRPr/>
          </a:p>
        </p:txBody>
      </p:sp>
      <p:sp>
        <p:nvSpPr>
          <p:cNvPr id="1135036369" name="TextBox 144"/>
          <p:cNvSpPr txBox="1"/>
          <p:nvPr/>
        </p:nvSpPr>
        <p:spPr bwMode="auto">
          <a:xfrm>
            <a:off x="8177171" y="6405969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m/84'/0'/1'/1/2</a:t>
            </a:r>
            <a:endParaRPr/>
          </a:p>
        </p:txBody>
      </p:sp>
      <p:sp>
        <p:nvSpPr>
          <p:cNvPr id="1081178054" name="Freeform 145"/>
          <p:cNvSpPr/>
          <p:nvPr/>
        </p:nvSpPr>
        <p:spPr bwMode="auto">
          <a:xfrm>
            <a:off x="10160582" y="5618201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701843" name="Freeform 146"/>
          <p:cNvSpPr/>
          <p:nvPr/>
        </p:nvSpPr>
        <p:spPr bwMode="auto">
          <a:xfrm>
            <a:off x="10160582" y="5880069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964228" name="AutoShape 147"/>
          <p:cNvSpPr/>
          <p:nvPr/>
        </p:nvSpPr>
        <p:spPr bwMode="auto">
          <a:xfrm>
            <a:off x="7018427" y="4811491"/>
            <a:ext cx="0" cy="14723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53640774" name="AutoShape 148"/>
          <p:cNvSpPr/>
          <p:nvPr/>
        </p:nvSpPr>
        <p:spPr bwMode="auto">
          <a:xfrm>
            <a:off x="7003139" y="5791071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5701407" name="AutoShape 149"/>
          <p:cNvSpPr/>
          <p:nvPr/>
        </p:nvSpPr>
        <p:spPr bwMode="auto">
          <a:xfrm>
            <a:off x="7003139" y="5284187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56551445" name="AutoShape 150"/>
          <p:cNvSpPr/>
          <p:nvPr/>
        </p:nvSpPr>
        <p:spPr bwMode="auto">
          <a:xfrm>
            <a:off x="8022591" y="6271709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708426" name="AutoShape 151"/>
          <p:cNvSpPr/>
          <p:nvPr/>
        </p:nvSpPr>
        <p:spPr bwMode="auto">
          <a:xfrm>
            <a:off x="8037405" y="4814672"/>
            <a:ext cx="0" cy="14723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03895" name="AutoShape 152"/>
          <p:cNvSpPr/>
          <p:nvPr/>
        </p:nvSpPr>
        <p:spPr bwMode="auto">
          <a:xfrm>
            <a:off x="8022119" y="5794254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353385" name="AutoShape 153"/>
          <p:cNvSpPr/>
          <p:nvPr/>
        </p:nvSpPr>
        <p:spPr bwMode="auto">
          <a:xfrm>
            <a:off x="8022119" y="5287370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0217627" name="Freeform 154"/>
          <p:cNvSpPr/>
          <p:nvPr/>
        </p:nvSpPr>
        <p:spPr bwMode="auto">
          <a:xfrm rot="-8534550" flipH="1">
            <a:off x="1044190" y="2739171"/>
            <a:ext cx="1849077" cy="661043"/>
          </a:xfrm>
          <a:custGeom>
            <a:avLst/>
            <a:gdLst/>
            <a:ahLst/>
            <a:cxnLst/>
            <a:rect l="l" t="t" r="r" b="b"/>
            <a:pathLst>
              <a:path w="1849077" h="661045" fill="norm" stroke="1" extrusionOk="0">
                <a:moveTo>
                  <a:pt x="1849077" y="0"/>
                </a:moveTo>
                <a:lnTo>
                  <a:pt x="0" y="0"/>
                </a:lnTo>
                <a:lnTo>
                  <a:pt x="0" y="661045"/>
                </a:lnTo>
                <a:lnTo>
                  <a:pt x="1849077" y="661045"/>
                </a:lnTo>
                <a:lnTo>
                  <a:pt x="1849077" y="0"/>
                </a:lnTo>
                <a:close/>
              </a:path>
            </a:pathLst>
          </a:custGeom>
          <a:blipFill>
            <a:blip r:embed="rId5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893706" name="Group 26"/>
          <p:cNvGrpSpPr/>
          <p:nvPr/>
        </p:nvGrpSpPr>
        <p:grpSpPr bwMode="auto">
          <a:xfrm>
            <a:off x="83970" y="81713"/>
            <a:ext cx="3588149" cy="3588149"/>
            <a:chOff x="0" y="0"/>
            <a:chExt cx="812799" cy="812799"/>
          </a:xfrm>
        </p:grpSpPr>
        <p:sp>
          <p:nvSpPr>
            <p:cNvPr id="1505702985" name="Freeform 27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564543319" name="Group 28"/>
          <p:cNvGrpSpPr/>
          <p:nvPr/>
        </p:nvGrpSpPr>
        <p:grpSpPr bwMode="auto">
          <a:xfrm>
            <a:off x="4024546" y="81713"/>
            <a:ext cx="3588149" cy="3588149"/>
            <a:chOff x="0" y="0"/>
            <a:chExt cx="812799" cy="812799"/>
          </a:xfrm>
        </p:grpSpPr>
        <p:sp>
          <p:nvSpPr>
            <p:cNvPr id="1924253892" name="Freeform 29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4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84165948" name="Group 30"/>
          <p:cNvGrpSpPr/>
          <p:nvPr/>
        </p:nvGrpSpPr>
        <p:grpSpPr bwMode="auto">
          <a:xfrm>
            <a:off x="7965122" y="81713"/>
            <a:ext cx="3588149" cy="3588149"/>
            <a:chOff x="0" y="0"/>
            <a:chExt cx="812799" cy="812799"/>
          </a:xfrm>
        </p:grpSpPr>
        <p:sp>
          <p:nvSpPr>
            <p:cNvPr id="992384329" name="Freeform 31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5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638801" name="TextBox 26"/>
          <p:cNvSpPr txBox="1"/>
          <p:nvPr/>
        </p:nvSpPr>
        <p:spPr bwMode="auto">
          <a:xfrm>
            <a:off x="1382491" y="2592452"/>
            <a:ext cx="8982958" cy="180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5"/>
              </a:lnSpc>
              <a:spcBef>
                <a:spcPts val="0"/>
              </a:spcBef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0x010002a0716529bae6b36c5c9aa518a52f9c828b46ad8d907747f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0d09dcd4d9a39e97c3c5f37c470c390d842f364086362f6122f412e </a:t>
            </a:r>
            <a:r>
              <a:rPr sz="20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FF5C00"/>
                </a:solidFill>
                <a:latin typeface="IBM Plex Sans"/>
              </a:rPr>
              <a:t>2b0c7e7fc6e32287e364a7a36a00000000000000000000000000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</a:p>
        </p:txBody>
      </p:sp>
      <p:sp>
        <p:nvSpPr>
          <p:cNvPr id="1643927742" name="Freeform 27"/>
          <p:cNvSpPr/>
          <p:nvPr/>
        </p:nvSpPr>
        <p:spPr bwMode="auto">
          <a:xfrm rot="3710943">
            <a:off x="936697" y="1909987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2"/>
                </a:lnTo>
                <a:lnTo>
                  <a:pt x="0" y="30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670274" name="TextBox 28"/>
          <p:cNvSpPr txBox="1"/>
          <p:nvPr/>
        </p:nvSpPr>
        <p:spPr bwMode="auto">
          <a:xfrm flipH="0" flipV="0">
            <a:off x="6095999" y="5560537"/>
            <a:ext cx="581953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将来の使用のために予約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80137870" name="Freeform 29"/>
          <p:cNvSpPr/>
          <p:nvPr/>
        </p:nvSpPr>
        <p:spPr bwMode="auto">
          <a:xfrm rot="-5920141">
            <a:off x="8630224" y="4825758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434022" name="TextBox 30"/>
          <p:cNvSpPr txBox="1"/>
          <p:nvPr/>
        </p:nvSpPr>
        <p:spPr bwMode="auto">
          <a:xfrm flipH="0" flipV="0">
            <a:off x="1796727" y="5505707"/>
            <a:ext cx="448910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チェーンコード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864777178" name="Freeform 31"/>
          <p:cNvSpPr/>
          <p:nvPr/>
        </p:nvSpPr>
        <p:spPr bwMode="auto">
          <a:xfrm rot="-5920141" flipV="1">
            <a:off x="2848178" y="4872261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791484" name="TextBox 32"/>
          <p:cNvSpPr txBox="1"/>
          <p:nvPr/>
        </p:nvSpPr>
        <p:spPr bwMode="auto">
          <a:xfrm flipH="0" flipV="0">
            <a:off x="7060464" y="1043345"/>
            <a:ext cx="464182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公開鍵X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92781027" name="Freeform 33"/>
          <p:cNvSpPr/>
          <p:nvPr/>
        </p:nvSpPr>
        <p:spPr bwMode="auto">
          <a:xfrm rot="5072119" flipV="1">
            <a:off x="8950334" y="1817182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276267" name="TextBox 34"/>
          <p:cNvSpPr txBox="1"/>
          <p:nvPr/>
        </p:nvSpPr>
        <p:spPr bwMode="auto">
          <a:xfrm>
            <a:off x="2843185" y="1391227"/>
            <a:ext cx="379488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ビットフィールド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3395615" name="Freeform 36"/>
          <p:cNvSpPr/>
          <p:nvPr/>
        </p:nvSpPr>
        <p:spPr bwMode="auto">
          <a:xfrm rot="17331847" flipH="1" flipV="1">
            <a:off x="2138099" y="2060834"/>
            <a:ext cx="877657" cy="247936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1092253" y="308562"/>
                </a:moveTo>
                <a:lnTo>
                  <a:pt x="0" y="308562"/>
                </a:lnTo>
                <a:lnTo>
                  <a:pt x="0" y="0"/>
                </a:lnTo>
                <a:lnTo>
                  <a:pt x="1092253" y="0"/>
                </a:lnTo>
                <a:lnTo>
                  <a:pt x="1092253" y="308562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560303" name="Freeform 37"/>
          <p:cNvSpPr/>
          <p:nvPr/>
        </p:nvSpPr>
        <p:spPr bwMode="auto">
          <a:xfrm rot="9314573">
            <a:off x="2728385" y="2162475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744846" name="TextBox 38"/>
          <p:cNvSpPr txBox="1"/>
          <p:nvPr/>
        </p:nvSpPr>
        <p:spPr bwMode="auto">
          <a:xfrm>
            <a:off x="3705837" y="1809625"/>
            <a:ext cx="3796321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Yパリティ</a:t>
            </a:r>
            <a:endParaRPr sz="1800">
              <a:latin typeface="IBM Plex Sans"/>
              <a:cs typeface="IBM Plex Sans"/>
            </a:endParaRPr>
          </a:p>
        </p:txBody>
      </p:sp>
      <p:pic>
        <p:nvPicPr>
          <p:cNvPr id="2093006057" name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14380469" flipH="0" flipV="0">
            <a:off x="3053014" y="1870792"/>
            <a:ext cx="639000" cy="970677"/>
          </a:xfrm>
          <a:prstGeom prst="rect">
            <a:avLst/>
          </a:prstGeom>
        </p:spPr>
      </p:pic>
      <p:pic>
        <p:nvPicPr>
          <p:cNvPr id="382990716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 rot="9830683" flipH="0" flipV="0">
            <a:off x="1689596" y="1645145"/>
            <a:ext cx="639000" cy="970677"/>
          </a:xfrm>
          <a:prstGeom prst="rect">
            <a:avLst/>
          </a:prstGeom>
        </p:spPr>
      </p:pic>
      <p:pic>
        <p:nvPicPr>
          <p:cNvPr id="1936576435" name="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 rot="0" flipH="0" flipV="0">
            <a:off x="3386338" y="4412392"/>
            <a:ext cx="639000" cy="970677"/>
          </a:xfrm>
          <a:prstGeom prst="rect">
            <a:avLst/>
          </a:prstGeom>
        </p:spPr>
      </p:pic>
      <p:sp>
        <p:nvSpPr>
          <p:cNvPr id="2004343273" name="TextBox 35"/>
          <p:cNvSpPr txBox="1"/>
          <p:nvPr/>
        </p:nvSpPr>
        <p:spPr bwMode="auto">
          <a:xfrm flipH="0" flipV="0">
            <a:off x="228917" y="1287318"/>
            <a:ext cx="233766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バージョン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669203" name="TextBox 26"/>
          <p:cNvSpPr txBox="1"/>
          <p:nvPr/>
        </p:nvSpPr>
        <p:spPr bwMode="auto">
          <a:xfrm>
            <a:off x="585590" y="2095296"/>
            <a:ext cx="11041821" cy="311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0x47010002a0716529bae6b36c5c9aa518a52f9c828b46ad8d90774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  <a:endParaRPr sz="2400">
              <a:latin typeface="IBM Plex Sans"/>
              <a:cs typeface="IBM Plex Sans"/>
            </a:endParaRP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7f0d09dcd4d9a39e97c3c5f37c470c390d842f364086362f6122f412 </a:t>
            </a:r>
            <a:r>
              <a:rPr sz="24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e2b0c7e7fc6e32287e364a7a36a00000000000000000000000000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567080c4</a:t>
            </a:r>
          </a:p>
        </p:txBody>
      </p:sp>
      <p:sp>
        <p:nvSpPr>
          <p:cNvPr id="840081191" name="TextBox 27"/>
          <p:cNvSpPr txBox="1"/>
          <p:nvPr/>
        </p:nvSpPr>
        <p:spPr bwMode="auto">
          <a:xfrm>
            <a:off x="5857052" y="5963505"/>
            <a:ext cx="489565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FF5C00"/>
                </a:solidFill>
                <a:latin typeface="IBM Plex Sans"/>
              </a:rPr>
              <a:t>チェックサム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69976201" name="Freeform 28"/>
          <p:cNvSpPr/>
          <p:nvPr/>
        </p:nvSpPr>
        <p:spPr bwMode="auto">
          <a:xfrm rot="-8555348">
            <a:off x="7155427" y="515475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0" y="0"/>
                </a:moveTo>
                <a:lnTo>
                  <a:pt x="1342370" y="0"/>
                </a:lnTo>
                <a:lnTo>
                  <a:pt x="1342370" y="379220"/>
                </a:lnTo>
                <a:lnTo>
                  <a:pt x="0" y="379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6500630" name="TextBox 29"/>
          <p:cNvSpPr txBox="1"/>
          <p:nvPr/>
        </p:nvSpPr>
        <p:spPr bwMode="auto">
          <a:xfrm flipH="0" flipV="0">
            <a:off x="2672311" y="751153"/>
            <a:ext cx="5234191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プリフィックス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10991417" name="Freeform 30"/>
          <p:cNvSpPr/>
          <p:nvPr/>
        </p:nvSpPr>
        <p:spPr bwMode="auto">
          <a:xfrm rot="-3520562" flipH="1" flipV="1">
            <a:off x="1319625" y="117660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885337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19184343" flipH="0" flipV="0">
            <a:off x="6976011" y="5084010"/>
            <a:ext cx="639000" cy="970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275217" name="Freeform 27"/>
          <p:cNvSpPr/>
          <p:nvPr/>
        </p:nvSpPr>
        <p:spPr bwMode="auto">
          <a:xfrm rot="0" flipH="0" flipV="0">
            <a:off x="5120412" y="352476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6362674" name="Freeform 28"/>
          <p:cNvSpPr/>
          <p:nvPr/>
        </p:nvSpPr>
        <p:spPr bwMode="auto">
          <a:xfrm>
            <a:off x="5252587" y="424829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5067073" name="Freeform 29"/>
          <p:cNvSpPr/>
          <p:nvPr/>
        </p:nvSpPr>
        <p:spPr bwMode="auto">
          <a:xfrm>
            <a:off x="6046108" y="461949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09461" name="AutoShape 30"/>
          <p:cNvSpPr/>
          <p:nvPr/>
        </p:nvSpPr>
        <p:spPr bwMode="auto">
          <a:xfrm>
            <a:off x="5907400" y="1383571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7697149" name="Freeform 32"/>
          <p:cNvSpPr/>
          <p:nvPr/>
        </p:nvSpPr>
        <p:spPr bwMode="auto">
          <a:xfrm rot="0" flipH="0" flipV="0">
            <a:off x="5120412" y="2111113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933899" name="Freeform 33"/>
          <p:cNvSpPr/>
          <p:nvPr/>
        </p:nvSpPr>
        <p:spPr bwMode="auto">
          <a:xfrm>
            <a:off x="5252587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47613" name="Freeform 34"/>
          <p:cNvSpPr/>
          <p:nvPr/>
        </p:nvSpPr>
        <p:spPr bwMode="auto">
          <a:xfrm>
            <a:off x="5471498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006863" name="Freeform 35"/>
          <p:cNvSpPr/>
          <p:nvPr/>
        </p:nvSpPr>
        <p:spPr bwMode="auto">
          <a:xfrm>
            <a:off x="6046108" y="2220586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87444" name="AutoShape 36"/>
          <p:cNvSpPr/>
          <p:nvPr/>
        </p:nvSpPr>
        <p:spPr bwMode="auto">
          <a:xfrm>
            <a:off x="5907400" y="3113726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743236" name="Freeform 38"/>
          <p:cNvSpPr/>
          <p:nvPr/>
        </p:nvSpPr>
        <p:spPr bwMode="auto">
          <a:xfrm rot="0" flipH="0" flipV="0">
            <a:off x="5120412" y="384126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4446147" name="Freeform 39"/>
          <p:cNvSpPr/>
          <p:nvPr/>
        </p:nvSpPr>
        <p:spPr bwMode="auto">
          <a:xfrm>
            <a:off x="5252587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559661" name="Freeform 40"/>
          <p:cNvSpPr/>
          <p:nvPr/>
        </p:nvSpPr>
        <p:spPr bwMode="auto">
          <a:xfrm>
            <a:off x="5471498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228601" name="Freeform 41"/>
          <p:cNvSpPr/>
          <p:nvPr/>
        </p:nvSpPr>
        <p:spPr bwMode="auto">
          <a:xfrm>
            <a:off x="6046108" y="3950742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8429854" name="AutoShape 42"/>
          <p:cNvSpPr/>
          <p:nvPr/>
        </p:nvSpPr>
        <p:spPr bwMode="auto">
          <a:xfrm>
            <a:off x="4546247" y="5152273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0277117" name="AutoShape 43"/>
          <p:cNvSpPr/>
          <p:nvPr/>
        </p:nvSpPr>
        <p:spPr bwMode="auto">
          <a:xfrm>
            <a:off x="5907400" y="4843882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70862" name="Freeform 45"/>
          <p:cNvSpPr/>
          <p:nvPr/>
        </p:nvSpPr>
        <p:spPr bwMode="auto">
          <a:xfrm rot="0" flipH="0" flipV="0">
            <a:off x="5120412" y="557300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5024439" name="Freeform 46"/>
          <p:cNvSpPr/>
          <p:nvPr/>
        </p:nvSpPr>
        <p:spPr bwMode="auto">
          <a:xfrm>
            <a:off x="5252587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564231" name="Freeform 47"/>
          <p:cNvSpPr/>
          <p:nvPr/>
        </p:nvSpPr>
        <p:spPr bwMode="auto">
          <a:xfrm>
            <a:off x="5471498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2170555" name="Freeform 48"/>
          <p:cNvSpPr/>
          <p:nvPr/>
        </p:nvSpPr>
        <p:spPr bwMode="auto">
          <a:xfrm>
            <a:off x="6046108" y="5682481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747661" name="TextBox 49"/>
          <p:cNvSpPr txBox="1"/>
          <p:nvPr/>
        </p:nvSpPr>
        <p:spPr bwMode="auto">
          <a:xfrm>
            <a:off x="4937281" y="626151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7027693" name="TextBox 50"/>
          <p:cNvSpPr txBox="1"/>
          <p:nvPr/>
        </p:nvSpPr>
        <p:spPr bwMode="auto">
          <a:xfrm>
            <a:off x="4965349" y="102731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41641569" name="TextBox 51"/>
          <p:cNvSpPr txBox="1"/>
          <p:nvPr/>
        </p:nvSpPr>
        <p:spPr bwMode="auto">
          <a:xfrm>
            <a:off x="4937281" y="279962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61520130" name="TextBox 52"/>
          <p:cNvSpPr txBox="1"/>
          <p:nvPr/>
        </p:nvSpPr>
        <p:spPr bwMode="auto">
          <a:xfrm>
            <a:off x="4937281" y="452977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6528085" name="AutoShape 53"/>
          <p:cNvSpPr/>
          <p:nvPr/>
        </p:nvSpPr>
        <p:spPr bwMode="auto">
          <a:xfrm>
            <a:off x="4546247" y="3421388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279254" name="AutoShape 54"/>
          <p:cNvSpPr/>
          <p:nvPr/>
        </p:nvSpPr>
        <p:spPr bwMode="auto">
          <a:xfrm>
            <a:off x="4546247" y="1641484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518232" name="Freeform 26"/>
          <p:cNvSpPr/>
          <p:nvPr/>
        </p:nvSpPr>
        <p:spPr bwMode="auto">
          <a:xfrm>
            <a:off x="248077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554291" name="Freeform 27"/>
          <p:cNvSpPr/>
          <p:nvPr/>
        </p:nvSpPr>
        <p:spPr bwMode="auto">
          <a:xfrm>
            <a:off x="275756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489873" name="Freeform 28"/>
          <p:cNvSpPr/>
          <p:nvPr/>
        </p:nvSpPr>
        <p:spPr bwMode="auto">
          <a:xfrm>
            <a:off x="9882976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789346" name="Freeform 29"/>
          <p:cNvSpPr/>
          <p:nvPr/>
        </p:nvSpPr>
        <p:spPr bwMode="auto">
          <a:xfrm>
            <a:off x="399223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003489" name="TextBox 30"/>
          <p:cNvSpPr txBox="1"/>
          <p:nvPr/>
        </p:nvSpPr>
        <p:spPr bwMode="auto">
          <a:xfrm>
            <a:off x="906642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705948208" name="TextBox 31"/>
          <p:cNvSpPr txBox="1"/>
          <p:nvPr/>
        </p:nvSpPr>
        <p:spPr bwMode="auto">
          <a:xfrm>
            <a:off x="10390395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17868495" name="Freeform 32"/>
          <p:cNvSpPr/>
          <p:nvPr/>
        </p:nvSpPr>
        <p:spPr bwMode="auto">
          <a:xfrm>
            <a:off x="881215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625902" name="Freeform 33"/>
          <p:cNvSpPr/>
          <p:nvPr/>
        </p:nvSpPr>
        <p:spPr bwMode="auto">
          <a:xfrm>
            <a:off x="908894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1757334" name="AutoShape 34"/>
          <p:cNvSpPr/>
          <p:nvPr/>
        </p:nvSpPr>
        <p:spPr bwMode="auto">
          <a:xfrm>
            <a:off x="3898951" y="2984266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349846" name="TextBox 35"/>
          <p:cNvSpPr txBox="1"/>
          <p:nvPr/>
        </p:nvSpPr>
        <p:spPr bwMode="auto">
          <a:xfrm flipH="0" flipV="0">
            <a:off x="4038917" y="2394158"/>
            <a:ext cx="4351303" cy="444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ディフィー・ヘルマン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03347605" name="AutoShape 36"/>
          <p:cNvSpPr/>
          <p:nvPr/>
        </p:nvSpPr>
        <p:spPr bwMode="auto">
          <a:xfrm flipV="1">
            <a:off x="6063030" y="2984266"/>
            <a:ext cx="0" cy="175446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701413" name="TextBox 37"/>
          <p:cNvSpPr txBox="1"/>
          <p:nvPr/>
        </p:nvSpPr>
        <p:spPr bwMode="auto">
          <a:xfrm flipH="0" flipV="0">
            <a:off x="6967335" y="477652"/>
            <a:ext cx="4760578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保護されていないネットワーク上での交換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97382224" name="Freeform 38"/>
          <p:cNvSpPr/>
          <p:nvPr/>
        </p:nvSpPr>
        <p:spPr bwMode="auto">
          <a:xfrm rot="-3520562" flipH="1" flipV="1">
            <a:off x="5641605" y="12062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16734" name="Freeform 39"/>
          <p:cNvSpPr/>
          <p:nvPr/>
        </p:nvSpPr>
        <p:spPr bwMode="auto">
          <a:xfrm>
            <a:off x="5786249" y="4919700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1990933" name="TextBox 40"/>
          <p:cNvSpPr txBox="1"/>
          <p:nvPr/>
        </p:nvSpPr>
        <p:spPr bwMode="auto">
          <a:xfrm flipH="0" flipV="0">
            <a:off x="4192624" y="6136079"/>
            <a:ext cx="774843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共有の秘密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16712592" name="Freeform 41"/>
          <p:cNvSpPr/>
          <p:nvPr/>
        </p:nvSpPr>
        <p:spPr bwMode="auto">
          <a:xfrm rot="1511302" flipH="1" flipV="1">
            <a:off x="6777822" y="53187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3530561" name="Freeform 26"/>
          <p:cNvSpPr/>
          <p:nvPr/>
        </p:nvSpPr>
        <p:spPr bwMode="auto">
          <a:xfrm>
            <a:off x="2087802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8568767" name="Freeform 27"/>
          <p:cNvSpPr/>
          <p:nvPr/>
        </p:nvSpPr>
        <p:spPr bwMode="auto">
          <a:xfrm>
            <a:off x="2330762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4289890" name="Freeform 28"/>
          <p:cNvSpPr/>
          <p:nvPr/>
        </p:nvSpPr>
        <p:spPr bwMode="auto">
          <a:xfrm>
            <a:off x="10354793" y="3296299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611633" name="Freeform 29"/>
          <p:cNvSpPr/>
          <p:nvPr/>
        </p:nvSpPr>
        <p:spPr bwMode="auto">
          <a:xfrm>
            <a:off x="938171" y="3296299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301384" name="Freeform 30"/>
          <p:cNvSpPr/>
          <p:nvPr/>
        </p:nvSpPr>
        <p:spPr bwMode="auto">
          <a:xfrm>
            <a:off x="9497186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37579" name="Freeform 31"/>
          <p:cNvSpPr/>
          <p:nvPr/>
        </p:nvSpPr>
        <p:spPr bwMode="auto">
          <a:xfrm>
            <a:off x="9740147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459763" name="AutoShape 32"/>
          <p:cNvSpPr/>
          <p:nvPr/>
        </p:nvSpPr>
        <p:spPr bwMode="auto">
          <a:xfrm flipV="1">
            <a:off x="3862096" y="2626222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843945" name="Freeform 33"/>
          <p:cNvSpPr/>
          <p:nvPr/>
        </p:nvSpPr>
        <p:spPr bwMode="auto">
          <a:xfrm>
            <a:off x="3188051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75412" name="Freeform 34"/>
          <p:cNvSpPr/>
          <p:nvPr/>
        </p:nvSpPr>
        <p:spPr bwMode="auto">
          <a:xfrm rot="9324647" flipV="1">
            <a:off x="9671201" y="5030550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0"/>
                </a:moveTo>
                <a:lnTo>
                  <a:pt x="1178338" y="332880"/>
                </a:lnTo>
                <a:lnTo>
                  <a:pt x="1178338" y="0"/>
                </a:lnTo>
                <a:lnTo>
                  <a:pt x="0" y="0"/>
                </a:lnTo>
                <a:lnTo>
                  <a:pt x="0" y="33288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550177" name="Freeform 35"/>
          <p:cNvSpPr/>
          <p:nvPr/>
        </p:nvSpPr>
        <p:spPr bwMode="auto">
          <a:xfrm>
            <a:off x="3400902" y="1968809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752818" name="Freeform 36"/>
          <p:cNvSpPr/>
          <p:nvPr/>
        </p:nvSpPr>
        <p:spPr bwMode="auto">
          <a:xfrm rot="-1570360" flipV="1">
            <a:off x="1673770" y="2342726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1"/>
                </a:moveTo>
                <a:lnTo>
                  <a:pt x="1178339" y="332881"/>
                </a:lnTo>
                <a:lnTo>
                  <a:pt x="1178339" y="0"/>
                </a:lnTo>
                <a:lnTo>
                  <a:pt x="0" y="0"/>
                </a:lnTo>
                <a:lnTo>
                  <a:pt x="0" y="332881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7290955" name="Freeform 37"/>
          <p:cNvSpPr/>
          <p:nvPr/>
        </p:nvSpPr>
        <p:spPr bwMode="auto">
          <a:xfrm>
            <a:off x="1526839" y="1599119"/>
            <a:ext cx="869856" cy="739378"/>
          </a:xfrm>
          <a:custGeom>
            <a:avLst/>
            <a:gdLst/>
            <a:ahLst/>
            <a:cxnLst/>
            <a:rect l="l" t="t" r="r" b="b"/>
            <a:pathLst>
              <a:path w="869858" h="739380" fill="norm" stroke="1" extrusionOk="0">
                <a:moveTo>
                  <a:pt x="0" y="0"/>
                </a:moveTo>
                <a:lnTo>
                  <a:pt x="869859" y="0"/>
                </a:lnTo>
                <a:lnTo>
                  <a:pt x="869859" y="739380"/>
                </a:lnTo>
                <a:lnTo>
                  <a:pt x="0" y="7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9127788" name="AutoShape 38"/>
          <p:cNvSpPr/>
          <p:nvPr/>
        </p:nvSpPr>
        <p:spPr bwMode="auto">
          <a:xfrm flipH="1">
            <a:off x="4323291" y="2611125"/>
            <a:ext cx="3670961" cy="249623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632943" name="Freeform 39"/>
          <p:cNvSpPr/>
          <p:nvPr/>
        </p:nvSpPr>
        <p:spPr bwMode="auto">
          <a:xfrm>
            <a:off x="3400902" y="5092261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921948" name="Freeform 41"/>
          <p:cNvSpPr/>
          <p:nvPr/>
        </p:nvSpPr>
        <p:spPr bwMode="auto">
          <a:xfrm>
            <a:off x="4158146" y="1491758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3"/>
                </a:lnTo>
                <a:lnTo>
                  <a:pt x="0" y="763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914744" name="Freeform 42"/>
          <p:cNvSpPr/>
          <p:nvPr/>
        </p:nvSpPr>
        <p:spPr bwMode="auto">
          <a:xfrm>
            <a:off x="7994254" y="1968809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494311" name="Freeform 44"/>
          <p:cNvSpPr/>
          <p:nvPr/>
        </p:nvSpPr>
        <p:spPr bwMode="auto">
          <a:xfrm>
            <a:off x="7994254" y="5092261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293207" name="Freeform 45"/>
          <p:cNvSpPr/>
          <p:nvPr/>
        </p:nvSpPr>
        <p:spPr bwMode="auto">
          <a:xfrm>
            <a:off x="8751500" y="4615209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4"/>
                </a:lnTo>
                <a:lnTo>
                  <a:pt x="0" y="7635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0632027" name="AutoShape 46"/>
          <p:cNvSpPr/>
          <p:nvPr/>
        </p:nvSpPr>
        <p:spPr bwMode="auto">
          <a:xfrm flipH="1" flipV="1">
            <a:off x="8455449" y="2626222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9723081" name="Freeform 47"/>
          <p:cNvSpPr/>
          <p:nvPr/>
        </p:nvSpPr>
        <p:spPr bwMode="auto">
          <a:xfrm>
            <a:off x="8640829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990648" name="Freeform 48"/>
          <p:cNvSpPr/>
          <p:nvPr/>
        </p:nvSpPr>
        <p:spPr bwMode="auto">
          <a:xfrm>
            <a:off x="10483678" y="5381730"/>
            <a:ext cx="613022" cy="340993"/>
          </a:xfrm>
          <a:custGeom>
            <a:avLst/>
            <a:gdLst/>
            <a:ahLst/>
            <a:cxnLst/>
            <a:rect l="l" t="t" r="r" b="b"/>
            <a:pathLst>
              <a:path w="613025" h="340995" fill="norm" stroke="1" extrusionOk="0">
                <a:moveTo>
                  <a:pt x="0" y="0"/>
                </a:moveTo>
                <a:lnTo>
                  <a:pt x="613025" y="0"/>
                </a:lnTo>
                <a:lnTo>
                  <a:pt x="613025" y="340996"/>
                </a:lnTo>
                <a:lnTo>
                  <a:pt x="0" y="34099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03920" name="TextBox 49"/>
          <p:cNvSpPr txBox="1"/>
          <p:nvPr/>
        </p:nvSpPr>
        <p:spPr bwMode="auto">
          <a:xfrm>
            <a:off x="1219858" y="3848937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034605449" name="TextBox 50"/>
          <p:cNvSpPr txBox="1"/>
          <p:nvPr/>
        </p:nvSpPr>
        <p:spPr bwMode="auto">
          <a:xfrm>
            <a:off x="10636480" y="3848937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pic>
        <p:nvPicPr>
          <p:cNvPr id="151323800" name=""/>
          <p:cNvPicPr>
            <a:picLocks noChangeAspect="1"/>
          </p:cNvPicPr>
          <p:nvPr/>
        </p:nvPicPr>
        <p:blipFill>
          <a:blip r:embed="rId21"/>
          <a:srcRect l="19890" t="5678" r="18617" b="7983"/>
          <a:stretch/>
        </p:blipFill>
        <p:spPr bwMode="auto">
          <a:xfrm flipH="0" flipV="0">
            <a:off x="4070663" y="4515079"/>
            <a:ext cx="573298" cy="804936"/>
          </a:xfrm>
          <a:prstGeom prst="rect">
            <a:avLst/>
          </a:prstGeom>
        </p:spPr>
      </p:pic>
      <p:pic>
        <p:nvPicPr>
          <p:cNvPr id="744869314" name=""/>
          <p:cNvPicPr>
            <a:picLocks noChangeAspect="1"/>
          </p:cNvPicPr>
          <p:nvPr/>
        </p:nvPicPr>
        <p:blipFill>
          <a:blip r:embed="rId22"/>
          <a:srcRect l="19890" t="5678" r="18617" b="7983"/>
          <a:stretch/>
        </p:blipFill>
        <p:spPr bwMode="auto">
          <a:xfrm flipH="0" flipV="0">
            <a:off x="8740798" y="1446102"/>
            <a:ext cx="573297" cy="804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299940" name="Freeform 26"/>
          <p:cNvSpPr/>
          <p:nvPr/>
        </p:nvSpPr>
        <p:spPr bwMode="auto">
          <a:xfrm>
            <a:off x="1138106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6" y="0"/>
                </a:lnTo>
                <a:lnTo>
                  <a:pt x="1086516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745416" name="Freeform 27"/>
          <p:cNvSpPr/>
          <p:nvPr/>
        </p:nvSpPr>
        <p:spPr bwMode="auto">
          <a:xfrm>
            <a:off x="10133611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5" y="0"/>
                </a:lnTo>
                <a:lnTo>
                  <a:pt x="1086515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2189128" name="Freeform 28"/>
          <p:cNvSpPr/>
          <p:nvPr/>
        </p:nvSpPr>
        <p:spPr bwMode="auto">
          <a:xfrm>
            <a:off x="3263899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39951239" name="TextBox 29"/>
          <p:cNvSpPr txBox="1"/>
          <p:nvPr/>
        </p:nvSpPr>
        <p:spPr bwMode="auto">
          <a:xfrm>
            <a:off x="1437109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03845735" name="TextBox 30"/>
          <p:cNvSpPr txBox="1"/>
          <p:nvPr/>
        </p:nvSpPr>
        <p:spPr bwMode="auto">
          <a:xfrm>
            <a:off x="10432613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664550915" name="Freeform 31"/>
          <p:cNvSpPr/>
          <p:nvPr/>
        </p:nvSpPr>
        <p:spPr bwMode="auto">
          <a:xfrm>
            <a:off x="8449553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9470284" name="Freeform 32"/>
          <p:cNvSpPr/>
          <p:nvPr/>
        </p:nvSpPr>
        <p:spPr bwMode="auto">
          <a:xfrm>
            <a:off x="3263899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62221561" name="Freeform 33"/>
          <p:cNvSpPr/>
          <p:nvPr/>
        </p:nvSpPr>
        <p:spPr bwMode="auto">
          <a:xfrm>
            <a:off x="8449553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923815" name="Freeform 34"/>
          <p:cNvSpPr/>
          <p:nvPr/>
        </p:nvSpPr>
        <p:spPr bwMode="auto">
          <a:xfrm>
            <a:off x="3263899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8549992" name="Freeform 35"/>
          <p:cNvSpPr/>
          <p:nvPr/>
        </p:nvSpPr>
        <p:spPr bwMode="auto">
          <a:xfrm>
            <a:off x="8449553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481370" name="Freeform 36"/>
          <p:cNvSpPr/>
          <p:nvPr/>
        </p:nvSpPr>
        <p:spPr bwMode="auto">
          <a:xfrm>
            <a:off x="3263899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57040834" name="Freeform 37"/>
          <p:cNvSpPr/>
          <p:nvPr/>
        </p:nvSpPr>
        <p:spPr bwMode="auto">
          <a:xfrm>
            <a:off x="8449553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700115" name="Freeform 38"/>
          <p:cNvSpPr/>
          <p:nvPr/>
        </p:nvSpPr>
        <p:spPr bwMode="auto">
          <a:xfrm>
            <a:off x="3263899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962564498" name="Freeform 39"/>
          <p:cNvSpPr/>
          <p:nvPr/>
        </p:nvSpPr>
        <p:spPr bwMode="auto">
          <a:xfrm>
            <a:off x="8449553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081670" name="Freeform 40"/>
          <p:cNvSpPr/>
          <p:nvPr/>
        </p:nvSpPr>
        <p:spPr bwMode="auto">
          <a:xfrm>
            <a:off x="3263899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93823077" name="Freeform 41"/>
          <p:cNvSpPr/>
          <p:nvPr/>
        </p:nvSpPr>
        <p:spPr bwMode="auto">
          <a:xfrm>
            <a:off x="8449553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516186" name="TextBox 42"/>
          <p:cNvSpPr txBox="1"/>
          <p:nvPr/>
        </p:nvSpPr>
        <p:spPr bwMode="auto">
          <a:xfrm>
            <a:off x="3908679" y="663651"/>
            <a:ext cx="45448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一般的な色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77169598" name="TextBox 43"/>
          <p:cNvSpPr txBox="1"/>
          <p:nvPr/>
        </p:nvSpPr>
        <p:spPr bwMode="auto">
          <a:xfrm>
            <a:off x="3908679" y="1713327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秘密の色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9399286" name="TextBox 44"/>
          <p:cNvSpPr txBox="1"/>
          <p:nvPr/>
        </p:nvSpPr>
        <p:spPr bwMode="auto">
          <a:xfrm>
            <a:off x="3908679" y="2758289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パブリック・エクスチェンジ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6228325" name="TextBox 45"/>
          <p:cNvSpPr txBox="1"/>
          <p:nvPr/>
        </p:nvSpPr>
        <p:spPr bwMode="auto">
          <a:xfrm>
            <a:off x="3908679" y="4856955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秘密の色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1506268" name="TextBox 46"/>
          <p:cNvSpPr txBox="1"/>
          <p:nvPr/>
        </p:nvSpPr>
        <p:spPr bwMode="auto">
          <a:xfrm>
            <a:off x="3908679" y="5901917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共有の秘密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5745869" name="AutoShape 47"/>
          <p:cNvSpPr/>
          <p:nvPr/>
        </p:nvSpPr>
        <p:spPr bwMode="auto">
          <a:xfrm flipH="1"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32255726" name="AutoShape 48"/>
          <p:cNvSpPr/>
          <p:nvPr/>
        </p:nvSpPr>
        <p:spPr bwMode="auto">
          <a:xfrm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080614187" name="TextBox 49"/>
          <p:cNvSpPr txBox="1"/>
          <p:nvPr/>
        </p:nvSpPr>
        <p:spPr bwMode="auto">
          <a:xfrm>
            <a:off x="3466341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331247703" name="TextBox 50"/>
          <p:cNvSpPr txBox="1"/>
          <p:nvPr/>
        </p:nvSpPr>
        <p:spPr bwMode="auto">
          <a:xfrm>
            <a:off x="8651994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2114150647" name="TextBox 51"/>
          <p:cNvSpPr txBox="1"/>
          <p:nvPr/>
        </p:nvSpPr>
        <p:spPr bwMode="auto">
          <a:xfrm>
            <a:off x="3466341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702714612" name="TextBox 52"/>
          <p:cNvSpPr txBox="1"/>
          <p:nvPr/>
        </p:nvSpPr>
        <p:spPr bwMode="auto">
          <a:xfrm>
            <a:off x="8651994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798582747" name="TextBox 53"/>
          <p:cNvSpPr txBox="1"/>
          <p:nvPr/>
        </p:nvSpPr>
        <p:spPr bwMode="auto">
          <a:xfrm>
            <a:off x="3466341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314032306" name="TextBox 54"/>
          <p:cNvSpPr txBox="1"/>
          <p:nvPr/>
        </p:nvSpPr>
        <p:spPr bwMode="auto">
          <a:xfrm>
            <a:off x="8651994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763278720" name="TextBox 55"/>
          <p:cNvSpPr txBox="1"/>
          <p:nvPr/>
        </p:nvSpPr>
        <p:spPr bwMode="auto">
          <a:xfrm>
            <a:off x="3466341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417926044" name="TextBox 56"/>
          <p:cNvSpPr txBox="1"/>
          <p:nvPr/>
        </p:nvSpPr>
        <p:spPr bwMode="auto">
          <a:xfrm>
            <a:off x="8651994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39492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16666" y="1109662"/>
            <a:ext cx="7362824" cy="4638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782397" name="Freeform 26"/>
          <p:cNvSpPr/>
          <p:nvPr/>
        </p:nvSpPr>
        <p:spPr bwMode="auto">
          <a:xfrm>
            <a:off x="2972701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683064" name="Freeform 27"/>
          <p:cNvSpPr/>
          <p:nvPr/>
        </p:nvSpPr>
        <p:spPr bwMode="auto">
          <a:xfrm>
            <a:off x="3201585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420040" name="Freeform 28"/>
          <p:cNvSpPr/>
          <p:nvPr/>
        </p:nvSpPr>
        <p:spPr bwMode="auto">
          <a:xfrm>
            <a:off x="9093936" y="2362849"/>
            <a:ext cx="1524777" cy="1673281"/>
          </a:xfrm>
          <a:custGeom>
            <a:avLst/>
            <a:gdLst/>
            <a:ahLst/>
            <a:cxnLst/>
            <a:rect l="l" t="t" r="r" b="b"/>
            <a:pathLst>
              <a:path w="1524779" h="1673283" fill="norm" stroke="1" extrusionOk="0">
                <a:moveTo>
                  <a:pt x="0" y="0"/>
                </a:moveTo>
                <a:lnTo>
                  <a:pt x="1524779" y="0"/>
                </a:lnTo>
                <a:lnTo>
                  <a:pt x="1524779" y="1673283"/>
                </a:lnTo>
                <a:lnTo>
                  <a:pt x="0" y="16732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008822" name="Freeform 29"/>
          <p:cNvSpPr/>
          <p:nvPr/>
        </p:nvSpPr>
        <p:spPr bwMode="auto">
          <a:xfrm>
            <a:off x="1251362" y="2362849"/>
            <a:ext cx="1524777" cy="1673281"/>
          </a:xfrm>
          <a:custGeom>
            <a:avLst/>
            <a:gdLst/>
            <a:ahLst/>
            <a:cxnLst/>
            <a:rect l="l" t="t" r="r" b="b"/>
            <a:pathLst>
              <a:path w="1524779" h="1673283" fill="norm" stroke="1" extrusionOk="0">
                <a:moveTo>
                  <a:pt x="0" y="0"/>
                </a:moveTo>
                <a:lnTo>
                  <a:pt x="1524779" y="0"/>
                </a:lnTo>
                <a:lnTo>
                  <a:pt x="1524779" y="1673283"/>
                </a:lnTo>
                <a:lnTo>
                  <a:pt x="0" y="16732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805245" name="TextBox 30"/>
          <p:cNvSpPr txBox="1"/>
          <p:nvPr/>
        </p:nvSpPr>
        <p:spPr bwMode="auto">
          <a:xfrm>
            <a:off x="1670971" y="3180620"/>
            <a:ext cx="686278" cy="88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4"/>
              </a:lnSpc>
              <a:defRPr/>
            </a:pPr>
            <a:r>
              <a:rPr sz="49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20554263" name="TextBox 31"/>
          <p:cNvSpPr txBox="1"/>
          <p:nvPr/>
        </p:nvSpPr>
        <p:spPr bwMode="auto">
          <a:xfrm>
            <a:off x="9513546" y="3180620"/>
            <a:ext cx="686278" cy="88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4"/>
              </a:lnSpc>
              <a:defRPr/>
            </a:pPr>
            <a:r>
              <a:rPr sz="49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93916749" name="Freeform 32"/>
          <p:cNvSpPr/>
          <p:nvPr/>
        </p:nvSpPr>
        <p:spPr bwMode="auto">
          <a:xfrm>
            <a:off x="8208425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781256" name="Freeform 33"/>
          <p:cNvSpPr/>
          <p:nvPr/>
        </p:nvSpPr>
        <p:spPr bwMode="auto">
          <a:xfrm>
            <a:off x="8437309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9" y="0"/>
                </a:lnTo>
                <a:lnTo>
                  <a:pt x="457769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279437" name="AutoShape 34"/>
          <p:cNvSpPr/>
          <p:nvPr/>
        </p:nvSpPr>
        <p:spPr bwMode="auto">
          <a:xfrm>
            <a:off x="4145457" y="3199490"/>
            <a:ext cx="3579165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436398" name="TextBox 35"/>
          <p:cNvSpPr txBox="1"/>
          <p:nvPr/>
        </p:nvSpPr>
        <p:spPr bwMode="auto">
          <a:xfrm flipH="0" flipV="0">
            <a:off x="4451484" y="2702274"/>
            <a:ext cx="2947516" cy="367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2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ECDHE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08888708" name="AutoShape 36"/>
          <p:cNvSpPr/>
          <p:nvPr/>
        </p:nvSpPr>
        <p:spPr bwMode="auto">
          <a:xfrm flipV="1">
            <a:off x="5935039" y="3199490"/>
            <a:ext cx="0" cy="145084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445528" name="Freeform 37"/>
          <p:cNvSpPr/>
          <p:nvPr/>
        </p:nvSpPr>
        <p:spPr bwMode="auto">
          <a:xfrm>
            <a:off x="5706154" y="4799995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9" y="0"/>
                </a:lnTo>
                <a:lnTo>
                  <a:pt x="457769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746683" name="Freeform 26"/>
          <p:cNvSpPr/>
          <p:nvPr/>
        </p:nvSpPr>
        <p:spPr bwMode="auto">
          <a:xfrm>
            <a:off x="254328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2008234" name="Freeform 27"/>
          <p:cNvSpPr/>
          <p:nvPr/>
        </p:nvSpPr>
        <p:spPr bwMode="auto">
          <a:xfrm>
            <a:off x="282006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397196" name="Freeform 28"/>
          <p:cNvSpPr/>
          <p:nvPr/>
        </p:nvSpPr>
        <p:spPr bwMode="auto">
          <a:xfrm>
            <a:off x="9945483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007225" name="Freeform 29"/>
          <p:cNvSpPr/>
          <p:nvPr/>
        </p:nvSpPr>
        <p:spPr bwMode="auto">
          <a:xfrm>
            <a:off x="461731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37809" name="Freeform 30"/>
          <p:cNvSpPr/>
          <p:nvPr/>
        </p:nvSpPr>
        <p:spPr bwMode="auto">
          <a:xfrm>
            <a:off x="887466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281767" name="Freeform 31"/>
          <p:cNvSpPr/>
          <p:nvPr/>
        </p:nvSpPr>
        <p:spPr bwMode="auto">
          <a:xfrm>
            <a:off x="915144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652598" name="AutoShape 32"/>
          <p:cNvSpPr/>
          <p:nvPr/>
        </p:nvSpPr>
        <p:spPr bwMode="auto">
          <a:xfrm>
            <a:off x="3961459" y="4400115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936059" name="Freeform 34"/>
          <p:cNvSpPr/>
          <p:nvPr/>
        </p:nvSpPr>
        <p:spPr bwMode="auto">
          <a:xfrm rot="0" flipH="0" flipV="0">
            <a:off x="4642152" y="3930399"/>
            <a:ext cx="2963989" cy="939429"/>
          </a:xfrm>
          <a:custGeom>
            <a:avLst/>
            <a:gdLst/>
            <a:ahLst/>
            <a:cxnLst/>
            <a:rect l="l" t="t" r="r" b="b"/>
            <a:pathLst>
              <a:path w="1170960" h="371133" fill="norm" stroke="1" extrusionOk="0">
                <a:moveTo>
                  <a:pt x="0" y="0"/>
                </a:moveTo>
                <a:lnTo>
                  <a:pt x="1170960" y="0"/>
                </a:lnTo>
                <a:lnTo>
                  <a:pt x="1170960" y="371133"/>
                </a:lnTo>
                <a:lnTo>
                  <a:pt x="0" y="37113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429166089" name="TextBox 35"/>
          <p:cNvSpPr txBox="1"/>
          <p:nvPr/>
        </p:nvSpPr>
        <p:spPr bwMode="auto">
          <a:xfrm rot="0" flipH="0" flipV="0">
            <a:off x="4642152" y="3809856"/>
            <a:ext cx="2963989" cy="105997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お知らせ</a:t>
            </a:r>
            <a:endParaRPr lang="en-US" sz="1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取引</a:t>
            </a:r>
          </a:p>
        </p:txBody>
      </p:sp>
      <p:sp>
        <p:nvSpPr>
          <p:cNvPr id="1257334654" name="Freeform 36"/>
          <p:cNvSpPr/>
          <p:nvPr/>
        </p:nvSpPr>
        <p:spPr bwMode="auto">
          <a:xfrm>
            <a:off x="1798174" y="1531939"/>
            <a:ext cx="6319845" cy="1856453"/>
          </a:xfrm>
          <a:custGeom>
            <a:avLst/>
            <a:gdLst/>
            <a:ahLst/>
            <a:cxnLst/>
            <a:rect l="l" t="t" r="r" b="b"/>
            <a:pathLst>
              <a:path w="6319846" h="1856455" fill="norm" stroke="1" extrusionOk="0">
                <a:moveTo>
                  <a:pt x="0" y="0"/>
                </a:moveTo>
                <a:lnTo>
                  <a:pt x="6319846" y="0"/>
                </a:lnTo>
                <a:lnTo>
                  <a:pt x="6319846" y="1856454"/>
                </a:lnTo>
                <a:lnTo>
                  <a:pt x="0" y="185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039867" name="TextBox 37"/>
          <p:cNvSpPr txBox="1"/>
          <p:nvPr/>
        </p:nvSpPr>
        <p:spPr bwMode="auto">
          <a:xfrm>
            <a:off x="969150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44916603" name="TextBox 38"/>
          <p:cNvSpPr txBox="1"/>
          <p:nvPr/>
        </p:nvSpPr>
        <p:spPr bwMode="auto">
          <a:xfrm>
            <a:off x="10452903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529870382" name="Freeform 40"/>
          <p:cNvSpPr/>
          <p:nvPr/>
        </p:nvSpPr>
        <p:spPr bwMode="auto">
          <a:xfrm rot="0" flipH="0" flipV="0">
            <a:off x="2305589" y="1760932"/>
            <a:ext cx="5409225" cy="1352548"/>
          </a:xfrm>
          <a:custGeom>
            <a:avLst/>
            <a:gdLst/>
            <a:ahLst/>
            <a:cxnLst/>
            <a:rect l="l" t="t" r="r" b="b"/>
            <a:pathLst>
              <a:path w="2395162" h="681141" fill="norm" stroke="1" extrusionOk="0">
                <a:moveTo>
                  <a:pt x="123866" y="0"/>
                </a:moveTo>
                <a:lnTo>
                  <a:pt x="2271296" y="0"/>
                </a:lnTo>
                <a:cubicBezTo>
                  <a:pt x="2304148" y="0"/>
                  <a:pt x="2335653" y="13050"/>
                  <a:pt x="2358883" y="36279"/>
                </a:cubicBezTo>
                <a:cubicBezTo>
                  <a:pt x="2382112" y="59509"/>
                  <a:pt x="2395162" y="91014"/>
                  <a:pt x="2395162" y="123866"/>
                </a:cubicBezTo>
                <a:lnTo>
                  <a:pt x="2395162" y="557275"/>
                </a:lnTo>
                <a:cubicBezTo>
                  <a:pt x="2395162" y="625685"/>
                  <a:pt x="2339705" y="681141"/>
                  <a:pt x="2271296" y="681141"/>
                </a:cubicBezTo>
                <a:lnTo>
                  <a:pt x="123866" y="681141"/>
                </a:lnTo>
                <a:cubicBezTo>
                  <a:pt x="55456" y="681141"/>
                  <a:pt x="0" y="625685"/>
                  <a:pt x="0" y="557275"/>
                </a:cubicBezTo>
                <a:lnTo>
                  <a:pt x="0" y="123866"/>
                </a:lnTo>
                <a:cubicBezTo>
                  <a:pt x="0" y="55456"/>
                  <a:pt x="55456" y="0"/>
                  <a:pt x="12386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454493947" name="TextBox 41"/>
          <p:cNvSpPr txBox="1"/>
          <p:nvPr/>
        </p:nvSpPr>
        <p:spPr bwMode="auto">
          <a:xfrm rot="0" flipH="0" flipV="0">
            <a:off x="2305589" y="1666367"/>
            <a:ext cx="5409225" cy="1447120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「こんにちは！これが私の支払いコードです。BIP47を使って支払いを送ります。" </a:t>
            </a:r>
            <a:r>
              <a:rPr sz="1600" b="1" i="1" lang="en-US">
                <a:solidFill>
                  <a:srgbClr val="FFFFFF"/>
                </a:solidFill>
                <a:latin typeface="IBM Plex Sans"/>
              </a:rPr>
              <a:t/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529741" name="Freeform 27"/>
          <p:cNvSpPr/>
          <p:nvPr/>
        </p:nvSpPr>
        <p:spPr bwMode="auto">
          <a:xfrm rot="0" flipH="0" flipV="0">
            <a:off x="3769347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174298579" name="TextBox 28"/>
          <p:cNvSpPr txBox="1"/>
          <p:nvPr/>
        </p:nvSpPr>
        <p:spPr bwMode="auto">
          <a:xfrm rot="0" flipH="0" flipV="0">
            <a:off x="4006851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36733932" name="Freeform 30"/>
          <p:cNvSpPr/>
          <p:nvPr/>
        </p:nvSpPr>
        <p:spPr bwMode="auto">
          <a:xfrm rot="0" flipH="0" flipV="0">
            <a:off x="7684164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55905165" name="TextBox 31"/>
          <p:cNvSpPr txBox="1"/>
          <p:nvPr/>
        </p:nvSpPr>
        <p:spPr bwMode="auto">
          <a:xfrm rot="0" flipH="0" flipV="0">
            <a:off x="7921667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32840606" name="TextBox 32"/>
          <p:cNvSpPr txBox="1"/>
          <p:nvPr/>
        </p:nvSpPr>
        <p:spPr bwMode="auto">
          <a:xfrm>
            <a:off x="1591906" y="484161"/>
            <a:ext cx="913418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ビットコインの古典的なプライバシーモデル：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1419588" name="TextBox 33"/>
          <p:cNvSpPr txBox="1"/>
          <p:nvPr/>
        </p:nvSpPr>
        <p:spPr bwMode="auto">
          <a:xfrm flipH="0" flipV="0">
            <a:off x="745663" y="3662856"/>
            <a:ext cx="1092506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BIP47支払コードの機密性モデル：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12948581" name="Freeform 34"/>
          <p:cNvSpPr/>
          <p:nvPr/>
        </p:nvSpPr>
        <p:spPr bwMode="auto">
          <a:xfrm>
            <a:off x="3819307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997416" name="Freeform 35"/>
          <p:cNvSpPr/>
          <p:nvPr/>
        </p:nvSpPr>
        <p:spPr bwMode="auto">
          <a:xfrm>
            <a:off x="407368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7888656" name="Freeform 36"/>
          <p:cNvSpPr/>
          <p:nvPr/>
        </p:nvSpPr>
        <p:spPr bwMode="auto">
          <a:xfrm>
            <a:off x="773412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359135" name="Freeform 37"/>
          <p:cNvSpPr/>
          <p:nvPr/>
        </p:nvSpPr>
        <p:spPr bwMode="auto">
          <a:xfrm>
            <a:off x="7988501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2" y="0"/>
                </a:lnTo>
                <a:lnTo>
                  <a:pt x="508752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8755946" name="AutoShape 38"/>
          <p:cNvSpPr/>
          <p:nvPr/>
        </p:nvSpPr>
        <p:spPr bwMode="auto">
          <a:xfrm>
            <a:off x="4582437" y="2873418"/>
            <a:ext cx="315168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564584" name="AutoShape 39"/>
          <p:cNvSpPr/>
          <p:nvPr/>
        </p:nvSpPr>
        <p:spPr bwMode="auto">
          <a:xfrm flipV="1">
            <a:off x="3274939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0068165" name="AutoShape 40"/>
          <p:cNvSpPr/>
          <p:nvPr/>
        </p:nvSpPr>
        <p:spPr bwMode="auto">
          <a:xfrm>
            <a:off x="7189755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12740" name="Freeform 42"/>
          <p:cNvSpPr/>
          <p:nvPr/>
        </p:nvSpPr>
        <p:spPr bwMode="auto">
          <a:xfrm rot="0" flipH="0" flipV="0">
            <a:off x="3769347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581659392" name="TextBox 43"/>
          <p:cNvSpPr txBox="1"/>
          <p:nvPr/>
        </p:nvSpPr>
        <p:spPr bwMode="auto">
          <a:xfrm rot="0" flipH="0" flipV="0">
            <a:off x="4006851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17576016" name="Freeform 45"/>
          <p:cNvSpPr/>
          <p:nvPr/>
        </p:nvSpPr>
        <p:spPr bwMode="auto">
          <a:xfrm rot="0" flipH="0" flipV="0">
            <a:off x="7684164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69371142" name="TextBox 46"/>
          <p:cNvSpPr txBox="1"/>
          <p:nvPr/>
        </p:nvSpPr>
        <p:spPr bwMode="auto">
          <a:xfrm rot="0" flipH="0" flipV="0">
            <a:off x="7921667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78961623" name="Freeform 48"/>
          <p:cNvSpPr/>
          <p:nvPr/>
        </p:nvSpPr>
        <p:spPr bwMode="auto">
          <a:xfrm rot="0" flipH="0" flipV="0">
            <a:off x="3819305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546831746" name="Freeform 49"/>
          <p:cNvSpPr/>
          <p:nvPr/>
        </p:nvSpPr>
        <p:spPr bwMode="auto">
          <a:xfrm rot="0" flipH="0" flipV="0">
            <a:off x="4073682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79467481" name="Freeform 51"/>
          <p:cNvSpPr/>
          <p:nvPr/>
        </p:nvSpPr>
        <p:spPr bwMode="auto">
          <a:xfrm rot="0" flipH="0" flipV="0">
            <a:off x="7734123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834022709" name="Freeform 52"/>
          <p:cNvSpPr/>
          <p:nvPr/>
        </p:nvSpPr>
        <p:spPr bwMode="auto">
          <a:xfrm rot="0" flipH="0" flipV="0">
            <a:off x="7988499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62790680" name="AutoShape 53"/>
          <p:cNvSpPr/>
          <p:nvPr/>
        </p:nvSpPr>
        <p:spPr bwMode="auto">
          <a:xfrm>
            <a:off x="4200873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725318" name="AutoShape 54"/>
          <p:cNvSpPr/>
          <p:nvPr/>
        </p:nvSpPr>
        <p:spPr bwMode="auto">
          <a:xfrm flipV="1">
            <a:off x="6158281" y="4264899"/>
            <a:ext cx="0" cy="2123274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799114" name="AutoShape 55"/>
          <p:cNvSpPr/>
          <p:nvPr/>
        </p:nvSpPr>
        <p:spPr bwMode="auto">
          <a:xfrm flipH="1">
            <a:off x="8115689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147281" name="Freeform 27"/>
          <p:cNvSpPr/>
          <p:nvPr/>
        </p:nvSpPr>
        <p:spPr bwMode="auto">
          <a:xfrm rot="0" flipH="0" flipV="0">
            <a:off x="433591" y="651809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809220232" name="TextBox 28"/>
          <p:cNvSpPr txBox="1"/>
          <p:nvPr/>
        </p:nvSpPr>
        <p:spPr bwMode="auto">
          <a:xfrm rot="0" flipH="0" flipV="0">
            <a:off x="433591" y="531266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アリス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799423936" name="AutoShape 29"/>
          <p:cNvSpPr/>
          <p:nvPr/>
        </p:nvSpPr>
        <p:spPr bwMode="auto">
          <a:xfrm flipH="1">
            <a:off x="1904707" y="3339526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291691" name="AutoShape 30"/>
          <p:cNvSpPr/>
          <p:nvPr/>
        </p:nvSpPr>
        <p:spPr bwMode="auto">
          <a:xfrm>
            <a:off x="433592" y="1033826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142659" name="AutoShape 31"/>
          <p:cNvSpPr/>
          <p:nvPr/>
        </p:nvSpPr>
        <p:spPr bwMode="auto">
          <a:xfrm>
            <a:off x="2006724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1395778" name="AutoShape 32"/>
          <p:cNvSpPr/>
          <p:nvPr/>
        </p:nvSpPr>
        <p:spPr bwMode="auto">
          <a:xfrm>
            <a:off x="3576352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058687" name="Freeform 34"/>
          <p:cNvSpPr/>
          <p:nvPr/>
        </p:nvSpPr>
        <p:spPr bwMode="auto">
          <a:xfrm rot="0" flipH="0" flipV="0">
            <a:off x="2106987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013768668" name="TextBox 35"/>
          <p:cNvSpPr txBox="1"/>
          <p:nvPr/>
        </p:nvSpPr>
        <p:spPr bwMode="auto">
          <a:xfrm rot="0" flipH="0" flipV="0">
            <a:off x="2106987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支払コード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98071584" name="TextBox 36"/>
          <p:cNvSpPr txBox="1"/>
          <p:nvPr/>
        </p:nvSpPr>
        <p:spPr bwMode="auto">
          <a:xfrm>
            <a:off x="433592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秘密鍵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41088644" name="TextBox 37"/>
          <p:cNvSpPr txBox="1"/>
          <p:nvPr/>
        </p:nvSpPr>
        <p:spPr bwMode="auto">
          <a:xfrm>
            <a:off x="2006800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公開鍵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74253786" name="TextBox 38"/>
          <p:cNvSpPr txBox="1"/>
          <p:nvPr/>
        </p:nvSpPr>
        <p:spPr bwMode="auto">
          <a:xfrm>
            <a:off x="3581116" y="10606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住所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64087084" name="Freeform 40"/>
          <p:cNvSpPr/>
          <p:nvPr/>
        </p:nvSpPr>
        <p:spPr bwMode="auto">
          <a:xfrm rot="0" flipH="0" flipV="0">
            <a:off x="2106987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09632153" name="TextBox 41"/>
          <p:cNvSpPr txBox="1"/>
          <p:nvPr/>
        </p:nvSpPr>
        <p:spPr bwMode="auto">
          <a:xfrm rot="0" flipH="0" flipV="0">
            <a:off x="2106987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公開鍵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9954604" name="Freeform 43"/>
          <p:cNvSpPr/>
          <p:nvPr/>
        </p:nvSpPr>
        <p:spPr bwMode="auto">
          <a:xfrm rot="0" flipH="0" flipV="0">
            <a:off x="535608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721718722" name="TextBox 44"/>
          <p:cNvSpPr txBox="1"/>
          <p:nvPr/>
        </p:nvSpPr>
        <p:spPr bwMode="auto">
          <a:xfrm rot="0" flipH="0" flipV="0">
            <a:off x="535608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秘密鍵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25399647" name="Freeform 46"/>
          <p:cNvSpPr/>
          <p:nvPr/>
        </p:nvSpPr>
        <p:spPr bwMode="auto">
          <a:xfrm rot="0" flipH="0" flipV="0">
            <a:off x="537612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31915844" name="TextBox 47"/>
          <p:cNvSpPr txBox="1"/>
          <p:nvPr/>
        </p:nvSpPr>
        <p:spPr bwMode="auto">
          <a:xfrm rot="0" flipH="0" flipV="0">
            <a:off x="537612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マスターキー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144541561" name="Freeform 49"/>
          <p:cNvSpPr/>
          <p:nvPr/>
        </p:nvSpPr>
        <p:spPr bwMode="auto">
          <a:xfrm rot="0" flipH="0" flipV="0">
            <a:off x="3683131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15406036" name="TextBox 50"/>
          <p:cNvSpPr txBox="1"/>
          <p:nvPr/>
        </p:nvSpPr>
        <p:spPr bwMode="auto">
          <a:xfrm rot="0" flipH="0" flipV="0">
            <a:off x="3683131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住所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46132229" name="Freeform 52"/>
          <p:cNvSpPr/>
          <p:nvPr/>
        </p:nvSpPr>
        <p:spPr bwMode="auto">
          <a:xfrm rot="0" flipH="0" flipV="0">
            <a:off x="7203985" y="651809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61197196" name="TextBox 53"/>
          <p:cNvSpPr txBox="1"/>
          <p:nvPr/>
        </p:nvSpPr>
        <p:spPr bwMode="auto">
          <a:xfrm rot="0" flipH="0" flipV="0">
            <a:off x="7203985" y="531266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ボブ</a:t>
            </a:r>
            <a:endParaRPr/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929227325" name="AutoShape 54"/>
          <p:cNvSpPr/>
          <p:nvPr/>
        </p:nvSpPr>
        <p:spPr bwMode="auto">
          <a:xfrm>
            <a:off x="7203986" y="1033826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324978" name="AutoShape 55"/>
          <p:cNvSpPr/>
          <p:nvPr/>
        </p:nvSpPr>
        <p:spPr bwMode="auto">
          <a:xfrm>
            <a:off x="8777118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154583" name="AutoShape 56"/>
          <p:cNvSpPr/>
          <p:nvPr/>
        </p:nvSpPr>
        <p:spPr bwMode="auto">
          <a:xfrm>
            <a:off x="10346747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691295" name="Freeform 58"/>
          <p:cNvSpPr/>
          <p:nvPr/>
        </p:nvSpPr>
        <p:spPr bwMode="auto">
          <a:xfrm rot="0" flipH="0" flipV="0">
            <a:off x="8877383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38789747" name="TextBox 59"/>
          <p:cNvSpPr txBox="1"/>
          <p:nvPr/>
        </p:nvSpPr>
        <p:spPr bwMode="auto">
          <a:xfrm rot="0" flipH="0" flipV="0">
            <a:off x="8877383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支払コード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76280729" name="TextBox 60"/>
          <p:cNvSpPr txBox="1"/>
          <p:nvPr/>
        </p:nvSpPr>
        <p:spPr bwMode="auto">
          <a:xfrm>
            <a:off x="7203985" y="1060677"/>
            <a:ext cx="157564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住所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61572816" name="TextBox 61"/>
          <p:cNvSpPr txBox="1"/>
          <p:nvPr/>
        </p:nvSpPr>
        <p:spPr bwMode="auto">
          <a:xfrm>
            <a:off x="8777195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公開鍵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79919576" name="TextBox 62"/>
          <p:cNvSpPr txBox="1"/>
          <p:nvPr/>
        </p:nvSpPr>
        <p:spPr bwMode="auto">
          <a:xfrm>
            <a:off x="10351509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秘密鍵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73006292" name="Freeform 64"/>
          <p:cNvSpPr/>
          <p:nvPr/>
        </p:nvSpPr>
        <p:spPr bwMode="auto">
          <a:xfrm rot="0" flipH="0" flipV="0">
            <a:off x="8877383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33688102" name="TextBox 65"/>
          <p:cNvSpPr txBox="1"/>
          <p:nvPr/>
        </p:nvSpPr>
        <p:spPr bwMode="auto">
          <a:xfrm rot="0" flipH="0" flipV="0">
            <a:off x="8877383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子の公開鍵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50652894" name="Freeform 67"/>
          <p:cNvSpPr/>
          <p:nvPr/>
        </p:nvSpPr>
        <p:spPr bwMode="auto">
          <a:xfrm rot="0" flipH="0" flipV="0">
            <a:off x="7306002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22460399" name="TextBox 68"/>
          <p:cNvSpPr txBox="1"/>
          <p:nvPr/>
        </p:nvSpPr>
        <p:spPr bwMode="auto">
          <a:xfrm rot="0" flipH="0" flipV="0">
            <a:off x="7306002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お知らせ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住所</a:t>
            </a:r>
          </a:p>
        </p:txBody>
      </p:sp>
      <p:sp>
        <p:nvSpPr>
          <p:cNvPr id="1247781179" name="Freeform 70"/>
          <p:cNvSpPr/>
          <p:nvPr/>
        </p:nvSpPr>
        <p:spPr bwMode="auto">
          <a:xfrm rot="0" flipH="0" flipV="0">
            <a:off x="10453525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540708075" name="TextBox 71"/>
          <p:cNvSpPr txBox="1"/>
          <p:nvPr/>
        </p:nvSpPr>
        <p:spPr bwMode="auto">
          <a:xfrm rot="0" flipH="0" flipV="0">
            <a:off x="10453525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2077474448" name="Freeform 73"/>
          <p:cNvSpPr/>
          <p:nvPr/>
        </p:nvSpPr>
        <p:spPr bwMode="auto">
          <a:xfrm rot="0" flipH="0" flipV="0">
            <a:off x="10453525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762942824" name="TextBox 74"/>
          <p:cNvSpPr txBox="1"/>
          <p:nvPr/>
        </p:nvSpPr>
        <p:spPr bwMode="auto">
          <a:xfrm rot="0" flipH="0" flipV="0">
            <a:off x="10453525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531560977" name="AutoShape 75"/>
          <p:cNvSpPr/>
          <p:nvPr/>
        </p:nvSpPr>
        <p:spPr bwMode="auto">
          <a:xfrm flipH="1">
            <a:off x="5052230" y="3339526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1962130" name="Freeform 77"/>
          <p:cNvSpPr/>
          <p:nvPr/>
        </p:nvSpPr>
        <p:spPr bwMode="auto">
          <a:xfrm rot="0" flipH="0" flipV="0">
            <a:off x="5494014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17347050" name="TextBox 78"/>
          <p:cNvSpPr txBox="1"/>
          <p:nvPr/>
        </p:nvSpPr>
        <p:spPr bwMode="auto">
          <a:xfrm rot="0" flipH="0" flipV="0">
            <a:off x="5494014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お知らせ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トランザクション</a:t>
            </a:r>
          </a:p>
        </p:txBody>
      </p:sp>
      <p:sp>
        <p:nvSpPr>
          <p:cNvPr id="1397627767" name="Freeform 80"/>
          <p:cNvSpPr/>
          <p:nvPr/>
        </p:nvSpPr>
        <p:spPr bwMode="auto">
          <a:xfrm rot="0" flipH="0" flipV="0">
            <a:off x="5494014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038389427" name="TextBox 81"/>
          <p:cNvSpPr txBox="1"/>
          <p:nvPr/>
        </p:nvSpPr>
        <p:spPr bwMode="auto">
          <a:xfrm rot="0" flipH="0" flipV="0">
            <a:off x="5494014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i="0" u="none" lang="en-US">
                <a:solidFill>
                  <a:srgbClr val="FFFFFF"/>
                </a:solidFill>
                <a:latin typeface="IBM Plex Sans"/>
              </a:rPr>
              <a:t>暗号化された</a:t>
            </a:r>
            <a:endParaRPr lang="en-US" sz="1000" b="1" i="0" u="none" strike="noStrike" cap="none" spc="0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i="0" u="none" lang="en-US">
                <a:solidFill>
                  <a:srgbClr val="FFFFFF"/>
                </a:solidFill>
                <a:latin typeface="IBM Plex Sans"/>
              </a:rPr>
              <a:t>支払いコード</a:t>
            </a:r>
          </a:p>
        </p:txBody>
      </p:sp>
      <p:sp>
        <p:nvSpPr>
          <p:cNvPr id="1697490960" name="Freeform 83"/>
          <p:cNvSpPr/>
          <p:nvPr/>
        </p:nvSpPr>
        <p:spPr bwMode="auto">
          <a:xfrm rot="0" flipH="0" flipV="0">
            <a:off x="5493372" y="1525213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88897355" name="TextBox 84"/>
          <p:cNvSpPr txBox="1"/>
          <p:nvPr/>
        </p:nvSpPr>
        <p:spPr bwMode="auto">
          <a:xfrm rot="0" flipH="0" flipV="0">
            <a:off x="5493372" y="14528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共有の秘密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63542453" name="AutoShape 85"/>
          <p:cNvSpPr/>
          <p:nvPr/>
        </p:nvSpPr>
        <p:spPr bwMode="auto">
          <a:xfrm>
            <a:off x="1906711" y="2562697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832226" name="AutoShape 86"/>
          <p:cNvSpPr/>
          <p:nvPr/>
        </p:nvSpPr>
        <p:spPr bwMode="auto">
          <a:xfrm flipH="1">
            <a:off x="3476087" y="3339526"/>
            <a:ext cx="207045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658610" name="AutoShape 87"/>
          <p:cNvSpPr/>
          <p:nvPr/>
        </p:nvSpPr>
        <p:spPr bwMode="auto">
          <a:xfrm flipH="1">
            <a:off x="1220158" y="6320324"/>
            <a:ext cx="786640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911431282" name="AutoShape 88"/>
          <p:cNvSpPr/>
          <p:nvPr/>
        </p:nvSpPr>
        <p:spPr bwMode="auto">
          <a:xfrm flipH="1">
            <a:off x="8675101" y="3339526"/>
            <a:ext cx="202280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8932" name="AutoShape 89"/>
          <p:cNvSpPr/>
          <p:nvPr/>
        </p:nvSpPr>
        <p:spPr bwMode="auto">
          <a:xfrm>
            <a:off x="1222163" y="5957570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68149589" name="AutoShape 90"/>
          <p:cNvSpPr/>
          <p:nvPr/>
        </p:nvSpPr>
        <p:spPr bwMode="auto">
          <a:xfrm>
            <a:off x="10011671" y="2822798"/>
            <a:ext cx="0" cy="25662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6615726" name="AutoShape 91"/>
          <p:cNvSpPr/>
          <p:nvPr/>
        </p:nvSpPr>
        <p:spPr bwMode="auto">
          <a:xfrm flipH="1">
            <a:off x="1221448" y="2935208"/>
            <a:ext cx="713" cy="144216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045319" name="AutoShape 92"/>
          <p:cNvSpPr/>
          <p:nvPr/>
        </p:nvSpPr>
        <p:spPr bwMode="auto">
          <a:xfrm flipH="1">
            <a:off x="1222163" y="4881462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19643135" name="AutoShape 93"/>
          <p:cNvSpPr/>
          <p:nvPr/>
        </p:nvSpPr>
        <p:spPr bwMode="auto">
          <a:xfrm>
            <a:off x="1220158" y="4518516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233524035" name="AutoShape 94"/>
          <p:cNvSpPr/>
          <p:nvPr/>
        </p:nvSpPr>
        <p:spPr bwMode="auto">
          <a:xfrm>
            <a:off x="1222163" y="2959019"/>
            <a:ext cx="314551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38729" name="AutoShape 95"/>
          <p:cNvSpPr/>
          <p:nvPr/>
        </p:nvSpPr>
        <p:spPr bwMode="auto">
          <a:xfrm>
            <a:off x="4367680" y="1785317"/>
            <a:ext cx="1125693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8721070" name="AutoShape 96"/>
          <p:cNvSpPr/>
          <p:nvPr/>
        </p:nvSpPr>
        <p:spPr bwMode="auto">
          <a:xfrm>
            <a:off x="4367680" y="1762432"/>
            <a:ext cx="0" cy="121945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7340868" name="AutoShape 97"/>
          <p:cNvSpPr/>
          <p:nvPr/>
        </p:nvSpPr>
        <p:spPr bwMode="auto">
          <a:xfrm>
            <a:off x="9269007" y="2935208"/>
            <a:ext cx="0" cy="144216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846401" name="AutoShape 98"/>
          <p:cNvSpPr/>
          <p:nvPr/>
        </p:nvSpPr>
        <p:spPr bwMode="auto">
          <a:xfrm>
            <a:off x="7990552" y="2959019"/>
            <a:ext cx="1278453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682687" name="AutoShape 99"/>
          <p:cNvSpPr/>
          <p:nvPr/>
        </p:nvSpPr>
        <p:spPr bwMode="auto">
          <a:xfrm flipV="1">
            <a:off x="7990552" y="1762432"/>
            <a:ext cx="0" cy="121945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823045" name="AutoShape 100"/>
          <p:cNvSpPr/>
          <p:nvPr/>
        </p:nvSpPr>
        <p:spPr bwMode="auto">
          <a:xfrm>
            <a:off x="6862472" y="1785317"/>
            <a:ext cx="112807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868383" name="AutoShape 101"/>
          <p:cNvSpPr/>
          <p:nvPr/>
        </p:nvSpPr>
        <p:spPr bwMode="auto">
          <a:xfrm flipH="1">
            <a:off x="3476087" y="2562697"/>
            <a:ext cx="2017926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635067" name="AutoShape 102"/>
          <p:cNvSpPr/>
          <p:nvPr/>
        </p:nvSpPr>
        <p:spPr bwMode="auto">
          <a:xfrm flipH="1" flipV="1">
            <a:off x="6177923" y="2045418"/>
            <a:ext cx="637" cy="257175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4584470" name="AutoShape 103"/>
          <p:cNvSpPr/>
          <p:nvPr/>
        </p:nvSpPr>
        <p:spPr bwMode="auto">
          <a:xfrm flipH="1">
            <a:off x="1222163" y="5242111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708583595" name="AutoShape 104"/>
          <p:cNvSpPr/>
          <p:nvPr/>
        </p:nvSpPr>
        <p:spPr bwMode="auto">
          <a:xfrm flipH="1">
            <a:off x="1222163" y="5599413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26675690" name="AutoShape 105"/>
          <p:cNvSpPr/>
          <p:nvPr/>
        </p:nvSpPr>
        <p:spPr bwMode="auto">
          <a:xfrm flipV="1">
            <a:off x="6178564" y="2822798"/>
            <a:ext cx="0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462041" name="TextBox 106"/>
          <p:cNvSpPr txBox="1"/>
          <p:nvPr/>
        </p:nvSpPr>
        <p:spPr bwMode="auto">
          <a:xfrm>
            <a:off x="5392551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秘密の共有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49309245" name="TextBox 107"/>
          <p:cNvSpPr txBox="1"/>
          <p:nvPr/>
        </p:nvSpPr>
        <p:spPr bwMode="auto">
          <a:xfrm flipH="0" flipV="0">
            <a:off x="2320371" y="4411656"/>
            <a:ext cx="7188939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子キーの派生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71584399" name="TextBox 108"/>
          <p:cNvSpPr txBox="1"/>
          <p:nvPr/>
        </p:nvSpPr>
        <p:spPr bwMode="auto">
          <a:xfrm flipH="0" flipV="0">
            <a:off x="2320371" y="4774599"/>
            <a:ext cx="718147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ビットコイン取引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94384957" name="TextBox 109"/>
          <p:cNvSpPr txBox="1"/>
          <p:nvPr/>
        </p:nvSpPr>
        <p:spPr bwMode="auto">
          <a:xfrm flipH="0" flipV="0">
            <a:off x="2320373" y="5132920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排他的論理和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84140992" name="TextBox 110"/>
          <p:cNvSpPr txBox="1"/>
          <p:nvPr/>
        </p:nvSpPr>
        <p:spPr bwMode="auto">
          <a:xfrm flipH="0" flipV="0">
            <a:off x="2320373" y="5495868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OP_RETURN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5928329" name="TextBox 111"/>
          <p:cNvSpPr txBox="1"/>
          <p:nvPr/>
        </p:nvSpPr>
        <p:spPr bwMode="auto">
          <a:xfrm flipH="0" flipV="0">
            <a:off x="2320373" y="5855913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アドレス派生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29093349" name="TextBox 112"/>
          <p:cNvSpPr txBox="1"/>
          <p:nvPr/>
        </p:nvSpPr>
        <p:spPr bwMode="auto">
          <a:xfrm flipH="0" flipV="0">
            <a:off x="2320373" y="6218857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HMAC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223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9040" y="1428750"/>
            <a:ext cx="12033834" cy="3900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457096" name="Freeform 26"/>
          <p:cNvSpPr/>
          <p:nvPr/>
        </p:nvSpPr>
        <p:spPr bwMode="auto">
          <a:xfrm>
            <a:off x="3120124" y="48187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353673" name="Freeform 27"/>
          <p:cNvSpPr/>
          <p:nvPr/>
        </p:nvSpPr>
        <p:spPr bwMode="auto">
          <a:xfrm>
            <a:off x="8023085" y="48187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4875" name="Freeform 29"/>
          <p:cNvSpPr/>
          <p:nvPr/>
        </p:nvSpPr>
        <p:spPr bwMode="auto">
          <a:xfrm rot="0" flipH="0" flipV="0">
            <a:off x="3131943" y="142180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620450875" name="TextBox 30"/>
          <p:cNvSpPr txBox="1"/>
          <p:nvPr/>
        </p:nvSpPr>
        <p:spPr bwMode="auto">
          <a:xfrm rot="0" flipH="0" flipV="0">
            <a:off x="3190036" y="144359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49666660" name="Freeform 32"/>
          <p:cNvSpPr/>
          <p:nvPr/>
        </p:nvSpPr>
        <p:spPr bwMode="auto">
          <a:xfrm rot="0" flipH="0" flipV="0">
            <a:off x="3131943" y="232191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9061774" name="TextBox 33"/>
          <p:cNvSpPr txBox="1"/>
          <p:nvPr/>
        </p:nvSpPr>
        <p:spPr bwMode="auto">
          <a:xfrm rot="0" flipH="0" flipV="0">
            <a:off x="3190036" y="234370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79780129" name="Freeform 35"/>
          <p:cNvSpPr/>
          <p:nvPr/>
        </p:nvSpPr>
        <p:spPr bwMode="auto">
          <a:xfrm rot="0" flipH="0" flipV="0">
            <a:off x="3357513" y="209819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0766747" name="TextBox 36"/>
          <p:cNvSpPr txBox="1"/>
          <p:nvPr/>
        </p:nvSpPr>
        <p:spPr bwMode="auto">
          <a:xfrm rot="0" flipH="0" flipV="0">
            <a:off x="3373311" y="210411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097972922" name="Freeform 38"/>
          <p:cNvSpPr/>
          <p:nvPr/>
        </p:nvSpPr>
        <p:spPr bwMode="auto">
          <a:xfrm rot="0" flipH="0" flipV="0">
            <a:off x="3131943" y="321755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86248767" name="TextBox 39"/>
          <p:cNvSpPr txBox="1"/>
          <p:nvPr/>
        </p:nvSpPr>
        <p:spPr bwMode="auto">
          <a:xfrm rot="0" flipH="0" flipV="0">
            <a:off x="3190036" y="323934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41553307" name="Freeform 40"/>
          <p:cNvSpPr/>
          <p:nvPr/>
        </p:nvSpPr>
        <p:spPr bwMode="auto">
          <a:xfrm>
            <a:off x="3306437" y="299678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7475116" name="TextBox 41"/>
          <p:cNvSpPr txBox="1"/>
          <p:nvPr/>
        </p:nvSpPr>
        <p:spPr bwMode="auto">
          <a:xfrm>
            <a:off x="3297159" y="82347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725518990" name="TextBox 42"/>
          <p:cNvSpPr txBox="1"/>
          <p:nvPr/>
        </p:nvSpPr>
        <p:spPr bwMode="auto">
          <a:xfrm>
            <a:off x="8200120" y="82347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87135710" name="Freeform 44"/>
          <p:cNvSpPr/>
          <p:nvPr/>
        </p:nvSpPr>
        <p:spPr bwMode="auto">
          <a:xfrm rot="0" flipH="0" flipV="0">
            <a:off x="3131943" y="421317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790974061" name="TextBox 45"/>
          <p:cNvSpPr txBox="1"/>
          <p:nvPr/>
        </p:nvSpPr>
        <p:spPr bwMode="auto">
          <a:xfrm rot="0" flipH="0" flipV="0">
            <a:off x="3190036" y="423495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63278731" name="Freeform 47"/>
          <p:cNvSpPr/>
          <p:nvPr/>
        </p:nvSpPr>
        <p:spPr bwMode="auto">
          <a:xfrm rot="0" flipH="0" flipV="0">
            <a:off x="3131943" y="511327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258933275" name="TextBox 48"/>
          <p:cNvSpPr txBox="1"/>
          <p:nvPr/>
        </p:nvSpPr>
        <p:spPr bwMode="auto">
          <a:xfrm rot="0" flipH="0" flipV="0">
            <a:off x="3190036" y="513506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65816324" name="Freeform 50"/>
          <p:cNvSpPr/>
          <p:nvPr/>
        </p:nvSpPr>
        <p:spPr bwMode="auto">
          <a:xfrm rot="0" flipH="0" flipV="0">
            <a:off x="3357513" y="4889552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0848730" name="TextBox 51"/>
          <p:cNvSpPr txBox="1"/>
          <p:nvPr/>
        </p:nvSpPr>
        <p:spPr bwMode="auto">
          <a:xfrm rot="0" flipH="0" flipV="0">
            <a:off x="3373311" y="4895477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66521694" name="Freeform 53"/>
          <p:cNvSpPr/>
          <p:nvPr/>
        </p:nvSpPr>
        <p:spPr bwMode="auto">
          <a:xfrm rot="0" flipH="0" flipV="0">
            <a:off x="3131943" y="600891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570156066" name="TextBox 54"/>
          <p:cNvSpPr txBox="1"/>
          <p:nvPr/>
        </p:nvSpPr>
        <p:spPr bwMode="auto">
          <a:xfrm rot="0" flipH="0" flipV="0">
            <a:off x="3190036" y="603070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1839256402" name="Freeform 55"/>
          <p:cNvSpPr/>
          <p:nvPr/>
        </p:nvSpPr>
        <p:spPr bwMode="auto">
          <a:xfrm>
            <a:off x="3306437" y="5788144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35157" name="Freeform 57"/>
          <p:cNvSpPr/>
          <p:nvPr/>
        </p:nvSpPr>
        <p:spPr bwMode="auto">
          <a:xfrm rot="0" flipH="0" flipV="0">
            <a:off x="8034904" y="142180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933871950" name="TextBox 58"/>
          <p:cNvSpPr txBox="1"/>
          <p:nvPr/>
        </p:nvSpPr>
        <p:spPr bwMode="auto">
          <a:xfrm rot="0" flipH="0" flipV="0">
            <a:off x="8092997" y="144359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505643402" name="Freeform 60"/>
          <p:cNvSpPr/>
          <p:nvPr/>
        </p:nvSpPr>
        <p:spPr bwMode="auto">
          <a:xfrm rot="0" flipH="0" flipV="0">
            <a:off x="8034904" y="232191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294446963" name="TextBox 61"/>
          <p:cNvSpPr txBox="1"/>
          <p:nvPr/>
        </p:nvSpPr>
        <p:spPr bwMode="auto">
          <a:xfrm rot="0" flipH="0" flipV="0">
            <a:off x="8092997" y="234370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60047485" name="Freeform 63"/>
          <p:cNvSpPr/>
          <p:nvPr/>
        </p:nvSpPr>
        <p:spPr bwMode="auto">
          <a:xfrm rot="0" flipH="0" flipV="0">
            <a:off x="8260476" y="209819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5721049" name="TextBox 64"/>
          <p:cNvSpPr txBox="1"/>
          <p:nvPr/>
        </p:nvSpPr>
        <p:spPr bwMode="auto">
          <a:xfrm rot="0" flipH="0" flipV="0">
            <a:off x="8276276" y="210411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40829795" name="Freeform 66"/>
          <p:cNvSpPr/>
          <p:nvPr/>
        </p:nvSpPr>
        <p:spPr bwMode="auto">
          <a:xfrm rot="0" flipH="0" flipV="0">
            <a:off x="8034904" y="321755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603228750" name="TextBox 67"/>
          <p:cNvSpPr txBox="1"/>
          <p:nvPr/>
        </p:nvSpPr>
        <p:spPr bwMode="auto">
          <a:xfrm rot="0" flipH="0" flipV="0">
            <a:off x="8092997" y="323934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504363582" name="Freeform 68"/>
          <p:cNvSpPr/>
          <p:nvPr/>
        </p:nvSpPr>
        <p:spPr bwMode="auto">
          <a:xfrm>
            <a:off x="8209399" y="299678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731899" name="Freeform 70"/>
          <p:cNvSpPr/>
          <p:nvPr/>
        </p:nvSpPr>
        <p:spPr bwMode="auto">
          <a:xfrm rot="0" flipH="0" flipV="0">
            <a:off x="8034904" y="421317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930404274" name="TextBox 71"/>
          <p:cNvSpPr txBox="1"/>
          <p:nvPr/>
        </p:nvSpPr>
        <p:spPr bwMode="auto">
          <a:xfrm rot="0" flipH="0" flipV="0">
            <a:off x="8092997" y="423495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877910166" name="Freeform 73"/>
          <p:cNvSpPr/>
          <p:nvPr/>
        </p:nvSpPr>
        <p:spPr bwMode="auto">
          <a:xfrm rot="0" flipH="0" flipV="0">
            <a:off x="8034904" y="511327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874402234" name="TextBox 74"/>
          <p:cNvSpPr txBox="1"/>
          <p:nvPr/>
        </p:nvSpPr>
        <p:spPr bwMode="auto">
          <a:xfrm rot="0" flipH="0" flipV="0">
            <a:off x="8092997" y="513506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115539170" name="Freeform 76"/>
          <p:cNvSpPr/>
          <p:nvPr/>
        </p:nvSpPr>
        <p:spPr bwMode="auto">
          <a:xfrm rot="0" flipH="0" flipV="0">
            <a:off x="8260476" y="4889552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8821790" name="TextBox 77"/>
          <p:cNvSpPr txBox="1"/>
          <p:nvPr/>
        </p:nvSpPr>
        <p:spPr bwMode="auto">
          <a:xfrm rot="0" flipH="0" flipV="0">
            <a:off x="8276276" y="4895477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619626153" name="Freeform 79"/>
          <p:cNvSpPr/>
          <p:nvPr/>
        </p:nvSpPr>
        <p:spPr bwMode="auto">
          <a:xfrm rot="0" flipH="0" flipV="0">
            <a:off x="8034904" y="600891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817773453" name="TextBox 80"/>
          <p:cNvSpPr txBox="1"/>
          <p:nvPr/>
        </p:nvSpPr>
        <p:spPr bwMode="auto">
          <a:xfrm rot="0" flipH="0" flipV="0">
            <a:off x="8092997" y="603070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220063156" name="Freeform 81"/>
          <p:cNvSpPr/>
          <p:nvPr/>
        </p:nvSpPr>
        <p:spPr bwMode="auto">
          <a:xfrm>
            <a:off x="8209399" y="5788144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501674" name="AutoShape 82"/>
          <p:cNvSpPr/>
          <p:nvPr/>
        </p:nvSpPr>
        <p:spPr bwMode="auto">
          <a:xfrm>
            <a:off x="3745478" y="3589065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938029" name="AutoShape 83"/>
          <p:cNvSpPr/>
          <p:nvPr/>
        </p:nvSpPr>
        <p:spPr bwMode="auto">
          <a:xfrm flipH="1">
            <a:off x="3745478" y="3589065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941250" name="TextBox 84"/>
          <p:cNvSpPr txBox="1"/>
          <p:nvPr/>
        </p:nvSpPr>
        <p:spPr bwMode="auto">
          <a:xfrm flipH="0" flipV="0">
            <a:off x="4362186" y="1421581"/>
            <a:ext cx="3052055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楕円曲線上の点G</a:t>
            </a:r>
            <a:endParaRPr lang="en-US" sz="16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30879566" name="TextBox 85"/>
          <p:cNvSpPr txBox="1"/>
          <p:nvPr/>
        </p:nvSpPr>
        <p:spPr bwMode="auto">
          <a:xfrm flipH="0" flipV="0">
            <a:off x="247500" y="2473470"/>
            <a:ext cx="270655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アリスの秘密鍵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9559686" name="TextBox 87"/>
          <p:cNvSpPr txBox="1"/>
          <p:nvPr/>
        </p:nvSpPr>
        <p:spPr bwMode="auto">
          <a:xfrm flipH="0" flipV="0">
            <a:off x="245226" y="4364721"/>
            <a:ext cx="2708831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ボブの公開鍵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/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08223046" name="TextBox 88"/>
          <p:cNvSpPr txBox="1"/>
          <p:nvPr/>
        </p:nvSpPr>
        <p:spPr bwMode="auto">
          <a:xfrm flipH="0" flipV="0">
            <a:off x="247953" y="5277133"/>
            <a:ext cx="270610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アリスの秘密鍵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4831293" name="TextBox 90"/>
          <p:cNvSpPr txBox="1"/>
          <p:nvPr/>
        </p:nvSpPr>
        <p:spPr bwMode="auto">
          <a:xfrm flipH="0" flipV="0">
            <a:off x="8835215" y="2467494"/>
            <a:ext cx="324764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ボブの秘密鍵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/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07131378" name="TextBox 91"/>
          <p:cNvSpPr txBox="1"/>
          <p:nvPr/>
        </p:nvSpPr>
        <p:spPr bwMode="auto">
          <a:xfrm flipH="0" flipV="0">
            <a:off x="8835215" y="4364722"/>
            <a:ext cx="324492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アリスの公開鍵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0163731" name="TextBox 92"/>
          <p:cNvSpPr txBox="1"/>
          <p:nvPr/>
        </p:nvSpPr>
        <p:spPr bwMode="auto">
          <a:xfrm flipH="0" flipV="0">
            <a:off x="8835215" y="5264829"/>
            <a:ext cx="324437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ボブの秘密鍵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56772048" name="TextBox 93"/>
          <p:cNvSpPr txBox="1"/>
          <p:nvPr/>
        </p:nvSpPr>
        <p:spPr bwMode="auto">
          <a:xfrm flipH="0" flipV="0">
            <a:off x="248407" y="6168168"/>
            <a:ext cx="27056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共有の秘密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2287895" name="TextBox 94"/>
          <p:cNvSpPr txBox="1"/>
          <p:nvPr/>
        </p:nvSpPr>
        <p:spPr bwMode="auto">
          <a:xfrm>
            <a:off x="4551244" y="2913782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無担保公衆送信（ビットコイン）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08490820" name="TextBox 95"/>
          <p:cNvSpPr txBox="1"/>
          <p:nvPr/>
        </p:nvSpPr>
        <p:spPr bwMode="auto">
          <a:xfrm flipH="0" flipV="0">
            <a:off x="8835215" y="6168168"/>
            <a:ext cx="324383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共有の秘密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1547423" name="TextBox 85"/>
          <p:cNvSpPr txBox="1"/>
          <p:nvPr/>
        </p:nvSpPr>
        <p:spPr bwMode="auto">
          <a:xfrm flipH="0" flipV="0">
            <a:off x="243864" y="3421245"/>
            <a:ext cx="2710194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アリスの公開鍵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26150546" name="TextBox 85"/>
          <p:cNvSpPr txBox="1"/>
          <p:nvPr/>
        </p:nvSpPr>
        <p:spPr bwMode="auto">
          <a:xfrm flipH="0" flipV="0">
            <a:off x="8835215" y="3407306"/>
            <a:ext cx="3250915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ボブの公開鍵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424876" name="Freeform 27"/>
          <p:cNvSpPr/>
          <p:nvPr/>
        </p:nvSpPr>
        <p:spPr bwMode="auto">
          <a:xfrm rot="0" flipH="0" flipV="0">
            <a:off x="284762" y="758867"/>
            <a:ext cx="4719546" cy="3263464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9131243" name="TextBox 28"/>
          <p:cNvSpPr txBox="1"/>
          <p:nvPr/>
        </p:nvSpPr>
        <p:spPr bwMode="auto">
          <a:xfrm rot="0" flipH="0" flipV="0">
            <a:off x="284762" y="638326"/>
            <a:ext cx="4719546" cy="338402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23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アリス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</p:txBody>
      </p:sp>
      <p:sp>
        <p:nvSpPr>
          <p:cNvPr id="515752844" name="AutoShape 30"/>
          <p:cNvSpPr/>
          <p:nvPr/>
        </p:nvSpPr>
        <p:spPr bwMode="auto">
          <a:xfrm>
            <a:off x="284763" y="1140886"/>
            <a:ext cx="471954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980305" name="AutoShape 31"/>
          <p:cNvSpPr/>
          <p:nvPr/>
        </p:nvSpPr>
        <p:spPr bwMode="auto">
          <a:xfrm>
            <a:off x="1859334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776615" name="AutoShape 32"/>
          <p:cNvSpPr/>
          <p:nvPr/>
        </p:nvSpPr>
        <p:spPr bwMode="auto">
          <a:xfrm>
            <a:off x="3427523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120866" name="Freeform 34"/>
          <p:cNvSpPr/>
          <p:nvPr/>
        </p:nvSpPr>
        <p:spPr bwMode="auto">
          <a:xfrm rot="0" flipH="0" flipV="0">
            <a:off x="3506737" y="3088022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625025098" name="TextBox 35"/>
          <p:cNvSpPr txBox="1"/>
          <p:nvPr/>
        </p:nvSpPr>
        <p:spPr bwMode="auto">
          <a:xfrm rot="0" flipH="0" flipV="0">
            <a:off x="3506737" y="3015690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住所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70062145" name="TextBox 36"/>
          <p:cNvSpPr txBox="1"/>
          <p:nvPr/>
        </p:nvSpPr>
        <p:spPr bwMode="auto">
          <a:xfrm>
            <a:off x="284763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秘密鍵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34412904" name="TextBox 37"/>
          <p:cNvSpPr txBox="1"/>
          <p:nvPr/>
        </p:nvSpPr>
        <p:spPr bwMode="auto">
          <a:xfrm>
            <a:off x="1857972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公開鍵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29353922" name="TextBox 38"/>
          <p:cNvSpPr txBox="1"/>
          <p:nvPr/>
        </p:nvSpPr>
        <p:spPr bwMode="auto">
          <a:xfrm>
            <a:off x="3432288" y="1167734"/>
            <a:ext cx="1575288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住所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7830069" name="Freeform 46"/>
          <p:cNvSpPr/>
          <p:nvPr/>
        </p:nvSpPr>
        <p:spPr bwMode="auto">
          <a:xfrm rot="0" flipH="0" flipV="0">
            <a:off x="1937360" y="2312730"/>
            <a:ext cx="1389897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42519475" name="TextBox 47"/>
          <p:cNvSpPr txBox="1"/>
          <p:nvPr/>
        </p:nvSpPr>
        <p:spPr bwMode="auto">
          <a:xfrm rot="0" flipH="0" flipV="0">
            <a:off x="1937360" y="2240401"/>
            <a:ext cx="1336979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100" b="1" lang="en-US">
                <a:solidFill>
                  <a:srgbClr val="FFFFFF"/>
                </a:solidFill>
                <a:latin typeface="IBM Plex Sans"/>
              </a:rPr>
              <a:t>支払コード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57599454" name="Freeform 52"/>
          <p:cNvSpPr/>
          <p:nvPr/>
        </p:nvSpPr>
        <p:spPr bwMode="auto">
          <a:xfrm rot="0" flipH="0" flipV="0">
            <a:off x="7055156" y="758867"/>
            <a:ext cx="4719546" cy="3263464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926945496" name="TextBox 53"/>
          <p:cNvSpPr txBox="1"/>
          <p:nvPr/>
        </p:nvSpPr>
        <p:spPr bwMode="auto">
          <a:xfrm rot="0" flipH="0" flipV="0">
            <a:off x="7055156" y="638326"/>
            <a:ext cx="4719546" cy="338402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23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ボブ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</p:txBody>
      </p:sp>
      <p:sp>
        <p:nvSpPr>
          <p:cNvPr id="234006693" name="AutoShape 54"/>
          <p:cNvSpPr/>
          <p:nvPr/>
        </p:nvSpPr>
        <p:spPr bwMode="auto">
          <a:xfrm>
            <a:off x="7055157" y="1140886"/>
            <a:ext cx="471954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763403" name="AutoShape 55"/>
          <p:cNvSpPr/>
          <p:nvPr/>
        </p:nvSpPr>
        <p:spPr bwMode="auto">
          <a:xfrm>
            <a:off x="8628289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9822361" name="AutoShape 56"/>
          <p:cNvSpPr/>
          <p:nvPr/>
        </p:nvSpPr>
        <p:spPr bwMode="auto">
          <a:xfrm>
            <a:off x="10197918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9592162" name="TextBox 60"/>
          <p:cNvSpPr txBox="1"/>
          <p:nvPr/>
        </p:nvSpPr>
        <p:spPr bwMode="auto">
          <a:xfrm>
            <a:off x="7055157" y="1167734"/>
            <a:ext cx="1575288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住所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81582618" name="TextBox 61"/>
          <p:cNvSpPr txBox="1"/>
          <p:nvPr/>
        </p:nvSpPr>
        <p:spPr bwMode="auto">
          <a:xfrm>
            <a:off x="8628365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公開鍵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99912033" name="TextBox 62"/>
          <p:cNvSpPr txBox="1"/>
          <p:nvPr/>
        </p:nvSpPr>
        <p:spPr bwMode="auto">
          <a:xfrm>
            <a:off x="10202680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秘密鍵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41965105" name="Freeform 67"/>
          <p:cNvSpPr/>
          <p:nvPr/>
        </p:nvSpPr>
        <p:spPr bwMode="auto">
          <a:xfrm rot="0" flipH="0" flipV="0">
            <a:off x="7157173" y="3210530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673841005" name="TextBox 68"/>
          <p:cNvSpPr txBox="1"/>
          <p:nvPr/>
        </p:nvSpPr>
        <p:spPr bwMode="auto">
          <a:xfrm rot="0" flipH="0" flipV="0">
            <a:off x="7157173" y="3138199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通知先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601223378" name="Freeform 77"/>
          <p:cNvSpPr/>
          <p:nvPr/>
        </p:nvSpPr>
        <p:spPr bwMode="auto">
          <a:xfrm rot="0" flipH="0" flipV="0">
            <a:off x="5345183" y="3202407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367768233" name="TextBox 78"/>
          <p:cNvSpPr txBox="1"/>
          <p:nvPr/>
        </p:nvSpPr>
        <p:spPr bwMode="auto">
          <a:xfrm rot="0" flipH="0" flipV="0">
            <a:off x="5345183" y="3130076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通知トランザクション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017423566" name="Freeform 80"/>
          <p:cNvSpPr/>
          <p:nvPr/>
        </p:nvSpPr>
        <p:spPr bwMode="auto">
          <a:xfrm rot="0" flipH="0" flipV="0">
            <a:off x="5371643" y="2293286"/>
            <a:ext cx="1473106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18479055" name="TextBox 81"/>
          <p:cNvSpPr txBox="1"/>
          <p:nvPr/>
        </p:nvSpPr>
        <p:spPr bwMode="auto">
          <a:xfrm rot="0" flipH="0" flipV="0">
            <a:off x="5371643" y="2220957"/>
            <a:ext cx="1473106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i="0" u="none" lang="en-US">
                <a:solidFill>
                  <a:srgbClr val="FFFFFF"/>
                </a:solidFill>
                <a:latin typeface="IBM Plex Sans"/>
              </a:rPr>
              <a:t>暗号化された支払いコード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87110152" name="AutoShape 83"/>
          <p:cNvSpPr/>
          <p:nvPr/>
        </p:nvSpPr>
        <p:spPr bwMode="auto">
          <a:xfrm flipH="1">
            <a:off x="3300800" y="3340752"/>
            <a:ext cx="207045" cy="0"/>
          </a:xfrm>
          <a:prstGeom prst="line">
            <a:avLst/>
          </a:prstGeom>
          <a:ln w="47625" cap="flat">
            <a:solidFill>
              <a:schemeClr val="bg1">
                <a:lumMod val="65098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000686" name="TextBox 89"/>
          <p:cNvSpPr txBox="1"/>
          <p:nvPr/>
        </p:nvSpPr>
        <p:spPr bwMode="auto">
          <a:xfrm>
            <a:off x="5243722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秘密の共有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81550404" name="Freeform 99"/>
          <p:cNvSpPr/>
          <p:nvPr/>
        </p:nvSpPr>
        <p:spPr bwMode="auto">
          <a:xfrm rot="0" flipH="0" flipV="0">
            <a:off x="1939617" y="3074186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0127535" name="TextBox 100"/>
          <p:cNvSpPr txBox="1"/>
          <p:nvPr/>
        </p:nvSpPr>
        <p:spPr bwMode="auto">
          <a:xfrm rot="0" flipH="0" flipV="0">
            <a:off x="1939617" y="3001855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100" b="0" lang="en-US">
                <a:solidFill>
                  <a:srgbClr val="FFFFFF"/>
                </a:solidFill>
                <a:latin typeface="Rubik Medium"/>
              </a:rPr>
              <a:t>公開鍵</a:t>
            </a:r>
            <a:endParaRPr b="0"/>
          </a:p>
        </p:txBody>
      </p:sp>
      <p:sp>
        <p:nvSpPr>
          <p:cNvPr id="659656265" name="Freeform 109"/>
          <p:cNvSpPr/>
          <p:nvPr/>
        </p:nvSpPr>
        <p:spPr bwMode="auto">
          <a:xfrm rot="0" flipH="0" flipV="0">
            <a:off x="8702096" y="2253561"/>
            <a:ext cx="1419535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457425350" name="TextBox 110"/>
          <p:cNvSpPr txBox="1"/>
          <p:nvPr/>
        </p:nvSpPr>
        <p:spPr bwMode="auto">
          <a:xfrm rot="0" flipH="0" flipV="0">
            <a:off x="8702096" y="2181232"/>
            <a:ext cx="1419535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支払コード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011815164" name="AutoShape 111"/>
          <p:cNvSpPr/>
          <p:nvPr/>
        </p:nvSpPr>
        <p:spPr bwMode="auto">
          <a:xfrm flipH="0" flipV="0">
            <a:off x="8528277" y="3457153"/>
            <a:ext cx="173819" cy="0"/>
          </a:xfrm>
          <a:prstGeom prst="line">
            <a:avLst/>
          </a:prstGeom>
          <a:ln w="47625" cap="flat">
            <a:solidFill>
              <a:schemeClr val="bg1">
                <a:lumMod val="50196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855121" name="AutoShape 116"/>
          <p:cNvSpPr/>
          <p:nvPr/>
        </p:nvSpPr>
        <p:spPr bwMode="auto">
          <a:xfrm rot="10799952" flipH="0" flipV="1">
            <a:off x="6056193" y="2883570"/>
            <a:ext cx="0" cy="276453"/>
          </a:xfrm>
          <a:prstGeom prst="line">
            <a:avLst/>
          </a:prstGeom>
          <a:ln w="47625" cap="flat">
            <a:solidFill>
              <a:srgbClr val="00B05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7472986" name="AutoShape 117"/>
          <p:cNvSpPr/>
          <p:nvPr/>
        </p:nvSpPr>
        <p:spPr bwMode="auto">
          <a:xfrm flipH="1" flipV="0">
            <a:off x="2549259" y="2095670"/>
            <a:ext cx="3534832" cy="0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325527" name="AutoShape 119"/>
          <p:cNvSpPr/>
          <p:nvPr/>
        </p:nvSpPr>
        <p:spPr bwMode="auto">
          <a:xfrm flipH="0" flipV="1">
            <a:off x="10934607" y="2961048"/>
            <a:ext cx="0" cy="224815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134157" name="AutoShape 121"/>
          <p:cNvSpPr/>
          <p:nvPr/>
        </p:nvSpPr>
        <p:spPr bwMode="auto">
          <a:xfrm flipH="1">
            <a:off x="7911233" y="2987308"/>
            <a:ext cx="3019775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96929815" name="AutoShape 122"/>
          <p:cNvSpPr/>
          <p:nvPr/>
        </p:nvSpPr>
        <p:spPr bwMode="auto">
          <a:xfrm flipH="1" flipV="1">
            <a:off x="6061485" y="1984377"/>
            <a:ext cx="0" cy="104285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174176" name="AutoShape 124"/>
          <p:cNvSpPr/>
          <p:nvPr/>
        </p:nvSpPr>
        <p:spPr bwMode="auto">
          <a:xfrm flipH="1">
            <a:off x="6881937" y="1721368"/>
            <a:ext cx="202279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437779" name=""/>
          <p:cNvSpPr/>
          <p:nvPr/>
        </p:nvSpPr>
        <p:spPr bwMode="auto">
          <a:xfrm rot="0" flipH="0" flipV="0">
            <a:off x="507590" y="3112611"/>
            <a:ext cx="1181432" cy="471528"/>
          </a:xfrm>
          <a:prstGeom prst="rect">
            <a:avLst/>
          </a:prstGeom>
          <a:noFill/>
          <a:ln w="25400" cap="flat" cmpd="sng" algn="ctr">
            <a:solidFill>
              <a:srgbClr val="3A5F8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34345587" name=""/>
          <p:cNvSpPr/>
          <p:nvPr/>
        </p:nvSpPr>
        <p:spPr bwMode="auto">
          <a:xfrm rot="0" flipH="0" flipV="0">
            <a:off x="507590" y="2378966"/>
            <a:ext cx="1181432" cy="471528"/>
          </a:xfrm>
          <a:prstGeom prst="rect">
            <a:avLst/>
          </a:prstGeom>
          <a:noFill/>
          <a:ln w="25400" cap="flat" cmpd="sng" algn="ctr">
            <a:solidFill>
              <a:srgbClr val="3A5F8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29302170" name="AutoShape 118"/>
          <p:cNvSpPr/>
          <p:nvPr/>
        </p:nvSpPr>
        <p:spPr bwMode="auto">
          <a:xfrm rot="10799952" flipV="1">
            <a:off x="2621021" y="3716965"/>
            <a:ext cx="0" cy="20644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805157" name="AutoShape 75"/>
          <p:cNvSpPr/>
          <p:nvPr/>
        </p:nvSpPr>
        <p:spPr bwMode="auto">
          <a:xfrm rot="10799952" flipH="1" flipV="0">
            <a:off x="6791835" y="3498901"/>
            <a:ext cx="345298" cy="0"/>
          </a:xfrm>
          <a:prstGeom prst="line">
            <a:avLst/>
          </a:prstGeom>
          <a:ln w="47625" cap="flat">
            <a:solidFill>
              <a:srgbClr val="FF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479939" name="AutoShape 117"/>
          <p:cNvSpPr/>
          <p:nvPr/>
        </p:nvSpPr>
        <p:spPr bwMode="auto">
          <a:xfrm rot="5399942" flipH="1" flipV="0">
            <a:off x="5947597" y="3850347"/>
            <a:ext cx="20637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6867155" name="AutoShape 75"/>
          <p:cNvSpPr/>
          <p:nvPr/>
        </p:nvSpPr>
        <p:spPr bwMode="auto">
          <a:xfrm rot="0" flipH="1" flipV="0">
            <a:off x="4146252" y="1721368"/>
            <a:ext cx="1150957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6535272" name="AutoShape 117"/>
          <p:cNvSpPr/>
          <p:nvPr/>
        </p:nvSpPr>
        <p:spPr bwMode="auto">
          <a:xfrm flipH="1" flipV="0">
            <a:off x="2599066" y="3938725"/>
            <a:ext cx="34571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7882188" name="AutoShape 75"/>
          <p:cNvSpPr/>
          <p:nvPr/>
        </p:nvSpPr>
        <p:spPr bwMode="auto">
          <a:xfrm rot="10799952" flipH="1" flipV="0">
            <a:off x="3375301" y="2596259"/>
            <a:ext cx="1962186" cy="0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266788" name="Freeform 80"/>
          <p:cNvSpPr/>
          <p:nvPr/>
        </p:nvSpPr>
        <p:spPr bwMode="auto">
          <a:xfrm rot="0" flipH="0" flipV="0">
            <a:off x="5338833" y="1466726"/>
            <a:ext cx="1473105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872521339" name="TextBox 81"/>
          <p:cNvSpPr txBox="1"/>
          <p:nvPr/>
        </p:nvSpPr>
        <p:spPr bwMode="auto">
          <a:xfrm rot="0" flipH="0" flipV="0">
            <a:off x="5338833" y="1394398"/>
            <a:ext cx="1473105" cy="592533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共有の秘密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90499206" name="AutoShape 118"/>
          <p:cNvSpPr/>
          <p:nvPr/>
        </p:nvSpPr>
        <p:spPr bwMode="auto">
          <a:xfrm flipH="0" flipV="1">
            <a:off x="2572608" y="2090211"/>
            <a:ext cx="0" cy="168099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285003" name="AutoShape 122"/>
          <p:cNvSpPr/>
          <p:nvPr/>
        </p:nvSpPr>
        <p:spPr bwMode="auto">
          <a:xfrm flipH="1" flipV="1">
            <a:off x="2599066" y="2969901"/>
            <a:ext cx="0" cy="104284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9814216" name="AutoShape 117"/>
          <p:cNvSpPr/>
          <p:nvPr/>
        </p:nvSpPr>
        <p:spPr bwMode="auto">
          <a:xfrm flipH="1" flipV="0">
            <a:off x="2569367" y="2962446"/>
            <a:ext cx="1623925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028710" name="AutoShape 117"/>
          <p:cNvSpPr/>
          <p:nvPr/>
        </p:nvSpPr>
        <p:spPr bwMode="auto">
          <a:xfrm rot="5399942" flipH="1" flipV="0">
            <a:off x="3531218" y="2336797"/>
            <a:ext cx="1275022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011490" name="Freeform 109"/>
          <p:cNvSpPr/>
          <p:nvPr/>
        </p:nvSpPr>
        <p:spPr bwMode="auto">
          <a:xfrm rot="0" flipH="0" flipV="0">
            <a:off x="10283244" y="2247210"/>
            <a:ext cx="1369098" cy="520200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312277" name="TextBox 110"/>
          <p:cNvSpPr txBox="1"/>
          <p:nvPr/>
        </p:nvSpPr>
        <p:spPr bwMode="auto">
          <a:xfrm rot="0" flipH="0" flipV="0">
            <a:off x="10283244" y="2174879"/>
            <a:ext cx="1369098" cy="592532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マスターキー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446226985" name="Freeform 109"/>
          <p:cNvSpPr/>
          <p:nvPr/>
        </p:nvSpPr>
        <p:spPr bwMode="auto">
          <a:xfrm rot="0" flipH="0" flipV="0">
            <a:off x="8695746" y="3199711"/>
            <a:ext cx="1419535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54508197" name="TextBox 110"/>
          <p:cNvSpPr txBox="1"/>
          <p:nvPr/>
        </p:nvSpPr>
        <p:spPr bwMode="auto">
          <a:xfrm rot="0" flipH="0" flipV="0">
            <a:off x="8695746" y="3127383"/>
            <a:ext cx="1419535" cy="592533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子公開鍵#0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120104070" name="Freeform 67"/>
          <p:cNvSpPr/>
          <p:nvPr/>
        </p:nvSpPr>
        <p:spPr bwMode="auto">
          <a:xfrm rot="0" flipH="0" flipV="0">
            <a:off x="10272906" y="3180618"/>
            <a:ext cx="1369098" cy="520200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310386898" name="TextBox 68"/>
          <p:cNvSpPr txBox="1"/>
          <p:nvPr/>
        </p:nvSpPr>
        <p:spPr bwMode="auto">
          <a:xfrm rot="0" flipH="0" flipV="0">
            <a:off x="10272906" y="3108286"/>
            <a:ext cx="1369098" cy="592532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子の秘密鍵#0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844627741" name="AutoShape 111"/>
          <p:cNvSpPr/>
          <p:nvPr/>
        </p:nvSpPr>
        <p:spPr bwMode="auto">
          <a:xfrm flipH="0" flipV="0">
            <a:off x="10109426" y="3450804"/>
            <a:ext cx="173818" cy="0"/>
          </a:xfrm>
          <a:prstGeom prst="line">
            <a:avLst/>
          </a:prstGeom>
          <a:ln w="47625" cap="flat">
            <a:solidFill>
              <a:schemeClr val="bg1">
                <a:lumMod val="50196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795132" name="AutoShape 111"/>
          <p:cNvSpPr/>
          <p:nvPr/>
        </p:nvSpPr>
        <p:spPr bwMode="auto">
          <a:xfrm flipH="0" flipV="0">
            <a:off x="10121634" y="2518052"/>
            <a:ext cx="161610" cy="0"/>
          </a:xfrm>
          <a:prstGeom prst="line">
            <a:avLst/>
          </a:prstGeom>
          <a:ln w="47625" cap="flat">
            <a:solidFill>
              <a:schemeClr val="bg1">
                <a:lumMod val="65098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5608390" name="AutoShape 117"/>
          <p:cNvSpPr/>
          <p:nvPr/>
        </p:nvSpPr>
        <p:spPr bwMode="auto">
          <a:xfrm rot="5399942" flipH="1" flipV="0">
            <a:off x="7255492" y="2356904"/>
            <a:ext cx="1275021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409353" name="AutoShape 117"/>
          <p:cNvSpPr/>
          <p:nvPr/>
        </p:nvSpPr>
        <p:spPr bwMode="auto">
          <a:xfrm rot="10799952" flipH="1" flipV="0">
            <a:off x="7055157" y="1721904"/>
            <a:ext cx="840357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94821" name="AutoShape 84"/>
          <p:cNvSpPr/>
          <p:nvPr/>
        </p:nvSpPr>
        <p:spPr bwMode="auto">
          <a:xfrm>
            <a:off x="566685" y="6267287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851175552" name="AutoShape 85"/>
          <p:cNvSpPr/>
          <p:nvPr/>
        </p:nvSpPr>
        <p:spPr bwMode="auto">
          <a:xfrm flipH="1">
            <a:off x="566685" y="5191179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83854387" name="AutoShape 86"/>
          <p:cNvSpPr/>
          <p:nvPr/>
        </p:nvSpPr>
        <p:spPr bwMode="auto">
          <a:xfrm>
            <a:off x="564681" y="4828235"/>
            <a:ext cx="782861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2792811" name="AutoShape 87"/>
          <p:cNvSpPr/>
          <p:nvPr/>
        </p:nvSpPr>
        <p:spPr bwMode="auto">
          <a:xfrm flipH="1">
            <a:off x="566685" y="5551830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569901109" name="AutoShape 88"/>
          <p:cNvSpPr/>
          <p:nvPr/>
        </p:nvSpPr>
        <p:spPr bwMode="auto">
          <a:xfrm flipH="1">
            <a:off x="566685" y="5909131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872248100" name="TextBox 90"/>
          <p:cNvSpPr txBox="1"/>
          <p:nvPr/>
        </p:nvSpPr>
        <p:spPr bwMode="auto">
          <a:xfrm flipH="0" flipV="0">
            <a:off x="1664894" y="4719646"/>
            <a:ext cx="700219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通知識別子 </a:t>
            </a:r>
            <a:r>
              <a:rPr sz="2000" b="1" i="1">
                <a:latin typeface="IBM Plex Sans"/>
              </a:rPr>
              <a:t/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809074682" name="TextBox 91"/>
          <p:cNvSpPr txBox="1"/>
          <p:nvPr/>
        </p:nvSpPr>
        <p:spPr bwMode="auto">
          <a:xfrm flipH="0" flipV="0">
            <a:off x="1664894" y="5082592"/>
            <a:ext cx="704144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最初の入力の公開鍵識別子 </a:t>
            </a:r>
            <a:r>
              <a:rPr sz="2000" b="1" i="1">
                <a:latin typeface="IBM Plex Sans"/>
              </a:rPr>
              <a:t/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652473307" name="TextBox 92"/>
          <p:cNvSpPr txBox="1"/>
          <p:nvPr/>
        </p:nvSpPr>
        <p:spPr bwMode="auto">
          <a:xfrm flipH="0" flipV="0">
            <a:off x="1664896" y="5442639"/>
            <a:ext cx="6973815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ECDH + HMAC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8506760" name="TextBox 93"/>
          <p:cNvSpPr txBox="1"/>
          <p:nvPr/>
        </p:nvSpPr>
        <p:spPr bwMode="auto">
          <a:xfrm flipH="0" flipV="0">
            <a:off x="1664895" y="5805585"/>
            <a:ext cx="700291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u="none" lang="en-US">
                <a:solidFill>
                  <a:srgbClr val="000000"/>
                </a:solidFill>
                <a:latin typeface="IBM Plex Sans"/>
              </a:rPr>
              <a:t>OP_RETURN' </a:t>
            </a:r>
            <a:r>
              <a:rPr sz="2000" b="1" i="1">
                <a:latin typeface="IBM Plex Sans"/>
              </a:rPr>
              <a:t>識別子 </a:t>
            </a:r>
            <a:r>
              <a:rPr sz="2000" b="1" i="1" u="none" lang="en-US">
                <a:solidFill>
                  <a:schemeClr val="tx1"/>
                </a:solidFill>
                <a:latin typeface="IBM Plex Sans"/>
              </a:rPr>
              <a:t/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739041735" name="TextBox 94"/>
          <p:cNvSpPr txBox="1"/>
          <p:nvPr/>
        </p:nvSpPr>
        <p:spPr bwMode="auto">
          <a:xfrm flipH="0" flipV="0">
            <a:off x="1664896" y="6165630"/>
            <a:ext cx="697321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排他的論理和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6543653" name="Freeform 27"/>
          <p:cNvSpPr/>
          <p:nvPr/>
        </p:nvSpPr>
        <p:spPr bwMode="auto">
          <a:xfrm rot="0" flipH="0" flipV="0">
            <a:off x="508005" y="907697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42559345" name="TextBox 28"/>
          <p:cNvSpPr txBox="1"/>
          <p:nvPr/>
        </p:nvSpPr>
        <p:spPr bwMode="auto">
          <a:xfrm rot="0" flipH="0" flipV="0">
            <a:off x="508005" y="787153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アリス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203340392" name="AutoShape 29"/>
          <p:cNvSpPr/>
          <p:nvPr/>
        </p:nvSpPr>
        <p:spPr bwMode="auto">
          <a:xfrm flipH="1">
            <a:off x="1979121" y="3595415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741771" name="AutoShape 30"/>
          <p:cNvSpPr/>
          <p:nvPr/>
        </p:nvSpPr>
        <p:spPr bwMode="auto">
          <a:xfrm>
            <a:off x="508006" y="1289714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28924" name="AutoShape 31"/>
          <p:cNvSpPr/>
          <p:nvPr/>
        </p:nvSpPr>
        <p:spPr bwMode="auto">
          <a:xfrm>
            <a:off x="2081138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828306" name="AutoShape 32"/>
          <p:cNvSpPr/>
          <p:nvPr/>
        </p:nvSpPr>
        <p:spPr bwMode="auto">
          <a:xfrm>
            <a:off x="3650766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037057" name="Freeform 34"/>
          <p:cNvSpPr/>
          <p:nvPr/>
        </p:nvSpPr>
        <p:spPr bwMode="auto">
          <a:xfrm rot="0" flipH="0" flipV="0">
            <a:off x="2179398" y="17970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901031033" name="TextBox 35"/>
          <p:cNvSpPr txBox="1"/>
          <p:nvPr/>
        </p:nvSpPr>
        <p:spPr bwMode="auto">
          <a:xfrm rot="0" flipH="0" flipV="0">
            <a:off x="2179398" y="172469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支払コード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390409102" name="TextBox 36"/>
          <p:cNvSpPr txBox="1"/>
          <p:nvPr/>
        </p:nvSpPr>
        <p:spPr bwMode="auto">
          <a:xfrm>
            <a:off x="508006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秘密鍵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59196133" name="TextBox 37"/>
          <p:cNvSpPr txBox="1"/>
          <p:nvPr/>
        </p:nvSpPr>
        <p:spPr bwMode="auto">
          <a:xfrm>
            <a:off x="2081214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公開鍵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396771437" name="TextBox 38"/>
          <p:cNvSpPr txBox="1"/>
          <p:nvPr/>
        </p:nvSpPr>
        <p:spPr bwMode="auto">
          <a:xfrm>
            <a:off x="3655530" y="1316563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住所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87944017" name="Freeform 40"/>
          <p:cNvSpPr/>
          <p:nvPr/>
        </p:nvSpPr>
        <p:spPr bwMode="auto">
          <a:xfrm rot="0" flipH="0" flipV="0">
            <a:off x="2181401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58391262" name="TextBox 41"/>
          <p:cNvSpPr txBox="1"/>
          <p:nvPr/>
        </p:nvSpPr>
        <p:spPr bwMode="auto">
          <a:xfrm rot="0" flipH="0" flipV="0">
            <a:off x="2181401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その他の公開鍵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451754407" name="Freeform 43"/>
          <p:cNvSpPr/>
          <p:nvPr/>
        </p:nvSpPr>
        <p:spPr bwMode="auto">
          <a:xfrm rot="0" flipH="0" flipV="0">
            <a:off x="610021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78008629" name="TextBox 44"/>
          <p:cNvSpPr txBox="1"/>
          <p:nvPr/>
        </p:nvSpPr>
        <p:spPr bwMode="auto">
          <a:xfrm rot="0" flipH="0" flipV="0">
            <a:off x="610021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その他の秘密鍵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70070912" name="Freeform 46"/>
          <p:cNvSpPr/>
          <p:nvPr/>
        </p:nvSpPr>
        <p:spPr bwMode="auto">
          <a:xfrm rot="0" flipH="0" flipV="0">
            <a:off x="610021" y="17970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83878357" name="TextBox 47"/>
          <p:cNvSpPr txBox="1"/>
          <p:nvPr/>
        </p:nvSpPr>
        <p:spPr bwMode="auto">
          <a:xfrm rot="0" flipH="0" flipV="0">
            <a:off x="610021" y="172469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マスターキー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74716437" name="Freeform 49"/>
          <p:cNvSpPr/>
          <p:nvPr/>
        </p:nvSpPr>
        <p:spPr bwMode="auto">
          <a:xfrm rot="0" flipH="0" flipV="0">
            <a:off x="3757545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36268001" name="TextBox 50"/>
          <p:cNvSpPr txBox="1"/>
          <p:nvPr/>
        </p:nvSpPr>
        <p:spPr bwMode="auto">
          <a:xfrm rot="0" flipH="0" flipV="0">
            <a:off x="3757545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その他の住所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40228639" name="AutoShape 55"/>
          <p:cNvSpPr/>
          <p:nvPr/>
        </p:nvSpPr>
        <p:spPr bwMode="auto">
          <a:xfrm>
            <a:off x="8851532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564025" name="AutoShape 56"/>
          <p:cNvSpPr/>
          <p:nvPr/>
        </p:nvSpPr>
        <p:spPr bwMode="auto">
          <a:xfrm>
            <a:off x="10421161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2312984" name="Freeform 58"/>
          <p:cNvSpPr/>
          <p:nvPr/>
        </p:nvSpPr>
        <p:spPr bwMode="auto">
          <a:xfrm rot="0" flipH="0" flipV="0">
            <a:off x="8951797" y="178110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346233906" name="TextBox 59"/>
          <p:cNvSpPr txBox="1"/>
          <p:nvPr/>
        </p:nvSpPr>
        <p:spPr bwMode="auto">
          <a:xfrm rot="0" flipH="0" flipV="0">
            <a:off x="8951797" y="17087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支払コード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5109004" name="TextBox 60"/>
          <p:cNvSpPr txBox="1"/>
          <p:nvPr/>
        </p:nvSpPr>
        <p:spPr bwMode="auto">
          <a:xfrm>
            <a:off x="7278399" y="1316563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住所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55036458" name="TextBox 61"/>
          <p:cNvSpPr txBox="1"/>
          <p:nvPr/>
        </p:nvSpPr>
        <p:spPr bwMode="auto">
          <a:xfrm>
            <a:off x="8851609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公開鍵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303973641" name="Freeform 64"/>
          <p:cNvSpPr/>
          <p:nvPr/>
        </p:nvSpPr>
        <p:spPr bwMode="auto">
          <a:xfrm rot="0" flipH="0" flipV="0">
            <a:off x="8951797" y="333531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55565095" name="TextBox 65"/>
          <p:cNvSpPr txBox="1"/>
          <p:nvPr/>
        </p:nvSpPr>
        <p:spPr bwMode="auto">
          <a:xfrm rot="0" flipH="0" flipV="0">
            <a:off x="8951797" y="32629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862179649" name="Freeform 67"/>
          <p:cNvSpPr/>
          <p:nvPr/>
        </p:nvSpPr>
        <p:spPr bwMode="auto">
          <a:xfrm rot="0" flipH="0" flipV="0">
            <a:off x="7380416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3974527" name="TextBox 68"/>
          <p:cNvSpPr txBox="1"/>
          <p:nvPr/>
        </p:nvSpPr>
        <p:spPr bwMode="auto">
          <a:xfrm rot="0" flipH="0" flipV="0">
            <a:off x="7380416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お支払い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住所 K0</a:t>
            </a:r>
          </a:p>
        </p:txBody>
      </p:sp>
      <p:sp>
        <p:nvSpPr>
          <p:cNvPr id="1527158180" name="Freeform 70"/>
          <p:cNvSpPr/>
          <p:nvPr/>
        </p:nvSpPr>
        <p:spPr bwMode="auto">
          <a:xfrm rot="0" flipH="0" flipV="0">
            <a:off x="10527939" y="333531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97634666" name="TextBox 71"/>
          <p:cNvSpPr txBox="1"/>
          <p:nvPr/>
        </p:nvSpPr>
        <p:spPr bwMode="auto">
          <a:xfrm rot="0" flipH="0" flipV="0">
            <a:off x="10527939" y="32629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445870108" name="Freeform 73"/>
          <p:cNvSpPr/>
          <p:nvPr/>
        </p:nvSpPr>
        <p:spPr bwMode="auto">
          <a:xfrm rot="0" flipH="0" flipV="0">
            <a:off x="10527939" y="255848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936309363" name="TextBox 74"/>
          <p:cNvSpPr txBox="1"/>
          <p:nvPr/>
        </p:nvSpPr>
        <p:spPr bwMode="auto">
          <a:xfrm rot="0" flipH="0" flipV="0">
            <a:off x="10527939" y="248615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842207763" name="AutoShape 75"/>
          <p:cNvSpPr/>
          <p:nvPr/>
        </p:nvSpPr>
        <p:spPr bwMode="auto">
          <a:xfrm flipH="1">
            <a:off x="5126644" y="3595415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378543" name="Freeform 77"/>
          <p:cNvSpPr/>
          <p:nvPr/>
        </p:nvSpPr>
        <p:spPr bwMode="auto">
          <a:xfrm rot="0" flipH="0" flipV="0">
            <a:off x="5568427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941199757" name="TextBox 78"/>
          <p:cNvSpPr txBox="1"/>
          <p:nvPr/>
        </p:nvSpPr>
        <p:spPr bwMode="auto">
          <a:xfrm rot="0" flipH="0" flipV="0">
            <a:off x="5568427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最初のBIP47支払い </a:t>
            </a:r>
            <a:r>
              <a:rPr sz="1200" b="1" lang="en-US">
                <a:solidFill>
                  <a:srgbClr val="FFFFFF"/>
                </a:solidFill>
                <a:latin typeface="IBM Plex Sans"/>
              </a:rPr>
              <a:t/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45446632" name="Freeform 80"/>
          <p:cNvSpPr/>
          <p:nvPr/>
        </p:nvSpPr>
        <p:spPr bwMode="auto">
          <a:xfrm rot="0" flipH="0" flipV="0">
            <a:off x="5568427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19203380" name="TextBox 81"/>
          <p:cNvSpPr txBox="1"/>
          <p:nvPr/>
        </p:nvSpPr>
        <p:spPr bwMode="auto">
          <a:xfrm rot="0" flipH="0" flipV="0">
            <a:off x="5568427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572259913" name="AutoShape 82"/>
          <p:cNvSpPr/>
          <p:nvPr/>
        </p:nvSpPr>
        <p:spPr bwMode="auto">
          <a:xfrm>
            <a:off x="1981125" y="2041205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911788" name="AutoShape 83"/>
          <p:cNvSpPr/>
          <p:nvPr/>
        </p:nvSpPr>
        <p:spPr bwMode="auto">
          <a:xfrm flipH="1">
            <a:off x="3550501" y="3595415"/>
            <a:ext cx="207045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216584" name="AutoShape 84"/>
          <p:cNvSpPr/>
          <p:nvPr/>
        </p:nvSpPr>
        <p:spPr bwMode="auto">
          <a:xfrm>
            <a:off x="740952" y="6213456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1699618865" name="AutoShape 85"/>
          <p:cNvSpPr/>
          <p:nvPr/>
        </p:nvSpPr>
        <p:spPr bwMode="auto">
          <a:xfrm flipH="1">
            <a:off x="740952" y="5137349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044113190" name="AutoShape 86"/>
          <p:cNvSpPr/>
          <p:nvPr/>
        </p:nvSpPr>
        <p:spPr bwMode="auto">
          <a:xfrm>
            <a:off x="738946" y="4774403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13658473" name="AutoShape 87"/>
          <p:cNvSpPr/>
          <p:nvPr/>
        </p:nvSpPr>
        <p:spPr bwMode="auto">
          <a:xfrm flipH="1">
            <a:off x="740952" y="5497998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608963782" name="AutoShape 88"/>
          <p:cNvSpPr/>
          <p:nvPr/>
        </p:nvSpPr>
        <p:spPr bwMode="auto">
          <a:xfrm flipH="1">
            <a:off x="740952" y="5855298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051670070" name="TextBox 89"/>
          <p:cNvSpPr txBox="1"/>
          <p:nvPr/>
        </p:nvSpPr>
        <p:spPr bwMode="auto">
          <a:xfrm>
            <a:off x="5466965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秘密の共有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03350235" name="TextBox 90"/>
          <p:cNvSpPr txBox="1"/>
          <p:nvPr/>
        </p:nvSpPr>
        <p:spPr bwMode="auto">
          <a:xfrm flipH="0" flipV="0">
            <a:off x="1839161" y="4665816"/>
            <a:ext cx="771993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子キー派生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92356241" name="TextBox 91"/>
          <p:cNvSpPr txBox="1"/>
          <p:nvPr/>
        </p:nvSpPr>
        <p:spPr bwMode="auto">
          <a:xfrm flipH="0" flipV="0">
            <a:off x="1839161" y="5028760"/>
            <a:ext cx="7716591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ビットコイン取引 </a:t>
            </a:r>
            <a:r>
              <a:rPr sz="1800" b="1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122952168" name="TextBox 92"/>
          <p:cNvSpPr txBox="1"/>
          <p:nvPr/>
        </p:nvSpPr>
        <p:spPr bwMode="auto">
          <a:xfrm flipH="0" flipV="0">
            <a:off x="1839163" y="5388809"/>
            <a:ext cx="771325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639455199" name="TextBox 93"/>
          <p:cNvSpPr txBox="1"/>
          <p:nvPr/>
        </p:nvSpPr>
        <p:spPr bwMode="auto">
          <a:xfrm flipH="0" flipV="0">
            <a:off x="1839163" y="5751754"/>
            <a:ext cx="779911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楕円曲線上の点の加算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307281976" name="TextBox 94"/>
          <p:cNvSpPr txBox="1"/>
          <p:nvPr/>
        </p:nvSpPr>
        <p:spPr bwMode="auto">
          <a:xfrm flipH="0" flipV="0">
            <a:off x="1839163" y="6111801"/>
            <a:ext cx="771325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アドレス派生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575615274" name="Freeform 96"/>
          <p:cNvSpPr/>
          <p:nvPr/>
        </p:nvSpPr>
        <p:spPr bwMode="auto">
          <a:xfrm rot="0" flipH="0" flipV="0">
            <a:off x="2179651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053483289" name="TextBox 97"/>
          <p:cNvSpPr txBox="1"/>
          <p:nvPr/>
        </p:nvSpPr>
        <p:spPr bwMode="auto">
          <a:xfrm rot="0" flipH="0" flipV="0">
            <a:off x="2179651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452298931" name="Freeform 99"/>
          <p:cNvSpPr/>
          <p:nvPr/>
        </p:nvSpPr>
        <p:spPr bwMode="auto">
          <a:xfrm rot="0" flipH="0" flipV="0">
            <a:off x="612279" y="255848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4323259" name="TextBox 100"/>
          <p:cNvSpPr txBox="1"/>
          <p:nvPr/>
        </p:nvSpPr>
        <p:spPr bwMode="auto">
          <a:xfrm rot="0" flipH="0" flipV="0">
            <a:off x="612279" y="248615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100" b="1" lang="en-US">
                <a:solidFill>
                  <a:srgbClr val="FFFFFF"/>
                </a:solidFill>
                <a:latin typeface="Rubik Medium"/>
              </a:rPr>
              <a:t>a</a:t>
            </a:r>
            <a:endParaRPr/>
          </a:p>
        </p:txBody>
      </p:sp>
      <p:sp>
        <p:nvSpPr>
          <p:cNvPr id="1506107248" name="AutoShape 101"/>
          <p:cNvSpPr/>
          <p:nvPr/>
        </p:nvSpPr>
        <p:spPr bwMode="auto">
          <a:xfrm>
            <a:off x="1981378" y="2818584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349754" name="Freeform 103"/>
          <p:cNvSpPr/>
          <p:nvPr/>
        </p:nvSpPr>
        <p:spPr bwMode="auto">
          <a:xfrm rot="0" flipH="0" flipV="0">
            <a:off x="10527939" y="178110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124077850" name="TextBox 104"/>
          <p:cNvSpPr txBox="1"/>
          <p:nvPr/>
        </p:nvSpPr>
        <p:spPr bwMode="auto">
          <a:xfrm rot="0" flipH="0" flipV="0">
            <a:off x="10527939" y="17087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548517523" name="Freeform 106"/>
          <p:cNvSpPr/>
          <p:nvPr/>
        </p:nvSpPr>
        <p:spPr bwMode="auto">
          <a:xfrm rot="0" flipH="0" flipV="0">
            <a:off x="8953625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831513661" name="TextBox 107"/>
          <p:cNvSpPr txBox="1"/>
          <p:nvPr/>
        </p:nvSpPr>
        <p:spPr bwMode="auto">
          <a:xfrm rot="0" flipH="0" flipV="0">
            <a:off x="8953625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B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49988012" name="Freeform 109"/>
          <p:cNvSpPr/>
          <p:nvPr/>
        </p:nvSpPr>
        <p:spPr bwMode="auto">
          <a:xfrm rot="0" flipH="0" flipV="0">
            <a:off x="7382421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458078541" name="TextBox 110"/>
          <p:cNvSpPr txBox="1"/>
          <p:nvPr/>
        </p:nvSpPr>
        <p:spPr bwMode="auto">
          <a:xfrm rot="0" flipH="0" flipV="0">
            <a:off x="7382421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通知先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118969074" name="AutoShape 111"/>
          <p:cNvSpPr/>
          <p:nvPr/>
        </p:nvSpPr>
        <p:spPr bwMode="auto">
          <a:xfrm>
            <a:off x="8751519" y="2818584"/>
            <a:ext cx="20210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201441" name="AutoShape 112"/>
          <p:cNvSpPr/>
          <p:nvPr/>
        </p:nvSpPr>
        <p:spPr bwMode="auto">
          <a:xfrm>
            <a:off x="9636958" y="2301307"/>
            <a:ext cx="603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194873" name="AutoShape 113"/>
          <p:cNvSpPr/>
          <p:nvPr/>
        </p:nvSpPr>
        <p:spPr bwMode="auto">
          <a:xfrm>
            <a:off x="1296661" y="2301307"/>
            <a:ext cx="82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9828452" name="AutoShape 114"/>
          <p:cNvSpPr/>
          <p:nvPr/>
        </p:nvSpPr>
        <p:spPr bwMode="auto">
          <a:xfrm flipH="1">
            <a:off x="1684721" y="2375848"/>
            <a:ext cx="4165927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586562" name="AutoShape 115"/>
          <p:cNvSpPr/>
          <p:nvPr/>
        </p:nvSpPr>
        <p:spPr bwMode="auto">
          <a:xfrm flipV="1">
            <a:off x="1707581" y="2375848"/>
            <a:ext cx="0" cy="182631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2496500" name="AutoShape 116"/>
          <p:cNvSpPr/>
          <p:nvPr/>
        </p:nvSpPr>
        <p:spPr bwMode="auto">
          <a:xfrm flipV="1">
            <a:off x="5850651" y="2352979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1115747" name="AutoShape 117"/>
          <p:cNvSpPr/>
          <p:nvPr/>
        </p:nvSpPr>
        <p:spPr bwMode="auto">
          <a:xfrm flipH="1">
            <a:off x="6656922" y="2376792"/>
            <a:ext cx="2569465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118667" name="AutoShape 118"/>
          <p:cNvSpPr/>
          <p:nvPr/>
        </p:nvSpPr>
        <p:spPr bwMode="auto">
          <a:xfrm flipV="1">
            <a:off x="6656922" y="2352979"/>
            <a:ext cx="0" cy="20644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7579710" name="AutoShape 119"/>
          <p:cNvSpPr/>
          <p:nvPr/>
        </p:nvSpPr>
        <p:spPr bwMode="auto">
          <a:xfrm flipV="1">
            <a:off x="9226391" y="2352979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7832150" name="AutoShape 120"/>
          <p:cNvSpPr/>
          <p:nvPr/>
        </p:nvSpPr>
        <p:spPr bwMode="auto">
          <a:xfrm flipV="1">
            <a:off x="9636347" y="3078686"/>
            <a:ext cx="1827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4215407" name="AutoShape 121"/>
          <p:cNvSpPr/>
          <p:nvPr/>
        </p:nvSpPr>
        <p:spPr bwMode="auto">
          <a:xfrm flipH="1">
            <a:off x="6229476" y="3152714"/>
            <a:ext cx="301977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55160220" name="AutoShape 122"/>
          <p:cNvSpPr/>
          <p:nvPr/>
        </p:nvSpPr>
        <p:spPr bwMode="auto">
          <a:xfrm flipH="1" flipV="1">
            <a:off x="6252978" y="3078686"/>
            <a:ext cx="0" cy="58101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004590" name="AutoShape 123"/>
          <p:cNvSpPr/>
          <p:nvPr/>
        </p:nvSpPr>
        <p:spPr bwMode="auto">
          <a:xfrm flipV="1">
            <a:off x="9226391" y="3136789"/>
            <a:ext cx="0" cy="19852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489" name="AutoShape 124"/>
          <p:cNvSpPr/>
          <p:nvPr/>
        </p:nvSpPr>
        <p:spPr bwMode="auto">
          <a:xfrm flipH="1">
            <a:off x="8749515" y="3595415"/>
            <a:ext cx="202280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767659" name="Freeform 27"/>
          <p:cNvSpPr/>
          <p:nvPr/>
        </p:nvSpPr>
        <p:spPr bwMode="auto">
          <a:xfrm rot="0" flipH="0" flipV="0">
            <a:off x="708229" y="519621"/>
            <a:ext cx="4420475" cy="4608990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502034953" name="TextBox 28"/>
          <p:cNvSpPr txBox="1"/>
          <p:nvPr/>
        </p:nvSpPr>
        <p:spPr bwMode="auto">
          <a:xfrm rot="0" flipH="0" flipV="0">
            <a:off x="708229" y="451874"/>
            <a:ext cx="4420475" cy="46767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アリス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356379662" name="AutoShape 29"/>
          <p:cNvSpPr/>
          <p:nvPr/>
        </p:nvSpPr>
        <p:spPr bwMode="auto">
          <a:xfrm flipH="1">
            <a:off x="2181674" y="877429"/>
            <a:ext cx="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697512" name="AutoShape 30"/>
          <p:cNvSpPr/>
          <p:nvPr/>
        </p:nvSpPr>
        <p:spPr bwMode="auto">
          <a:xfrm>
            <a:off x="708230" y="877429"/>
            <a:ext cx="442047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2008810" name="AutoShape 31"/>
          <p:cNvSpPr/>
          <p:nvPr/>
        </p:nvSpPr>
        <p:spPr bwMode="auto">
          <a:xfrm>
            <a:off x="3651838" y="877429"/>
            <a:ext cx="335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6505182" name="Freeform 33"/>
          <p:cNvSpPr/>
          <p:nvPr/>
        </p:nvSpPr>
        <p:spPr bwMode="auto">
          <a:xfrm rot="0" flipH="0" flipV="0">
            <a:off x="2275587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31331002" name="TextBox 34"/>
          <p:cNvSpPr txBox="1"/>
          <p:nvPr/>
        </p:nvSpPr>
        <p:spPr bwMode="auto">
          <a:xfrm rot="0" flipH="0" flipV="0">
            <a:off x="2275587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支払コード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7521836" name="TextBox 35"/>
          <p:cNvSpPr txBox="1"/>
          <p:nvPr/>
        </p:nvSpPr>
        <p:spPr bwMode="auto">
          <a:xfrm>
            <a:off x="708230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秘密鍵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92737947" name="TextBox 36"/>
          <p:cNvSpPr txBox="1"/>
          <p:nvPr/>
        </p:nvSpPr>
        <p:spPr bwMode="auto">
          <a:xfrm>
            <a:off x="2181747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公開鍵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29186002" name="TextBox 37"/>
          <p:cNvSpPr txBox="1"/>
          <p:nvPr/>
        </p:nvSpPr>
        <p:spPr bwMode="auto">
          <a:xfrm>
            <a:off x="3656298" y="900768"/>
            <a:ext cx="1475241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住所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15104049" name="Freeform 39"/>
          <p:cNvSpPr/>
          <p:nvPr/>
        </p:nvSpPr>
        <p:spPr bwMode="auto">
          <a:xfrm rot="0" flipH="0" flipV="0">
            <a:off x="803264" y="1362867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36551650" name="TextBox 40"/>
          <p:cNvSpPr txBox="1"/>
          <p:nvPr/>
        </p:nvSpPr>
        <p:spPr bwMode="auto">
          <a:xfrm rot="0" flipH="0" flipV="0">
            <a:off x="803264" y="129512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マスターキー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23824488" name="Freeform 42"/>
          <p:cNvSpPr/>
          <p:nvPr/>
        </p:nvSpPr>
        <p:spPr bwMode="auto">
          <a:xfrm rot="0" flipH="0" flipV="0">
            <a:off x="7049592" y="519621"/>
            <a:ext cx="4420475" cy="4608990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121583850" name="TextBox 43"/>
          <p:cNvSpPr txBox="1"/>
          <p:nvPr/>
        </p:nvSpPr>
        <p:spPr bwMode="auto">
          <a:xfrm rot="0" flipH="0" flipV="0">
            <a:off x="7049592" y="451874"/>
            <a:ext cx="4420475" cy="46767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ボブ</a:t>
            </a:r>
            <a:endParaRPr/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1054570089" name="AutoShape 44"/>
          <p:cNvSpPr/>
          <p:nvPr/>
        </p:nvSpPr>
        <p:spPr bwMode="auto">
          <a:xfrm>
            <a:off x="7049593" y="877429"/>
            <a:ext cx="442047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54624" name="AutoShape 45"/>
          <p:cNvSpPr/>
          <p:nvPr/>
        </p:nvSpPr>
        <p:spPr bwMode="auto">
          <a:xfrm>
            <a:off x="8523037" y="877429"/>
            <a:ext cx="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876672" name="AutoShape 46"/>
          <p:cNvSpPr/>
          <p:nvPr/>
        </p:nvSpPr>
        <p:spPr bwMode="auto">
          <a:xfrm>
            <a:off x="9993199" y="877429"/>
            <a:ext cx="335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796979" name="Freeform 48"/>
          <p:cNvSpPr/>
          <p:nvPr/>
        </p:nvSpPr>
        <p:spPr bwMode="auto">
          <a:xfrm rot="0" flipH="0" flipV="0">
            <a:off x="8616947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22579366" name="TextBox 49"/>
          <p:cNvSpPr txBox="1"/>
          <p:nvPr/>
        </p:nvSpPr>
        <p:spPr bwMode="auto">
          <a:xfrm rot="0" flipH="0" flipV="0">
            <a:off x="8616947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支払コード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687290" name="TextBox 50"/>
          <p:cNvSpPr txBox="1"/>
          <p:nvPr/>
        </p:nvSpPr>
        <p:spPr bwMode="auto">
          <a:xfrm>
            <a:off x="7049592" y="900768"/>
            <a:ext cx="1475241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住所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36173568" name="TextBox 51"/>
          <p:cNvSpPr txBox="1"/>
          <p:nvPr/>
        </p:nvSpPr>
        <p:spPr bwMode="auto">
          <a:xfrm>
            <a:off x="8523107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公開鍵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49974395" name="TextBox 52"/>
          <p:cNvSpPr txBox="1"/>
          <p:nvPr/>
        </p:nvSpPr>
        <p:spPr bwMode="auto">
          <a:xfrm>
            <a:off x="9997660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秘密鍵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46530281" name="Freeform 54"/>
          <p:cNvSpPr/>
          <p:nvPr/>
        </p:nvSpPr>
        <p:spPr bwMode="auto">
          <a:xfrm rot="0" flipH="0" flipV="0">
            <a:off x="8616947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46380492" name="TextBox 55"/>
          <p:cNvSpPr txBox="1"/>
          <p:nvPr/>
        </p:nvSpPr>
        <p:spPr bwMode="auto">
          <a:xfrm rot="0" flipH="0" flipV="0">
            <a:off x="8616947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425876" name="Freeform 57"/>
          <p:cNvSpPr/>
          <p:nvPr/>
        </p:nvSpPr>
        <p:spPr bwMode="auto">
          <a:xfrm rot="0" flipH="0" flipV="0">
            <a:off x="7145145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36157540" name="TextBox 58"/>
          <p:cNvSpPr txBox="1"/>
          <p:nvPr/>
        </p:nvSpPr>
        <p:spPr bwMode="auto">
          <a:xfrm rot="0" flipH="0" flipV="0">
            <a:off x="7145145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支払先 K0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506717" name="Freeform 60"/>
          <p:cNvSpPr/>
          <p:nvPr/>
        </p:nvSpPr>
        <p:spPr bwMode="auto">
          <a:xfrm rot="0" flipH="0" flipV="0">
            <a:off x="10093212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367439696" name="TextBox 61"/>
          <p:cNvSpPr txBox="1"/>
          <p:nvPr/>
        </p:nvSpPr>
        <p:spPr bwMode="auto">
          <a:xfrm rot="0" flipH="0" flipV="0">
            <a:off x="10093212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68536869" name="Freeform 63"/>
          <p:cNvSpPr/>
          <p:nvPr/>
        </p:nvSpPr>
        <p:spPr bwMode="auto">
          <a:xfrm rot="0" flipH="0" flipV="0">
            <a:off x="10093212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406620785" name="TextBox 64"/>
          <p:cNvSpPr txBox="1"/>
          <p:nvPr/>
        </p:nvSpPr>
        <p:spPr bwMode="auto">
          <a:xfrm rot="0" flipH="0" flipV="0">
            <a:off x="10093212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641901631" name="Freeform 66"/>
          <p:cNvSpPr/>
          <p:nvPr/>
        </p:nvSpPr>
        <p:spPr bwMode="auto">
          <a:xfrm rot="0" flipH="0" flipV="0">
            <a:off x="5447979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1102721" name="TextBox 67"/>
          <p:cNvSpPr txBox="1"/>
          <p:nvPr/>
        </p:nvSpPr>
        <p:spPr bwMode="auto">
          <a:xfrm rot="0" flipH="0" flipV="0">
            <a:off x="5447979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1927169" name="AutoShape 68"/>
          <p:cNvSpPr/>
          <p:nvPr/>
        </p:nvSpPr>
        <p:spPr bwMode="auto">
          <a:xfrm>
            <a:off x="2088001" y="1581298"/>
            <a:ext cx="18758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469468" name="AutoShape 69"/>
          <p:cNvSpPr/>
          <p:nvPr/>
        </p:nvSpPr>
        <p:spPr bwMode="auto">
          <a:xfrm>
            <a:off x="6690259" y="5837623"/>
            <a:ext cx="731376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14114996" name="AutoShape 70"/>
          <p:cNvSpPr/>
          <p:nvPr/>
        </p:nvSpPr>
        <p:spPr bwMode="auto">
          <a:xfrm flipH="1">
            <a:off x="1310700" y="5846830"/>
            <a:ext cx="73491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44110684" name="AutoShape 71"/>
          <p:cNvSpPr/>
          <p:nvPr/>
        </p:nvSpPr>
        <p:spPr bwMode="auto">
          <a:xfrm>
            <a:off x="1308823" y="5506884"/>
            <a:ext cx="733253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636777640" name="AutoShape 72"/>
          <p:cNvSpPr/>
          <p:nvPr/>
        </p:nvSpPr>
        <p:spPr bwMode="auto">
          <a:xfrm flipH="1">
            <a:off x="1310700" y="6184625"/>
            <a:ext cx="734913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63205606" name="AutoShape 73"/>
          <p:cNvSpPr/>
          <p:nvPr/>
        </p:nvSpPr>
        <p:spPr bwMode="auto">
          <a:xfrm flipH="1">
            <a:off x="6690259" y="5502161"/>
            <a:ext cx="734913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357419639" name="TextBox 74"/>
          <p:cNvSpPr txBox="1"/>
          <p:nvPr/>
        </p:nvSpPr>
        <p:spPr bwMode="auto">
          <a:xfrm>
            <a:off x="5352946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秘密の共有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07019610" name="TextBox 75"/>
          <p:cNvSpPr txBox="1"/>
          <p:nvPr/>
        </p:nvSpPr>
        <p:spPr bwMode="auto">
          <a:xfrm>
            <a:off x="2339318" y="5394447"/>
            <a:ext cx="38952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子キー派生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90982862" name="TextBox 76"/>
          <p:cNvSpPr txBox="1"/>
          <p:nvPr/>
        </p:nvSpPr>
        <p:spPr bwMode="auto">
          <a:xfrm>
            <a:off x="2339318" y="5734392"/>
            <a:ext cx="38934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ビットコイン取引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8651828" name="TextBox 77"/>
          <p:cNvSpPr txBox="1"/>
          <p:nvPr/>
        </p:nvSpPr>
        <p:spPr bwMode="auto">
          <a:xfrm>
            <a:off x="2339318" y="6071622"/>
            <a:ext cx="38916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52117600" name="TextBox 78"/>
          <p:cNvSpPr txBox="1"/>
          <p:nvPr/>
        </p:nvSpPr>
        <p:spPr bwMode="auto">
          <a:xfrm>
            <a:off x="7718878" y="5394447"/>
            <a:ext cx="3710214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楕円曲線上の点の加算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24500609" name="TextBox 79"/>
          <p:cNvSpPr txBox="1"/>
          <p:nvPr/>
        </p:nvSpPr>
        <p:spPr bwMode="auto">
          <a:xfrm>
            <a:off x="7718878" y="5731676"/>
            <a:ext cx="38916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アドレス派生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231502" name="Freeform 81"/>
          <p:cNvSpPr/>
          <p:nvPr/>
        </p:nvSpPr>
        <p:spPr bwMode="auto">
          <a:xfrm rot="0" flipH="0" flipV="0">
            <a:off x="2275822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122280144" name="TextBox 82"/>
          <p:cNvSpPr txBox="1"/>
          <p:nvPr/>
        </p:nvSpPr>
        <p:spPr bwMode="auto">
          <a:xfrm rot="0" flipH="0" flipV="0">
            <a:off x="2275822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1581406" name="Freeform 84"/>
          <p:cNvSpPr/>
          <p:nvPr/>
        </p:nvSpPr>
        <p:spPr bwMode="auto">
          <a:xfrm rot="0" flipH="0" flipV="0">
            <a:off x="805896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18188585" name="TextBox 85"/>
          <p:cNvSpPr txBox="1"/>
          <p:nvPr/>
        </p:nvSpPr>
        <p:spPr bwMode="auto">
          <a:xfrm rot="0" flipH="0" flipV="0">
            <a:off x="805896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71185380" name="AutoShape 86"/>
          <p:cNvSpPr/>
          <p:nvPr/>
        </p:nvSpPr>
        <p:spPr bwMode="auto">
          <a:xfrm>
            <a:off x="2088237" y="2309418"/>
            <a:ext cx="18758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613220" name="Freeform 88"/>
          <p:cNvSpPr/>
          <p:nvPr/>
        </p:nvSpPr>
        <p:spPr bwMode="auto">
          <a:xfrm rot="0" flipH="0" flipV="0">
            <a:off x="8618661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5645634" name="TextBox 89"/>
          <p:cNvSpPr txBox="1"/>
          <p:nvPr/>
        </p:nvSpPr>
        <p:spPr bwMode="auto">
          <a:xfrm rot="0" flipH="0" flipV="0">
            <a:off x="8618661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0183935" name="Freeform 91"/>
          <p:cNvSpPr/>
          <p:nvPr/>
        </p:nvSpPr>
        <p:spPr bwMode="auto">
          <a:xfrm rot="0" flipH="0" flipV="0">
            <a:off x="7147020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25360836" name="TextBox 92"/>
          <p:cNvSpPr txBox="1"/>
          <p:nvPr/>
        </p:nvSpPr>
        <p:spPr bwMode="auto">
          <a:xfrm rot="0" flipH="0" flipV="0">
            <a:off x="7147020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通知先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1825535" name="AutoShape 93"/>
          <p:cNvSpPr/>
          <p:nvPr/>
        </p:nvSpPr>
        <p:spPr bwMode="auto">
          <a:xfrm>
            <a:off x="8429362" y="2309418"/>
            <a:ext cx="18929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985397" name="AutoShape 94"/>
          <p:cNvSpPr/>
          <p:nvPr/>
        </p:nvSpPr>
        <p:spPr bwMode="auto">
          <a:xfrm flipH="1">
            <a:off x="9898770" y="3765139"/>
            <a:ext cx="194441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045239" name="AutoShape 95"/>
          <p:cNvSpPr/>
          <p:nvPr/>
        </p:nvSpPr>
        <p:spPr bwMode="auto">
          <a:xfrm>
            <a:off x="1446910" y="1824919"/>
            <a:ext cx="76" cy="24087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359128" name="AutoShape 96"/>
          <p:cNvSpPr/>
          <p:nvPr/>
        </p:nvSpPr>
        <p:spPr bwMode="auto">
          <a:xfrm flipH="1">
            <a:off x="1810379" y="1894737"/>
            <a:ext cx="2604051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163813" name="AutoShape 97"/>
          <p:cNvSpPr/>
          <p:nvPr/>
        </p:nvSpPr>
        <p:spPr bwMode="auto">
          <a:xfrm flipV="1">
            <a:off x="1831790" y="1894737"/>
            <a:ext cx="0" cy="17105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2544271" name="AutoShape 98"/>
          <p:cNvSpPr/>
          <p:nvPr/>
        </p:nvSpPr>
        <p:spPr bwMode="auto">
          <a:xfrm flipV="1">
            <a:off x="5712317" y="3325248"/>
            <a:ext cx="0" cy="19626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546891" name="AutoShape 99"/>
          <p:cNvSpPr/>
          <p:nvPr/>
        </p:nvSpPr>
        <p:spPr bwMode="auto">
          <a:xfrm flipV="1">
            <a:off x="9257600" y="4008758"/>
            <a:ext cx="0" cy="24087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5172173" name="AutoShape 100"/>
          <p:cNvSpPr/>
          <p:nvPr/>
        </p:nvSpPr>
        <p:spPr bwMode="auto">
          <a:xfrm flipH="1">
            <a:off x="2085606" y="4493257"/>
            <a:ext cx="189462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538531" name="Freeform 102"/>
          <p:cNvSpPr/>
          <p:nvPr/>
        </p:nvSpPr>
        <p:spPr bwMode="auto">
          <a:xfrm rot="0" flipH="0" flipV="0">
            <a:off x="2275068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7261312" name="TextBox 103"/>
          <p:cNvSpPr txBox="1"/>
          <p:nvPr/>
        </p:nvSpPr>
        <p:spPr bwMode="auto">
          <a:xfrm rot="0" flipH="0" flipV="0">
            <a:off x="2275068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その他の公開鍵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5604624" name="Freeform 105"/>
          <p:cNvSpPr/>
          <p:nvPr/>
        </p:nvSpPr>
        <p:spPr bwMode="auto">
          <a:xfrm rot="0" flipH="0" flipV="0">
            <a:off x="803264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26544640" name="TextBox 106"/>
          <p:cNvSpPr txBox="1"/>
          <p:nvPr/>
        </p:nvSpPr>
        <p:spPr bwMode="auto">
          <a:xfrm rot="0" flipH="0" flipV="0">
            <a:off x="803264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その他の秘密鍵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9614881" name="Freeform 108"/>
          <p:cNvSpPr/>
          <p:nvPr/>
        </p:nvSpPr>
        <p:spPr bwMode="auto">
          <a:xfrm rot="0" flipH="0" flipV="0">
            <a:off x="3751332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74434265" name="TextBox 109"/>
          <p:cNvSpPr txBox="1"/>
          <p:nvPr/>
        </p:nvSpPr>
        <p:spPr bwMode="auto">
          <a:xfrm rot="0" flipH="0" flipV="0">
            <a:off x="3751332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その他の住所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54840174" name="Freeform 111"/>
          <p:cNvSpPr/>
          <p:nvPr/>
        </p:nvSpPr>
        <p:spPr bwMode="auto">
          <a:xfrm rot="0" flipH="0" flipV="0">
            <a:off x="8616429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99157984" name="TextBox 112"/>
          <p:cNvSpPr txBox="1"/>
          <p:nvPr/>
        </p:nvSpPr>
        <p:spPr bwMode="auto">
          <a:xfrm rot="0" flipH="0" flipV="0">
            <a:off x="8616429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4712659" name="Freeform 114"/>
          <p:cNvSpPr/>
          <p:nvPr/>
        </p:nvSpPr>
        <p:spPr bwMode="auto">
          <a:xfrm rot="0" flipH="0" flipV="0">
            <a:off x="7144626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03447238" name="TextBox 115"/>
          <p:cNvSpPr txBox="1"/>
          <p:nvPr/>
        </p:nvSpPr>
        <p:spPr bwMode="auto">
          <a:xfrm rot="0" flipH="0" flipV="0">
            <a:off x="7144626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支払先 K1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46427463" name="Freeform 117"/>
          <p:cNvSpPr/>
          <p:nvPr/>
        </p:nvSpPr>
        <p:spPr bwMode="auto">
          <a:xfrm rot="0" flipH="0" flipV="0">
            <a:off x="10092693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199211383" name="TextBox 118"/>
          <p:cNvSpPr txBox="1"/>
          <p:nvPr/>
        </p:nvSpPr>
        <p:spPr bwMode="auto">
          <a:xfrm rot="0" flipH="0" flipV="0">
            <a:off x="10092693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795190077" name="AutoShape 119"/>
          <p:cNvSpPr/>
          <p:nvPr/>
        </p:nvSpPr>
        <p:spPr bwMode="auto">
          <a:xfrm flipH="1">
            <a:off x="5033673" y="4493257"/>
            <a:ext cx="2110952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523394" name="Freeform 121"/>
          <p:cNvSpPr/>
          <p:nvPr/>
        </p:nvSpPr>
        <p:spPr bwMode="auto">
          <a:xfrm rot="0" flipH="0" flipV="0">
            <a:off x="5447461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29168029" name="TextBox 122"/>
          <p:cNvSpPr txBox="1"/>
          <p:nvPr/>
        </p:nvSpPr>
        <p:spPr bwMode="auto">
          <a:xfrm rot="0" flipH="0" flipV="0">
            <a:off x="5447461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2回目の支払い BIP47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66321618" name="AutoShape 123"/>
          <p:cNvSpPr/>
          <p:nvPr/>
        </p:nvSpPr>
        <p:spPr bwMode="auto">
          <a:xfrm flipH="1">
            <a:off x="3557407" y="4493257"/>
            <a:ext cx="193923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3873386" name="AutoShape 124"/>
          <p:cNvSpPr/>
          <p:nvPr/>
        </p:nvSpPr>
        <p:spPr bwMode="auto">
          <a:xfrm flipH="1">
            <a:off x="8426967" y="4493257"/>
            <a:ext cx="189462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118442" name="Freeform 126"/>
          <p:cNvSpPr/>
          <p:nvPr/>
        </p:nvSpPr>
        <p:spPr bwMode="auto">
          <a:xfrm rot="0" flipH="0" flipV="0">
            <a:off x="8616429" y="352151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7403536" name="TextBox 127"/>
          <p:cNvSpPr txBox="1"/>
          <p:nvPr/>
        </p:nvSpPr>
        <p:spPr bwMode="auto">
          <a:xfrm rot="0" flipH="0" flipV="0">
            <a:off x="8616429" y="345377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62304858" name="AutoShape 128"/>
          <p:cNvSpPr/>
          <p:nvPr/>
        </p:nvSpPr>
        <p:spPr bwMode="auto">
          <a:xfrm>
            <a:off x="8427485" y="3037020"/>
            <a:ext cx="189462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814229" name="Freeform 130"/>
          <p:cNvSpPr/>
          <p:nvPr/>
        </p:nvSpPr>
        <p:spPr bwMode="auto">
          <a:xfrm rot="0" flipH="0" flipV="0">
            <a:off x="5448497" y="352151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61401325" name="TextBox 131"/>
          <p:cNvSpPr txBox="1"/>
          <p:nvPr/>
        </p:nvSpPr>
        <p:spPr bwMode="auto">
          <a:xfrm rot="0" flipH="0" flipV="0">
            <a:off x="5448497" y="345377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24003413" name="AutoShape 132"/>
          <p:cNvSpPr/>
          <p:nvPr/>
        </p:nvSpPr>
        <p:spPr bwMode="auto">
          <a:xfrm flipH="1">
            <a:off x="6067137" y="4063694"/>
            <a:ext cx="282841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4050048" name="AutoShape 133"/>
          <p:cNvSpPr/>
          <p:nvPr/>
        </p:nvSpPr>
        <p:spPr bwMode="auto">
          <a:xfrm flipV="1">
            <a:off x="6089150" y="4009273"/>
            <a:ext cx="0" cy="5441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3187135" name="AutoShape 134"/>
          <p:cNvSpPr/>
          <p:nvPr/>
        </p:nvSpPr>
        <p:spPr bwMode="auto">
          <a:xfrm flipV="1">
            <a:off x="8874141" y="4063694"/>
            <a:ext cx="0" cy="18594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023081" name="AutoShape 135"/>
          <p:cNvSpPr/>
          <p:nvPr/>
        </p:nvSpPr>
        <p:spPr bwMode="auto">
          <a:xfrm flipH="1">
            <a:off x="6467499" y="3347550"/>
            <a:ext cx="2406641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219341" name="AutoShape 136"/>
          <p:cNvSpPr/>
          <p:nvPr/>
        </p:nvSpPr>
        <p:spPr bwMode="auto">
          <a:xfrm flipV="1">
            <a:off x="6467499" y="3325248"/>
            <a:ext cx="0" cy="193361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814411" name="AutoShape 137"/>
          <p:cNvSpPr/>
          <p:nvPr/>
        </p:nvSpPr>
        <p:spPr bwMode="auto">
          <a:xfrm flipV="1">
            <a:off x="8874141" y="3325248"/>
            <a:ext cx="0" cy="19247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05125" name="AutoShape 138"/>
          <p:cNvSpPr/>
          <p:nvPr/>
        </p:nvSpPr>
        <p:spPr bwMode="auto">
          <a:xfrm flipH="1">
            <a:off x="4368036" y="3347550"/>
            <a:ext cx="134428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063491" name="AutoShape 139"/>
          <p:cNvSpPr/>
          <p:nvPr/>
        </p:nvSpPr>
        <p:spPr bwMode="auto">
          <a:xfrm flipV="1">
            <a:off x="4392504" y="1894737"/>
            <a:ext cx="0" cy="1452813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68333" name="AutoShape 140"/>
          <p:cNvSpPr/>
          <p:nvPr/>
        </p:nvSpPr>
        <p:spPr bwMode="auto">
          <a:xfrm flipV="1">
            <a:off x="9899287" y="1581298"/>
            <a:ext cx="193923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337308" name="Freeform 142"/>
          <p:cNvSpPr/>
          <p:nvPr/>
        </p:nvSpPr>
        <p:spPr bwMode="auto">
          <a:xfrm rot="0" flipH="0" flipV="0">
            <a:off x="10090227" y="3517726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6900116" name="TextBox 143"/>
          <p:cNvSpPr txBox="1"/>
          <p:nvPr/>
        </p:nvSpPr>
        <p:spPr bwMode="auto">
          <a:xfrm rot="0" flipH="0" flipV="0">
            <a:off x="10090227" y="3449979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740060998" name="Freeform 145"/>
          <p:cNvSpPr/>
          <p:nvPr/>
        </p:nvSpPr>
        <p:spPr bwMode="auto">
          <a:xfrm rot="0" flipH="0" flipV="0">
            <a:off x="10093212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310975778" name="TextBox 146"/>
          <p:cNvSpPr txBox="1"/>
          <p:nvPr/>
        </p:nvSpPr>
        <p:spPr bwMode="auto">
          <a:xfrm rot="0" flipH="0" flipV="0">
            <a:off x="10093212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066632023" name="AutoShape 147"/>
          <p:cNvSpPr/>
          <p:nvPr/>
        </p:nvSpPr>
        <p:spPr bwMode="auto">
          <a:xfrm flipV="1">
            <a:off x="10093212" y="1559887"/>
            <a:ext cx="0" cy="223023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3123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8595" y="220700"/>
            <a:ext cx="12058233" cy="647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659567" name="Freeform 27"/>
          <p:cNvSpPr/>
          <p:nvPr/>
        </p:nvSpPr>
        <p:spPr bwMode="auto">
          <a:xfrm rot="0" flipH="0" flipV="0">
            <a:off x="707304" y="710764"/>
            <a:ext cx="4438125" cy="4627391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32505352" name="TextBox 28"/>
          <p:cNvSpPr txBox="1"/>
          <p:nvPr/>
        </p:nvSpPr>
        <p:spPr bwMode="auto">
          <a:xfrm rot="0" flipH="0" flipV="0">
            <a:off x="707304" y="642747"/>
            <a:ext cx="4438125" cy="46954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アリス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23029509" name="AutoShape 29"/>
          <p:cNvSpPr/>
          <p:nvPr/>
        </p:nvSpPr>
        <p:spPr bwMode="auto">
          <a:xfrm flipH="1">
            <a:off x="2186632" y="1070003"/>
            <a:ext cx="0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060980" name="AutoShape 30"/>
          <p:cNvSpPr/>
          <p:nvPr/>
        </p:nvSpPr>
        <p:spPr bwMode="auto">
          <a:xfrm>
            <a:off x="707305" y="1070003"/>
            <a:ext cx="4438125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47407" name="AutoShape 31"/>
          <p:cNvSpPr/>
          <p:nvPr/>
        </p:nvSpPr>
        <p:spPr bwMode="auto">
          <a:xfrm>
            <a:off x="3662666" y="1070003"/>
            <a:ext cx="3366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985132" name="Freeform 33"/>
          <p:cNvSpPr/>
          <p:nvPr/>
        </p:nvSpPr>
        <p:spPr bwMode="auto">
          <a:xfrm rot="0" flipH="0" flipV="0">
            <a:off x="2280918" y="1547993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2141162" name="TextBox 34"/>
          <p:cNvSpPr txBox="1"/>
          <p:nvPr/>
        </p:nvSpPr>
        <p:spPr bwMode="auto">
          <a:xfrm rot="0" flipH="0" flipV="0">
            <a:off x="2280918" y="1479975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支払コード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88689027" name="TextBox 35"/>
          <p:cNvSpPr txBox="1"/>
          <p:nvPr/>
        </p:nvSpPr>
        <p:spPr bwMode="auto">
          <a:xfrm>
            <a:off x="707305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秘密鍵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7759786" name="TextBox 36"/>
          <p:cNvSpPr txBox="1"/>
          <p:nvPr/>
        </p:nvSpPr>
        <p:spPr bwMode="auto">
          <a:xfrm>
            <a:off x="2186704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公開鍵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29864736" name="TextBox 37"/>
          <p:cNvSpPr txBox="1"/>
          <p:nvPr/>
        </p:nvSpPr>
        <p:spPr bwMode="auto">
          <a:xfrm>
            <a:off x="3667143" y="1093548"/>
            <a:ext cx="1481125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住所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54864970" name="Freeform 39"/>
          <p:cNvSpPr/>
          <p:nvPr/>
        </p:nvSpPr>
        <p:spPr bwMode="auto">
          <a:xfrm rot="0" flipH="0" flipV="0">
            <a:off x="7073988" y="710764"/>
            <a:ext cx="4438125" cy="4627391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694879526" name="TextBox 40"/>
          <p:cNvSpPr txBox="1"/>
          <p:nvPr/>
        </p:nvSpPr>
        <p:spPr bwMode="auto">
          <a:xfrm rot="0" flipH="0" flipV="0">
            <a:off x="7073988" y="642747"/>
            <a:ext cx="4438125" cy="46954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ボブ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1059813891" name="AutoShape 41"/>
          <p:cNvSpPr/>
          <p:nvPr/>
        </p:nvSpPr>
        <p:spPr bwMode="auto">
          <a:xfrm>
            <a:off x="7073989" y="1070003"/>
            <a:ext cx="4438125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8054817" name="AutoShape 42"/>
          <p:cNvSpPr/>
          <p:nvPr/>
        </p:nvSpPr>
        <p:spPr bwMode="auto">
          <a:xfrm>
            <a:off x="8553315" y="1070003"/>
            <a:ext cx="0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946012" name="AutoShape 43"/>
          <p:cNvSpPr/>
          <p:nvPr/>
        </p:nvSpPr>
        <p:spPr bwMode="auto">
          <a:xfrm>
            <a:off x="10029348" y="1070003"/>
            <a:ext cx="3366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009777" name="Freeform 45"/>
          <p:cNvSpPr/>
          <p:nvPr/>
        </p:nvSpPr>
        <p:spPr bwMode="auto">
          <a:xfrm rot="0" flipH="0" flipV="0">
            <a:off x="8647601" y="1547993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031431" name="TextBox 46"/>
          <p:cNvSpPr txBox="1"/>
          <p:nvPr/>
        </p:nvSpPr>
        <p:spPr bwMode="auto">
          <a:xfrm rot="0" flipH="0" flipV="0">
            <a:off x="8647601" y="1479975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支払先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27024380" name="TextBox 47"/>
          <p:cNvSpPr txBox="1"/>
          <p:nvPr/>
        </p:nvSpPr>
        <p:spPr bwMode="auto">
          <a:xfrm>
            <a:off x="7073989" y="1093548"/>
            <a:ext cx="1481125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住所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04123572" name="TextBox 48"/>
          <p:cNvSpPr txBox="1"/>
          <p:nvPr/>
        </p:nvSpPr>
        <p:spPr bwMode="auto">
          <a:xfrm>
            <a:off x="8553387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公開鍵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47985923" name="TextBox 49"/>
          <p:cNvSpPr txBox="1"/>
          <p:nvPr/>
        </p:nvSpPr>
        <p:spPr bwMode="auto">
          <a:xfrm>
            <a:off x="10033827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秘密鍵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33004495" name="Freeform 51"/>
          <p:cNvSpPr/>
          <p:nvPr/>
        </p:nvSpPr>
        <p:spPr bwMode="auto">
          <a:xfrm rot="0" flipH="0" flipV="0">
            <a:off x="8647601" y="29936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94974943" name="TextBox 52"/>
          <p:cNvSpPr txBox="1"/>
          <p:nvPr/>
        </p:nvSpPr>
        <p:spPr bwMode="auto">
          <a:xfrm rot="0" flipH="0" flipV="0">
            <a:off x="8647601" y="29256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458591446" name="Freeform 54"/>
          <p:cNvSpPr/>
          <p:nvPr/>
        </p:nvSpPr>
        <p:spPr bwMode="auto">
          <a:xfrm rot="0" flipH="0" flipV="0">
            <a:off x="7169920" y="29936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31205062" name="TextBox 55"/>
          <p:cNvSpPr txBox="1"/>
          <p:nvPr/>
        </p:nvSpPr>
        <p:spPr bwMode="auto">
          <a:xfrm rot="0" flipH="0" flipV="0">
            <a:off x="7169920" y="29256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支払先 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33802303" name="Freeform 57"/>
          <p:cNvSpPr/>
          <p:nvPr/>
        </p:nvSpPr>
        <p:spPr bwMode="auto">
          <a:xfrm rot="0" flipH="0" flipV="0">
            <a:off x="5465979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94422493" name="TextBox 58"/>
          <p:cNvSpPr txBox="1"/>
          <p:nvPr/>
        </p:nvSpPr>
        <p:spPr bwMode="auto">
          <a:xfrm rot="0" flipH="0" flipV="0">
            <a:off x="5465979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76807725" name="AutoShape 60"/>
          <p:cNvSpPr/>
          <p:nvPr/>
        </p:nvSpPr>
        <p:spPr bwMode="auto">
          <a:xfrm flipH="1">
            <a:off x="1312180" y="6059245"/>
            <a:ext cx="73784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101179909" name="TextBox 65"/>
          <p:cNvSpPr txBox="1"/>
          <p:nvPr/>
        </p:nvSpPr>
        <p:spPr bwMode="auto">
          <a:xfrm>
            <a:off x="2344905" y="5605168"/>
            <a:ext cx="3910738" cy="18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子キー派生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4263278" name="TextBox 66"/>
          <p:cNvSpPr txBox="1"/>
          <p:nvPr/>
        </p:nvSpPr>
        <p:spPr bwMode="auto">
          <a:xfrm>
            <a:off x="2344906" y="5946473"/>
            <a:ext cx="3907139" cy="18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公開鍵の導出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364392" name="Freeform 71"/>
          <p:cNvSpPr/>
          <p:nvPr/>
        </p:nvSpPr>
        <p:spPr bwMode="auto">
          <a:xfrm rot="0" flipH="0" flipV="0">
            <a:off x="2281156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760700263" name="TextBox 72"/>
          <p:cNvSpPr txBox="1"/>
          <p:nvPr/>
        </p:nvSpPr>
        <p:spPr bwMode="auto">
          <a:xfrm rot="0" flipH="0" flipV="0">
            <a:off x="2281156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02066170" name="Freeform 74"/>
          <p:cNvSpPr/>
          <p:nvPr/>
        </p:nvSpPr>
        <p:spPr bwMode="auto">
          <a:xfrm rot="0" flipH="0" flipV="0">
            <a:off x="8649320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172942835" name="TextBox 75"/>
          <p:cNvSpPr txBox="1"/>
          <p:nvPr/>
        </p:nvSpPr>
        <p:spPr bwMode="auto">
          <a:xfrm rot="0" flipH="0" flipV="0">
            <a:off x="8649320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062395114" name="Freeform 77"/>
          <p:cNvSpPr/>
          <p:nvPr/>
        </p:nvSpPr>
        <p:spPr bwMode="auto">
          <a:xfrm rot="0" flipH="0" flipV="0">
            <a:off x="7171805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93913838" name="TextBox 78"/>
          <p:cNvSpPr txBox="1"/>
          <p:nvPr/>
        </p:nvSpPr>
        <p:spPr bwMode="auto">
          <a:xfrm rot="0" flipH="0" flipV="0">
            <a:off x="7171805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通知先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55412533" name="AutoShape 79"/>
          <p:cNvSpPr/>
          <p:nvPr/>
        </p:nvSpPr>
        <p:spPr bwMode="auto">
          <a:xfrm>
            <a:off x="8459267" y="2507708"/>
            <a:ext cx="190053" cy="0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978566" name="AutoShape 80"/>
          <p:cNvSpPr/>
          <p:nvPr/>
        </p:nvSpPr>
        <p:spPr bwMode="auto">
          <a:xfrm>
            <a:off x="2092584" y="2503901"/>
            <a:ext cx="188571" cy="3807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126878" name="AutoShape 81"/>
          <p:cNvSpPr/>
          <p:nvPr/>
        </p:nvSpPr>
        <p:spPr bwMode="auto">
          <a:xfrm flipH="1" flipV="1">
            <a:off x="4406288" y="3968985"/>
            <a:ext cx="1060210" cy="15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057706" name="Freeform 83"/>
          <p:cNvSpPr/>
          <p:nvPr/>
        </p:nvSpPr>
        <p:spPr bwMode="auto">
          <a:xfrm rot="0" flipH="0" flipV="0">
            <a:off x="8647081" y="4455674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591909570" name="TextBox 84"/>
          <p:cNvSpPr txBox="1"/>
          <p:nvPr/>
        </p:nvSpPr>
        <p:spPr bwMode="auto">
          <a:xfrm rot="0" flipH="0" flipV="0">
            <a:off x="8647081" y="4387656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18178902" name="Freeform 86"/>
          <p:cNvSpPr/>
          <p:nvPr/>
        </p:nvSpPr>
        <p:spPr bwMode="auto">
          <a:xfrm rot="0" flipH="0" flipV="0">
            <a:off x="7169400" y="4455674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122666" name="TextBox 87"/>
          <p:cNvSpPr txBox="1"/>
          <p:nvPr/>
        </p:nvSpPr>
        <p:spPr bwMode="auto">
          <a:xfrm rot="0" flipH="0" flipV="0">
            <a:off x="7169400" y="4387656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支払先 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98764479" name="AutoShape 88"/>
          <p:cNvSpPr/>
          <p:nvPr/>
        </p:nvSpPr>
        <p:spPr bwMode="auto">
          <a:xfrm flipH="1">
            <a:off x="8456861" y="4700268"/>
            <a:ext cx="19021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43441" name="Freeform 90"/>
          <p:cNvSpPr/>
          <p:nvPr/>
        </p:nvSpPr>
        <p:spPr bwMode="auto">
          <a:xfrm rot="0" flipH="0" flipV="0">
            <a:off x="8647081" y="3724650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023917791" name="TextBox 91"/>
          <p:cNvSpPr txBox="1"/>
          <p:nvPr/>
        </p:nvSpPr>
        <p:spPr bwMode="auto">
          <a:xfrm rot="0" flipH="0" flipV="0">
            <a:off x="8647081" y="365663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43850165" name="Freeform 93"/>
          <p:cNvSpPr/>
          <p:nvPr/>
        </p:nvSpPr>
        <p:spPr bwMode="auto">
          <a:xfrm rot="0" flipH="0" flipV="0">
            <a:off x="5466499" y="3724650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52311977" name="TextBox 94"/>
          <p:cNvSpPr txBox="1"/>
          <p:nvPr/>
        </p:nvSpPr>
        <p:spPr bwMode="auto">
          <a:xfrm rot="0" flipH="0" flipV="0">
            <a:off x="5466499" y="365663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44288803" name="AutoShape 95"/>
          <p:cNvSpPr/>
          <p:nvPr/>
        </p:nvSpPr>
        <p:spPr bwMode="auto">
          <a:xfrm flipH="1" flipV="1">
            <a:off x="6087609" y="4268989"/>
            <a:ext cx="4456012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36730030" name="AutoShape 96"/>
          <p:cNvSpPr/>
          <p:nvPr/>
        </p:nvSpPr>
        <p:spPr bwMode="auto">
          <a:xfrm flipH="1" flipV="1">
            <a:off x="6109709" y="4214351"/>
            <a:ext cx="0" cy="5463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263098" name="AutoShape 97"/>
          <p:cNvSpPr/>
          <p:nvPr/>
        </p:nvSpPr>
        <p:spPr bwMode="auto">
          <a:xfrm flipH="1" flipV="1">
            <a:off x="6489569" y="3549988"/>
            <a:ext cx="428392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8990250" name="AutoShape 98"/>
          <p:cNvSpPr/>
          <p:nvPr/>
        </p:nvSpPr>
        <p:spPr bwMode="auto">
          <a:xfrm flipV="1">
            <a:off x="6489569" y="3527595"/>
            <a:ext cx="0" cy="19413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771814" name="AutoShape 99"/>
          <p:cNvSpPr/>
          <p:nvPr/>
        </p:nvSpPr>
        <p:spPr bwMode="auto">
          <a:xfrm flipV="1">
            <a:off x="10768775" y="3527595"/>
            <a:ext cx="0" cy="19324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009358" name="AutoShape 100"/>
          <p:cNvSpPr/>
          <p:nvPr/>
        </p:nvSpPr>
        <p:spPr bwMode="auto">
          <a:xfrm flipV="1">
            <a:off x="4406288" y="2503901"/>
            <a:ext cx="0" cy="149041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7748149" name="AutoShape 101"/>
          <p:cNvSpPr/>
          <p:nvPr/>
        </p:nvSpPr>
        <p:spPr bwMode="auto">
          <a:xfrm flipH="1">
            <a:off x="11414224" y="3969243"/>
            <a:ext cx="195219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9937" name="AutoShape 102"/>
          <p:cNvSpPr/>
          <p:nvPr/>
        </p:nvSpPr>
        <p:spPr bwMode="auto">
          <a:xfrm flipV="1">
            <a:off x="11414744" y="1776682"/>
            <a:ext cx="194697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08944" name="AutoShape 103"/>
          <p:cNvSpPr/>
          <p:nvPr/>
        </p:nvSpPr>
        <p:spPr bwMode="auto">
          <a:xfrm flipV="1">
            <a:off x="11609443" y="1755183"/>
            <a:ext cx="0" cy="2239137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839099" name="Freeform 105"/>
          <p:cNvSpPr/>
          <p:nvPr/>
        </p:nvSpPr>
        <p:spPr bwMode="auto">
          <a:xfrm rot="0" flipH="0" flipV="0">
            <a:off x="10125564" y="1547736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54965684" name="TextBox 106"/>
          <p:cNvSpPr txBox="1"/>
          <p:nvPr/>
        </p:nvSpPr>
        <p:spPr bwMode="auto">
          <a:xfrm rot="0" flipH="0" flipV="0">
            <a:off x="10125564" y="1479718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マスターキー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62611325" name="Freeform 108"/>
          <p:cNvSpPr/>
          <p:nvPr/>
        </p:nvSpPr>
        <p:spPr bwMode="auto">
          <a:xfrm rot="0" flipH="0" flipV="0">
            <a:off x="10127283" y="227876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17082877" name="TextBox 109"/>
          <p:cNvSpPr txBox="1"/>
          <p:nvPr/>
        </p:nvSpPr>
        <p:spPr bwMode="auto">
          <a:xfrm rot="0" flipH="0" flipV="0">
            <a:off x="10127283" y="221074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98404605" name="Freeform 111"/>
          <p:cNvSpPr/>
          <p:nvPr/>
        </p:nvSpPr>
        <p:spPr bwMode="auto">
          <a:xfrm rot="0" flipH="0" flipV="0">
            <a:off x="10125045" y="44713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41325098" name="TextBox 112"/>
          <p:cNvSpPr txBox="1"/>
          <p:nvPr/>
        </p:nvSpPr>
        <p:spPr bwMode="auto">
          <a:xfrm rot="0" flipH="0" flipV="0">
            <a:off x="10125045" y="44033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17947795" name="Freeform 114"/>
          <p:cNvSpPr/>
          <p:nvPr/>
        </p:nvSpPr>
        <p:spPr bwMode="auto">
          <a:xfrm rot="0" flipH="0" flipV="0">
            <a:off x="10125045" y="3740296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45890292" name="TextBox 115"/>
          <p:cNvSpPr txBox="1"/>
          <p:nvPr/>
        </p:nvSpPr>
        <p:spPr bwMode="auto">
          <a:xfrm rot="0" flipH="0" flipV="0">
            <a:off x="10125045" y="3672278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97520793" name="AutoShape 116"/>
          <p:cNvSpPr/>
          <p:nvPr/>
        </p:nvSpPr>
        <p:spPr bwMode="auto">
          <a:xfrm flipV="1">
            <a:off x="9935062" y="1776536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347987" name="AutoShape 117"/>
          <p:cNvSpPr/>
          <p:nvPr/>
        </p:nvSpPr>
        <p:spPr bwMode="auto">
          <a:xfrm flipV="1">
            <a:off x="9936781" y="2507562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295403" name="AutoShape 118"/>
          <p:cNvSpPr/>
          <p:nvPr/>
        </p:nvSpPr>
        <p:spPr bwMode="auto">
          <a:xfrm flipV="1">
            <a:off x="9934542" y="3969097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581925" name="AutoShape 119"/>
          <p:cNvSpPr/>
          <p:nvPr/>
        </p:nvSpPr>
        <p:spPr bwMode="auto">
          <a:xfrm flipH="1">
            <a:off x="8459267" y="3238217"/>
            <a:ext cx="19021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963591" name="AutoShape 120"/>
          <p:cNvSpPr/>
          <p:nvPr/>
        </p:nvSpPr>
        <p:spPr bwMode="auto">
          <a:xfrm flipH="1">
            <a:off x="11412505" y="2507450"/>
            <a:ext cx="195219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8759257" name="Freeform 122"/>
          <p:cNvSpPr/>
          <p:nvPr/>
        </p:nvSpPr>
        <p:spPr bwMode="auto">
          <a:xfrm rot="0" flipH="0" flipV="0">
            <a:off x="10125564" y="3009269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722225368" name="TextBox 123"/>
          <p:cNvSpPr txBox="1"/>
          <p:nvPr/>
        </p:nvSpPr>
        <p:spPr bwMode="auto">
          <a:xfrm rot="0" flipH="0" flipV="0">
            <a:off x="10125564" y="294125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37199006" name="AutoShape 124"/>
          <p:cNvSpPr/>
          <p:nvPr/>
        </p:nvSpPr>
        <p:spPr bwMode="auto">
          <a:xfrm flipH="1" flipV="1">
            <a:off x="6489805" y="2104357"/>
            <a:ext cx="428392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55564271" name="AutoShape 125"/>
          <p:cNvSpPr/>
          <p:nvPr/>
        </p:nvSpPr>
        <p:spPr bwMode="auto">
          <a:xfrm flipH="0" flipV="1">
            <a:off x="6489805" y="2104159"/>
            <a:ext cx="0" cy="194133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967990" name="AutoShape 126"/>
          <p:cNvSpPr/>
          <p:nvPr/>
        </p:nvSpPr>
        <p:spPr bwMode="auto">
          <a:xfrm flipV="1">
            <a:off x="10769011" y="2104159"/>
            <a:ext cx="0" cy="19324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56041" name="AutoShape 127"/>
          <p:cNvSpPr/>
          <p:nvPr/>
        </p:nvSpPr>
        <p:spPr bwMode="auto">
          <a:xfrm flipH="1">
            <a:off x="9935062" y="3238072"/>
            <a:ext cx="190503" cy="3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328694" name="AutoShape 128"/>
          <p:cNvSpPr/>
          <p:nvPr/>
        </p:nvSpPr>
        <p:spPr bwMode="auto">
          <a:xfrm flipH="1">
            <a:off x="9934542" y="4700123"/>
            <a:ext cx="190503" cy="3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661159" name="AutoShape 129"/>
          <p:cNvSpPr/>
          <p:nvPr/>
        </p:nvSpPr>
        <p:spPr bwMode="auto">
          <a:xfrm flipV="1">
            <a:off x="10773491" y="4213578"/>
            <a:ext cx="0" cy="24183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301584" name="AutoShape 130"/>
          <p:cNvSpPr/>
          <p:nvPr/>
        </p:nvSpPr>
        <p:spPr bwMode="auto">
          <a:xfrm flipV="1">
            <a:off x="10521230" y="4268989"/>
            <a:ext cx="0" cy="186684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3339222" name="AutoShape 131"/>
          <p:cNvSpPr/>
          <p:nvPr/>
        </p:nvSpPr>
        <p:spPr bwMode="auto">
          <a:xfrm flipH="1">
            <a:off x="6087899" y="2807712"/>
            <a:ext cx="4456012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6393961" name="AutoShape 132"/>
          <p:cNvSpPr/>
          <p:nvPr/>
        </p:nvSpPr>
        <p:spPr bwMode="auto">
          <a:xfrm flipV="1">
            <a:off x="6110001" y="2753074"/>
            <a:ext cx="0" cy="5463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912325" name="AutoShape 133"/>
          <p:cNvSpPr/>
          <p:nvPr/>
        </p:nvSpPr>
        <p:spPr bwMode="auto">
          <a:xfrm flipV="1">
            <a:off x="10773781" y="2752300"/>
            <a:ext cx="0" cy="24183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229086" name="AutoShape 134"/>
          <p:cNvSpPr/>
          <p:nvPr/>
        </p:nvSpPr>
        <p:spPr bwMode="auto">
          <a:xfrm flipV="1">
            <a:off x="10521522" y="2807712"/>
            <a:ext cx="0" cy="186684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537134" name="AutoShape 135"/>
          <p:cNvSpPr/>
          <p:nvPr/>
        </p:nvSpPr>
        <p:spPr bwMode="auto">
          <a:xfrm>
            <a:off x="2092584" y="1776423"/>
            <a:ext cx="188332" cy="25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9599246" name="Freeform 137"/>
          <p:cNvSpPr/>
          <p:nvPr/>
        </p:nvSpPr>
        <p:spPr bwMode="auto">
          <a:xfrm rot="0" flipH="0" flipV="0">
            <a:off x="805123" y="2259307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086280693" name="TextBox 138"/>
          <p:cNvSpPr txBox="1"/>
          <p:nvPr/>
        </p:nvSpPr>
        <p:spPr bwMode="auto">
          <a:xfrm rot="0" flipH="0" flipV="0">
            <a:off x="805123" y="2191289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2010615777" name="AutoShape 139"/>
          <p:cNvSpPr/>
          <p:nvPr/>
        </p:nvSpPr>
        <p:spPr bwMode="auto">
          <a:xfrm flipH="1">
            <a:off x="3568617" y="2507708"/>
            <a:ext cx="1897362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871151" name="Freeform 141"/>
          <p:cNvSpPr/>
          <p:nvPr/>
        </p:nvSpPr>
        <p:spPr bwMode="auto">
          <a:xfrm rot="0" flipH="0" flipV="0">
            <a:off x="805123" y="1531829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70238659" name="TextBox 142"/>
          <p:cNvSpPr txBox="1"/>
          <p:nvPr/>
        </p:nvSpPr>
        <p:spPr bwMode="auto">
          <a:xfrm rot="0" flipH="0" flipV="0">
            <a:off x="805123" y="146381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032598770" name="AutoShape 143"/>
          <p:cNvSpPr/>
          <p:nvPr/>
        </p:nvSpPr>
        <p:spPr bwMode="auto">
          <a:xfrm flipH="1">
            <a:off x="2092584" y="1755183"/>
            <a:ext cx="0" cy="768429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169162" name="AutoShape 69"/>
          <p:cNvSpPr/>
          <p:nvPr/>
        </p:nvSpPr>
        <p:spPr bwMode="auto">
          <a:xfrm>
            <a:off x="6690258" y="6109764"/>
            <a:ext cx="731376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758572666" name="AutoShape 71"/>
          <p:cNvSpPr/>
          <p:nvPr/>
        </p:nvSpPr>
        <p:spPr bwMode="auto">
          <a:xfrm>
            <a:off x="1308821" y="5665633"/>
            <a:ext cx="73325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42425188" name="AutoShape 72"/>
          <p:cNvSpPr/>
          <p:nvPr/>
        </p:nvSpPr>
        <p:spPr bwMode="auto">
          <a:xfrm flipH="1">
            <a:off x="1310698" y="6388731"/>
            <a:ext cx="734913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44324615" name="AutoShape 73"/>
          <p:cNvSpPr/>
          <p:nvPr/>
        </p:nvSpPr>
        <p:spPr bwMode="auto">
          <a:xfrm flipH="1">
            <a:off x="6690258" y="5774302"/>
            <a:ext cx="734913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199184729" name="TextBox 74"/>
          <p:cNvSpPr txBox="1"/>
          <p:nvPr/>
        </p:nvSpPr>
        <p:spPr bwMode="auto">
          <a:xfrm>
            <a:off x="5352945" y="900769"/>
            <a:ext cx="1475241" cy="166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秘密の共有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73424645" name="TextBox 77"/>
          <p:cNvSpPr txBox="1"/>
          <p:nvPr/>
        </p:nvSpPr>
        <p:spPr bwMode="auto">
          <a:xfrm>
            <a:off x="2339316" y="6275728"/>
            <a:ext cx="3891968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80224688" name="TextBox 78"/>
          <p:cNvSpPr txBox="1"/>
          <p:nvPr/>
        </p:nvSpPr>
        <p:spPr bwMode="auto">
          <a:xfrm>
            <a:off x="7718877" y="5666589"/>
            <a:ext cx="3710574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楕円曲線上の点の加算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03503592" name="TextBox 79"/>
          <p:cNvSpPr txBox="1"/>
          <p:nvPr/>
        </p:nvSpPr>
        <p:spPr bwMode="auto">
          <a:xfrm>
            <a:off x="7718877" y="6003817"/>
            <a:ext cx="3891968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アドレス派生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86597886" name="AutoShape 133"/>
          <p:cNvSpPr/>
          <p:nvPr/>
        </p:nvSpPr>
        <p:spPr bwMode="auto">
          <a:xfrm flipV="1">
            <a:off x="6089149" y="4009272"/>
            <a:ext cx="0" cy="54418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462949" name="Freeform 26"/>
          <p:cNvSpPr/>
          <p:nvPr/>
        </p:nvSpPr>
        <p:spPr bwMode="auto">
          <a:xfrm>
            <a:off x="3289788" y="374714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19870" name="Freeform 27"/>
          <p:cNvSpPr/>
          <p:nvPr/>
        </p:nvSpPr>
        <p:spPr bwMode="auto">
          <a:xfrm>
            <a:off x="8192750" y="374714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026552" name="Freeform 29"/>
          <p:cNvSpPr/>
          <p:nvPr/>
        </p:nvSpPr>
        <p:spPr bwMode="auto">
          <a:xfrm rot="0" flipH="0" flipV="0">
            <a:off x="3301606" y="1314652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320788359" name="TextBox 30"/>
          <p:cNvSpPr txBox="1"/>
          <p:nvPr/>
        </p:nvSpPr>
        <p:spPr bwMode="auto">
          <a:xfrm rot="0" flipH="0" flipV="0">
            <a:off x="3359699" y="1336438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872708092" name="Freeform 32"/>
          <p:cNvSpPr/>
          <p:nvPr/>
        </p:nvSpPr>
        <p:spPr bwMode="auto">
          <a:xfrm rot="0" flipH="0" flipV="0">
            <a:off x="3301606" y="221475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81741243" name="TextBox 33"/>
          <p:cNvSpPr txBox="1"/>
          <p:nvPr/>
        </p:nvSpPr>
        <p:spPr bwMode="auto">
          <a:xfrm rot="0" flipH="0" flipV="0">
            <a:off x="3359699" y="223654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1262319" name="Freeform 35"/>
          <p:cNvSpPr/>
          <p:nvPr/>
        </p:nvSpPr>
        <p:spPr bwMode="auto">
          <a:xfrm rot="0" flipH="0" flipV="0">
            <a:off x="3527177" y="1991034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5396897" name="TextBox 36"/>
          <p:cNvSpPr txBox="1"/>
          <p:nvPr/>
        </p:nvSpPr>
        <p:spPr bwMode="auto">
          <a:xfrm rot="0" flipH="0" flipV="0">
            <a:off x="3542976" y="1996959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759396105" name="Freeform 38"/>
          <p:cNvSpPr/>
          <p:nvPr/>
        </p:nvSpPr>
        <p:spPr bwMode="auto">
          <a:xfrm rot="0" flipH="0" flipV="0">
            <a:off x="3301606" y="311040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126318480" name="TextBox 39"/>
          <p:cNvSpPr txBox="1"/>
          <p:nvPr/>
        </p:nvSpPr>
        <p:spPr bwMode="auto">
          <a:xfrm rot="0" flipH="0" flipV="0">
            <a:off x="3359699" y="313218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50543789" name="Freeform 40"/>
          <p:cNvSpPr/>
          <p:nvPr/>
        </p:nvSpPr>
        <p:spPr bwMode="auto">
          <a:xfrm>
            <a:off x="3476100" y="2889626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676216" name="TextBox 41"/>
          <p:cNvSpPr txBox="1"/>
          <p:nvPr/>
        </p:nvSpPr>
        <p:spPr bwMode="auto">
          <a:xfrm>
            <a:off x="3466823" y="716315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87445694" name="TextBox 42"/>
          <p:cNvSpPr txBox="1"/>
          <p:nvPr/>
        </p:nvSpPr>
        <p:spPr bwMode="auto">
          <a:xfrm>
            <a:off x="8369785" y="716315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50572483" name="Freeform 44"/>
          <p:cNvSpPr/>
          <p:nvPr/>
        </p:nvSpPr>
        <p:spPr bwMode="auto">
          <a:xfrm rot="0" flipH="0" flipV="0">
            <a:off x="3301606" y="4106013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272075715" name="TextBox 45"/>
          <p:cNvSpPr txBox="1"/>
          <p:nvPr/>
        </p:nvSpPr>
        <p:spPr bwMode="auto">
          <a:xfrm rot="0" flipH="0" flipV="0">
            <a:off x="3359699" y="4127799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398804412" name="Freeform 47"/>
          <p:cNvSpPr/>
          <p:nvPr/>
        </p:nvSpPr>
        <p:spPr bwMode="auto">
          <a:xfrm rot="0" flipH="0" flipV="0">
            <a:off x="3301606" y="50061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97928031" name="TextBox 48"/>
          <p:cNvSpPr txBox="1"/>
          <p:nvPr/>
        </p:nvSpPr>
        <p:spPr bwMode="auto">
          <a:xfrm rot="0" flipH="0" flipV="0">
            <a:off x="3359699" y="50279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7327456" name="Freeform 50"/>
          <p:cNvSpPr/>
          <p:nvPr/>
        </p:nvSpPr>
        <p:spPr bwMode="auto">
          <a:xfrm rot="0" flipH="0" flipV="0">
            <a:off x="3527177" y="4782395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8273947" name="TextBox 51"/>
          <p:cNvSpPr txBox="1"/>
          <p:nvPr/>
        </p:nvSpPr>
        <p:spPr bwMode="auto">
          <a:xfrm rot="0" flipH="0" flipV="0">
            <a:off x="3542976" y="4788320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631528083" name="Freeform 53"/>
          <p:cNvSpPr/>
          <p:nvPr/>
        </p:nvSpPr>
        <p:spPr bwMode="auto">
          <a:xfrm rot="0" flipH="0" flipV="0">
            <a:off x="3301606" y="590176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831638655" name="TextBox 54"/>
          <p:cNvSpPr txBox="1"/>
          <p:nvPr/>
        </p:nvSpPr>
        <p:spPr bwMode="auto">
          <a:xfrm rot="0" flipH="0" flipV="0">
            <a:off x="3359699" y="5923547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336369735" name="Freeform 55"/>
          <p:cNvSpPr/>
          <p:nvPr/>
        </p:nvSpPr>
        <p:spPr bwMode="auto">
          <a:xfrm>
            <a:off x="3476100" y="5680987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938381" name="Freeform 57"/>
          <p:cNvSpPr/>
          <p:nvPr/>
        </p:nvSpPr>
        <p:spPr bwMode="auto">
          <a:xfrm rot="0" flipH="0" flipV="0">
            <a:off x="8204567" y="1314652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528543788" name="TextBox 58"/>
          <p:cNvSpPr txBox="1"/>
          <p:nvPr/>
        </p:nvSpPr>
        <p:spPr bwMode="auto">
          <a:xfrm rot="0" flipH="0" flipV="0">
            <a:off x="8262660" y="1336438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935123409" name="Freeform 60"/>
          <p:cNvSpPr/>
          <p:nvPr/>
        </p:nvSpPr>
        <p:spPr bwMode="auto">
          <a:xfrm rot="0" flipH="0" flipV="0">
            <a:off x="8204567" y="221475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875459358" name="TextBox 61"/>
          <p:cNvSpPr txBox="1"/>
          <p:nvPr/>
        </p:nvSpPr>
        <p:spPr bwMode="auto">
          <a:xfrm rot="0" flipH="0" flipV="0">
            <a:off x="8262660" y="223654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595831979" name="Freeform 63"/>
          <p:cNvSpPr/>
          <p:nvPr/>
        </p:nvSpPr>
        <p:spPr bwMode="auto">
          <a:xfrm rot="0" flipH="0" flipV="0">
            <a:off x="8430139" y="1991034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393615" name="TextBox 64"/>
          <p:cNvSpPr txBox="1"/>
          <p:nvPr/>
        </p:nvSpPr>
        <p:spPr bwMode="auto">
          <a:xfrm rot="0" flipH="0" flipV="0">
            <a:off x="8445939" y="1996959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956071948" name="Freeform 66"/>
          <p:cNvSpPr/>
          <p:nvPr/>
        </p:nvSpPr>
        <p:spPr bwMode="auto">
          <a:xfrm rot="0" flipH="0" flipV="0">
            <a:off x="8204567" y="311040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483936390" name="TextBox 67"/>
          <p:cNvSpPr txBox="1"/>
          <p:nvPr/>
        </p:nvSpPr>
        <p:spPr bwMode="auto">
          <a:xfrm rot="0" flipH="0" flipV="0">
            <a:off x="8262660" y="313218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89339034" name="Freeform 68"/>
          <p:cNvSpPr/>
          <p:nvPr/>
        </p:nvSpPr>
        <p:spPr bwMode="auto">
          <a:xfrm>
            <a:off x="8379062" y="2889626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827695" name="Freeform 70"/>
          <p:cNvSpPr/>
          <p:nvPr/>
        </p:nvSpPr>
        <p:spPr bwMode="auto">
          <a:xfrm rot="0" flipH="0" flipV="0">
            <a:off x="8204567" y="4106013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505163866" name="TextBox 71"/>
          <p:cNvSpPr txBox="1"/>
          <p:nvPr/>
        </p:nvSpPr>
        <p:spPr bwMode="auto">
          <a:xfrm rot="0" flipH="0" flipV="0">
            <a:off x="8262660" y="4127799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721788645" name="Freeform 73"/>
          <p:cNvSpPr/>
          <p:nvPr/>
        </p:nvSpPr>
        <p:spPr bwMode="auto">
          <a:xfrm rot="0" flipH="0" flipV="0">
            <a:off x="8204567" y="50061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900820631" name="TextBox 74"/>
          <p:cNvSpPr txBox="1"/>
          <p:nvPr/>
        </p:nvSpPr>
        <p:spPr bwMode="auto">
          <a:xfrm rot="0" flipH="0" flipV="0">
            <a:off x="8262660" y="50279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77956105" name="Freeform 76"/>
          <p:cNvSpPr/>
          <p:nvPr/>
        </p:nvSpPr>
        <p:spPr bwMode="auto">
          <a:xfrm rot="0" flipH="0" flipV="0">
            <a:off x="8430139" y="4782395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6210949" name="TextBox 77"/>
          <p:cNvSpPr txBox="1"/>
          <p:nvPr/>
        </p:nvSpPr>
        <p:spPr bwMode="auto">
          <a:xfrm rot="0" flipH="0" flipV="0">
            <a:off x="8445939" y="4788320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61322966" name="Freeform 79"/>
          <p:cNvSpPr/>
          <p:nvPr/>
        </p:nvSpPr>
        <p:spPr bwMode="auto">
          <a:xfrm rot="0" flipH="0" flipV="0">
            <a:off x="8204567" y="590176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699503570" name="TextBox 80"/>
          <p:cNvSpPr txBox="1"/>
          <p:nvPr/>
        </p:nvSpPr>
        <p:spPr bwMode="auto">
          <a:xfrm rot="0" flipH="0" flipV="0">
            <a:off x="8262660" y="5923547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347430599" name="Freeform 81"/>
          <p:cNvSpPr/>
          <p:nvPr/>
        </p:nvSpPr>
        <p:spPr bwMode="auto">
          <a:xfrm>
            <a:off x="8379062" y="5680987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922825" name="AutoShape 82"/>
          <p:cNvSpPr/>
          <p:nvPr/>
        </p:nvSpPr>
        <p:spPr bwMode="auto">
          <a:xfrm>
            <a:off x="3915142" y="3481908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64179" name="AutoShape 83"/>
          <p:cNvSpPr/>
          <p:nvPr/>
        </p:nvSpPr>
        <p:spPr bwMode="auto">
          <a:xfrm flipH="1">
            <a:off x="3915142" y="3481908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455652" name="TextBox 84"/>
          <p:cNvSpPr txBox="1"/>
          <p:nvPr/>
        </p:nvSpPr>
        <p:spPr bwMode="auto">
          <a:xfrm flipH="0" flipV="0">
            <a:off x="4228242" y="1463253"/>
            <a:ext cx="3662971" cy="58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楕円曲線上の点G</a:t>
            </a:r>
            <a:endParaRPr sz="1600">
              <a:latin typeface="IBM Plex Sans"/>
              <a:cs typeface="IBM Plex Sans"/>
            </a:endParaRPr>
          </a:p>
          <a:p>
            <a:pPr algn="ctr">
              <a:lnSpc>
                <a:spcPts val="2295"/>
              </a:lnSpc>
            </a:pPr>
          </a:p>
        </p:txBody>
      </p:sp>
      <p:sp>
        <p:nvSpPr>
          <p:cNvPr id="571310473" name="TextBox 85"/>
          <p:cNvSpPr txBox="1"/>
          <p:nvPr/>
        </p:nvSpPr>
        <p:spPr bwMode="auto">
          <a:xfrm flipH="0" flipV="0">
            <a:off x="150350" y="2366312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アリスの秘密鍵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1857160" name="TextBox 86"/>
          <p:cNvSpPr txBox="1"/>
          <p:nvPr/>
        </p:nvSpPr>
        <p:spPr bwMode="auto">
          <a:xfrm flipH="0" flipV="0">
            <a:off x="788563" y="3261956"/>
            <a:ext cx="234115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アリス公開鍵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24598854" name="TextBox 87"/>
          <p:cNvSpPr txBox="1"/>
          <p:nvPr/>
        </p:nvSpPr>
        <p:spPr bwMode="auto">
          <a:xfrm flipH="0" flipV="0">
            <a:off x="149358" y="4257567"/>
            <a:ext cx="306468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ボブの公開鍵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94020999" name="TextBox 88"/>
          <p:cNvSpPr txBox="1"/>
          <p:nvPr/>
        </p:nvSpPr>
        <p:spPr bwMode="auto">
          <a:xfrm flipH="0" flipV="0">
            <a:off x="150350" y="5169977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アリスの秘密鍵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29533989" name="TextBox 89"/>
          <p:cNvSpPr txBox="1"/>
          <p:nvPr/>
        </p:nvSpPr>
        <p:spPr bwMode="auto">
          <a:xfrm flipH="0" flipV="0">
            <a:off x="8976211" y="3261956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公開鍵ボブ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45056516" name="TextBox 90"/>
          <p:cNvSpPr txBox="1"/>
          <p:nvPr/>
        </p:nvSpPr>
        <p:spPr bwMode="auto">
          <a:xfrm flipH="0" flipV="0">
            <a:off x="8975859" y="2366313"/>
            <a:ext cx="293299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ボブの秘密鍵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/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46122470" name="TextBox 91"/>
          <p:cNvSpPr txBox="1"/>
          <p:nvPr/>
        </p:nvSpPr>
        <p:spPr bwMode="auto">
          <a:xfrm flipH="0" flipV="0">
            <a:off x="8976110" y="4257567"/>
            <a:ext cx="293053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アリスの公開鍵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9305282" name="TextBox 92"/>
          <p:cNvSpPr txBox="1"/>
          <p:nvPr/>
        </p:nvSpPr>
        <p:spPr bwMode="auto">
          <a:xfrm flipH="0" flipV="0">
            <a:off x="8975658" y="5157675"/>
            <a:ext cx="293496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ボブの秘密鍵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9510120" name="TextBox 93"/>
          <p:cNvSpPr txBox="1"/>
          <p:nvPr/>
        </p:nvSpPr>
        <p:spPr bwMode="auto">
          <a:xfrm flipH="0" flipV="0">
            <a:off x="150571" y="6061013"/>
            <a:ext cx="305903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共有の秘密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171181" name="TextBox 94"/>
          <p:cNvSpPr txBox="1"/>
          <p:nvPr/>
        </p:nvSpPr>
        <p:spPr bwMode="auto">
          <a:xfrm>
            <a:off x="4729014" y="2900198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無担保公衆送信（ビットコイン）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4290573" name="TextBox 95"/>
          <p:cNvSpPr txBox="1"/>
          <p:nvPr/>
        </p:nvSpPr>
        <p:spPr bwMode="auto">
          <a:xfrm flipH="0" flipV="0">
            <a:off x="8976211" y="6061014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共有の秘密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07667930" name=""/>
          <p:cNvSpPr/>
          <p:nvPr/>
        </p:nvSpPr>
        <p:spPr bwMode="auto">
          <a:xfrm rot="0" flipH="0" flipV="0">
            <a:off x="1080058" y="3261119"/>
            <a:ext cx="1853011" cy="361947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89934986" name=""/>
          <p:cNvSpPr txBox="1"/>
          <p:nvPr/>
        </p:nvSpPr>
        <p:spPr bwMode="auto">
          <a:xfrm rot="0" flipH="0" flipV="0">
            <a:off x="172386" y="3299216"/>
            <a:ext cx="2957332" cy="6575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r" defTabSz="914400" rtl="0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アリスの公開鍵</a:t>
            </a:r>
            <a:endParaRPr sz="1600">
              <a:latin typeface="IBM Plex Sans"/>
              <a:cs typeface="IBM Plex Sans"/>
            </a:endParaRPr>
          </a:p>
          <a:p>
            <a:pPr algn="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085677" name="Freeform 26"/>
          <p:cNvSpPr/>
          <p:nvPr/>
        </p:nvSpPr>
        <p:spPr bwMode="auto">
          <a:xfrm>
            <a:off x="2228999" y="514008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357013" name="Freeform 27"/>
          <p:cNvSpPr/>
          <p:nvPr/>
        </p:nvSpPr>
        <p:spPr bwMode="auto">
          <a:xfrm>
            <a:off x="6531022" y="514008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71549" name="Freeform 29"/>
          <p:cNvSpPr/>
          <p:nvPr/>
        </p:nvSpPr>
        <p:spPr bwMode="auto">
          <a:xfrm rot="0" flipH="0" flipV="0">
            <a:off x="2240397" y="142047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65126364" name="TextBox 30"/>
          <p:cNvSpPr txBox="1"/>
          <p:nvPr/>
        </p:nvSpPr>
        <p:spPr bwMode="auto">
          <a:xfrm rot="0" flipH="0" flipV="0">
            <a:off x="2296420" y="144849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71747569" name="Freeform 32"/>
          <p:cNvSpPr/>
          <p:nvPr/>
        </p:nvSpPr>
        <p:spPr bwMode="auto">
          <a:xfrm rot="0" flipH="0" flipV="0">
            <a:off x="2240397" y="225304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34196022" name="TextBox 33"/>
          <p:cNvSpPr txBox="1"/>
          <p:nvPr/>
        </p:nvSpPr>
        <p:spPr bwMode="auto">
          <a:xfrm rot="0" flipH="0" flipV="0">
            <a:off x="2296420" y="228105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7443045" name="Freeform 35"/>
          <p:cNvSpPr/>
          <p:nvPr/>
        </p:nvSpPr>
        <p:spPr bwMode="auto">
          <a:xfrm rot="0" flipH="0" flipV="0">
            <a:off x="6542419" y="142047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62965761" name="TextBox 36"/>
          <p:cNvSpPr txBox="1"/>
          <p:nvPr/>
        </p:nvSpPr>
        <p:spPr bwMode="auto">
          <a:xfrm rot="0" flipH="0" flipV="0">
            <a:off x="6598443" y="144849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1695577" name="Freeform 38"/>
          <p:cNvSpPr/>
          <p:nvPr/>
        </p:nvSpPr>
        <p:spPr bwMode="auto">
          <a:xfrm rot="0" flipH="0" flipV="0">
            <a:off x="6542419" y="225304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469274166" name="TextBox 39"/>
          <p:cNvSpPr txBox="1"/>
          <p:nvPr/>
        </p:nvSpPr>
        <p:spPr bwMode="auto">
          <a:xfrm rot="0" flipH="0" flipV="0">
            <a:off x="6598443" y="228105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31117640" name="Freeform 40"/>
          <p:cNvSpPr/>
          <p:nvPr/>
        </p:nvSpPr>
        <p:spPr bwMode="auto">
          <a:xfrm>
            <a:off x="8341404" y="246623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22124" name="AutoShape 41"/>
          <p:cNvSpPr/>
          <p:nvPr/>
        </p:nvSpPr>
        <p:spPr bwMode="auto">
          <a:xfrm>
            <a:off x="2539202" y="2018086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550750" name="AutoShape 42"/>
          <p:cNvSpPr/>
          <p:nvPr/>
        </p:nvSpPr>
        <p:spPr bwMode="auto">
          <a:xfrm>
            <a:off x="6841224" y="2018086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545907" name="Freeform 44"/>
          <p:cNvSpPr/>
          <p:nvPr/>
        </p:nvSpPr>
        <p:spPr bwMode="auto">
          <a:xfrm rot="0" flipH="0" flipV="0">
            <a:off x="2240397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01295083" name="TextBox 45"/>
          <p:cNvSpPr txBox="1"/>
          <p:nvPr/>
        </p:nvSpPr>
        <p:spPr bwMode="auto">
          <a:xfrm rot="0" flipH="0" flipV="0">
            <a:off x="2296420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99711580" name="Freeform 47"/>
          <p:cNvSpPr/>
          <p:nvPr/>
        </p:nvSpPr>
        <p:spPr bwMode="auto">
          <a:xfrm rot="0" flipH="0" flipV="0">
            <a:off x="6542419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975566063" name="TextBox 48"/>
          <p:cNvSpPr txBox="1"/>
          <p:nvPr/>
        </p:nvSpPr>
        <p:spPr bwMode="auto">
          <a:xfrm rot="0" flipH="0" flipV="0">
            <a:off x="6598443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94460096" name="AutoShape 49"/>
          <p:cNvSpPr/>
          <p:nvPr/>
        </p:nvSpPr>
        <p:spPr bwMode="auto">
          <a:xfrm>
            <a:off x="6841224" y="2850656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22174" name="Freeform 51"/>
          <p:cNvSpPr/>
          <p:nvPr/>
        </p:nvSpPr>
        <p:spPr bwMode="auto">
          <a:xfrm rot="0" flipH="0" flipV="0">
            <a:off x="6397875" y="2918025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35676475" name="TextBox 52"/>
          <p:cNvSpPr txBox="1"/>
          <p:nvPr/>
        </p:nvSpPr>
        <p:spPr bwMode="auto">
          <a:xfrm rot="0" flipH="0" flipV="0">
            <a:off x="6397875" y="2850657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93569520" name="AutoShape 53"/>
          <p:cNvSpPr/>
          <p:nvPr/>
        </p:nvSpPr>
        <p:spPr bwMode="auto">
          <a:xfrm>
            <a:off x="2539202" y="2850656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3659837" name="Freeform 55"/>
          <p:cNvSpPr/>
          <p:nvPr/>
        </p:nvSpPr>
        <p:spPr bwMode="auto">
          <a:xfrm rot="0" flipH="0" flipV="0">
            <a:off x="2095852" y="2898541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85954522" name="TextBox 56"/>
          <p:cNvSpPr txBox="1"/>
          <p:nvPr/>
        </p:nvSpPr>
        <p:spPr bwMode="auto">
          <a:xfrm rot="0" flipH="0" flipV="0">
            <a:off x="2095852" y="2831175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13655342" name="Freeform 58"/>
          <p:cNvSpPr/>
          <p:nvPr/>
        </p:nvSpPr>
        <p:spPr bwMode="auto">
          <a:xfrm rot="0" flipH="0" flipV="0">
            <a:off x="2240397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619734068" name="TextBox 59"/>
          <p:cNvSpPr txBox="1"/>
          <p:nvPr/>
        </p:nvSpPr>
        <p:spPr bwMode="auto">
          <a:xfrm rot="0" flipH="0" flipV="0">
            <a:off x="2296420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09666917" name="Freeform 61"/>
          <p:cNvSpPr/>
          <p:nvPr/>
        </p:nvSpPr>
        <p:spPr bwMode="auto">
          <a:xfrm rot="0" flipH="0" flipV="0">
            <a:off x="6542419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64345991" name="TextBox 62"/>
          <p:cNvSpPr txBox="1"/>
          <p:nvPr/>
        </p:nvSpPr>
        <p:spPr bwMode="auto">
          <a:xfrm rot="0" flipH="0" flipV="0">
            <a:off x="6598443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03933789" name="Freeform 64"/>
          <p:cNvSpPr/>
          <p:nvPr/>
        </p:nvSpPr>
        <p:spPr bwMode="auto">
          <a:xfrm rot="0" flipH="0" flipV="0">
            <a:off x="2240397" y="5021752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8666889" name="TextBox 65"/>
          <p:cNvSpPr txBox="1"/>
          <p:nvPr/>
        </p:nvSpPr>
        <p:spPr bwMode="auto">
          <a:xfrm rot="0" flipH="0" flipV="0">
            <a:off x="2296420" y="5049764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1445229" name="Freeform 67"/>
          <p:cNvSpPr/>
          <p:nvPr/>
        </p:nvSpPr>
        <p:spPr bwMode="auto">
          <a:xfrm rot="0" flipH="0" flipV="0">
            <a:off x="6542419" y="5021752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89471146" name="TextBox 68"/>
          <p:cNvSpPr txBox="1"/>
          <p:nvPr/>
        </p:nvSpPr>
        <p:spPr bwMode="auto">
          <a:xfrm rot="0" flipH="0" flipV="0">
            <a:off x="6598443" y="5049764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07397206" name="Freeform 70"/>
          <p:cNvSpPr/>
          <p:nvPr/>
        </p:nvSpPr>
        <p:spPr bwMode="auto">
          <a:xfrm rot="0" flipH="0" flipV="0">
            <a:off x="2240397" y="585001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25964068" name="TextBox 71"/>
          <p:cNvSpPr txBox="1"/>
          <p:nvPr/>
        </p:nvSpPr>
        <p:spPr bwMode="auto">
          <a:xfrm rot="0" flipH="0" flipV="0">
            <a:off x="2296420" y="587802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74684785" name="Freeform 73"/>
          <p:cNvSpPr/>
          <p:nvPr/>
        </p:nvSpPr>
        <p:spPr bwMode="auto">
          <a:xfrm rot="0" flipH="0" flipV="0">
            <a:off x="6542419" y="585001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278342306" name="TextBox 74"/>
          <p:cNvSpPr txBox="1"/>
          <p:nvPr/>
        </p:nvSpPr>
        <p:spPr bwMode="auto">
          <a:xfrm rot="0" flipH="0" flipV="0">
            <a:off x="6598443" y="587802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81065855" name="Freeform 76"/>
          <p:cNvSpPr/>
          <p:nvPr/>
        </p:nvSpPr>
        <p:spPr bwMode="auto">
          <a:xfrm rot="0" flipH="0" flipV="0">
            <a:off x="8352802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33685421" name="TextBox 77"/>
          <p:cNvSpPr txBox="1"/>
          <p:nvPr/>
        </p:nvSpPr>
        <p:spPr bwMode="auto">
          <a:xfrm rot="0" flipH="0" flipV="0">
            <a:off x="8408827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47793680" name="Freeform 79"/>
          <p:cNvSpPr/>
          <p:nvPr/>
        </p:nvSpPr>
        <p:spPr bwMode="auto">
          <a:xfrm rot="0" flipH="0" flipV="0">
            <a:off x="8352802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13734851" name="TextBox 80"/>
          <p:cNvSpPr txBox="1"/>
          <p:nvPr/>
        </p:nvSpPr>
        <p:spPr bwMode="auto">
          <a:xfrm rot="0" flipH="0" flipV="0">
            <a:off x="8408827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3756661" name="AutoShape 81"/>
          <p:cNvSpPr/>
          <p:nvPr/>
        </p:nvSpPr>
        <p:spPr bwMode="auto">
          <a:xfrm flipH="1">
            <a:off x="7061671" y="4694005"/>
            <a:ext cx="1369487" cy="1253102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391754" name="Freeform 82"/>
          <p:cNvSpPr/>
          <p:nvPr/>
        </p:nvSpPr>
        <p:spPr bwMode="auto">
          <a:xfrm>
            <a:off x="8521084" y="3999848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974542" name="Freeform 83"/>
          <p:cNvSpPr/>
          <p:nvPr/>
        </p:nvSpPr>
        <p:spPr bwMode="auto">
          <a:xfrm>
            <a:off x="6710702" y="5656376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5202157" name="Freeform 84"/>
          <p:cNvSpPr/>
          <p:nvPr/>
        </p:nvSpPr>
        <p:spPr bwMode="auto">
          <a:xfrm>
            <a:off x="2408678" y="5656376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017262" name="Freeform 86"/>
          <p:cNvSpPr/>
          <p:nvPr/>
        </p:nvSpPr>
        <p:spPr bwMode="auto">
          <a:xfrm rot="0" flipH="0" flipV="0">
            <a:off x="6759958" y="3993943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8859654" name="TextBox 87"/>
          <p:cNvSpPr txBox="1"/>
          <p:nvPr/>
        </p:nvSpPr>
        <p:spPr bwMode="auto">
          <a:xfrm rot="0" flipH="0" flipV="0">
            <a:off x="6775195" y="4001562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1099415971" name="Freeform 89"/>
          <p:cNvSpPr/>
          <p:nvPr/>
        </p:nvSpPr>
        <p:spPr bwMode="auto">
          <a:xfrm rot="0" flipH="0" flipV="0">
            <a:off x="2457936" y="3993943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545938" name="TextBox 90"/>
          <p:cNvSpPr txBox="1"/>
          <p:nvPr/>
        </p:nvSpPr>
        <p:spPr bwMode="auto">
          <a:xfrm rot="0" flipH="0" flipV="0">
            <a:off x="2473172" y="4001562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952082789" name="Freeform 91"/>
          <p:cNvSpPr/>
          <p:nvPr/>
        </p:nvSpPr>
        <p:spPr bwMode="auto">
          <a:xfrm>
            <a:off x="6759959" y="482658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92746" name="TextBox 92"/>
          <p:cNvSpPr txBox="1"/>
          <p:nvPr/>
        </p:nvSpPr>
        <p:spPr bwMode="auto">
          <a:xfrm>
            <a:off x="2399730" y="851274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47040289" name="TextBox 93"/>
          <p:cNvSpPr txBox="1"/>
          <p:nvPr/>
        </p:nvSpPr>
        <p:spPr bwMode="auto">
          <a:xfrm>
            <a:off x="6701753" y="851274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64968894" name="TextBox 94"/>
          <p:cNvSpPr txBox="1"/>
          <p:nvPr/>
        </p:nvSpPr>
        <p:spPr bwMode="auto">
          <a:xfrm flipH="0" flipV="0">
            <a:off x="3097148" y="1556095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シークレット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68828947" name="TextBox 95"/>
          <p:cNvSpPr txBox="1"/>
          <p:nvPr/>
        </p:nvSpPr>
        <p:spPr bwMode="auto">
          <a:xfrm>
            <a:off x="8512137" y="2803501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36682926" name="TextBox 96"/>
          <p:cNvSpPr txBox="1"/>
          <p:nvPr/>
        </p:nvSpPr>
        <p:spPr bwMode="auto">
          <a:xfrm flipH="0" flipV="0">
            <a:off x="3097148" y="2388663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秘密の横軸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9705042" name="TextBox 97"/>
          <p:cNvSpPr txBox="1"/>
          <p:nvPr/>
        </p:nvSpPr>
        <p:spPr bwMode="auto">
          <a:xfrm flipH="0" flipV="0">
            <a:off x="3097148" y="3500840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シークレット・ハッシュ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21718311" name="TextBox 98"/>
          <p:cNvSpPr txBox="1"/>
          <p:nvPr/>
        </p:nvSpPr>
        <p:spPr bwMode="auto">
          <a:xfrm flipH="0" flipV="0">
            <a:off x="3097148" y="4329104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曲線上の点G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55240663" name="TextBox 99"/>
          <p:cNvSpPr txBox="1"/>
          <p:nvPr/>
        </p:nvSpPr>
        <p:spPr bwMode="auto">
          <a:xfrm flipH="0" flipV="0">
            <a:off x="3095973" y="5155920"/>
            <a:ext cx="3177385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ボブの公開鍵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42468250" name="TextBox 100"/>
          <p:cNvSpPr txBox="1"/>
          <p:nvPr/>
        </p:nvSpPr>
        <p:spPr bwMode="auto">
          <a:xfrm flipH="0" flipV="0">
            <a:off x="3096560" y="5839254"/>
            <a:ext cx="3174071" cy="52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BIP47公開鍵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lang="en-US" sz="14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l">
              <a:lnSpc>
                <a:spcPts val="2083"/>
              </a:lnSpc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支払いキー</a:t>
            </a:r>
          </a:p>
        </p:txBody>
      </p:sp>
      <p:sp>
        <p:nvSpPr>
          <p:cNvPr id="1535043634" name="TextBox 101"/>
          <p:cNvSpPr txBox="1"/>
          <p:nvPr/>
        </p:nvSpPr>
        <p:spPr bwMode="auto">
          <a:xfrm flipH="0" flipV="0">
            <a:off x="9243622" y="3500839"/>
            <a:ext cx="2814058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ボブの秘密鍵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47682760" name="TextBox 102"/>
          <p:cNvSpPr txBox="1"/>
          <p:nvPr/>
        </p:nvSpPr>
        <p:spPr bwMode="auto">
          <a:xfrm flipH="0" flipV="0">
            <a:off x="9243749" y="4182725"/>
            <a:ext cx="2811123" cy="52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BIP47プライベートキー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lang="en-US" sz="14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l">
              <a:lnSpc>
                <a:spcPts val="2083"/>
              </a:lnSpc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支払いキー</a:t>
            </a:r>
          </a:p>
        </p:txBody>
      </p:sp>
      <p:sp>
        <p:nvSpPr>
          <p:cNvPr id="791599134" name="Freeform 103"/>
          <p:cNvSpPr/>
          <p:nvPr/>
        </p:nvSpPr>
        <p:spPr bwMode="auto">
          <a:xfrm>
            <a:off x="2457936" y="482658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9889052" name="Freeform 104"/>
          <p:cNvSpPr/>
          <p:nvPr/>
        </p:nvSpPr>
        <p:spPr bwMode="auto">
          <a:xfrm>
            <a:off x="7665152" y="358276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603771" name="Freeform 27"/>
          <p:cNvSpPr/>
          <p:nvPr/>
        </p:nvSpPr>
        <p:spPr bwMode="auto">
          <a:xfrm rot="0" flipH="0" flipV="0">
            <a:off x="412755" y="791611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34961195" name="TextBox 28"/>
          <p:cNvSpPr txBox="1"/>
          <p:nvPr/>
        </p:nvSpPr>
        <p:spPr bwMode="auto">
          <a:xfrm rot="0" flipH="0" flipV="0">
            <a:off x="412755" y="671068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アリス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222662514" name="AutoShape 29"/>
          <p:cNvSpPr/>
          <p:nvPr/>
        </p:nvSpPr>
        <p:spPr bwMode="auto">
          <a:xfrm>
            <a:off x="1985888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654434" name="AutoShape 30"/>
          <p:cNvSpPr/>
          <p:nvPr/>
        </p:nvSpPr>
        <p:spPr bwMode="auto">
          <a:xfrm>
            <a:off x="412756" y="1173628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508730" name="AutoShape 31"/>
          <p:cNvSpPr/>
          <p:nvPr/>
        </p:nvSpPr>
        <p:spPr bwMode="auto">
          <a:xfrm>
            <a:off x="3555516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073514" name="Freeform 33"/>
          <p:cNvSpPr/>
          <p:nvPr/>
        </p:nvSpPr>
        <p:spPr bwMode="auto">
          <a:xfrm rot="0" flipH="0" flipV="0">
            <a:off x="2086152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340532" name="TextBox 34"/>
          <p:cNvSpPr txBox="1"/>
          <p:nvPr/>
        </p:nvSpPr>
        <p:spPr bwMode="auto">
          <a:xfrm rot="0" flipH="0" flipV="0">
            <a:off x="2086152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支払コード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00865105" name="TextBox 35"/>
          <p:cNvSpPr txBox="1"/>
          <p:nvPr/>
        </p:nvSpPr>
        <p:spPr bwMode="auto">
          <a:xfrm>
            <a:off x="412756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秘密鍵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16491658" name="TextBox 36"/>
          <p:cNvSpPr txBox="1"/>
          <p:nvPr/>
        </p:nvSpPr>
        <p:spPr bwMode="auto">
          <a:xfrm>
            <a:off x="1985964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公開鍵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19583225" name="TextBox 37"/>
          <p:cNvSpPr txBox="1"/>
          <p:nvPr/>
        </p:nvSpPr>
        <p:spPr bwMode="auto">
          <a:xfrm>
            <a:off x="3560278" y="12004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住所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68366555" name="Freeform 39"/>
          <p:cNvSpPr/>
          <p:nvPr/>
        </p:nvSpPr>
        <p:spPr bwMode="auto">
          <a:xfrm rot="0" flipH="0" flipV="0">
            <a:off x="2086152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85009555" name="TextBox 40"/>
          <p:cNvSpPr txBox="1"/>
          <p:nvPr/>
        </p:nvSpPr>
        <p:spPr bwMode="auto">
          <a:xfrm rot="0" flipH="0" flipV="0">
            <a:off x="2086152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81357991" name="Freeform 42"/>
          <p:cNvSpPr/>
          <p:nvPr/>
        </p:nvSpPr>
        <p:spPr bwMode="auto">
          <a:xfrm rot="0" flipH="0" flipV="0">
            <a:off x="3662295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406278751" name="TextBox 43"/>
          <p:cNvSpPr txBox="1"/>
          <p:nvPr/>
        </p:nvSpPr>
        <p:spPr bwMode="auto">
          <a:xfrm rot="0" flipH="0" flipV="0">
            <a:off x="3662295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アドレス 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80135926" name="Freeform 45"/>
          <p:cNvSpPr/>
          <p:nvPr/>
        </p:nvSpPr>
        <p:spPr bwMode="auto">
          <a:xfrm rot="0" flipH="0" flipV="0">
            <a:off x="7183149" y="791611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703761892" name="TextBox 46"/>
          <p:cNvSpPr txBox="1"/>
          <p:nvPr/>
        </p:nvSpPr>
        <p:spPr bwMode="auto">
          <a:xfrm rot="0" flipH="0" flipV="0">
            <a:off x="7183149" y="671068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ボブ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649591476" name="AutoShape 47"/>
          <p:cNvSpPr/>
          <p:nvPr/>
        </p:nvSpPr>
        <p:spPr bwMode="auto">
          <a:xfrm>
            <a:off x="7183150" y="1173628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836974" name="AutoShape 48"/>
          <p:cNvSpPr/>
          <p:nvPr/>
        </p:nvSpPr>
        <p:spPr bwMode="auto">
          <a:xfrm>
            <a:off x="8756282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966428" name="AutoShape 49"/>
          <p:cNvSpPr/>
          <p:nvPr/>
        </p:nvSpPr>
        <p:spPr bwMode="auto">
          <a:xfrm>
            <a:off x="10325911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589210" name="Freeform 51"/>
          <p:cNvSpPr/>
          <p:nvPr/>
        </p:nvSpPr>
        <p:spPr bwMode="auto">
          <a:xfrm rot="0" flipH="0" flipV="0">
            <a:off x="8856547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86166949" name="TextBox 52"/>
          <p:cNvSpPr txBox="1"/>
          <p:nvPr/>
        </p:nvSpPr>
        <p:spPr bwMode="auto">
          <a:xfrm rot="0" flipH="0" flipV="0">
            <a:off x="8856547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支払コード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4202663" name="TextBox 53"/>
          <p:cNvSpPr txBox="1"/>
          <p:nvPr/>
        </p:nvSpPr>
        <p:spPr bwMode="auto">
          <a:xfrm>
            <a:off x="7183149" y="12004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住所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36594921" name="TextBox 54"/>
          <p:cNvSpPr txBox="1"/>
          <p:nvPr/>
        </p:nvSpPr>
        <p:spPr bwMode="auto">
          <a:xfrm>
            <a:off x="8756359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公開鍵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46030901" name="TextBox 55"/>
          <p:cNvSpPr txBox="1"/>
          <p:nvPr/>
        </p:nvSpPr>
        <p:spPr bwMode="auto">
          <a:xfrm>
            <a:off x="10330673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秘密鍵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5426862" name="Freeform 57"/>
          <p:cNvSpPr/>
          <p:nvPr/>
        </p:nvSpPr>
        <p:spPr bwMode="auto">
          <a:xfrm rot="0" flipH="0" flipV="0">
            <a:off x="8856547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38452466" name="TextBox 58"/>
          <p:cNvSpPr txBox="1"/>
          <p:nvPr/>
        </p:nvSpPr>
        <p:spPr bwMode="auto">
          <a:xfrm rot="0" flipH="0" flipV="0">
            <a:off x="8856547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その他の公開鍵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53372257" name="Freeform 60"/>
          <p:cNvSpPr/>
          <p:nvPr/>
        </p:nvSpPr>
        <p:spPr bwMode="auto">
          <a:xfrm rot="0" flipH="0" flipV="0">
            <a:off x="7285167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63650049" name="TextBox 61"/>
          <p:cNvSpPr txBox="1"/>
          <p:nvPr/>
        </p:nvSpPr>
        <p:spPr bwMode="auto">
          <a:xfrm rot="0" flipH="0" flipV="0">
            <a:off x="7285167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その他の住所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71754034" name="AutoShape 62"/>
          <p:cNvSpPr/>
          <p:nvPr/>
        </p:nvSpPr>
        <p:spPr bwMode="auto">
          <a:xfrm flipH="1">
            <a:off x="5031394" y="3479329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32379" name="Freeform 64"/>
          <p:cNvSpPr/>
          <p:nvPr/>
        </p:nvSpPr>
        <p:spPr bwMode="auto">
          <a:xfrm rot="0" flipH="0" flipV="0">
            <a:off x="5473179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67000117" name="TextBox 65"/>
          <p:cNvSpPr txBox="1"/>
          <p:nvPr/>
        </p:nvSpPr>
        <p:spPr bwMode="auto">
          <a:xfrm rot="0" flipH="0" flipV="0">
            <a:off x="5473179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第1回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弁償</a:t>
            </a:r>
          </a:p>
        </p:txBody>
      </p:sp>
      <p:sp>
        <p:nvSpPr>
          <p:cNvPr id="1249319641" name="Freeform 67"/>
          <p:cNvSpPr/>
          <p:nvPr/>
        </p:nvSpPr>
        <p:spPr bwMode="auto">
          <a:xfrm rot="0" flipH="0" flipV="0">
            <a:off x="5473179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60311366" name="TextBox 68"/>
          <p:cNvSpPr txBox="1"/>
          <p:nvPr/>
        </p:nvSpPr>
        <p:spPr bwMode="auto">
          <a:xfrm rot="0" flipH="0" flipV="0">
            <a:off x="5473179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8744744" name="AutoShape 69"/>
          <p:cNvSpPr/>
          <p:nvPr/>
        </p:nvSpPr>
        <p:spPr bwMode="auto">
          <a:xfrm>
            <a:off x="1201327" y="6097371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663152193" name="AutoShape 70"/>
          <p:cNvSpPr/>
          <p:nvPr/>
        </p:nvSpPr>
        <p:spPr bwMode="auto">
          <a:xfrm flipH="1">
            <a:off x="1201327" y="5021264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694412681" name="AutoShape 71"/>
          <p:cNvSpPr/>
          <p:nvPr/>
        </p:nvSpPr>
        <p:spPr bwMode="auto">
          <a:xfrm>
            <a:off x="1199322" y="4658318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68097647" name="AutoShape 72"/>
          <p:cNvSpPr/>
          <p:nvPr/>
        </p:nvSpPr>
        <p:spPr bwMode="auto">
          <a:xfrm flipH="1">
            <a:off x="1201327" y="5381913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912565462" name="AutoShape 73"/>
          <p:cNvSpPr/>
          <p:nvPr/>
        </p:nvSpPr>
        <p:spPr bwMode="auto">
          <a:xfrm flipH="1">
            <a:off x="1201327" y="5739213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05508412" name="TextBox 74"/>
          <p:cNvSpPr txBox="1"/>
          <p:nvPr/>
        </p:nvSpPr>
        <p:spPr bwMode="auto">
          <a:xfrm>
            <a:off x="5371715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秘密の共有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08578964" name="TextBox 75"/>
          <p:cNvSpPr txBox="1"/>
          <p:nvPr/>
        </p:nvSpPr>
        <p:spPr bwMode="auto">
          <a:xfrm flipH="0" flipV="0">
            <a:off x="2299537" y="4549731"/>
            <a:ext cx="6358199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子キー派生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99769074" name="TextBox 76"/>
          <p:cNvSpPr txBox="1"/>
          <p:nvPr/>
        </p:nvSpPr>
        <p:spPr bwMode="auto">
          <a:xfrm flipH="0" flipV="0">
            <a:off x="2299537" y="4912677"/>
            <a:ext cx="635544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ビットコイン取引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57171847" name="TextBox 77"/>
          <p:cNvSpPr txBox="1"/>
          <p:nvPr/>
        </p:nvSpPr>
        <p:spPr bwMode="auto">
          <a:xfrm flipH="0" flipV="0">
            <a:off x="2299538" y="5272723"/>
            <a:ext cx="635269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803331536" name="TextBox 78"/>
          <p:cNvSpPr txBox="1"/>
          <p:nvPr/>
        </p:nvSpPr>
        <p:spPr bwMode="auto">
          <a:xfrm flipH="0" flipV="0">
            <a:off x="2299538" y="5635669"/>
            <a:ext cx="631165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楕円曲線上の点の加算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38312099" name="TextBox 79"/>
          <p:cNvSpPr txBox="1"/>
          <p:nvPr/>
        </p:nvSpPr>
        <p:spPr bwMode="auto">
          <a:xfrm flipH="0" flipV="0">
            <a:off x="2299538" y="5995714"/>
            <a:ext cx="635269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アドレス派生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87616054" name="Freeform 81"/>
          <p:cNvSpPr/>
          <p:nvPr/>
        </p:nvSpPr>
        <p:spPr bwMode="auto">
          <a:xfrm rot="0" flipH="0" flipV="0">
            <a:off x="2086407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78641936" name="TextBox 82"/>
          <p:cNvSpPr txBox="1"/>
          <p:nvPr/>
        </p:nvSpPr>
        <p:spPr bwMode="auto">
          <a:xfrm rot="0" flipH="0" flipV="0">
            <a:off x="2086407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9149272" name="Freeform 84"/>
          <p:cNvSpPr/>
          <p:nvPr/>
        </p:nvSpPr>
        <p:spPr bwMode="auto">
          <a:xfrm rot="0" flipH="0" flipV="0">
            <a:off x="8858376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561575126" name="TextBox 85"/>
          <p:cNvSpPr txBox="1"/>
          <p:nvPr/>
        </p:nvSpPr>
        <p:spPr bwMode="auto">
          <a:xfrm rot="0" flipH="0" flipV="0">
            <a:off x="8858376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27896205" name="Freeform 87"/>
          <p:cNvSpPr/>
          <p:nvPr/>
        </p:nvSpPr>
        <p:spPr bwMode="auto">
          <a:xfrm rot="0" flipH="0" flipV="0">
            <a:off x="7287171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788281118" name="TextBox 88"/>
          <p:cNvSpPr txBox="1"/>
          <p:nvPr/>
        </p:nvSpPr>
        <p:spPr bwMode="auto">
          <a:xfrm rot="0" flipH="0" flipV="0">
            <a:off x="7287171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お知らせ</a:t>
            </a:r>
            <a:endParaRPr lang="en-US" sz="1000" b="1">
              <a:solidFill>
                <a:srgbClr val="FFFFFF">
                  <a:alpha val="40000"/>
                </a:srgbClr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住所</a:t>
            </a:r>
          </a:p>
        </p:txBody>
      </p:sp>
      <p:sp>
        <p:nvSpPr>
          <p:cNvPr id="825194050" name="AutoShape 89"/>
          <p:cNvSpPr/>
          <p:nvPr/>
        </p:nvSpPr>
        <p:spPr bwMode="auto">
          <a:xfrm>
            <a:off x="8656270" y="2702498"/>
            <a:ext cx="20210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023747" name="AutoShape 90"/>
          <p:cNvSpPr/>
          <p:nvPr/>
        </p:nvSpPr>
        <p:spPr bwMode="auto">
          <a:xfrm>
            <a:off x="11110472" y="2185495"/>
            <a:ext cx="1827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289424" name="AutoShape 91"/>
          <p:cNvSpPr/>
          <p:nvPr/>
        </p:nvSpPr>
        <p:spPr bwMode="auto">
          <a:xfrm flipH="1">
            <a:off x="3455505" y="2702498"/>
            <a:ext cx="2017674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0115249" name="AutoShape 92"/>
          <p:cNvSpPr/>
          <p:nvPr/>
        </p:nvSpPr>
        <p:spPr bwMode="auto">
          <a:xfrm flipH="1">
            <a:off x="6561673" y="2260706"/>
            <a:ext cx="409761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729441" name="AutoShape 93"/>
          <p:cNvSpPr/>
          <p:nvPr/>
        </p:nvSpPr>
        <p:spPr bwMode="auto">
          <a:xfrm flipV="1">
            <a:off x="6561673" y="2236894"/>
            <a:ext cx="0" cy="20644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348899" name="AutoShape 94"/>
          <p:cNvSpPr/>
          <p:nvPr/>
        </p:nvSpPr>
        <p:spPr bwMode="auto">
          <a:xfrm flipV="1">
            <a:off x="10659286" y="2236894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518121" name="AutoShape 95"/>
          <p:cNvSpPr/>
          <p:nvPr/>
        </p:nvSpPr>
        <p:spPr bwMode="auto">
          <a:xfrm flipV="1">
            <a:off x="2770787" y="2962600"/>
            <a:ext cx="81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765014" name="AutoShape 96"/>
          <p:cNvSpPr/>
          <p:nvPr/>
        </p:nvSpPr>
        <p:spPr bwMode="auto">
          <a:xfrm flipH="1">
            <a:off x="3165658" y="3020703"/>
            <a:ext cx="301977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043031" name="AutoShape 97"/>
          <p:cNvSpPr/>
          <p:nvPr/>
        </p:nvSpPr>
        <p:spPr bwMode="auto">
          <a:xfrm flipH="1" flipV="1">
            <a:off x="6157728" y="2962600"/>
            <a:ext cx="0" cy="58101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022248" name="AutoShape 98"/>
          <p:cNvSpPr/>
          <p:nvPr/>
        </p:nvSpPr>
        <p:spPr bwMode="auto">
          <a:xfrm flipV="1">
            <a:off x="3189470" y="3020703"/>
            <a:ext cx="0" cy="19852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00240" name="Freeform 100"/>
          <p:cNvSpPr/>
          <p:nvPr/>
        </p:nvSpPr>
        <p:spPr bwMode="auto">
          <a:xfrm rot="0" flipH="0" flipV="0">
            <a:off x="10425922" y="1665289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849709935" name="TextBox 101"/>
          <p:cNvSpPr txBox="1"/>
          <p:nvPr/>
        </p:nvSpPr>
        <p:spPr bwMode="auto">
          <a:xfrm rot="0" flipH="0" flipV="0">
            <a:off x="10425922" y="1592958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マスターキー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85453907" name="Freeform 103"/>
          <p:cNvSpPr/>
          <p:nvPr/>
        </p:nvSpPr>
        <p:spPr bwMode="auto">
          <a:xfrm rot="0" flipH="0" flipV="0">
            <a:off x="10427749" y="2442669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37208835" name="TextBox 104"/>
          <p:cNvSpPr txBox="1"/>
          <p:nvPr/>
        </p:nvSpPr>
        <p:spPr bwMode="auto">
          <a:xfrm rot="0" flipH="0" flipV="0">
            <a:off x="10427749" y="2370339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87328614" name="Freeform 106"/>
          <p:cNvSpPr/>
          <p:nvPr/>
        </p:nvSpPr>
        <p:spPr bwMode="auto">
          <a:xfrm rot="0" flipH="0" flipV="0">
            <a:off x="10425922" y="3219500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533503130" name="TextBox 107"/>
          <p:cNvSpPr txBox="1"/>
          <p:nvPr/>
        </p:nvSpPr>
        <p:spPr bwMode="auto">
          <a:xfrm rot="0" flipH="0" flipV="0">
            <a:off x="10425922" y="31471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その他の秘密鍵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08091127" name="AutoShape 108"/>
          <p:cNvSpPr/>
          <p:nvPr/>
        </p:nvSpPr>
        <p:spPr bwMode="auto">
          <a:xfrm>
            <a:off x="10225647" y="3479447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7629546" name="AutoShape 109"/>
          <p:cNvSpPr/>
          <p:nvPr/>
        </p:nvSpPr>
        <p:spPr bwMode="auto">
          <a:xfrm>
            <a:off x="10227474" y="2702617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119994" name="AutoShape 110"/>
          <p:cNvSpPr/>
          <p:nvPr/>
        </p:nvSpPr>
        <p:spPr bwMode="auto">
          <a:xfrm>
            <a:off x="10225647" y="1925238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443107" name="AutoShape 111"/>
          <p:cNvSpPr/>
          <p:nvPr/>
        </p:nvSpPr>
        <p:spPr bwMode="auto">
          <a:xfrm>
            <a:off x="2770787" y="2185221"/>
            <a:ext cx="82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268151" name="AutoShape 112"/>
          <p:cNvSpPr/>
          <p:nvPr/>
        </p:nvSpPr>
        <p:spPr bwMode="auto">
          <a:xfrm>
            <a:off x="3455251" y="3479329"/>
            <a:ext cx="207045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226992" name="AutoShape 113"/>
          <p:cNvSpPr/>
          <p:nvPr/>
        </p:nvSpPr>
        <p:spPr bwMode="auto">
          <a:xfrm>
            <a:off x="8654265" y="3479329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608729" name="Freeform 115"/>
          <p:cNvSpPr/>
          <p:nvPr/>
        </p:nvSpPr>
        <p:spPr bwMode="auto">
          <a:xfrm rot="0" flipH="0" flipV="0">
            <a:off x="514773" y="243862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915220153" name="TextBox 116"/>
          <p:cNvSpPr txBox="1"/>
          <p:nvPr/>
        </p:nvSpPr>
        <p:spPr bwMode="auto">
          <a:xfrm rot="0" flipH="0" flipV="0">
            <a:off x="514773" y="236629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784172992" name="Freeform 118"/>
          <p:cNvSpPr/>
          <p:nvPr/>
        </p:nvSpPr>
        <p:spPr bwMode="auto">
          <a:xfrm rot="0" flipH="0" flipV="0">
            <a:off x="514773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518677683" name="TextBox 119"/>
          <p:cNvSpPr txBox="1"/>
          <p:nvPr/>
        </p:nvSpPr>
        <p:spPr bwMode="auto">
          <a:xfrm rot="0" flipH="0" flipV="0">
            <a:off x="514773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1103450906" name="Freeform 121"/>
          <p:cNvSpPr/>
          <p:nvPr/>
        </p:nvSpPr>
        <p:spPr bwMode="auto">
          <a:xfrm rot="0" flipH="0" flipV="0">
            <a:off x="516776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056203647" name="TextBox 122"/>
          <p:cNvSpPr txBox="1"/>
          <p:nvPr/>
        </p:nvSpPr>
        <p:spPr bwMode="auto">
          <a:xfrm rot="0" flipH="0" flipV="0">
            <a:off x="516776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290689" name="AutoShape 29"/>
          <p:cNvSpPr/>
          <p:nvPr/>
        </p:nvSpPr>
        <p:spPr bwMode="auto">
          <a:xfrm flipV="1">
            <a:off x="5110165" y="5491521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00338" name="AutoShape 39"/>
          <p:cNvSpPr/>
          <p:nvPr/>
        </p:nvSpPr>
        <p:spPr bwMode="auto">
          <a:xfrm flipV="1">
            <a:off x="7010391" y="5491521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5381836" name="AutoShape 46"/>
          <p:cNvSpPr/>
          <p:nvPr/>
        </p:nvSpPr>
        <p:spPr bwMode="auto">
          <a:xfrm flipV="1">
            <a:off x="5110165" y="4609515"/>
            <a:ext cx="940753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962825" name="AutoShape 47"/>
          <p:cNvSpPr/>
          <p:nvPr/>
        </p:nvSpPr>
        <p:spPr bwMode="auto">
          <a:xfrm flipH="1" flipV="1">
            <a:off x="6050921" y="4609515"/>
            <a:ext cx="959466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2662663" name="AutoShape 48"/>
          <p:cNvSpPr/>
          <p:nvPr/>
        </p:nvSpPr>
        <p:spPr bwMode="auto">
          <a:xfrm flipH="0" flipV="1">
            <a:off x="6050919" y="3537356"/>
            <a:ext cx="1636697" cy="4714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26598658" name="AutoShape 52"/>
          <p:cNvSpPr/>
          <p:nvPr/>
        </p:nvSpPr>
        <p:spPr bwMode="auto">
          <a:xfrm flipH="1" flipV="1">
            <a:off x="8912370" y="5491521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330585" name="AutoShape 62"/>
          <p:cNvSpPr/>
          <p:nvPr/>
        </p:nvSpPr>
        <p:spPr bwMode="auto">
          <a:xfrm flipV="1">
            <a:off x="10812597" y="5491521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171262" name="AutoShape 66"/>
          <p:cNvSpPr/>
          <p:nvPr/>
        </p:nvSpPr>
        <p:spPr bwMode="auto">
          <a:xfrm flipV="1">
            <a:off x="8912370" y="4609515"/>
            <a:ext cx="940753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021224" name="AutoShape 67"/>
          <p:cNvSpPr/>
          <p:nvPr/>
        </p:nvSpPr>
        <p:spPr bwMode="auto">
          <a:xfrm flipH="1" flipV="1">
            <a:off x="9853128" y="4609515"/>
            <a:ext cx="959466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7372444" name="AutoShape 68"/>
          <p:cNvSpPr/>
          <p:nvPr/>
        </p:nvSpPr>
        <p:spPr bwMode="auto">
          <a:xfrm flipH="1" flipV="1">
            <a:off x="8295598" y="3537356"/>
            <a:ext cx="1557525" cy="4714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6475854" name="AutoShape 75"/>
          <p:cNvSpPr/>
          <p:nvPr/>
        </p:nvSpPr>
        <p:spPr bwMode="auto">
          <a:xfrm flipH="0" flipV="1">
            <a:off x="1993090" y="1794169"/>
            <a:ext cx="2674900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295043944" name="AutoShape 76"/>
          <p:cNvSpPr/>
          <p:nvPr/>
        </p:nvSpPr>
        <p:spPr bwMode="auto">
          <a:xfrm flipH="1" flipV="1">
            <a:off x="5296237" y="1794169"/>
            <a:ext cx="2673312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70233848" name=""/>
          <p:cNvSpPr txBox="1"/>
          <p:nvPr/>
        </p:nvSpPr>
        <p:spPr bwMode="auto">
          <a:xfrm rot="0" flipH="0" flipV="0">
            <a:off x="2484823" y="540217"/>
            <a:ext cx="4831827" cy="97645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720000" tIns="288000" rIns="720000" bIns="288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微調整された公開鍵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10734080" name="Rectangle 867144088"/>
          <p:cNvSpPr txBox="1"/>
          <p:nvPr/>
        </p:nvSpPr>
        <p:spPr bwMode="auto">
          <a:xfrm rot="0" flipH="0" flipV="0">
            <a:off x="402671" y="2378358"/>
            <a:ext cx="369630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クラシック支払公開鍵 </a:t>
            </a: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/>
            </a:r>
            <a:endParaRPr lang="en-US" sz="1400" b="1" i="0" u="none" strike="noStrike" cap="none" spc="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137356238" name="Rectangle 867144088"/>
          <p:cNvSpPr txBox="1"/>
          <p:nvPr/>
        </p:nvSpPr>
        <p:spPr bwMode="auto">
          <a:xfrm rot="0" flipH="0" flipV="0">
            <a:off x="5976675" y="2394822"/>
            <a:ext cx="369594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メルクル・ルート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504848064" name=""/>
          <p:cNvSpPr txBox="1"/>
          <p:nvPr/>
        </p:nvSpPr>
        <p:spPr bwMode="auto">
          <a:xfrm rot="0" flipH="0" flipV="0">
            <a:off x="5258993" y="4008766"/>
            <a:ext cx="1552451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(A,B)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8037079" name=""/>
          <p:cNvSpPr txBox="1"/>
          <p:nvPr/>
        </p:nvSpPr>
        <p:spPr bwMode="auto">
          <a:xfrm rot="0" flipH="0" flipV="0">
            <a:off x="9132095" y="4012339"/>
            <a:ext cx="1553170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(C,D)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53212377" name=""/>
          <p:cNvSpPr txBox="1"/>
          <p:nvPr/>
        </p:nvSpPr>
        <p:spPr bwMode="auto">
          <a:xfrm rot="0" flipH="0" flipV="0">
            <a:off x="4333219" y="4958902"/>
            <a:ext cx="1553889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688528091" name=""/>
          <p:cNvSpPr txBox="1"/>
          <p:nvPr/>
        </p:nvSpPr>
        <p:spPr bwMode="auto">
          <a:xfrm rot="0" flipH="0" flipV="0">
            <a:off x="6232902" y="4958902"/>
            <a:ext cx="155496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(B)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70074783" name=""/>
          <p:cNvSpPr txBox="1"/>
          <p:nvPr/>
        </p:nvSpPr>
        <p:spPr bwMode="auto">
          <a:xfrm rot="0" flipH="0" flipV="0">
            <a:off x="4351673" y="5885388"/>
            <a:ext cx="155460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スクリプトA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58024245" name=""/>
          <p:cNvSpPr txBox="1"/>
          <p:nvPr/>
        </p:nvSpPr>
        <p:spPr bwMode="auto">
          <a:xfrm rot="0" flipH="0" flipV="0">
            <a:off x="6215596" y="5888959"/>
            <a:ext cx="155568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スクリプトB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25381702" name=""/>
          <p:cNvSpPr txBox="1"/>
          <p:nvPr/>
        </p:nvSpPr>
        <p:spPr bwMode="auto">
          <a:xfrm rot="0" flipH="0" flipV="0">
            <a:off x="8131907" y="4962474"/>
            <a:ext cx="155496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370522533" name=""/>
          <p:cNvSpPr txBox="1"/>
          <p:nvPr/>
        </p:nvSpPr>
        <p:spPr bwMode="auto">
          <a:xfrm rot="0" flipH="0" flipV="0">
            <a:off x="10031591" y="4962474"/>
            <a:ext cx="155604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(D)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730353655" name=""/>
          <p:cNvSpPr txBox="1"/>
          <p:nvPr/>
        </p:nvSpPr>
        <p:spPr bwMode="auto">
          <a:xfrm rot="0" flipH="0" flipV="0">
            <a:off x="8150361" y="5888959"/>
            <a:ext cx="155568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スクリプトC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48810043" name=""/>
          <p:cNvSpPr txBox="1"/>
          <p:nvPr/>
        </p:nvSpPr>
        <p:spPr bwMode="auto">
          <a:xfrm rot="0" flipH="0" flipV="0">
            <a:off x="10014284" y="5892529"/>
            <a:ext cx="1556766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スクリプトD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86641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93880" y="685800"/>
            <a:ext cx="10698019" cy="5810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46343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0140" y="209549"/>
            <a:ext cx="11143118" cy="6438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93639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99" y="925485"/>
            <a:ext cx="10854299" cy="5007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520755" name="Freeform 30"/>
          <p:cNvSpPr/>
          <p:nvPr/>
        </p:nvSpPr>
        <p:spPr bwMode="auto">
          <a:xfrm rot="0" flipH="0" flipV="0">
            <a:off x="6068300" y="172590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689154628" name="TextBox 31"/>
          <p:cNvSpPr txBox="1"/>
          <p:nvPr/>
        </p:nvSpPr>
        <p:spPr bwMode="auto">
          <a:xfrm rot="0" flipH="0" flipV="0">
            <a:off x="6068300" y="155713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0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97300974" name="TextBox 32"/>
          <p:cNvSpPr txBox="1"/>
          <p:nvPr/>
        </p:nvSpPr>
        <p:spPr bwMode="auto">
          <a:xfrm>
            <a:off x="5886927" y="491137"/>
            <a:ext cx="5448437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トランザクション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76161504" name="TextBox 33"/>
          <p:cNvSpPr txBox="1"/>
          <p:nvPr/>
        </p:nvSpPr>
        <p:spPr bwMode="auto">
          <a:xfrm>
            <a:off x="6109619" y="104898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インプット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4529815" name="AutoShape 34"/>
          <p:cNvSpPr/>
          <p:nvPr/>
        </p:nvSpPr>
        <p:spPr bwMode="auto">
          <a:xfrm>
            <a:off x="8593917" y="1120979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109863" name="TextBox 35"/>
          <p:cNvSpPr txBox="1"/>
          <p:nvPr/>
        </p:nvSpPr>
        <p:spPr bwMode="auto">
          <a:xfrm>
            <a:off x="8892411" y="104898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アウトプット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2229474" name="Freeform 37"/>
          <p:cNvSpPr/>
          <p:nvPr/>
        </p:nvSpPr>
        <p:spPr bwMode="auto">
          <a:xfrm rot="0" flipH="0" flipV="0">
            <a:off x="8851091" y="172590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39626987" name="TextBox 38"/>
          <p:cNvSpPr txBox="1"/>
          <p:nvPr/>
        </p:nvSpPr>
        <p:spPr bwMode="auto">
          <a:xfrm rot="0" flipH="0" flipV="0">
            <a:off x="8851091" y="155713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P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63966758" name="Freeform 40"/>
          <p:cNvSpPr/>
          <p:nvPr/>
        </p:nvSpPr>
        <p:spPr bwMode="auto">
          <a:xfrm rot="0" flipH="0" flipV="0">
            <a:off x="8851091" y="267276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068894645" name="TextBox 41"/>
          <p:cNvSpPr txBox="1"/>
          <p:nvPr/>
        </p:nvSpPr>
        <p:spPr bwMode="auto">
          <a:xfrm rot="0" flipH="0" flipV="0">
            <a:off x="8851091" y="250399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変更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09401460" name="Freeform 43"/>
          <p:cNvSpPr/>
          <p:nvPr/>
        </p:nvSpPr>
        <p:spPr bwMode="auto">
          <a:xfrm rot="0" flipH="0" flipV="0">
            <a:off x="6068300" y="267276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97125523" name="TextBox 44"/>
          <p:cNvSpPr txBox="1"/>
          <p:nvPr/>
        </p:nvSpPr>
        <p:spPr bwMode="auto">
          <a:xfrm rot="0" flipH="0" flipV="0">
            <a:off x="6068300" y="250399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02018046" name="Freeform 46"/>
          <p:cNvSpPr/>
          <p:nvPr/>
        </p:nvSpPr>
        <p:spPr bwMode="auto">
          <a:xfrm rot="0" flipH="0" flipV="0">
            <a:off x="6068300" y="361962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213348538" name="TextBox 47"/>
          <p:cNvSpPr txBox="1"/>
          <p:nvPr/>
        </p:nvSpPr>
        <p:spPr bwMode="auto">
          <a:xfrm rot="0" flipH="0" flipV="0">
            <a:off x="6068300" y="345086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2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78534617" name="Freeform 49"/>
          <p:cNvSpPr/>
          <p:nvPr/>
        </p:nvSpPr>
        <p:spPr bwMode="auto">
          <a:xfrm rot="0" flipH="0" flipV="0">
            <a:off x="1238257" y="1581417"/>
            <a:ext cx="2515523" cy="2900961"/>
          </a:xfrm>
          <a:custGeom>
            <a:avLst/>
            <a:gdLst/>
            <a:ahLst/>
            <a:cxnLst/>
            <a:rect l="l" t="t" r="r" b="b"/>
            <a:pathLst>
              <a:path w="993788" h="1146059" fill="norm" stroke="1" extrusionOk="0">
                <a:moveTo>
                  <a:pt x="0" y="0"/>
                </a:moveTo>
                <a:lnTo>
                  <a:pt x="993788" y="0"/>
                </a:lnTo>
                <a:lnTo>
                  <a:pt x="993788" y="1146059"/>
                </a:lnTo>
                <a:lnTo>
                  <a:pt x="0" y="114605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29163117" name="TextBox 50"/>
          <p:cNvSpPr txBox="1"/>
          <p:nvPr/>
        </p:nvSpPr>
        <p:spPr bwMode="auto">
          <a:xfrm rot="0" flipH="0" flipV="0">
            <a:off x="1238257" y="1460872"/>
            <a:ext cx="2515523" cy="30215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7067763" name="AutoShape 51"/>
          <p:cNvSpPr/>
          <p:nvPr/>
        </p:nvSpPr>
        <p:spPr bwMode="auto">
          <a:xfrm flipV="1">
            <a:off x="3519375" y="2085036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115403" name="Freeform 53"/>
          <p:cNvSpPr/>
          <p:nvPr/>
        </p:nvSpPr>
        <p:spPr bwMode="auto">
          <a:xfrm rot="0" flipH="0" flipV="0">
            <a:off x="2708746" y="1725904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720556" h="957682" fill="norm" stroke="1" extrusionOk="0">
                <a:moveTo>
                  <a:pt x="0" y="0"/>
                </a:moveTo>
                <a:lnTo>
                  <a:pt x="720557" y="0"/>
                </a:lnTo>
                <a:lnTo>
                  <a:pt x="720557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51306022" name="Freeform 54"/>
          <p:cNvSpPr/>
          <p:nvPr/>
        </p:nvSpPr>
        <p:spPr bwMode="auto">
          <a:xfrm rot="0" flipH="0" flipV="0">
            <a:off x="2978955" y="1725904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720556" h="957682" fill="norm" stroke="1" extrusionOk="0">
                <a:moveTo>
                  <a:pt x="0" y="0"/>
                </a:moveTo>
                <a:lnTo>
                  <a:pt x="720556" y="0"/>
                </a:lnTo>
                <a:lnTo>
                  <a:pt x="720556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46770038" name="TextBox 55"/>
          <p:cNvSpPr txBox="1"/>
          <p:nvPr/>
        </p:nvSpPr>
        <p:spPr bwMode="auto">
          <a:xfrm rot="0" flipH="0" flipV="0">
            <a:off x="1473921" y="1838336"/>
            <a:ext cx="1036239" cy="480165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a0 A0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7490165" name="Freeform 56"/>
          <p:cNvSpPr/>
          <p:nvPr/>
        </p:nvSpPr>
        <p:spPr bwMode="auto">
          <a:xfrm>
            <a:off x="2708749" y="2672766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1"/>
                </a:lnTo>
                <a:lnTo>
                  <a:pt x="0" y="71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199259" name="Freeform 57"/>
          <p:cNvSpPr/>
          <p:nvPr/>
        </p:nvSpPr>
        <p:spPr bwMode="auto">
          <a:xfrm>
            <a:off x="2978958" y="2672766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1"/>
                </a:lnTo>
                <a:lnTo>
                  <a:pt x="0" y="7182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8440310" name="TextBox 58"/>
          <p:cNvSpPr txBox="1"/>
          <p:nvPr/>
        </p:nvSpPr>
        <p:spPr bwMode="auto">
          <a:xfrm>
            <a:off x="1473922" y="2770912"/>
            <a:ext cx="1035882" cy="48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a1 A1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5364981" name="Freeform 59"/>
          <p:cNvSpPr/>
          <p:nvPr/>
        </p:nvSpPr>
        <p:spPr bwMode="auto">
          <a:xfrm>
            <a:off x="2708749" y="3619627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2"/>
                </a:lnTo>
                <a:lnTo>
                  <a:pt x="0" y="7182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821362" name="Freeform 60"/>
          <p:cNvSpPr/>
          <p:nvPr/>
        </p:nvSpPr>
        <p:spPr bwMode="auto">
          <a:xfrm>
            <a:off x="2978958" y="3619627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2"/>
                </a:lnTo>
                <a:lnTo>
                  <a:pt x="0" y="7182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8250032" name="TextBox 61"/>
          <p:cNvSpPr txBox="1"/>
          <p:nvPr/>
        </p:nvSpPr>
        <p:spPr bwMode="auto">
          <a:xfrm>
            <a:off x="1473922" y="3717774"/>
            <a:ext cx="1035882" cy="48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a2 A2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950896" name="Freeform 63"/>
          <p:cNvSpPr/>
          <p:nvPr/>
        </p:nvSpPr>
        <p:spPr bwMode="auto">
          <a:xfrm rot="0" flipH="0" flipV="0">
            <a:off x="1913334" y="5282205"/>
            <a:ext cx="776912" cy="1032584"/>
          </a:xfrm>
          <a:custGeom>
            <a:avLst/>
            <a:gdLst/>
            <a:ahLst/>
            <a:cxnLst/>
            <a:rect l="l" t="t" r="r" b="b"/>
            <a:pathLst>
              <a:path w="1035886" h="1376782" fill="norm" stroke="1" extrusionOk="0">
                <a:moveTo>
                  <a:pt x="0" y="0"/>
                </a:moveTo>
                <a:lnTo>
                  <a:pt x="1035886" y="0"/>
                </a:lnTo>
                <a:lnTo>
                  <a:pt x="1035886" y="1376782"/>
                </a:lnTo>
                <a:lnTo>
                  <a:pt x="0" y="13767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49202416" name="Freeform 64"/>
          <p:cNvSpPr/>
          <p:nvPr/>
        </p:nvSpPr>
        <p:spPr bwMode="auto">
          <a:xfrm rot="0" flipH="0" flipV="0">
            <a:off x="2301790" y="5282205"/>
            <a:ext cx="776912" cy="1032584"/>
          </a:xfrm>
          <a:custGeom>
            <a:avLst/>
            <a:gdLst/>
            <a:ahLst/>
            <a:cxnLst/>
            <a:rect l="l" t="t" r="r" b="b"/>
            <a:pathLst>
              <a:path w="1035886" h="1376782" fill="norm" stroke="1" extrusionOk="0">
                <a:moveTo>
                  <a:pt x="0" y="0"/>
                </a:moveTo>
                <a:lnTo>
                  <a:pt x="1035885" y="0"/>
                </a:lnTo>
                <a:lnTo>
                  <a:pt x="1035885" y="1376782"/>
                </a:lnTo>
                <a:lnTo>
                  <a:pt x="0" y="137678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353089613" name="TextBox 65"/>
          <p:cNvSpPr txBox="1"/>
          <p:nvPr/>
        </p:nvSpPr>
        <p:spPr bwMode="auto">
          <a:xfrm>
            <a:off x="3249167" y="5491477"/>
            <a:ext cx="1035882" cy="569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8"/>
              </a:lnSpc>
              <a:defRPr/>
            </a:pPr>
            <a:r>
              <a:rPr sz="3200" b="1" lang="en-US">
                <a:solidFill>
                  <a:srgbClr val="000000"/>
                </a:solidFill>
                <a:latin typeface="IBM Plex Sans"/>
              </a:rPr>
              <a:t>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1814389" name="AutoShape 66"/>
          <p:cNvSpPr/>
          <p:nvPr/>
        </p:nvSpPr>
        <p:spPr bwMode="auto">
          <a:xfrm>
            <a:off x="3519375" y="3031896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456448" name="AutoShape 67"/>
          <p:cNvSpPr/>
          <p:nvPr/>
        </p:nvSpPr>
        <p:spPr bwMode="auto">
          <a:xfrm>
            <a:off x="3519375" y="3978757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559388" name="Freeform 69"/>
          <p:cNvSpPr/>
          <p:nvPr/>
        </p:nvSpPr>
        <p:spPr bwMode="auto">
          <a:xfrm rot="0" flipH="0" flipV="0">
            <a:off x="2092519" y="600804"/>
            <a:ext cx="808254" cy="886973"/>
          </a:xfrm>
          <a:custGeom>
            <a:avLst/>
            <a:gdLst/>
            <a:ahLst/>
            <a:cxnLst/>
            <a:rect l="l" t="t" r="r" b="b"/>
            <a:pathLst>
              <a:path w="1077675" h="1182634" fill="norm" stroke="1" extrusionOk="0">
                <a:moveTo>
                  <a:pt x="0" y="0"/>
                </a:moveTo>
                <a:lnTo>
                  <a:pt x="1077675" y="0"/>
                </a:lnTo>
                <a:lnTo>
                  <a:pt x="1077675" y="1182634"/>
                </a:lnTo>
                <a:lnTo>
                  <a:pt x="0" y="11826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439334288" name="TextBox 70"/>
          <p:cNvSpPr txBox="1"/>
          <p:nvPr/>
        </p:nvSpPr>
        <p:spPr bwMode="auto">
          <a:xfrm rot="0" flipH="0" flipV="0">
            <a:off x="2314945" y="1046963"/>
            <a:ext cx="364122" cy="467211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5"/>
              </a:lnSpc>
              <a:defRPr/>
            </a:pPr>
            <a:r>
              <a:rPr sz="26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36066386" name="AutoShape 71"/>
          <p:cNvSpPr/>
          <p:nvPr/>
        </p:nvSpPr>
        <p:spPr bwMode="auto">
          <a:xfrm>
            <a:off x="2496021" y="4482376"/>
            <a:ext cx="0" cy="704577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665084" name="Rectangle: Rounded Corners 12"/>
          <p:cNvSpPr/>
          <p:nvPr/>
        </p:nvSpPr>
        <p:spPr bwMode="auto">
          <a:xfrm flipH="0" flipV="0">
            <a:off x="5706833" y="253007"/>
            <a:ext cx="5879799" cy="63698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51690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37599" y="963707"/>
            <a:ext cx="11482949" cy="4794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197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6213" y="605516"/>
            <a:ext cx="10942110" cy="5878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249</Slides>
  <Notes>249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249</vt:i4>
      </vt:variant>
    </vt:vector>
  </HeadingPairs>
  <TitlesOfParts>
    <vt:vector size="25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49</cp:revision>
  <dcterms:modified xsi:type="dcterms:W3CDTF">2025-09-22T13:46:02Z</dcterms:modified>
</cp:coreProperties>
</file>